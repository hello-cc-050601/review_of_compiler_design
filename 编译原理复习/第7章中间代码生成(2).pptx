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59"/>
  </p:notesMasterIdLst>
  <p:sldIdLst>
    <p:sldId id="256" r:id="rId2"/>
    <p:sldId id="1207" r:id="rId3"/>
    <p:sldId id="1226" r:id="rId4"/>
    <p:sldId id="452" r:id="rId5"/>
    <p:sldId id="1246" r:id="rId6"/>
    <p:sldId id="1164" r:id="rId7"/>
    <p:sldId id="1165" r:id="rId8"/>
    <p:sldId id="1166" r:id="rId9"/>
    <p:sldId id="1167" r:id="rId10"/>
    <p:sldId id="1168" r:id="rId11"/>
    <p:sldId id="1169" r:id="rId12"/>
    <p:sldId id="1236" r:id="rId13"/>
    <p:sldId id="1237" r:id="rId14"/>
    <p:sldId id="1238" r:id="rId15"/>
    <p:sldId id="1240" r:id="rId16"/>
    <p:sldId id="1245" r:id="rId17"/>
    <p:sldId id="1170" r:id="rId18"/>
    <p:sldId id="1241" r:id="rId19"/>
    <p:sldId id="1171" r:id="rId20"/>
    <p:sldId id="1172" r:id="rId21"/>
    <p:sldId id="1173" r:id="rId22"/>
    <p:sldId id="1174" r:id="rId23"/>
    <p:sldId id="1175" r:id="rId24"/>
    <p:sldId id="1176" r:id="rId25"/>
    <p:sldId id="1177" r:id="rId26"/>
    <p:sldId id="1178" r:id="rId27"/>
    <p:sldId id="1179" r:id="rId28"/>
    <p:sldId id="1180" r:id="rId29"/>
    <p:sldId id="1181" r:id="rId30"/>
    <p:sldId id="1182" r:id="rId31"/>
    <p:sldId id="1183" r:id="rId32"/>
    <p:sldId id="1184" r:id="rId33"/>
    <p:sldId id="1185" r:id="rId34"/>
    <p:sldId id="1186" r:id="rId35"/>
    <p:sldId id="1187" r:id="rId36"/>
    <p:sldId id="1232" r:id="rId37"/>
    <p:sldId id="1242" r:id="rId38"/>
    <p:sldId id="1152" r:id="rId39"/>
    <p:sldId id="1190" r:id="rId40"/>
    <p:sldId id="1191" r:id="rId41"/>
    <p:sldId id="1192" r:id="rId42"/>
    <p:sldId id="1193" r:id="rId43"/>
    <p:sldId id="1194" r:id="rId44"/>
    <p:sldId id="1195" r:id="rId45"/>
    <p:sldId id="1230" r:id="rId46"/>
    <p:sldId id="1153" r:id="rId47"/>
    <p:sldId id="1154" r:id="rId48"/>
    <p:sldId id="1155" r:id="rId49"/>
    <p:sldId id="1243" r:id="rId50"/>
    <p:sldId id="1157" r:id="rId51"/>
    <p:sldId id="1158" r:id="rId52"/>
    <p:sldId id="1159" r:id="rId53"/>
    <p:sldId id="1160" r:id="rId54"/>
    <p:sldId id="1208" r:id="rId55"/>
    <p:sldId id="294" r:id="rId56"/>
    <p:sldId id="1244" r:id="rId57"/>
    <p:sldId id="1247"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45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9868E4-356E-4653-84AD-3167189BE03E}" v="8" dt="2025-04-30T01:51:07.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370" autoAdjust="0"/>
    <p:restoredTop sz="96349" autoAdjust="0"/>
  </p:normalViewPr>
  <p:slideViewPr>
    <p:cSldViewPr snapToGrid="0">
      <p:cViewPr varScale="1">
        <p:scale>
          <a:sx n="76" d="100"/>
          <a:sy n="76" d="100"/>
        </p:scale>
        <p:origin x="6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欣捷 王" userId="b965477fa0aef5e6" providerId="LiveId" clId="{ADDF1226-3799-46D0-8749-C7AFAD7931A5}"/>
    <pc:docChg chg="modSld modMainMaster">
      <pc:chgData name="欣捷 王" userId="b965477fa0aef5e6" providerId="LiveId" clId="{ADDF1226-3799-46D0-8749-C7AFAD7931A5}" dt="2024-03-05T05:49:12.482" v="0"/>
      <pc:docMkLst>
        <pc:docMk/>
      </pc:docMkLst>
      <pc:sldChg chg="modSp">
        <pc:chgData name="欣捷 王" userId="b965477fa0aef5e6" providerId="LiveId" clId="{ADDF1226-3799-46D0-8749-C7AFAD7931A5}" dt="2024-03-05T05:49:12.482" v="0"/>
        <pc:sldMkLst>
          <pc:docMk/>
          <pc:sldMk cId="2470898374" sldId="256"/>
        </pc:sldMkLst>
      </pc:sldChg>
      <pc:sldChg chg="modSp">
        <pc:chgData name="欣捷 王" userId="b965477fa0aef5e6" providerId="LiveId" clId="{ADDF1226-3799-46D0-8749-C7AFAD7931A5}" dt="2024-03-05T05:49:12.482" v="0"/>
        <pc:sldMkLst>
          <pc:docMk/>
          <pc:sldMk cId="0" sldId="294"/>
        </pc:sldMkLst>
      </pc:sldChg>
      <pc:sldChg chg="modSp">
        <pc:chgData name="欣捷 王" userId="b965477fa0aef5e6" providerId="LiveId" clId="{ADDF1226-3799-46D0-8749-C7AFAD7931A5}" dt="2024-03-05T05:49:12.482" v="0"/>
        <pc:sldMkLst>
          <pc:docMk/>
          <pc:sldMk cId="0" sldId="452"/>
        </pc:sldMkLst>
      </pc:sldChg>
      <pc:sldChg chg="modSp">
        <pc:chgData name="欣捷 王" userId="b965477fa0aef5e6" providerId="LiveId" clId="{ADDF1226-3799-46D0-8749-C7AFAD7931A5}" dt="2024-03-05T05:49:12.482" v="0"/>
        <pc:sldMkLst>
          <pc:docMk/>
          <pc:sldMk cId="0" sldId="1152"/>
        </pc:sldMkLst>
      </pc:sldChg>
      <pc:sldChg chg="modSp">
        <pc:chgData name="欣捷 王" userId="b965477fa0aef5e6" providerId="LiveId" clId="{ADDF1226-3799-46D0-8749-C7AFAD7931A5}" dt="2024-03-05T05:49:12.482" v="0"/>
        <pc:sldMkLst>
          <pc:docMk/>
          <pc:sldMk cId="0" sldId="1153"/>
        </pc:sldMkLst>
      </pc:sldChg>
      <pc:sldChg chg="modSp">
        <pc:chgData name="欣捷 王" userId="b965477fa0aef5e6" providerId="LiveId" clId="{ADDF1226-3799-46D0-8749-C7AFAD7931A5}" dt="2024-03-05T05:49:12.482" v="0"/>
        <pc:sldMkLst>
          <pc:docMk/>
          <pc:sldMk cId="0" sldId="1154"/>
        </pc:sldMkLst>
      </pc:sldChg>
      <pc:sldChg chg="modSp">
        <pc:chgData name="欣捷 王" userId="b965477fa0aef5e6" providerId="LiveId" clId="{ADDF1226-3799-46D0-8749-C7AFAD7931A5}" dt="2024-03-05T05:49:12.482" v="0"/>
        <pc:sldMkLst>
          <pc:docMk/>
          <pc:sldMk cId="0" sldId="1155"/>
        </pc:sldMkLst>
      </pc:sldChg>
      <pc:sldChg chg="modSp">
        <pc:chgData name="欣捷 王" userId="b965477fa0aef5e6" providerId="LiveId" clId="{ADDF1226-3799-46D0-8749-C7AFAD7931A5}" dt="2024-03-05T05:49:12.482" v="0"/>
        <pc:sldMkLst>
          <pc:docMk/>
          <pc:sldMk cId="0" sldId="1157"/>
        </pc:sldMkLst>
      </pc:sldChg>
      <pc:sldChg chg="modSp">
        <pc:chgData name="欣捷 王" userId="b965477fa0aef5e6" providerId="LiveId" clId="{ADDF1226-3799-46D0-8749-C7AFAD7931A5}" dt="2024-03-05T05:49:12.482" v="0"/>
        <pc:sldMkLst>
          <pc:docMk/>
          <pc:sldMk cId="0" sldId="1158"/>
        </pc:sldMkLst>
      </pc:sldChg>
      <pc:sldChg chg="modSp">
        <pc:chgData name="欣捷 王" userId="b965477fa0aef5e6" providerId="LiveId" clId="{ADDF1226-3799-46D0-8749-C7AFAD7931A5}" dt="2024-03-05T05:49:12.482" v="0"/>
        <pc:sldMkLst>
          <pc:docMk/>
          <pc:sldMk cId="0" sldId="1159"/>
        </pc:sldMkLst>
      </pc:sldChg>
      <pc:sldChg chg="modSp">
        <pc:chgData name="欣捷 王" userId="b965477fa0aef5e6" providerId="LiveId" clId="{ADDF1226-3799-46D0-8749-C7AFAD7931A5}" dt="2024-03-05T05:49:12.482" v="0"/>
        <pc:sldMkLst>
          <pc:docMk/>
          <pc:sldMk cId="0" sldId="1160"/>
        </pc:sldMkLst>
      </pc:sldChg>
      <pc:sldChg chg="modSp">
        <pc:chgData name="欣捷 王" userId="b965477fa0aef5e6" providerId="LiveId" clId="{ADDF1226-3799-46D0-8749-C7AFAD7931A5}" dt="2024-03-05T05:49:12.482" v="0"/>
        <pc:sldMkLst>
          <pc:docMk/>
          <pc:sldMk cId="0" sldId="1164"/>
        </pc:sldMkLst>
      </pc:sldChg>
      <pc:sldChg chg="modSp">
        <pc:chgData name="欣捷 王" userId="b965477fa0aef5e6" providerId="LiveId" clId="{ADDF1226-3799-46D0-8749-C7AFAD7931A5}" dt="2024-03-05T05:49:12.482" v="0"/>
        <pc:sldMkLst>
          <pc:docMk/>
          <pc:sldMk cId="0" sldId="1165"/>
        </pc:sldMkLst>
      </pc:sldChg>
      <pc:sldChg chg="modSp">
        <pc:chgData name="欣捷 王" userId="b965477fa0aef5e6" providerId="LiveId" clId="{ADDF1226-3799-46D0-8749-C7AFAD7931A5}" dt="2024-03-05T05:49:12.482" v="0"/>
        <pc:sldMkLst>
          <pc:docMk/>
          <pc:sldMk cId="0" sldId="1166"/>
        </pc:sldMkLst>
      </pc:sldChg>
      <pc:sldChg chg="modSp">
        <pc:chgData name="欣捷 王" userId="b965477fa0aef5e6" providerId="LiveId" clId="{ADDF1226-3799-46D0-8749-C7AFAD7931A5}" dt="2024-03-05T05:49:12.482" v="0"/>
        <pc:sldMkLst>
          <pc:docMk/>
          <pc:sldMk cId="0" sldId="1167"/>
        </pc:sldMkLst>
      </pc:sldChg>
      <pc:sldChg chg="modSp">
        <pc:chgData name="欣捷 王" userId="b965477fa0aef5e6" providerId="LiveId" clId="{ADDF1226-3799-46D0-8749-C7AFAD7931A5}" dt="2024-03-05T05:49:12.482" v="0"/>
        <pc:sldMkLst>
          <pc:docMk/>
          <pc:sldMk cId="0" sldId="1168"/>
        </pc:sldMkLst>
      </pc:sldChg>
      <pc:sldChg chg="modSp">
        <pc:chgData name="欣捷 王" userId="b965477fa0aef5e6" providerId="LiveId" clId="{ADDF1226-3799-46D0-8749-C7AFAD7931A5}" dt="2024-03-05T05:49:12.482" v="0"/>
        <pc:sldMkLst>
          <pc:docMk/>
          <pc:sldMk cId="0" sldId="1169"/>
        </pc:sldMkLst>
      </pc:sldChg>
      <pc:sldChg chg="modSp">
        <pc:chgData name="欣捷 王" userId="b965477fa0aef5e6" providerId="LiveId" clId="{ADDF1226-3799-46D0-8749-C7AFAD7931A5}" dt="2024-03-05T05:49:12.482" v="0"/>
        <pc:sldMkLst>
          <pc:docMk/>
          <pc:sldMk cId="0" sldId="1170"/>
        </pc:sldMkLst>
      </pc:sldChg>
      <pc:sldChg chg="modSp">
        <pc:chgData name="欣捷 王" userId="b965477fa0aef5e6" providerId="LiveId" clId="{ADDF1226-3799-46D0-8749-C7AFAD7931A5}" dt="2024-03-05T05:49:12.482" v="0"/>
        <pc:sldMkLst>
          <pc:docMk/>
          <pc:sldMk cId="0" sldId="1171"/>
        </pc:sldMkLst>
      </pc:sldChg>
      <pc:sldChg chg="modSp">
        <pc:chgData name="欣捷 王" userId="b965477fa0aef5e6" providerId="LiveId" clId="{ADDF1226-3799-46D0-8749-C7AFAD7931A5}" dt="2024-03-05T05:49:12.482" v="0"/>
        <pc:sldMkLst>
          <pc:docMk/>
          <pc:sldMk cId="0" sldId="1172"/>
        </pc:sldMkLst>
      </pc:sldChg>
      <pc:sldChg chg="modSp">
        <pc:chgData name="欣捷 王" userId="b965477fa0aef5e6" providerId="LiveId" clId="{ADDF1226-3799-46D0-8749-C7AFAD7931A5}" dt="2024-03-05T05:49:12.482" v="0"/>
        <pc:sldMkLst>
          <pc:docMk/>
          <pc:sldMk cId="0" sldId="1173"/>
        </pc:sldMkLst>
      </pc:sldChg>
      <pc:sldChg chg="modSp">
        <pc:chgData name="欣捷 王" userId="b965477fa0aef5e6" providerId="LiveId" clId="{ADDF1226-3799-46D0-8749-C7AFAD7931A5}" dt="2024-03-05T05:49:12.482" v="0"/>
        <pc:sldMkLst>
          <pc:docMk/>
          <pc:sldMk cId="0" sldId="1174"/>
        </pc:sldMkLst>
      </pc:sldChg>
      <pc:sldChg chg="modSp">
        <pc:chgData name="欣捷 王" userId="b965477fa0aef5e6" providerId="LiveId" clId="{ADDF1226-3799-46D0-8749-C7AFAD7931A5}" dt="2024-03-05T05:49:12.482" v="0"/>
        <pc:sldMkLst>
          <pc:docMk/>
          <pc:sldMk cId="0" sldId="1175"/>
        </pc:sldMkLst>
      </pc:sldChg>
      <pc:sldChg chg="modSp">
        <pc:chgData name="欣捷 王" userId="b965477fa0aef5e6" providerId="LiveId" clId="{ADDF1226-3799-46D0-8749-C7AFAD7931A5}" dt="2024-03-05T05:49:12.482" v="0"/>
        <pc:sldMkLst>
          <pc:docMk/>
          <pc:sldMk cId="0" sldId="1176"/>
        </pc:sldMkLst>
      </pc:sldChg>
      <pc:sldChg chg="modSp">
        <pc:chgData name="欣捷 王" userId="b965477fa0aef5e6" providerId="LiveId" clId="{ADDF1226-3799-46D0-8749-C7AFAD7931A5}" dt="2024-03-05T05:49:12.482" v="0"/>
        <pc:sldMkLst>
          <pc:docMk/>
          <pc:sldMk cId="0" sldId="1177"/>
        </pc:sldMkLst>
      </pc:sldChg>
      <pc:sldChg chg="modSp">
        <pc:chgData name="欣捷 王" userId="b965477fa0aef5e6" providerId="LiveId" clId="{ADDF1226-3799-46D0-8749-C7AFAD7931A5}" dt="2024-03-05T05:49:12.482" v="0"/>
        <pc:sldMkLst>
          <pc:docMk/>
          <pc:sldMk cId="0" sldId="1178"/>
        </pc:sldMkLst>
      </pc:sldChg>
      <pc:sldChg chg="modSp">
        <pc:chgData name="欣捷 王" userId="b965477fa0aef5e6" providerId="LiveId" clId="{ADDF1226-3799-46D0-8749-C7AFAD7931A5}" dt="2024-03-05T05:49:12.482" v="0"/>
        <pc:sldMkLst>
          <pc:docMk/>
          <pc:sldMk cId="0" sldId="1179"/>
        </pc:sldMkLst>
      </pc:sldChg>
      <pc:sldChg chg="modSp">
        <pc:chgData name="欣捷 王" userId="b965477fa0aef5e6" providerId="LiveId" clId="{ADDF1226-3799-46D0-8749-C7AFAD7931A5}" dt="2024-03-05T05:49:12.482" v="0"/>
        <pc:sldMkLst>
          <pc:docMk/>
          <pc:sldMk cId="0" sldId="1180"/>
        </pc:sldMkLst>
      </pc:sldChg>
      <pc:sldChg chg="modSp">
        <pc:chgData name="欣捷 王" userId="b965477fa0aef5e6" providerId="LiveId" clId="{ADDF1226-3799-46D0-8749-C7AFAD7931A5}" dt="2024-03-05T05:49:12.482" v="0"/>
        <pc:sldMkLst>
          <pc:docMk/>
          <pc:sldMk cId="0" sldId="1181"/>
        </pc:sldMkLst>
      </pc:sldChg>
      <pc:sldChg chg="modSp">
        <pc:chgData name="欣捷 王" userId="b965477fa0aef5e6" providerId="LiveId" clId="{ADDF1226-3799-46D0-8749-C7AFAD7931A5}" dt="2024-03-05T05:49:12.482" v="0"/>
        <pc:sldMkLst>
          <pc:docMk/>
          <pc:sldMk cId="0" sldId="1182"/>
        </pc:sldMkLst>
      </pc:sldChg>
      <pc:sldChg chg="modSp">
        <pc:chgData name="欣捷 王" userId="b965477fa0aef5e6" providerId="LiveId" clId="{ADDF1226-3799-46D0-8749-C7AFAD7931A5}" dt="2024-03-05T05:49:12.482" v="0"/>
        <pc:sldMkLst>
          <pc:docMk/>
          <pc:sldMk cId="0" sldId="1183"/>
        </pc:sldMkLst>
      </pc:sldChg>
      <pc:sldChg chg="modSp">
        <pc:chgData name="欣捷 王" userId="b965477fa0aef5e6" providerId="LiveId" clId="{ADDF1226-3799-46D0-8749-C7AFAD7931A5}" dt="2024-03-05T05:49:12.482" v="0"/>
        <pc:sldMkLst>
          <pc:docMk/>
          <pc:sldMk cId="0" sldId="1184"/>
        </pc:sldMkLst>
      </pc:sldChg>
      <pc:sldChg chg="modSp">
        <pc:chgData name="欣捷 王" userId="b965477fa0aef5e6" providerId="LiveId" clId="{ADDF1226-3799-46D0-8749-C7AFAD7931A5}" dt="2024-03-05T05:49:12.482" v="0"/>
        <pc:sldMkLst>
          <pc:docMk/>
          <pc:sldMk cId="0" sldId="1185"/>
        </pc:sldMkLst>
      </pc:sldChg>
      <pc:sldChg chg="modSp">
        <pc:chgData name="欣捷 王" userId="b965477fa0aef5e6" providerId="LiveId" clId="{ADDF1226-3799-46D0-8749-C7AFAD7931A5}" dt="2024-03-05T05:49:12.482" v="0"/>
        <pc:sldMkLst>
          <pc:docMk/>
          <pc:sldMk cId="0" sldId="1186"/>
        </pc:sldMkLst>
      </pc:sldChg>
      <pc:sldChg chg="modSp">
        <pc:chgData name="欣捷 王" userId="b965477fa0aef5e6" providerId="LiveId" clId="{ADDF1226-3799-46D0-8749-C7AFAD7931A5}" dt="2024-03-05T05:49:12.482" v="0"/>
        <pc:sldMkLst>
          <pc:docMk/>
          <pc:sldMk cId="0" sldId="1187"/>
        </pc:sldMkLst>
      </pc:sldChg>
      <pc:sldChg chg="modSp">
        <pc:chgData name="欣捷 王" userId="b965477fa0aef5e6" providerId="LiveId" clId="{ADDF1226-3799-46D0-8749-C7AFAD7931A5}" dt="2024-03-05T05:49:12.482" v="0"/>
        <pc:sldMkLst>
          <pc:docMk/>
          <pc:sldMk cId="0" sldId="1190"/>
        </pc:sldMkLst>
      </pc:sldChg>
      <pc:sldChg chg="modSp">
        <pc:chgData name="欣捷 王" userId="b965477fa0aef5e6" providerId="LiveId" clId="{ADDF1226-3799-46D0-8749-C7AFAD7931A5}" dt="2024-03-05T05:49:12.482" v="0"/>
        <pc:sldMkLst>
          <pc:docMk/>
          <pc:sldMk cId="0" sldId="1191"/>
        </pc:sldMkLst>
      </pc:sldChg>
      <pc:sldChg chg="modSp">
        <pc:chgData name="欣捷 王" userId="b965477fa0aef5e6" providerId="LiveId" clId="{ADDF1226-3799-46D0-8749-C7AFAD7931A5}" dt="2024-03-05T05:49:12.482" v="0"/>
        <pc:sldMkLst>
          <pc:docMk/>
          <pc:sldMk cId="0" sldId="1192"/>
        </pc:sldMkLst>
      </pc:sldChg>
      <pc:sldChg chg="modSp">
        <pc:chgData name="欣捷 王" userId="b965477fa0aef5e6" providerId="LiveId" clId="{ADDF1226-3799-46D0-8749-C7AFAD7931A5}" dt="2024-03-05T05:49:12.482" v="0"/>
        <pc:sldMkLst>
          <pc:docMk/>
          <pc:sldMk cId="0" sldId="1193"/>
        </pc:sldMkLst>
      </pc:sldChg>
      <pc:sldChg chg="modSp">
        <pc:chgData name="欣捷 王" userId="b965477fa0aef5e6" providerId="LiveId" clId="{ADDF1226-3799-46D0-8749-C7AFAD7931A5}" dt="2024-03-05T05:49:12.482" v="0"/>
        <pc:sldMkLst>
          <pc:docMk/>
          <pc:sldMk cId="0" sldId="1194"/>
        </pc:sldMkLst>
      </pc:sldChg>
      <pc:sldChg chg="modSp">
        <pc:chgData name="欣捷 王" userId="b965477fa0aef5e6" providerId="LiveId" clId="{ADDF1226-3799-46D0-8749-C7AFAD7931A5}" dt="2024-03-05T05:49:12.482" v="0"/>
        <pc:sldMkLst>
          <pc:docMk/>
          <pc:sldMk cId="0" sldId="1195"/>
        </pc:sldMkLst>
      </pc:sldChg>
      <pc:sldChg chg="modSp">
        <pc:chgData name="欣捷 王" userId="b965477fa0aef5e6" providerId="LiveId" clId="{ADDF1226-3799-46D0-8749-C7AFAD7931A5}" dt="2024-03-05T05:49:12.482" v="0"/>
        <pc:sldMkLst>
          <pc:docMk/>
          <pc:sldMk cId="0" sldId="1207"/>
        </pc:sldMkLst>
      </pc:sldChg>
      <pc:sldChg chg="modSp">
        <pc:chgData name="欣捷 王" userId="b965477fa0aef5e6" providerId="LiveId" clId="{ADDF1226-3799-46D0-8749-C7AFAD7931A5}" dt="2024-03-05T05:49:12.482" v="0"/>
        <pc:sldMkLst>
          <pc:docMk/>
          <pc:sldMk cId="0" sldId="1208"/>
        </pc:sldMkLst>
      </pc:sldChg>
      <pc:sldChg chg="modSp">
        <pc:chgData name="欣捷 王" userId="b965477fa0aef5e6" providerId="LiveId" clId="{ADDF1226-3799-46D0-8749-C7AFAD7931A5}" dt="2024-03-05T05:49:12.482" v="0"/>
        <pc:sldMkLst>
          <pc:docMk/>
          <pc:sldMk cId="0" sldId="1226"/>
        </pc:sldMkLst>
      </pc:sldChg>
      <pc:sldChg chg="modSp">
        <pc:chgData name="欣捷 王" userId="b965477fa0aef5e6" providerId="LiveId" clId="{ADDF1226-3799-46D0-8749-C7AFAD7931A5}" dt="2024-03-05T05:49:12.482" v="0"/>
        <pc:sldMkLst>
          <pc:docMk/>
          <pc:sldMk cId="0" sldId="1229"/>
        </pc:sldMkLst>
      </pc:sldChg>
      <pc:sldChg chg="modSp">
        <pc:chgData name="欣捷 王" userId="b965477fa0aef5e6" providerId="LiveId" clId="{ADDF1226-3799-46D0-8749-C7AFAD7931A5}" dt="2024-03-05T05:49:12.482" v="0"/>
        <pc:sldMkLst>
          <pc:docMk/>
          <pc:sldMk cId="0" sldId="1230"/>
        </pc:sldMkLst>
      </pc:sldChg>
      <pc:sldChg chg="modSp">
        <pc:chgData name="欣捷 王" userId="b965477fa0aef5e6" providerId="LiveId" clId="{ADDF1226-3799-46D0-8749-C7AFAD7931A5}" dt="2024-03-05T05:49:12.482" v="0"/>
        <pc:sldMkLst>
          <pc:docMk/>
          <pc:sldMk cId="0" sldId="1232"/>
        </pc:sldMkLst>
      </pc:sldChg>
      <pc:sldChg chg="modSp">
        <pc:chgData name="欣捷 王" userId="b965477fa0aef5e6" providerId="LiveId" clId="{ADDF1226-3799-46D0-8749-C7AFAD7931A5}" dt="2024-03-05T05:49:12.482" v="0"/>
        <pc:sldMkLst>
          <pc:docMk/>
          <pc:sldMk cId="1085752787" sldId="1236"/>
        </pc:sldMkLst>
      </pc:sldChg>
      <pc:sldChg chg="modSp">
        <pc:chgData name="欣捷 王" userId="b965477fa0aef5e6" providerId="LiveId" clId="{ADDF1226-3799-46D0-8749-C7AFAD7931A5}" dt="2024-03-05T05:49:12.482" v="0"/>
        <pc:sldMkLst>
          <pc:docMk/>
          <pc:sldMk cId="18058005" sldId="1237"/>
        </pc:sldMkLst>
      </pc:sldChg>
      <pc:sldChg chg="modSp">
        <pc:chgData name="欣捷 王" userId="b965477fa0aef5e6" providerId="LiveId" clId="{ADDF1226-3799-46D0-8749-C7AFAD7931A5}" dt="2024-03-05T05:49:12.482" v="0"/>
        <pc:sldMkLst>
          <pc:docMk/>
          <pc:sldMk cId="1501741334" sldId="1238"/>
        </pc:sldMkLst>
      </pc:sldChg>
      <pc:sldChg chg="modSp">
        <pc:chgData name="欣捷 王" userId="b965477fa0aef5e6" providerId="LiveId" clId="{ADDF1226-3799-46D0-8749-C7AFAD7931A5}" dt="2024-03-05T05:49:12.482" v="0"/>
        <pc:sldMkLst>
          <pc:docMk/>
          <pc:sldMk cId="244409266" sldId="1240"/>
        </pc:sldMkLst>
      </pc:sldChg>
      <pc:sldChg chg="modSp">
        <pc:chgData name="欣捷 王" userId="b965477fa0aef5e6" providerId="LiveId" clId="{ADDF1226-3799-46D0-8749-C7AFAD7931A5}" dt="2024-03-05T05:49:12.482" v="0"/>
        <pc:sldMkLst>
          <pc:docMk/>
          <pc:sldMk cId="1858505942" sldId="1241"/>
        </pc:sldMkLst>
      </pc:sldChg>
      <pc:sldChg chg="modSp">
        <pc:chgData name="欣捷 王" userId="b965477fa0aef5e6" providerId="LiveId" clId="{ADDF1226-3799-46D0-8749-C7AFAD7931A5}" dt="2024-03-05T05:49:12.482" v="0"/>
        <pc:sldMkLst>
          <pc:docMk/>
          <pc:sldMk cId="2337978672" sldId="1242"/>
        </pc:sldMkLst>
      </pc:sldChg>
      <pc:sldChg chg="modSp">
        <pc:chgData name="欣捷 王" userId="b965477fa0aef5e6" providerId="LiveId" clId="{ADDF1226-3799-46D0-8749-C7AFAD7931A5}" dt="2024-03-05T05:49:12.482" v="0"/>
        <pc:sldMkLst>
          <pc:docMk/>
          <pc:sldMk cId="4006401948" sldId="1243"/>
        </pc:sldMkLst>
      </pc:sldChg>
      <pc:sldChg chg="modSp">
        <pc:chgData name="欣捷 王" userId="b965477fa0aef5e6" providerId="LiveId" clId="{ADDF1226-3799-46D0-8749-C7AFAD7931A5}" dt="2024-03-05T05:49:12.482" v="0"/>
        <pc:sldMkLst>
          <pc:docMk/>
          <pc:sldMk cId="2024438148" sldId="1244"/>
        </pc:sldMkLst>
      </pc:sldChg>
      <pc:sldMasterChg chg="addSp modSldLayout">
        <pc:chgData name="欣捷 王" userId="b965477fa0aef5e6" providerId="LiveId" clId="{ADDF1226-3799-46D0-8749-C7AFAD7931A5}" dt="2024-03-05T05:49:12.482" v="0"/>
        <pc:sldMasterMkLst>
          <pc:docMk/>
          <pc:sldMasterMk cId="3313226450" sldId="2147483687"/>
        </pc:sldMasterMkLst>
        <pc:sldLayoutChg chg="addSp">
          <pc:chgData name="欣捷 王" userId="b965477fa0aef5e6" providerId="LiveId" clId="{ADDF1226-3799-46D0-8749-C7AFAD7931A5}" dt="2024-03-05T05:49:12.482" v="0"/>
          <pc:sldLayoutMkLst>
            <pc:docMk/>
            <pc:sldMasterMk cId="3313226450" sldId="2147483687"/>
            <pc:sldLayoutMk cId="1755905522" sldId="2147483688"/>
          </pc:sldLayoutMkLst>
        </pc:sldLayoutChg>
      </pc:sldMasterChg>
    </pc:docChg>
  </pc:docChgLst>
  <pc:docChgLst>
    <pc:chgData name="王 欣捷" userId="b965477fa0aef5e6" providerId="LiveId" clId="{CCC25DF9-4458-4252-A1FA-96CED2233F88}"/>
    <pc:docChg chg="undo custSel addSld delSld modSld">
      <pc:chgData name="王 欣捷" userId="b965477fa0aef5e6" providerId="LiveId" clId="{CCC25DF9-4458-4252-A1FA-96CED2233F88}" dt="2021-04-22T07:44:25.943" v="145"/>
      <pc:docMkLst>
        <pc:docMk/>
      </pc:docMkLst>
      <pc:sldChg chg="modSp mod">
        <pc:chgData name="王 欣捷" userId="b965477fa0aef5e6" providerId="LiveId" clId="{CCC25DF9-4458-4252-A1FA-96CED2233F88}" dt="2021-04-22T07:28:25.047" v="21" actId="404"/>
        <pc:sldMkLst>
          <pc:docMk/>
          <pc:sldMk cId="2470898374" sldId="256"/>
        </pc:sldMkLst>
      </pc:sldChg>
      <pc:sldChg chg="add">
        <pc:chgData name="王 欣捷" userId="b965477fa0aef5e6" providerId="LiveId" clId="{CCC25DF9-4458-4252-A1FA-96CED2233F88}" dt="2021-04-22T07:28:32.426" v="23"/>
        <pc:sldMkLst>
          <pc:docMk/>
          <pc:sldMk cId="0" sldId="806"/>
        </pc:sldMkLst>
      </pc:sldChg>
      <pc:sldChg chg="add">
        <pc:chgData name="王 欣捷" userId="b965477fa0aef5e6" providerId="LiveId" clId="{CCC25DF9-4458-4252-A1FA-96CED2233F88}" dt="2021-04-22T07:28:32.426" v="23"/>
        <pc:sldMkLst>
          <pc:docMk/>
          <pc:sldMk cId="0" sldId="807"/>
        </pc:sldMkLst>
      </pc:sldChg>
      <pc:sldChg chg="add">
        <pc:chgData name="王 欣捷" userId="b965477fa0aef5e6" providerId="LiveId" clId="{CCC25DF9-4458-4252-A1FA-96CED2233F88}" dt="2021-04-22T07:28:32.426" v="23"/>
        <pc:sldMkLst>
          <pc:docMk/>
          <pc:sldMk cId="0" sldId="808"/>
        </pc:sldMkLst>
      </pc:sldChg>
      <pc:sldChg chg="add">
        <pc:chgData name="王 欣捷" userId="b965477fa0aef5e6" providerId="LiveId" clId="{CCC25DF9-4458-4252-A1FA-96CED2233F88}" dt="2021-04-22T07:28:32.426" v="23"/>
        <pc:sldMkLst>
          <pc:docMk/>
          <pc:sldMk cId="0" sldId="809"/>
        </pc:sldMkLst>
      </pc:sldChg>
      <pc:sldChg chg="modSp add">
        <pc:chgData name="王 欣捷" userId="b965477fa0aef5e6" providerId="LiveId" clId="{CCC25DF9-4458-4252-A1FA-96CED2233F88}" dt="2021-04-22T07:30:15.426" v="47"/>
        <pc:sldMkLst>
          <pc:docMk/>
          <pc:sldMk cId="0" sldId="810"/>
        </pc:sldMkLst>
      </pc:sldChg>
      <pc:sldChg chg="modSp add">
        <pc:chgData name="王 欣捷" userId="b965477fa0aef5e6" providerId="LiveId" clId="{CCC25DF9-4458-4252-A1FA-96CED2233F88}" dt="2021-04-22T07:30:15.426" v="47"/>
        <pc:sldMkLst>
          <pc:docMk/>
          <pc:sldMk cId="0" sldId="811"/>
        </pc:sldMkLst>
      </pc:sldChg>
      <pc:sldChg chg="modSp add">
        <pc:chgData name="王 欣捷" userId="b965477fa0aef5e6" providerId="LiveId" clId="{CCC25DF9-4458-4252-A1FA-96CED2233F88}" dt="2021-04-22T07:30:15.426" v="47"/>
        <pc:sldMkLst>
          <pc:docMk/>
          <pc:sldMk cId="0" sldId="813"/>
        </pc:sldMkLst>
      </pc:sldChg>
      <pc:sldChg chg="modSp add">
        <pc:chgData name="王 欣捷" userId="b965477fa0aef5e6" providerId="LiveId" clId="{CCC25DF9-4458-4252-A1FA-96CED2233F88}" dt="2021-04-22T07:30:15.426" v="47"/>
        <pc:sldMkLst>
          <pc:docMk/>
          <pc:sldMk cId="0" sldId="814"/>
        </pc:sldMkLst>
      </pc:sldChg>
      <pc:sldChg chg="modSp add">
        <pc:chgData name="王 欣捷" userId="b965477fa0aef5e6" providerId="LiveId" clId="{CCC25DF9-4458-4252-A1FA-96CED2233F88}" dt="2021-04-22T07:30:15.426" v="47"/>
        <pc:sldMkLst>
          <pc:docMk/>
          <pc:sldMk cId="0" sldId="815"/>
        </pc:sldMkLst>
      </pc:sldChg>
      <pc:sldChg chg="modSp add">
        <pc:chgData name="王 欣捷" userId="b965477fa0aef5e6" providerId="LiveId" clId="{CCC25DF9-4458-4252-A1FA-96CED2233F88}" dt="2021-04-22T07:30:15.426" v="47"/>
        <pc:sldMkLst>
          <pc:docMk/>
          <pc:sldMk cId="0" sldId="816"/>
        </pc:sldMkLst>
      </pc:sldChg>
      <pc:sldChg chg="modSp add">
        <pc:chgData name="王 欣捷" userId="b965477fa0aef5e6" providerId="LiveId" clId="{CCC25DF9-4458-4252-A1FA-96CED2233F88}" dt="2021-04-22T07:30:15.426" v="47"/>
        <pc:sldMkLst>
          <pc:docMk/>
          <pc:sldMk cId="0" sldId="817"/>
        </pc:sldMkLst>
      </pc:sldChg>
      <pc:sldChg chg="modSp add">
        <pc:chgData name="王 欣捷" userId="b965477fa0aef5e6" providerId="LiveId" clId="{CCC25DF9-4458-4252-A1FA-96CED2233F88}" dt="2021-04-22T07:30:15.426" v="47"/>
        <pc:sldMkLst>
          <pc:docMk/>
          <pc:sldMk cId="0" sldId="818"/>
        </pc:sldMkLst>
      </pc:sldChg>
      <pc:sldChg chg="modSp add">
        <pc:chgData name="王 欣捷" userId="b965477fa0aef5e6" providerId="LiveId" clId="{CCC25DF9-4458-4252-A1FA-96CED2233F88}" dt="2021-04-22T07:30:15.426" v="47"/>
        <pc:sldMkLst>
          <pc:docMk/>
          <pc:sldMk cId="0" sldId="819"/>
        </pc:sldMkLst>
      </pc:sldChg>
      <pc:sldChg chg="modSp add">
        <pc:chgData name="王 欣捷" userId="b965477fa0aef5e6" providerId="LiveId" clId="{CCC25DF9-4458-4252-A1FA-96CED2233F88}" dt="2021-04-22T07:30:15.426" v="47"/>
        <pc:sldMkLst>
          <pc:docMk/>
          <pc:sldMk cId="0" sldId="820"/>
        </pc:sldMkLst>
      </pc:sldChg>
      <pc:sldChg chg="modSp add">
        <pc:chgData name="王 欣捷" userId="b965477fa0aef5e6" providerId="LiveId" clId="{CCC25DF9-4458-4252-A1FA-96CED2233F88}" dt="2021-04-22T07:30:15.426" v="47"/>
        <pc:sldMkLst>
          <pc:docMk/>
          <pc:sldMk cId="0" sldId="821"/>
        </pc:sldMkLst>
      </pc:sldChg>
      <pc:sldChg chg="modSp add">
        <pc:chgData name="王 欣捷" userId="b965477fa0aef5e6" providerId="LiveId" clId="{CCC25DF9-4458-4252-A1FA-96CED2233F88}" dt="2021-04-22T07:30:15.426" v="47"/>
        <pc:sldMkLst>
          <pc:docMk/>
          <pc:sldMk cId="0" sldId="822"/>
        </pc:sldMkLst>
      </pc:sldChg>
      <pc:sldChg chg="add">
        <pc:chgData name="王 欣捷" userId="b965477fa0aef5e6" providerId="LiveId" clId="{CCC25DF9-4458-4252-A1FA-96CED2233F88}" dt="2021-04-22T07:28:32.426" v="23"/>
        <pc:sldMkLst>
          <pc:docMk/>
          <pc:sldMk cId="0" sldId="836"/>
        </pc:sldMkLst>
      </pc:sldChg>
      <pc:sldChg chg="add">
        <pc:chgData name="王 欣捷" userId="b965477fa0aef5e6" providerId="LiveId" clId="{CCC25DF9-4458-4252-A1FA-96CED2233F88}" dt="2021-04-22T07:28:32.426" v="23"/>
        <pc:sldMkLst>
          <pc:docMk/>
          <pc:sldMk cId="0" sldId="837"/>
        </pc:sldMkLst>
      </pc:sldChg>
      <pc:sldChg chg="modSp add mod">
        <pc:chgData name="王 欣捷" userId="b965477fa0aef5e6" providerId="LiveId" clId="{CCC25DF9-4458-4252-A1FA-96CED2233F88}" dt="2021-04-22T07:44:22.809" v="144" actId="20577"/>
        <pc:sldMkLst>
          <pc:docMk/>
          <pc:sldMk cId="0" sldId="850"/>
        </pc:sldMkLst>
      </pc:sldChg>
      <pc:sldChg chg="add">
        <pc:chgData name="王 欣捷" userId="b965477fa0aef5e6" providerId="LiveId" clId="{CCC25DF9-4458-4252-A1FA-96CED2233F88}" dt="2021-04-22T07:28:32.426" v="23"/>
        <pc:sldMkLst>
          <pc:docMk/>
          <pc:sldMk cId="0" sldId="851"/>
        </pc:sldMkLst>
      </pc:sldChg>
      <pc:sldChg chg="add">
        <pc:chgData name="王 欣捷" userId="b965477fa0aef5e6" providerId="LiveId" clId="{CCC25DF9-4458-4252-A1FA-96CED2233F88}" dt="2021-04-22T07:28:32.426" v="23"/>
        <pc:sldMkLst>
          <pc:docMk/>
          <pc:sldMk cId="0" sldId="852"/>
        </pc:sldMkLst>
      </pc:sldChg>
      <pc:sldChg chg="modSp add">
        <pc:chgData name="王 欣捷" userId="b965477fa0aef5e6" providerId="LiveId" clId="{CCC25DF9-4458-4252-A1FA-96CED2233F88}" dt="2021-04-22T07:30:15.426" v="47"/>
        <pc:sldMkLst>
          <pc:docMk/>
          <pc:sldMk cId="0" sldId="853"/>
        </pc:sldMkLst>
      </pc:sldChg>
      <pc:sldChg chg="modSp add">
        <pc:chgData name="王 欣捷" userId="b965477fa0aef5e6" providerId="LiveId" clId="{CCC25DF9-4458-4252-A1FA-96CED2233F88}" dt="2021-04-22T07:30:15.426" v="47"/>
        <pc:sldMkLst>
          <pc:docMk/>
          <pc:sldMk cId="0" sldId="854"/>
        </pc:sldMkLst>
      </pc:sldChg>
      <pc:sldChg chg="modSp add">
        <pc:chgData name="王 欣捷" userId="b965477fa0aef5e6" providerId="LiveId" clId="{CCC25DF9-4458-4252-A1FA-96CED2233F88}" dt="2021-04-22T07:30:15.426" v="47"/>
        <pc:sldMkLst>
          <pc:docMk/>
          <pc:sldMk cId="0" sldId="855"/>
        </pc:sldMkLst>
      </pc:sldChg>
      <pc:sldChg chg="add">
        <pc:chgData name="王 欣捷" userId="b965477fa0aef5e6" providerId="LiveId" clId="{CCC25DF9-4458-4252-A1FA-96CED2233F88}" dt="2021-04-22T07:28:32.426" v="23"/>
        <pc:sldMkLst>
          <pc:docMk/>
          <pc:sldMk cId="0" sldId="856"/>
        </pc:sldMkLst>
      </pc:sldChg>
      <pc:sldChg chg="modSp add">
        <pc:chgData name="王 欣捷" userId="b965477fa0aef5e6" providerId="LiveId" clId="{CCC25DF9-4458-4252-A1FA-96CED2233F88}" dt="2021-04-22T07:30:15.426" v="47"/>
        <pc:sldMkLst>
          <pc:docMk/>
          <pc:sldMk cId="0" sldId="857"/>
        </pc:sldMkLst>
      </pc:sldChg>
      <pc:sldChg chg="modSp add">
        <pc:chgData name="王 欣捷" userId="b965477fa0aef5e6" providerId="LiveId" clId="{CCC25DF9-4458-4252-A1FA-96CED2233F88}" dt="2021-04-22T07:30:15.426" v="47"/>
        <pc:sldMkLst>
          <pc:docMk/>
          <pc:sldMk cId="0" sldId="858"/>
        </pc:sldMkLst>
      </pc:sldChg>
      <pc:sldChg chg="modSp add">
        <pc:chgData name="王 欣捷" userId="b965477fa0aef5e6" providerId="LiveId" clId="{CCC25DF9-4458-4252-A1FA-96CED2233F88}" dt="2021-04-22T07:30:15.426" v="47"/>
        <pc:sldMkLst>
          <pc:docMk/>
          <pc:sldMk cId="0" sldId="859"/>
        </pc:sldMkLst>
      </pc:sldChg>
      <pc:sldChg chg="add">
        <pc:chgData name="王 欣捷" userId="b965477fa0aef5e6" providerId="LiveId" clId="{CCC25DF9-4458-4252-A1FA-96CED2233F88}" dt="2021-04-22T07:28:32.426" v="23"/>
        <pc:sldMkLst>
          <pc:docMk/>
          <pc:sldMk cId="0" sldId="860"/>
        </pc:sldMkLst>
      </pc:sldChg>
      <pc:sldChg chg="modSp add">
        <pc:chgData name="王 欣捷" userId="b965477fa0aef5e6" providerId="LiveId" clId="{CCC25DF9-4458-4252-A1FA-96CED2233F88}" dt="2021-04-22T07:30:15.426" v="47"/>
        <pc:sldMkLst>
          <pc:docMk/>
          <pc:sldMk cId="0" sldId="861"/>
        </pc:sldMkLst>
      </pc:sldChg>
      <pc:sldChg chg="modSp add">
        <pc:chgData name="王 欣捷" userId="b965477fa0aef5e6" providerId="LiveId" clId="{CCC25DF9-4458-4252-A1FA-96CED2233F88}" dt="2021-04-22T07:30:15.426" v="47"/>
        <pc:sldMkLst>
          <pc:docMk/>
          <pc:sldMk cId="0" sldId="862"/>
        </pc:sldMkLst>
      </pc:sldChg>
      <pc:sldChg chg="modSp add">
        <pc:chgData name="王 欣捷" userId="b965477fa0aef5e6" providerId="LiveId" clId="{CCC25DF9-4458-4252-A1FA-96CED2233F88}" dt="2021-04-22T07:30:15.426" v="47"/>
        <pc:sldMkLst>
          <pc:docMk/>
          <pc:sldMk cId="0" sldId="863"/>
        </pc:sldMkLst>
      </pc:sldChg>
      <pc:sldChg chg="modSp add">
        <pc:chgData name="王 欣捷" userId="b965477fa0aef5e6" providerId="LiveId" clId="{CCC25DF9-4458-4252-A1FA-96CED2233F88}" dt="2021-04-22T07:30:15.426" v="47"/>
        <pc:sldMkLst>
          <pc:docMk/>
          <pc:sldMk cId="0" sldId="864"/>
        </pc:sldMkLst>
      </pc:sldChg>
      <pc:sldChg chg="modSp add">
        <pc:chgData name="王 欣捷" userId="b965477fa0aef5e6" providerId="LiveId" clId="{CCC25DF9-4458-4252-A1FA-96CED2233F88}" dt="2021-04-22T07:30:15.426" v="47"/>
        <pc:sldMkLst>
          <pc:docMk/>
          <pc:sldMk cId="0" sldId="865"/>
        </pc:sldMkLst>
      </pc:sldChg>
      <pc:sldChg chg="modSp add">
        <pc:chgData name="王 欣捷" userId="b965477fa0aef5e6" providerId="LiveId" clId="{CCC25DF9-4458-4252-A1FA-96CED2233F88}" dt="2021-04-22T07:30:15.426" v="47"/>
        <pc:sldMkLst>
          <pc:docMk/>
          <pc:sldMk cId="0" sldId="866"/>
        </pc:sldMkLst>
      </pc:sldChg>
      <pc:sldChg chg="add">
        <pc:chgData name="王 欣捷" userId="b965477fa0aef5e6" providerId="LiveId" clId="{CCC25DF9-4458-4252-A1FA-96CED2233F88}" dt="2021-04-22T07:28:32.426" v="23"/>
        <pc:sldMkLst>
          <pc:docMk/>
          <pc:sldMk cId="0" sldId="867"/>
        </pc:sldMkLst>
      </pc:sldChg>
      <pc:sldChg chg="add">
        <pc:chgData name="王 欣捷" userId="b965477fa0aef5e6" providerId="LiveId" clId="{CCC25DF9-4458-4252-A1FA-96CED2233F88}" dt="2021-04-22T07:28:32.426" v="23"/>
        <pc:sldMkLst>
          <pc:docMk/>
          <pc:sldMk cId="0" sldId="868"/>
        </pc:sldMkLst>
      </pc:sldChg>
      <pc:sldChg chg="modSp add mod">
        <pc:chgData name="王 欣捷" userId="b965477fa0aef5e6" providerId="LiveId" clId="{CCC25DF9-4458-4252-A1FA-96CED2233F88}" dt="2021-04-22T07:28:32.546" v="24" actId="27636"/>
        <pc:sldMkLst>
          <pc:docMk/>
          <pc:sldMk cId="0" sldId="869"/>
        </pc:sldMkLst>
      </pc:sldChg>
      <pc:sldChg chg="modSp add mod">
        <pc:chgData name="王 欣捷" userId="b965477fa0aef5e6" providerId="LiveId" clId="{CCC25DF9-4458-4252-A1FA-96CED2233F88}" dt="2021-04-22T07:30:15.426" v="47"/>
        <pc:sldMkLst>
          <pc:docMk/>
          <pc:sldMk cId="0" sldId="870"/>
        </pc:sldMkLst>
      </pc:sldChg>
      <pc:sldChg chg="modSp add">
        <pc:chgData name="王 欣捷" userId="b965477fa0aef5e6" providerId="LiveId" clId="{CCC25DF9-4458-4252-A1FA-96CED2233F88}" dt="2021-04-22T07:30:15.426" v="47"/>
        <pc:sldMkLst>
          <pc:docMk/>
          <pc:sldMk cId="0" sldId="871"/>
        </pc:sldMkLst>
      </pc:sldChg>
      <pc:sldChg chg="modSp add mod">
        <pc:chgData name="王 欣捷" userId="b965477fa0aef5e6" providerId="LiveId" clId="{CCC25DF9-4458-4252-A1FA-96CED2233F88}" dt="2021-04-22T07:30:15.426" v="47"/>
        <pc:sldMkLst>
          <pc:docMk/>
          <pc:sldMk cId="0" sldId="872"/>
        </pc:sldMkLst>
      </pc:sldChg>
      <pc:sldChg chg="modSp add mod">
        <pc:chgData name="王 欣捷" userId="b965477fa0aef5e6" providerId="LiveId" clId="{CCC25DF9-4458-4252-A1FA-96CED2233F88}" dt="2021-04-22T07:30:15.426" v="47"/>
        <pc:sldMkLst>
          <pc:docMk/>
          <pc:sldMk cId="0" sldId="873"/>
        </pc:sldMkLst>
      </pc:sldChg>
      <pc:sldChg chg="modSp add mod">
        <pc:chgData name="王 欣捷" userId="b965477fa0aef5e6" providerId="LiveId" clId="{CCC25DF9-4458-4252-A1FA-96CED2233F88}" dt="2021-04-22T07:30:15.426" v="47"/>
        <pc:sldMkLst>
          <pc:docMk/>
          <pc:sldMk cId="0" sldId="874"/>
        </pc:sldMkLst>
      </pc:sldChg>
      <pc:sldChg chg="modSp add mod">
        <pc:chgData name="王 欣捷" userId="b965477fa0aef5e6" providerId="LiveId" clId="{CCC25DF9-4458-4252-A1FA-96CED2233F88}" dt="2021-04-22T07:30:15.426" v="47"/>
        <pc:sldMkLst>
          <pc:docMk/>
          <pc:sldMk cId="0" sldId="875"/>
        </pc:sldMkLst>
      </pc:sldChg>
      <pc:sldChg chg="modSp add mod">
        <pc:chgData name="王 欣捷" userId="b965477fa0aef5e6" providerId="LiveId" clId="{CCC25DF9-4458-4252-A1FA-96CED2233F88}" dt="2021-04-22T07:30:15.426" v="47"/>
        <pc:sldMkLst>
          <pc:docMk/>
          <pc:sldMk cId="0" sldId="876"/>
        </pc:sldMkLst>
      </pc:sldChg>
      <pc:sldChg chg="modSp add mod">
        <pc:chgData name="王 欣捷" userId="b965477fa0aef5e6" providerId="LiveId" clId="{CCC25DF9-4458-4252-A1FA-96CED2233F88}" dt="2021-04-22T07:30:15.426" v="47"/>
        <pc:sldMkLst>
          <pc:docMk/>
          <pc:sldMk cId="0" sldId="877"/>
        </pc:sldMkLst>
      </pc:sldChg>
      <pc:sldChg chg="modSp add del mod">
        <pc:chgData name="王 欣捷" userId="b965477fa0aef5e6" providerId="LiveId" clId="{CCC25DF9-4458-4252-A1FA-96CED2233F88}" dt="2021-04-22T07:30:15.426" v="47"/>
        <pc:sldMkLst>
          <pc:docMk/>
          <pc:sldMk cId="0" sldId="878"/>
        </pc:sldMkLst>
      </pc:sldChg>
      <pc:sldChg chg="modSp add mod">
        <pc:chgData name="王 欣捷" userId="b965477fa0aef5e6" providerId="LiveId" clId="{CCC25DF9-4458-4252-A1FA-96CED2233F88}" dt="2021-04-22T07:30:15.426" v="47"/>
        <pc:sldMkLst>
          <pc:docMk/>
          <pc:sldMk cId="0" sldId="879"/>
        </pc:sldMkLst>
      </pc:sldChg>
      <pc:sldChg chg="modSp add mod">
        <pc:chgData name="王 欣捷" userId="b965477fa0aef5e6" providerId="LiveId" clId="{CCC25DF9-4458-4252-A1FA-96CED2233F88}" dt="2021-04-22T07:30:15.426" v="47"/>
        <pc:sldMkLst>
          <pc:docMk/>
          <pc:sldMk cId="0" sldId="880"/>
        </pc:sldMkLst>
      </pc:sldChg>
      <pc:sldChg chg="del">
        <pc:chgData name="王 欣捷" userId="b965477fa0aef5e6" providerId="LiveId" clId="{CCC25DF9-4458-4252-A1FA-96CED2233F88}" dt="2021-04-22T07:28:31.744" v="22" actId="47"/>
        <pc:sldMkLst>
          <pc:docMk/>
          <pc:sldMk cId="1458318623" sldId="897"/>
        </pc:sldMkLst>
      </pc:sldChg>
      <pc:sldChg chg="add">
        <pc:chgData name="王 欣捷" userId="b965477fa0aef5e6" providerId="LiveId" clId="{CCC25DF9-4458-4252-A1FA-96CED2233F88}" dt="2021-04-22T07:28:32.426" v="23"/>
        <pc:sldMkLst>
          <pc:docMk/>
          <pc:sldMk cId="0" sldId="909"/>
        </pc:sldMkLst>
      </pc:sldChg>
      <pc:sldChg chg="modSp add">
        <pc:chgData name="王 欣捷" userId="b965477fa0aef5e6" providerId="LiveId" clId="{CCC25DF9-4458-4252-A1FA-96CED2233F88}" dt="2021-04-22T07:30:15.426" v="47"/>
        <pc:sldMkLst>
          <pc:docMk/>
          <pc:sldMk cId="0" sldId="910"/>
        </pc:sldMkLst>
      </pc:sldChg>
      <pc:sldChg chg="modSp add mod">
        <pc:chgData name="王 欣捷" userId="b965477fa0aef5e6" providerId="LiveId" clId="{CCC25DF9-4458-4252-A1FA-96CED2233F88}" dt="2021-04-22T07:28:32.597" v="35" actId="27636"/>
        <pc:sldMkLst>
          <pc:docMk/>
          <pc:sldMk cId="0" sldId="911"/>
        </pc:sldMkLst>
      </pc:sldChg>
      <pc:sldChg chg="modSp add mod">
        <pc:chgData name="王 欣捷" userId="b965477fa0aef5e6" providerId="LiveId" clId="{CCC25DF9-4458-4252-A1FA-96CED2233F88}" dt="2021-04-22T07:30:15.426" v="47"/>
        <pc:sldMkLst>
          <pc:docMk/>
          <pc:sldMk cId="0" sldId="912"/>
        </pc:sldMkLst>
      </pc:sldChg>
      <pc:sldChg chg="modSp add mod">
        <pc:chgData name="王 欣捷" userId="b965477fa0aef5e6" providerId="LiveId" clId="{CCC25DF9-4458-4252-A1FA-96CED2233F88}" dt="2021-04-22T07:30:15.426" v="47"/>
        <pc:sldMkLst>
          <pc:docMk/>
          <pc:sldMk cId="0" sldId="913"/>
        </pc:sldMkLst>
      </pc:sldChg>
      <pc:sldChg chg="modSp add mod">
        <pc:chgData name="王 欣捷" userId="b965477fa0aef5e6" providerId="LiveId" clId="{CCC25DF9-4458-4252-A1FA-96CED2233F88}" dt="2021-04-22T07:30:15.426" v="47"/>
        <pc:sldMkLst>
          <pc:docMk/>
          <pc:sldMk cId="0" sldId="914"/>
        </pc:sldMkLst>
      </pc:sldChg>
      <pc:sldChg chg="modSp add mod">
        <pc:chgData name="王 欣捷" userId="b965477fa0aef5e6" providerId="LiveId" clId="{CCC25DF9-4458-4252-A1FA-96CED2233F88}" dt="2021-04-22T07:30:15.426" v="47"/>
        <pc:sldMkLst>
          <pc:docMk/>
          <pc:sldMk cId="0" sldId="915"/>
        </pc:sldMkLst>
      </pc:sldChg>
      <pc:sldChg chg="modSp add mod">
        <pc:chgData name="王 欣捷" userId="b965477fa0aef5e6" providerId="LiveId" clId="{CCC25DF9-4458-4252-A1FA-96CED2233F88}" dt="2021-04-22T07:30:15.426" v="47"/>
        <pc:sldMkLst>
          <pc:docMk/>
          <pc:sldMk cId="0" sldId="916"/>
        </pc:sldMkLst>
      </pc:sldChg>
      <pc:sldChg chg="modSp add mod">
        <pc:chgData name="王 欣捷" userId="b965477fa0aef5e6" providerId="LiveId" clId="{CCC25DF9-4458-4252-A1FA-96CED2233F88}" dt="2021-04-22T07:30:15.426" v="47"/>
        <pc:sldMkLst>
          <pc:docMk/>
          <pc:sldMk cId="0" sldId="917"/>
        </pc:sldMkLst>
      </pc:sldChg>
      <pc:sldChg chg="modSp add mod">
        <pc:chgData name="王 欣捷" userId="b965477fa0aef5e6" providerId="LiveId" clId="{CCC25DF9-4458-4252-A1FA-96CED2233F88}" dt="2021-04-22T07:30:15.426" v="47"/>
        <pc:sldMkLst>
          <pc:docMk/>
          <pc:sldMk cId="0" sldId="918"/>
        </pc:sldMkLst>
      </pc:sldChg>
      <pc:sldChg chg="modSp add mod">
        <pc:chgData name="王 欣捷" userId="b965477fa0aef5e6" providerId="LiveId" clId="{CCC25DF9-4458-4252-A1FA-96CED2233F88}" dt="2021-04-22T07:30:15.426" v="47"/>
        <pc:sldMkLst>
          <pc:docMk/>
          <pc:sldMk cId="0" sldId="919"/>
        </pc:sldMkLst>
      </pc:sldChg>
      <pc:sldChg chg="modSp add mod">
        <pc:chgData name="王 欣捷" userId="b965477fa0aef5e6" providerId="LiveId" clId="{CCC25DF9-4458-4252-A1FA-96CED2233F88}" dt="2021-04-22T07:30:15.426" v="47"/>
        <pc:sldMkLst>
          <pc:docMk/>
          <pc:sldMk cId="0" sldId="920"/>
        </pc:sldMkLst>
      </pc:sldChg>
      <pc:sldChg chg="modSp add mod">
        <pc:chgData name="王 欣捷" userId="b965477fa0aef5e6" providerId="LiveId" clId="{CCC25DF9-4458-4252-A1FA-96CED2233F88}" dt="2021-04-22T07:30:15.426" v="47"/>
        <pc:sldMkLst>
          <pc:docMk/>
          <pc:sldMk cId="0" sldId="921"/>
        </pc:sldMkLst>
      </pc:sldChg>
      <pc:sldChg chg="modSp add del">
        <pc:chgData name="王 欣捷" userId="b965477fa0aef5e6" providerId="LiveId" clId="{CCC25DF9-4458-4252-A1FA-96CED2233F88}" dt="2021-04-22T07:44:25.943" v="145"/>
        <pc:sldMkLst>
          <pc:docMk/>
          <pc:sldMk cId="0" sldId="922"/>
        </pc:sldMkLst>
      </pc:sldChg>
      <pc:sldChg chg="modSp add del">
        <pc:chgData name="王 欣捷" userId="b965477fa0aef5e6" providerId="LiveId" clId="{CCC25DF9-4458-4252-A1FA-96CED2233F88}" dt="2021-04-22T07:44:25.943" v="145"/>
        <pc:sldMkLst>
          <pc:docMk/>
          <pc:sldMk cId="0" sldId="923"/>
        </pc:sldMkLst>
      </pc:sldChg>
      <pc:sldChg chg="modSp add del">
        <pc:chgData name="王 欣捷" userId="b965477fa0aef5e6" providerId="LiveId" clId="{CCC25DF9-4458-4252-A1FA-96CED2233F88}" dt="2021-04-22T07:44:25.943" v="145"/>
        <pc:sldMkLst>
          <pc:docMk/>
          <pc:sldMk cId="0" sldId="924"/>
        </pc:sldMkLst>
      </pc:sldChg>
      <pc:sldChg chg="modSp add del">
        <pc:chgData name="王 欣捷" userId="b965477fa0aef5e6" providerId="LiveId" clId="{CCC25DF9-4458-4252-A1FA-96CED2233F88}" dt="2021-04-22T07:44:25.943" v="145"/>
        <pc:sldMkLst>
          <pc:docMk/>
          <pc:sldMk cId="0" sldId="925"/>
        </pc:sldMkLst>
      </pc:sldChg>
      <pc:sldChg chg="modSp add del">
        <pc:chgData name="王 欣捷" userId="b965477fa0aef5e6" providerId="LiveId" clId="{CCC25DF9-4458-4252-A1FA-96CED2233F88}" dt="2021-04-22T07:44:25.943" v="145"/>
        <pc:sldMkLst>
          <pc:docMk/>
          <pc:sldMk cId="0" sldId="926"/>
        </pc:sldMkLst>
      </pc:sldChg>
      <pc:sldChg chg="modSp add del">
        <pc:chgData name="王 欣捷" userId="b965477fa0aef5e6" providerId="LiveId" clId="{CCC25DF9-4458-4252-A1FA-96CED2233F88}" dt="2021-04-22T07:44:25.943" v="145"/>
        <pc:sldMkLst>
          <pc:docMk/>
          <pc:sldMk cId="0" sldId="927"/>
        </pc:sldMkLst>
      </pc:sldChg>
      <pc:sldChg chg="modSp add del">
        <pc:chgData name="王 欣捷" userId="b965477fa0aef5e6" providerId="LiveId" clId="{CCC25DF9-4458-4252-A1FA-96CED2233F88}" dt="2021-04-22T07:44:25.943" v="145"/>
        <pc:sldMkLst>
          <pc:docMk/>
          <pc:sldMk cId="0" sldId="928"/>
        </pc:sldMkLst>
      </pc:sldChg>
      <pc:sldChg chg="modSp add del">
        <pc:chgData name="王 欣捷" userId="b965477fa0aef5e6" providerId="LiveId" clId="{CCC25DF9-4458-4252-A1FA-96CED2233F88}" dt="2021-04-22T07:44:25.943" v="145"/>
        <pc:sldMkLst>
          <pc:docMk/>
          <pc:sldMk cId="0" sldId="929"/>
        </pc:sldMkLst>
      </pc:sldChg>
      <pc:sldChg chg="modSp add del">
        <pc:chgData name="王 欣捷" userId="b965477fa0aef5e6" providerId="LiveId" clId="{CCC25DF9-4458-4252-A1FA-96CED2233F88}" dt="2021-04-22T07:44:25.943" v="145"/>
        <pc:sldMkLst>
          <pc:docMk/>
          <pc:sldMk cId="0" sldId="930"/>
        </pc:sldMkLst>
      </pc:sldChg>
      <pc:sldChg chg="modSp add del">
        <pc:chgData name="王 欣捷" userId="b965477fa0aef5e6" providerId="LiveId" clId="{CCC25DF9-4458-4252-A1FA-96CED2233F88}" dt="2021-04-22T07:44:25.943" v="145"/>
        <pc:sldMkLst>
          <pc:docMk/>
          <pc:sldMk cId="0" sldId="931"/>
        </pc:sldMkLst>
      </pc:sldChg>
      <pc:sldChg chg="modSp add del">
        <pc:chgData name="王 欣捷" userId="b965477fa0aef5e6" providerId="LiveId" clId="{CCC25DF9-4458-4252-A1FA-96CED2233F88}" dt="2021-04-22T07:44:25.943" v="145"/>
        <pc:sldMkLst>
          <pc:docMk/>
          <pc:sldMk cId="0" sldId="932"/>
        </pc:sldMkLst>
      </pc:sldChg>
      <pc:sldChg chg="modSp add del">
        <pc:chgData name="王 欣捷" userId="b965477fa0aef5e6" providerId="LiveId" clId="{CCC25DF9-4458-4252-A1FA-96CED2233F88}" dt="2021-04-22T07:35:09.806" v="111" actId="47"/>
        <pc:sldMkLst>
          <pc:docMk/>
          <pc:sldMk cId="0" sldId="933"/>
        </pc:sldMkLst>
      </pc:sldChg>
      <pc:sldChg chg="modSp add del">
        <pc:chgData name="王 欣捷" userId="b965477fa0aef5e6" providerId="LiveId" clId="{CCC25DF9-4458-4252-A1FA-96CED2233F88}" dt="2021-04-22T07:35:09.806" v="111" actId="47"/>
        <pc:sldMkLst>
          <pc:docMk/>
          <pc:sldMk cId="0" sldId="934"/>
        </pc:sldMkLst>
      </pc:sldChg>
      <pc:sldChg chg="modSp add del">
        <pc:chgData name="王 欣捷" userId="b965477fa0aef5e6" providerId="LiveId" clId="{CCC25DF9-4458-4252-A1FA-96CED2233F88}" dt="2021-04-22T07:35:09.806" v="111" actId="47"/>
        <pc:sldMkLst>
          <pc:docMk/>
          <pc:sldMk cId="0" sldId="935"/>
        </pc:sldMkLst>
      </pc:sldChg>
      <pc:sldChg chg="modSp add del">
        <pc:chgData name="王 欣捷" userId="b965477fa0aef5e6" providerId="LiveId" clId="{CCC25DF9-4458-4252-A1FA-96CED2233F88}" dt="2021-04-22T07:35:09.806" v="111" actId="47"/>
        <pc:sldMkLst>
          <pc:docMk/>
          <pc:sldMk cId="0" sldId="936"/>
        </pc:sldMkLst>
      </pc:sldChg>
      <pc:sldChg chg="modSp add del">
        <pc:chgData name="王 欣捷" userId="b965477fa0aef5e6" providerId="LiveId" clId="{CCC25DF9-4458-4252-A1FA-96CED2233F88}" dt="2021-04-22T07:35:09.806" v="111" actId="47"/>
        <pc:sldMkLst>
          <pc:docMk/>
          <pc:sldMk cId="0" sldId="937"/>
        </pc:sldMkLst>
      </pc:sldChg>
      <pc:sldChg chg="modSp add">
        <pc:chgData name="王 欣捷" userId="b965477fa0aef5e6" providerId="LiveId" clId="{CCC25DF9-4458-4252-A1FA-96CED2233F88}" dt="2021-04-22T07:30:15.426" v="47"/>
        <pc:sldMkLst>
          <pc:docMk/>
          <pc:sldMk cId="0" sldId="938"/>
        </pc:sldMkLst>
      </pc:sldChg>
      <pc:sldChg chg="add del">
        <pc:chgData name="王 欣捷" userId="b965477fa0aef5e6" providerId="LiveId" clId="{CCC25DF9-4458-4252-A1FA-96CED2233F88}" dt="2021-04-22T07:28:32.426" v="23"/>
        <pc:sldMkLst>
          <pc:docMk/>
          <pc:sldMk cId="0" sldId="939"/>
        </pc:sldMkLst>
      </pc:sldChg>
      <pc:sldChg chg="add">
        <pc:chgData name="王 欣捷" userId="b965477fa0aef5e6" providerId="LiveId" clId="{CCC25DF9-4458-4252-A1FA-96CED2233F88}" dt="2021-04-22T07:28:32.426" v="23"/>
        <pc:sldMkLst>
          <pc:docMk/>
          <pc:sldMk cId="0" sldId="940"/>
        </pc:sldMkLst>
      </pc:sldChg>
      <pc:sldChg chg="add del">
        <pc:chgData name="王 欣捷" userId="b965477fa0aef5e6" providerId="LiveId" clId="{CCC25DF9-4458-4252-A1FA-96CED2233F88}" dt="2021-04-22T07:28:32.426" v="23"/>
        <pc:sldMkLst>
          <pc:docMk/>
          <pc:sldMk cId="0" sldId="941"/>
        </pc:sldMkLst>
      </pc:sldChg>
      <pc:sldChg chg="modSp add mod">
        <pc:chgData name="王 欣捷" userId="b965477fa0aef5e6" providerId="LiveId" clId="{CCC25DF9-4458-4252-A1FA-96CED2233F88}" dt="2021-04-22T07:30:15.426" v="47"/>
        <pc:sldMkLst>
          <pc:docMk/>
          <pc:sldMk cId="0" sldId="943"/>
        </pc:sldMkLst>
      </pc:sldChg>
      <pc:sldChg chg="modSp add del">
        <pc:chgData name="王 欣捷" userId="b965477fa0aef5e6" providerId="LiveId" clId="{CCC25DF9-4458-4252-A1FA-96CED2233F88}" dt="2021-04-22T07:30:15.426" v="47"/>
        <pc:sldMkLst>
          <pc:docMk/>
          <pc:sldMk cId="0" sldId="944"/>
        </pc:sldMkLst>
      </pc:sldChg>
      <pc:sldChg chg="addSp delSp modSp new mod modClrScheme modAnim chgLayout">
        <pc:chgData name="王 欣捷" userId="b965477fa0aef5e6" providerId="LiveId" clId="{CCC25DF9-4458-4252-A1FA-96CED2233F88}" dt="2021-04-22T07:33:33.234" v="87"/>
        <pc:sldMkLst>
          <pc:docMk/>
          <pc:sldMk cId="672076074" sldId="945"/>
        </pc:sldMkLst>
      </pc:sldChg>
      <pc:sldChg chg="addSp delSp modSp new mod modClrScheme modAnim chgLayout">
        <pc:chgData name="王 欣捷" userId="b965477fa0aef5e6" providerId="LiveId" clId="{CCC25DF9-4458-4252-A1FA-96CED2233F88}" dt="2021-04-22T07:37:01.921" v="138"/>
        <pc:sldMkLst>
          <pc:docMk/>
          <pc:sldMk cId="4090644917" sldId="946"/>
        </pc:sldMkLst>
      </pc:sldChg>
      <pc:sldChg chg="modSp add del">
        <pc:chgData name="王 欣捷" userId="b965477fa0aef5e6" providerId="LiveId" clId="{CCC25DF9-4458-4252-A1FA-96CED2233F88}" dt="2021-04-22T07:44:25.943" v="145"/>
        <pc:sldMkLst>
          <pc:docMk/>
          <pc:sldMk cId="0" sldId="954"/>
        </pc:sldMkLst>
      </pc:sldChg>
      <pc:sldChg chg="modSp add del">
        <pc:chgData name="王 欣捷" userId="b965477fa0aef5e6" providerId="LiveId" clId="{CCC25DF9-4458-4252-A1FA-96CED2233F88}" dt="2021-04-22T07:44:25.943" v="145"/>
        <pc:sldMkLst>
          <pc:docMk/>
          <pc:sldMk cId="0" sldId="955"/>
        </pc:sldMkLst>
      </pc:sldChg>
      <pc:sldChg chg="modSp add del">
        <pc:chgData name="王 欣捷" userId="b965477fa0aef5e6" providerId="LiveId" clId="{CCC25DF9-4458-4252-A1FA-96CED2233F88}" dt="2021-04-22T07:44:25.943" v="145"/>
        <pc:sldMkLst>
          <pc:docMk/>
          <pc:sldMk cId="0" sldId="956"/>
        </pc:sldMkLst>
      </pc:sldChg>
      <pc:sldChg chg="modSp add del">
        <pc:chgData name="王 欣捷" userId="b965477fa0aef5e6" providerId="LiveId" clId="{CCC25DF9-4458-4252-A1FA-96CED2233F88}" dt="2021-04-22T07:44:25.943" v="145"/>
        <pc:sldMkLst>
          <pc:docMk/>
          <pc:sldMk cId="0" sldId="957"/>
        </pc:sldMkLst>
      </pc:sldChg>
      <pc:sldChg chg="modSp add del">
        <pc:chgData name="王 欣捷" userId="b965477fa0aef5e6" providerId="LiveId" clId="{CCC25DF9-4458-4252-A1FA-96CED2233F88}" dt="2021-04-22T07:44:25.943" v="145"/>
        <pc:sldMkLst>
          <pc:docMk/>
          <pc:sldMk cId="0" sldId="958"/>
        </pc:sldMkLst>
      </pc:sldChg>
      <pc:sldChg chg="modSp add del">
        <pc:chgData name="王 欣捷" userId="b965477fa0aef5e6" providerId="LiveId" clId="{CCC25DF9-4458-4252-A1FA-96CED2233F88}" dt="2021-04-22T07:44:25.943" v="145"/>
        <pc:sldMkLst>
          <pc:docMk/>
          <pc:sldMk cId="0" sldId="959"/>
        </pc:sldMkLst>
      </pc:sldChg>
      <pc:sldChg chg="modSp add del">
        <pc:chgData name="王 欣捷" userId="b965477fa0aef5e6" providerId="LiveId" clId="{CCC25DF9-4458-4252-A1FA-96CED2233F88}" dt="2021-04-22T07:44:25.943" v="145"/>
        <pc:sldMkLst>
          <pc:docMk/>
          <pc:sldMk cId="0" sldId="960"/>
        </pc:sldMkLst>
      </pc:sldChg>
      <pc:sldChg chg="del">
        <pc:chgData name="王 欣捷" userId="b965477fa0aef5e6" providerId="LiveId" clId="{CCC25DF9-4458-4252-A1FA-96CED2233F88}" dt="2021-04-22T07:28:31.744" v="22" actId="47"/>
        <pc:sldMkLst>
          <pc:docMk/>
          <pc:sldMk cId="0" sldId="962"/>
        </pc:sldMkLst>
      </pc:sldChg>
      <pc:sldChg chg="del">
        <pc:chgData name="王 欣捷" userId="b965477fa0aef5e6" providerId="LiveId" clId="{CCC25DF9-4458-4252-A1FA-96CED2233F88}" dt="2021-04-22T07:28:31.744" v="22" actId="47"/>
        <pc:sldMkLst>
          <pc:docMk/>
          <pc:sldMk cId="0" sldId="1029"/>
        </pc:sldMkLst>
      </pc:sldChg>
      <pc:sldChg chg="del">
        <pc:chgData name="王 欣捷" userId="b965477fa0aef5e6" providerId="LiveId" clId="{CCC25DF9-4458-4252-A1FA-96CED2233F88}" dt="2021-04-22T07:28:31.744" v="22" actId="47"/>
        <pc:sldMkLst>
          <pc:docMk/>
          <pc:sldMk cId="0" sldId="1030"/>
        </pc:sldMkLst>
      </pc:sldChg>
      <pc:sldChg chg="del">
        <pc:chgData name="王 欣捷" userId="b965477fa0aef5e6" providerId="LiveId" clId="{CCC25DF9-4458-4252-A1FA-96CED2233F88}" dt="2021-04-22T07:28:31.744" v="22" actId="47"/>
        <pc:sldMkLst>
          <pc:docMk/>
          <pc:sldMk cId="0" sldId="1037"/>
        </pc:sldMkLst>
      </pc:sldChg>
      <pc:sldChg chg="del">
        <pc:chgData name="王 欣捷" userId="b965477fa0aef5e6" providerId="LiveId" clId="{CCC25DF9-4458-4252-A1FA-96CED2233F88}" dt="2021-04-22T07:28:31.744" v="22" actId="47"/>
        <pc:sldMkLst>
          <pc:docMk/>
          <pc:sldMk cId="0" sldId="1059"/>
        </pc:sldMkLst>
      </pc:sldChg>
      <pc:sldChg chg="del">
        <pc:chgData name="王 欣捷" userId="b965477fa0aef5e6" providerId="LiveId" clId="{CCC25DF9-4458-4252-A1FA-96CED2233F88}" dt="2021-04-22T07:28:31.744" v="22" actId="47"/>
        <pc:sldMkLst>
          <pc:docMk/>
          <pc:sldMk cId="0" sldId="1079"/>
        </pc:sldMkLst>
      </pc:sldChg>
      <pc:sldChg chg="del">
        <pc:chgData name="王 欣捷" userId="b965477fa0aef5e6" providerId="LiveId" clId="{CCC25DF9-4458-4252-A1FA-96CED2233F88}" dt="2021-04-22T07:28:31.744" v="22" actId="47"/>
        <pc:sldMkLst>
          <pc:docMk/>
          <pc:sldMk cId="0" sldId="1080"/>
        </pc:sldMkLst>
      </pc:sldChg>
      <pc:sldChg chg="del">
        <pc:chgData name="王 欣捷" userId="b965477fa0aef5e6" providerId="LiveId" clId="{CCC25DF9-4458-4252-A1FA-96CED2233F88}" dt="2021-04-22T07:28:31.744" v="22" actId="47"/>
        <pc:sldMkLst>
          <pc:docMk/>
          <pc:sldMk cId="0" sldId="1081"/>
        </pc:sldMkLst>
      </pc:sldChg>
      <pc:sldChg chg="del">
        <pc:chgData name="王 欣捷" userId="b965477fa0aef5e6" providerId="LiveId" clId="{CCC25DF9-4458-4252-A1FA-96CED2233F88}" dt="2021-04-22T07:28:31.744" v="22" actId="47"/>
        <pc:sldMkLst>
          <pc:docMk/>
          <pc:sldMk cId="0" sldId="1082"/>
        </pc:sldMkLst>
      </pc:sldChg>
      <pc:sldChg chg="del">
        <pc:chgData name="王 欣捷" userId="b965477fa0aef5e6" providerId="LiveId" clId="{CCC25DF9-4458-4252-A1FA-96CED2233F88}" dt="2021-04-22T07:28:31.744" v="22" actId="47"/>
        <pc:sldMkLst>
          <pc:docMk/>
          <pc:sldMk cId="0" sldId="1083"/>
        </pc:sldMkLst>
      </pc:sldChg>
      <pc:sldChg chg="del">
        <pc:chgData name="王 欣捷" userId="b965477fa0aef5e6" providerId="LiveId" clId="{CCC25DF9-4458-4252-A1FA-96CED2233F88}" dt="2021-04-22T07:28:31.744" v="22" actId="47"/>
        <pc:sldMkLst>
          <pc:docMk/>
          <pc:sldMk cId="0" sldId="1087"/>
        </pc:sldMkLst>
      </pc:sldChg>
      <pc:sldChg chg="del">
        <pc:chgData name="王 欣捷" userId="b965477fa0aef5e6" providerId="LiveId" clId="{CCC25DF9-4458-4252-A1FA-96CED2233F88}" dt="2021-04-22T07:28:31.744" v="22" actId="47"/>
        <pc:sldMkLst>
          <pc:docMk/>
          <pc:sldMk cId="0" sldId="1088"/>
        </pc:sldMkLst>
      </pc:sldChg>
      <pc:sldChg chg="del">
        <pc:chgData name="王 欣捷" userId="b965477fa0aef5e6" providerId="LiveId" clId="{CCC25DF9-4458-4252-A1FA-96CED2233F88}" dt="2021-04-22T07:28:31.744" v="22" actId="47"/>
        <pc:sldMkLst>
          <pc:docMk/>
          <pc:sldMk cId="0" sldId="1089"/>
        </pc:sldMkLst>
      </pc:sldChg>
      <pc:sldChg chg="del">
        <pc:chgData name="王 欣捷" userId="b965477fa0aef5e6" providerId="LiveId" clId="{CCC25DF9-4458-4252-A1FA-96CED2233F88}" dt="2021-04-22T07:28:31.744" v="22" actId="47"/>
        <pc:sldMkLst>
          <pc:docMk/>
          <pc:sldMk cId="0" sldId="1090"/>
        </pc:sldMkLst>
      </pc:sldChg>
      <pc:sldChg chg="del">
        <pc:chgData name="王 欣捷" userId="b965477fa0aef5e6" providerId="LiveId" clId="{CCC25DF9-4458-4252-A1FA-96CED2233F88}" dt="2021-04-22T07:28:31.744" v="22" actId="47"/>
        <pc:sldMkLst>
          <pc:docMk/>
          <pc:sldMk cId="0" sldId="1091"/>
        </pc:sldMkLst>
      </pc:sldChg>
      <pc:sldChg chg="del">
        <pc:chgData name="王 欣捷" userId="b965477fa0aef5e6" providerId="LiveId" clId="{CCC25DF9-4458-4252-A1FA-96CED2233F88}" dt="2021-04-22T07:28:31.744" v="22" actId="47"/>
        <pc:sldMkLst>
          <pc:docMk/>
          <pc:sldMk cId="0" sldId="1092"/>
        </pc:sldMkLst>
      </pc:sldChg>
      <pc:sldChg chg="del">
        <pc:chgData name="王 欣捷" userId="b965477fa0aef5e6" providerId="LiveId" clId="{CCC25DF9-4458-4252-A1FA-96CED2233F88}" dt="2021-04-22T07:28:31.744" v="22" actId="47"/>
        <pc:sldMkLst>
          <pc:docMk/>
          <pc:sldMk cId="0" sldId="1093"/>
        </pc:sldMkLst>
      </pc:sldChg>
      <pc:sldChg chg="del">
        <pc:chgData name="王 欣捷" userId="b965477fa0aef5e6" providerId="LiveId" clId="{CCC25DF9-4458-4252-A1FA-96CED2233F88}" dt="2021-04-22T07:28:31.744" v="22" actId="47"/>
        <pc:sldMkLst>
          <pc:docMk/>
          <pc:sldMk cId="0" sldId="1094"/>
        </pc:sldMkLst>
      </pc:sldChg>
      <pc:sldChg chg="del">
        <pc:chgData name="王 欣捷" userId="b965477fa0aef5e6" providerId="LiveId" clId="{CCC25DF9-4458-4252-A1FA-96CED2233F88}" dt="2021-04-22T07:28:31.744" v="22" actId="47"/>
        <pc:sldMkLst>
          <pc:docMk/>
          <pc:sldMk cId="0" sldId="1095"/>
        </pc:sldMkLst>
      </pc:sldChg>
      <pc:sldChg chg="del">
        <pc:chgData name="王 欣捷" userId="b965477fa0aef5e6" providerId="LiveId" clId="{CCC25DF9-4458-4252-A1FA-96CED2233F88}" dt="2021-04-22T07:28:31.744" v="22" actId="47"/>
        <pc:sldMkLst>
          <pc:docMk/>
          <pc:sldMk cId="0" sldId="1096"/>
        </pc:sldMkLst>
      </pc:sldChg>
      <pc:sldChg chg="del">
        <pc:chgData name="王 欣捷" userId="b965477fa0aef5e6" providerId="LiveId" clId="{CCC25DF9-4458-4252-A1FA-96CED2233F88}" dt="2021-04-22T07:28:31.744" v="22" actId="47"/>
        <pc:sldMkLst>
          <pc:docMk/>
          <pc:sldMk cId="0" sldId="1097"/>
        </pc:sldMkLst>
      </pc:sldChg>
      <pc:sldChg chg="del">
        <pc:chgData name="王 欣捷" userId="b965477fa0aef5e6" providerId="LiveId" clId="{CCC25DF9-4458-4252-A1FA-96CED2233F88}" dt="2021-04-22T07:28:31.744" v="22" actId="47"/>
        <pc:sldMkLst>
          <pc:docMk/>
          <pc:sldMk cId="0" sldId="1098"/>
        </pc:sldMkLst>
      </pc:sldChg>
      <pc:sldChg chg="del">
        <pc:chgData name="王 欣捷" userId="b965477fa0aef5e6" providerId="LiveId" clId="{CCC25DF9-4458-4252-A1FA-96CED2233F88}" dt="2021-04-22T07:28:31.744" v="22" actId="47"/>
        <pc:sldMkLst>
          <pc:docMk/>
          <pc:sldMk cId="0" sldId="1099"/>
        </pc:sldMkLst>
      </pc:sldChg>
      <pc:sldChg chg="del">
        <pc:chgData name="王 欣捷" userId="b965477fa0aef5e6" providerId="LiveId" clId="{CCC25DF9-4458-4252-A1FA-96CED2233F88}" dt="2021-04-22T07:28:31.744" v="22" actId="47"/>
        <pc:sldMkLst>
          <pc:docMk/>
          <pc:sldMk cId="0" sldId="1100"/>
        </pc:sldMkLst>
      </pc:sldChg>
      <pc:sldChg chg="del">
        <pc:chgData name="王 欣捷" userId="b965477fa0aef5e6" providerId="LiveId" clId="{CCC25DF9-4458-4252-A1FA-96CED2233F88}" dt="2021-04-22T07:28:31.744" v="22" actId="47"/>
        <pc:sldMkLst>
          <pc:docMk/>
          <pc:sldMk cId="0" sldId="1101"/>
        </pc:sldMkLst>
      </pc:sldChg>
      <pc:sldChg chg="del">
        <pc:chgData name="王 欣捷" userId="b965477fa0aef5e6" providerId="LiveId" clId="{CCC25DF9-4458-4252-A1FA-96CED2233F88}" dt="2021-04-22T07:28:31.744" v="22" actId="47"/>
        <pc:sldMkLst>
          <pc:docMk/>
          <pc:sldMk cId="0" sldId="1102"/>
        </pc:sldMkLst>
      </pc:sldChg>
      <pc:sldChg chg="del">
        <pc:chgData name="王 欣捷" userId="b965477fa0aef5e6" providerId="LiveId" clId="{CCC25DF9-4458-4252-A1FA-96CED2233F88}" dt="2021-04-22T07:28:31.744" v="22" actId="47"/>
        <pc:sldMkLst>
          <pc:docMk/>
          <pc:sldMk cId="0" sldId="1103"/>
        </pc:sldMkLst>
      </pc:sldChg>
      <pc:sldChg chg="del">
        <pc:chgData name="王 欣捷" userId="b965477fa0aef5e6" providerId="LiveId" clId="{CCC25DF9-4458-4252-A1FA-96CED2233F88}" dt="2021-04-22T07:28:31.744" v="22" actId="47"/>
        <pc:sldMkLst>
          <pc:docMk/>
          <pc:sldMk cId="0" sldId="1104"/>
        </pc:sldMkLst>
      </pc:sldChg>
      <pc:sldChg chg="del">
        <pc:chgData name="王 欣捷" userId="b965477fa0aef5e6" providerId="LiveId" clId="{CCC25DF9-4458-4252-A1FA-96CED2233F88}" dt="2021-04-22T07:28:31.744" v="22" actId="47"/>
        <pc:sldMkLst>
          <pc:docMk/>
          <pc:sldMk cId="0" sldId="1105"/>
        </pc:sldMkLst>
      </pc:sldChg>
      <pc:sldChg chg="del">
        <pc:chgData name="王 欣捷" userId="b965477fa0aef5e6" providerId="LiveId" clId="{CCC25DF9-4458-4252-A1FA-96CED2233F88}" dt="2021-04-22T07:28:31.744" v="22" actId="47"/>
        <pc:sldMkLst>
          <pc:docMk/>
          <pc:sldMk cId="0" sldId="1106"/>
        </pc:sldMkLst>
      </pc:sldChg>
      <pc:sldChg chg="del">
        <pc:chgData name="王 欣捷" userId="b965477fa0aef5e6" providerId="LiveId" clId="{CCC25DF9-4458-4252-A1FA-96CED2233F88}" dt="2021-04-22T07:28:31.744" v="22" actId="47"/>
        <pc:sldMkLst>
          <pc:docMk/>
          <pc:sldMk cId="0" sldId="1107"/>
        </pc:sldMkLst>
      </pc:sldChg>
      <pc:sldChg chg="del">
        <pc:chgData name="王 欣捷" userId="b965477fa0aef5e6" providerId="LiveId" clId="{CCC25DF9-4458-4252-A1FA-96CED2233F88}" dt="2021-04-22T07:28:31.744" v="22" actId="47"/>
        <pc:sldMkLst>
          <pc:docMk/>
          <pc:sldMk cId="0" sldId="1110"/>
        </pc:sldMkLst>
      </pc:sldChg>
      <pc:sldChg chg="del">
        <pc:chgData name="王 欣捷" userId="b965477fa0aef5e6" providerId="LiveId" clId="{CCC25DF9-4458-4252-A1FA-96CED2233F88}" dt="2021-04-22T07:28:31.744" v="22" actId="47"/>
        <pc:sldMkLst>
          <pc:docMk/>
          <pc:sldMk cId="0" sldId="1113"/>
        </pc:sldMkLst>
      </pc:sldChg>
      <pc:sldChg chg="del">
        <pc:chgData name="王 欣捷" userId="b965477fa0aef5e6" providerId="LiveId" clId="{CCC25DF9-4458-4252-A1FA-96CED2233F88}" dt="2021-04-22T07:28:31.744" v="22" actId="47"/>
        <pc:sldMkLst>
          <pc:docMk/>
          <pc:sldMk cId="0" sldId="1127"/>
        </pc:sldMkLst>
      </pc:sldChg>
      <pc:sldChg chg="del">
        <pc:chgData name="王 欣捷" userId="b965477fa0aef5e6" providerId="LiveId" clId="{CCC25DF9-4458-4252-A1FA-96CED2233F88}" dt="2021-04-22T07:28:31.744" v="22" actId="47"/>
        <pc:sldMkLst>
          <pc:docMk/>
          <pc:sldMk cId="0" sldId="1138"/>
        </pc:sldMkLst>
      </pc:sldChg>
      <pc:sldChg chg="del">
        <pc:chgData name="王 欣捷" userId="b965477fa0aef5e6" providerId="LiveId" clId="{CCC25DF9-4458-4252-A1FA-96CED2233F88}" dt="2021-04-22T07:28:31.744" v="22" actId="47"/>
        <pc:sldMkLst>
          <pc:docMk/>
          <pc:sldMk cId="516213771" sldId="1139"/>
        </pc:sldMkLst>
      </pc:sldChg>
      <pc:sldChg chg="del">
        <pc:chgData name="王 欣捷" userId="b965477fa0aef5e6" providerId="LiveId" clId="{CCC25DF9-4458-4252-A1FA-96CED2233F88}" dt="2021-04-22T07:28:31.744" v="22" actId="47"/>
        <pc:sldMkLst>
          <pc:docMk/>
          <pc:sldMk cId="406512071" sldId="1141"/>
        </pc:sldMkLst>
      </pc:sldChg>
      <pc:sldChg chg="del">
        <pc:chgData name="王 欣捷" userId="b965477fa0aef5e6" providerId="LiveId" clId="{CCC25DF9-4458-4252-A1FA-96CED2233F88}" dt="2021-04-22T07:28:31.744" v="22" actId="47"/>
        <pc:sldMkLst>
          <pc:docMk/>
          <pc:sldMk cId="1844201406" sldId="1142"/>
        </pc:sldMkLst>
      </pc:sldChg>
      <pc:sldChg chg="del">
        <pc:chgData name="王 欣捷" userId="b965477fa0aef5e6" providerId="LiveId" clId="{CCC25DF9-4458-4252-A1FA-96CED2233F88}" dt="2021-04-22T07:28:31.744" v="22" actId="47"/>
        <pc:sldMkLst>
          <pc:docMk/>
          <pc:sldMk cId="4223351651" sldId="1145"/>
        </pc:sldMkLst>
      </pc:sldChg>
      <pc:sldChg chg="del">
        <pc:chgData name="王 欣捷" userId="b965477fa0aef5e6" providerId="LiveId" clId="{CCC25DF9-4458-4252-A1FA-96CED2233F88}" dt="2021-04-22T07:28:31.744" v="22" actId="47"/>
        <pc:sldMkLst>
          <pc:docMk/>
          <pc:sldMk cId="3962178428" sldId="1151"/>
        </pc:sldMkLst>
      </pc:sldChg>
      <pc:sldChg chg="del">
        <pc:chgData name="王 欣捷" userId="b965477fa0aef5e6" providerId="LiveId" clId="{CCC25DF9-4458-4252-A1FA-96CED2233F88}" dt="2021-04-22T07:28:31.744" v="22" actId="47"/>
        <pc:sldMkLst>
          <pc:docMk/>
          <pc:sldMk cId="2813883607" sldId="1158"/>
        </pc:sldMkLst>
      </pc:sldChg>
      <pc:sldChg chg="del">
        <pc:chgData name="王 欣捷" userId="b965477fa0aef5e6" providerId="LiveId" clId="{CCC25DF9-4458-4252-A1FA-96CED2233F88}" dt="2021-04-22T07:28:31.744" v="22" actId="47"/>
        <pc:sldMkLst>
          <pc:docMk/>
          <pc:sldMk cId="3740059661" sldId="1159"/>
        </pc:sldMkLst>
      </pc:sldChg>
      <pc:sldChg chg="del">
        <pc:chgData name="王 欣捷" userId="b965477fa0aef5e6" providerId="LiveId" clId="{CCC25DF9-4458-4252-A1FA-96CED2233F88}" dt="2021-04-22T07:28:31.744" v="22" actId="47"/>
        <pc:sldMkLst>
          <pc:docMk/>
          <pc:sldMk cId="3618475896" sldId="1160"/>
        </pc:sldMkLst>
      </pc:sldChg>
      <pc:sldChg chg="del">
        <pc:chgData name="王 欣捷" userId="b965477fa0aef5e6" providerId="LiveId" clId="{CCC25DF9-4458-4252-A1FA-96CED2233F88}" dt="2021-04-22T07:28:31.744" v="22" actId="47"/>
        <pc:sldMkLst>
          <pc:docMk/>
          <pc:sldMk cId="2042943240" sldId="1161"/>
        </pc:sldMkLst>
      </pc:sldChg>
      <pc:sldChg chg="del">
        <pc:chgData name="王 欣捷" userId="b965477fa0aef5e6" providerId="LiveId" clId="{CCC25DF9-4458-4252-A1FA-96CED2233F88}" dt="2021-04-22T07:28:31.744" v="22" actId="47"/>
        <pc:sldMkLst>
          <pc:docMk/>
          <pc:sldMk cId="3272006686" sldId="1162"/>
        </pc:sldMkLst>
      </pc:sldChg>
      <pc:sldChg chg="del">
        <pc:chgData name="王 欣捷" userId="b965477fa0aef5e6" providerId="LiveId" clId="{CCC25DF9-4458-4252-A1FA-96CED2233F88}" dt="2021-04-22T07:28:31.744" v="22" actId="47"/>
        <pc:sldMkLst>
          <pc:docMk/>
          <pc:sldMk cId="2547034749" sldId="1163"/>
        </pc:sldMkLst>
      </pc:sldChg>
      <pc:sldChg chg="del">
        <pc:chgData name="王 欣捷" userId="b965477fa0aef5e6" providerId="LiveId" clId="{CCC25DF9-4458-4252-A1FA-96CED2233F88}" dt="2021-04-22T07:28:31.744" v="22" actId="47"/>
        <pc:sldMkLst>
          <pc:docMk/>
          <pc:sldMk cId="771280182" sldId="1165"/>
        </pc:sldMkLst>
      </pc:sldChg>
      <pc:sldChg chg="del">
        <pc:chgData name="王 欣捷" userId="b965477fa0aef5e6" providerId="LiveId" clId="{CCC25DF9-4458-4252-A1FA-96CED2233F88}" dt="2021-04-22T07:28:31.744" v="22" actId="47"/>
        <pc:sldMkLst>
          <pc:docMk/>
          <pc:sldMk cId="2692631" sldId="1166"/>
        </pc:sldMkLst>
      </pc:sldChg>
      <pc:sldChg chg="del">
        <pc:chgData name="王 欣捷" userId="b965477fa0aef5e6" providerId="LiveId" clId="{CCC25DF9-4458-4252-A1FA-96CED2233F88}" dt="2021-04-22T07:28:31.744" v="22" actId="47"/>
        <pc:sldMkLst>
          <pc:docMk/>
          <pc:sldMk cId="3628184232" sldId="1167"/>
        </pc:sldMkLst>
      </pc:sldChg>
      <pc:sldChg chg="del">
        <pc:chgData name="王 欣捷" userId="b965477fa0aef5e6" providerId="LiveId" clId="{CCC25DF9-4458-4252-A1FA-96CED2233F88}" dt="2021-04-22T07:28:31.744" v="22" actId="47"/>
        <pc:sldMkLst>
          <pc:docMk/>
          <pc:sldMk cId="1528587018" sldId="1168"/>
        </pc:sldMkLst>
      </pc:sldChg>
      <pc:sldChg chg="del">
        <pc:chgData name="王 欣捷" userId="b965477fa0aef5e6" providerId="LiveId" clId="{CCC25DF9-4458-4252-A1FA-96CED2233F88}" dt="2021-04-22T07:28:31.744" v="22" actId="47"/>
        <pc:sldMkLst>
          <pc:docMk/>
          <pc:sldMk cId="3168183637" sldId="1169"/>
        </pc:sldMkLst>
      </pc:sldChg>
      <pc:sldChg chg="del">
        <pc:chgData name="王 欣捷" userId="b965477fa0aef5e6" providerId="LiveId" clId="{CCC25DF9-4458-4252-A1FA-96CED2233F88}" dt="2021-04-22T07:28:31.744" v="22" actId="47"/>
        <pc:sldMkLst>
          <pc:docMk/>
          <pc:sldMk cId="1630523457" sldId="1170"/>
        </pc:sldMkLst>
      </pc:sldChg>
    </pc:docChg>
  </pc:docChgLst>
  <pc:docChgLst>
    <pc:chgData name="王 欣捷" userId="b965477fa0aef5e6" providerId="LiveId" clId="{F5C7CE7F-4255-4272-BB66-E36156271E14}"/>
    <pc:docChg chg="undo custSel addSld delSld modSld">
      <pc:chgData name="王 欣捷" userId="b965477fa0aef5e6" providerId="LiveId" clId="{F5C7CE7F-4255-4272-BB66-E36156271E14}" dt="2021-04-22T08:09:02.941" v="399" actId="47"/>
      <pc:docMkLst>
        <pc:docMk/>
      </pc:docMkLst>
      <pc:sldChg chg="modSp mod">
        <pc:chgData name="王 欣捷" userId="b965477fa0aef5e6" providerId="LiveId" clId="{F5C7CE7F-4255-4272-BB66-E36156271E14}" dt="2021-04-22T07:45:16.840" v="0" actId="20577"/>
        <pc:sldMkLst>
          <pc:docMk/>
          <pc:sldMk cId="2470898374" sldId="256"/>
        </pc:sldMkLst>
      </pc:sldChg>
      <pc:sldChg chg="del">
        <pc:chgData name="王 欣捷" userId="b965477fa0aef5e6" providerId="LiveId" clId="{F5C7CE7F-4255-4272-BB66-E36156271E14}" dt="2021-04-22T07:45:21.335" v="1" actId="47"/>
        <pc:sldMkLst>
          <pc:docMk/>
          <pc:sldMk cId="0" sldId="806"/>
        </pc:sldMkLst>
      </pc:sldChg>
      <pc:sldChg chg="del">
        <pc:chgData name="王 欣捷" userId="b965477fa0aef5e6" providerId="LiveId" clId="{F5C7CE7F-4255-4272-BB66-E36156271E14}" dt="2021-04-22T07:45:21.335" v="1" actId="47"/>
        <pc:sldMkLst>
          <pc:docMk/>
          <pc:sldMk cId="0" sldId="807"/>
        </pc:sldMkLst>
      </pc:sldChg>
      <pc:sldChg chg="del">
        <pc:chgData name="王 欣捷" userId="b965477fa0aef5e6" providerId="LiveId" clId="{F5C7CE7F-4255-4272-BB66-E36156271E14}" dt="2021-04-22T07:45:21.335" v="1" actId="47"/>
        <pc:sldMkLst>
          <pc:docMk/>
          <pc:sldMk cId="0" sldId="808"/>
        </pc:sldMkLst>
      </pc:sldChg>
      <pc:sldChg chg="del">
        <pc:chgData name="王 欣捷" userId="b965477fa0aef5e6" providerId="LiveId" clId="{F5C7CE7F-4255-4272-BB66-E36156271E14}" dt="2021-04-22T07:45:21.335" v="1" actId="47"/>
        <pc:sldMkLst>
          <pc:docMk/>
          <pc:sldMk cId="0" sldId="809"/>
        </pc:sldMkLst>
      </pc:sldChg>
      <pc:sldChg chg="del">
        <pc:chgData name="王 欣捷" userId="b965477fa0aef5e6" providerId="LiveId" clId="{F5C7CE7F-4255-4272-BB66-E36156271E14}" dt="2021-04-22T07:45:21.335" v="1" actId="47"/>
        <pc:sldMkLst>
          <pc:docMk/>
          <pc:sldMk cId="0" sldId="810"/>
        </pc:sldMkLst>
      </pc:sldChg>
      <pc:sldChg chg="del">
        <pc:chgData name="王 欣捷" userId="b965477fa0aef5e6" providerId="LiveId" clId="{F5C7CE7F-4255-4272-BB66-E36156271E14}" dt="2021-04-22T07:45:21.335" v="1" actId="47"/>
        <pc:sldMkLst>
          <pc:docMk/>
          <pc:sldMk cId="0" sldId="811"/>
        </pc:sldMkLst>
      </pc:sldChg>
      <pc:sldChg chg="del">
        <pc:chgData name="王 欣捷" userId="b965477fa0aef5e6" providerId="LiveId" clId="{F5C7CE7F-4255-4272-BB66-E36156271E14}" dt="2021-04-22T07:45:21.335" v="1" actId="47"/>
        <pc:sldMkLst>
          <pc:docMk/>
          <pc:sldMk cId="0" sldId="813"/>
        </pc:sldMkLst>
      </pc:sldChg>
      <pc:sldChg chg="del">
        <pc:chgData name="王 欣捷" userId="b965477fa0aef5e6" providerId="LiveId" clId="{F5C7CE7F-4255-4272-BB66-E36156271E14}" dt="2021-04-22T07:45:21.335" v="1" actId="47"/>
        <pc:sldMkLst>
          <pc:docMk/>
          <pc:sldMk cId="0" sldId="814"/>
        </pc:sldMkLst>
      </pc:sldChg>
      <pc:sldChg chg="del">
        <pc:chgData name="王 欣捷" userId="b965477fa0aef5e6" providerId="LiveId" clId="{F5C7CE7F-4255-4272-BB66-E36156271E14}" dt="2021-04-22T07:45:21.335" v="1" actId="47"/>
        <pc:sldMkLst>
          <pc:docMk/>
          <pc:sldMk cId="0" sldId="815"/>
        </pc:sldMkLst>
      </pc:sldChg>
      <pc:sldChg chg="del">
        <pc:chgData name="王 欣捷" userId="b965477fa0aef5e6" providerId="LiveId" clId="{F5C7CE7F-4255-4272-BB66-E36156271E14}" dt="2021-04-22T07:45:21.335" v="1" actId="47"/>
        <pc:sldMkLst>
          <pc:docMk/>
          <pc:sldMk cId="0" sldId="816"/>
        </pc:sldMkLst>
      </pc:sldChg>
      <pc:sldChg chg="del">
        <pc:chgData name="王 欣捷" userId="b965477fa0aef5e6" providerId="LiveId" clId="{F5C7CE7F-4255-4272-BB66-E36156271E14}" dt="2021-04-22T07:45:21.335" v="1" actId="47"/>
        <pc:sldMkLst>
          <pc:docMk/>
          <pc:sldMk cId="0" sldId="817"/>
        </pc:sldMkLst>
      </pc:sldChg>
      <pc:sldChg chg="del">
        <pc:chgData name="王 欣捷" userId="b965477fa0aef5e6" providerId="LiveId" clId="{F5C7CE7F-4255-4272-BB66-E36156271E14}" dt="2021-04-22T07:45:21.335" v="1" actId="47"/>
        <pc:sldMkLst>
          <pc:docMk/>
          <pc:sldMk cId="0" sldId="818"/>
        </pc:sldMkLst>
      </pc:sldChg>
      <pc:sldChg chg="del">
        <pc:chgData name="王 欣捷" userId="b965477fa0aef5e6" providerId="LiveId" clId="{F5C7CE7F-4255-4272-BB66-E36156271E14}" dt="2021-04-22T07:45:21.335" v="1" actId="47"/>
        <pc:sldMkLst>
          <pc:docMk/>
          <pc:sldMk cId="0" sldId="819"/>
        </pc:sldMkLst>
      </pc:sldChg>
      <pc:sldChg chg="del">
        <pc:chgData name="王 欣捷" userId="b965477fa0aef5e6" providerId="LiveId" clId="{F5C7CE7F-4255-4272-BB66-E36156271E14}" dt="2021-04-22T07:45:21.335" v="1" actId="47"/>
        <pc:sldMkLst>
          <pc:docMk/>
          <pc:sldMk cId="0" sldId="820"/>
        </pc:sldMkLst>
      </pc:sldChg>
      <pc:sldChg chg="del">
        <pc:chgData name="王 欣捷" userId="b965477fa0aef5e6" providerId="LiveId" clId="{F5C7CE7F-4255-4272-BB66-E36156271E14}" dt="2021-04-22T07:45:21.335" v="1" actId="47"/>
        <pc:sldMkLst>
          <pc:docMk/>
          <pc:sldMk cId="0" sldId="821"/>
        </pc:sldMkLst>
      </pc:sldChg>
      <pc:sldChg chg="del">
        <pc:chgData name="王 欣捷" userId="b965477fa0aef5e6" providerId="LiveId" clId="{F5C7CE7F-4255-4272-BB66-E36156271E14}" dt="2021-04-22T07:45:21.335" v="1" actId="47"/>
        <pc:sldMkLst>
          <pc:docMk/>
          <pc:sldMk cId="0" sldId="822"/>
        </pc:sldMkLst>
      </pc:sldChg>
      <pc:sldChg chg="del">
        <pc:chgData name="王 欣捷" userId="b965477fa0aef5e6" providerId="LiveId" clId="{F5C7CE7F-4255-4272-BB66-E36156271E14}" dt="2021-04-22T07:45:21.335" v="1" actId="47"/>
        <pc:sldMkLst>
          <pc:docMk/>
          <pc:sldMk cId="0" sldId="836"/>
        </pc:sldMkLst>
      </pc:sldChg>
      <pc:sldChg chg="del">
        <pc:chgData name="王 欣捷" userId="b965477fa0aef5e6" providerId="LiveId" clId="{F5C7CE7F-4255-4272-BB66-E36156271E14}" dt="2021-04-22T07:45:21.335" v="1" actId="47"/>
        <pc:sldMkLst>
          <pc:docMk/>
          <pc:sldMk cId="0" sldId="837"/>
        </pc:sldMkLst>
      </pc:sldChg>
      <pc:sldChg chg="modSp add del mod">
        <pc:chgData name="王 欣捷" userId="b965477fa0aef5e6" providerId="LiveId" clId="{F5C7CE7F-4255-4272-BB66-E36156271E14}" dt="2021-04-22T08:09:02.941" v="399" actId="47"/>
        <pc:sldMkLst>
          <pc:docMk/>
          <pc:sldMk cId="0" sldId="850"/>
        </pc:sldMkLst>
      </pc:sldChg>
      <pc:sldChg chg="del">
        <pc:chgData name="王 欣捷" userId="b965477fa0aef5e6" providerId="LiveId" clId="{F5C7CE7F-4255-4272-BB66-E36156271E14}" dt="2021-04-22T07:45:21.335" v="1" actId="47"/>
        <pc:sldMkLst>
          <pc:docMk/>
          <pc:sldMk cId="0" sldId="851"/>
        </pc:sldMkLst>
      </pc:sldChg>
      <pc:sldChg chg="del">
        <pc:chgData name="王 欣捷" userId="b965477fa0aef5e6" providerId="LiveId" clId="{F5C7CE7F-4255-4272-BB66-E36156271E14}" dt="2021-04-22T07:45:21.335" v="1" actId="47"/>
        <pc:sldMkLst>
          <pc:docMk/>
          <pc:sldMk cId="0" sldId="852"/>
        </pc:sldMkLst>
      </pc:sldChg>
      <pc:sldChg chg="del">
        <pc:chgData name="王 欣捷" userId="b965477fa0aef5e6" providerId="LiveId" clId="{F5C7CE7F-4255-4272-BB66-E36156271E14}" dt="2021-04-22T07:45:21.335" v="1" actId="47"/>
        <pc:sldMkLst>
          <pc:docMk/>
          <pc:sldMk cId="0" sldId="853"/>
        </pc:sldMkLst>
      </pc:sldChg>
      <pc:sldChg chg="del">
        <pc:chgData name="王 欣捷" userId="b965477fa0aef5e6" providerId="LiveId" clId="{F5C7CE7F-4255-4272-BB66-E36156271E14}" dt="2021-04-22T07:45:21.335" v="1" actId="47"/>
        <pc:sldMkLst>
          <pc:docMk/>
          <pc:sldMk cId="0" sldId="854"/>
        </pc:sldMkLst>
      </pc:sldChg>
      <pc:sldChg chg="del">
        <pc:chgData name="王 欣捷" userId="b965477fa0aef5e6" providerId="LiveId" clId="{F5C7CE7F-4255-4272-BB66-E36156271E14}" dt="2021-04-22T07:45:21.335" v="1" actId="47"/>
        <pc:sldMkLst>
          <pc:docMk/>
          <pc:sldMk cId="0" sldId="855"/>
        </pc:sldMkLst>
      </pc:sldChg>
      <pc:sldChg chg="del">
        <pc:chgData name="王 欣捷" userId="b965477fa0aef5e6" providerId="LiveId" clId="{F5C7CE7F-4255-4272-BB66-E36156271E14}" dt="2021-04-22T07:45:21.335" v="1" actId="47"/>
        <pc:sldMkLst>
          <pc:docMk/>
          <pc:sldMk cId="0" sldId="856"/>
        </pc:sldMkLst>
      </pc:sldChg>
      <pc:sldChg chg="del">
        <pc:chgData name="王 欣捷" userId="b965477fa0aef5e6" providerId="LiveId" clId="{F5C7CE7F-4255-4272-BB66-E36156271E14}" dt="2021-04-22T07:45:21.335" v="1" actId="47"/>
        <pc:sldMkLst>
          <pc:docMk/>
          <pc:sldMk cId="0" sldId="857"/>
        </pc:sldMkLst>
      </pc:sldChg>
      <pc:sldChg chg="del">
        <pc:chgData name="王 欣捷" userId="b965477fa0aef5e6" providerId="LiveId" clId="{F5C7CE7F-4255-4272-BB66-E36156271E14}" dt="2021-04-22T07:45:21.335" v="1" actId="47"/>
        <pc:sldMkLst>
          <pc:docMk/>
          <pc:sldMk cId="0" sldId="858"/>
        </pc:sldMkLst>
      </pc:sldChg>
      <pc:sldChg chg="del">
        <pc:chgData name="王 欣捷" userId="b965477fa0aef5e6" providerId="LiveId" clId="{F5C7CE7F-4255-4272-BB66-E36156271E14}" dt="2021-04-22T07:45:21.335" v="1" actId="47"/>
        <pc:sldMkLst>
          <pc:docMk/>
          <pc:sldMk cId="0" sldId="859"/>
        </pc:sldMkLst>
      </pc:sldChg>
      <pc:sldChg chg="del">
        <pc:chgData name="王 欣捷" userId="b965477fa0aef5e6" providerId="LiveId" clId="{F5C7CE7F-4255-4272-BB66-E36156271E14}" dt="2021-04-22T07:45:21.335" v="1" actId="47"/>
        <pc:sldMkLst>
          <pc:docMk/>
          <pc:sldMk cId="0" sldId="860"/>
        </pc:sldMkLst>
      </pc:sldChg>
      <pc:sldChg chg="del">
        <pc:chgData name="王 欣捷" userId="b965477fa0aef5e6" providerId="LiveId" clId="{F5C7CE7F-4255-4272-BB66-E36156271E14}" dt="2021-04-22T07:45:21.335" v="1" actId="47"/>
        <pc:sldMkLst>
          <pc:docMk/>
          <pc:sldMk cId="0" sldId="861"/>
        </pc:sldMkLst>
      </pc:sldChg>
      <pc:sldChg chg="del">
        <pc:chgData name="王 欣捷" userId="b965477fa0aef5e6" providerId="LiveId" clId="{F5C7CE7F-4255-4272-BB66-E36156271E14}" dt="2021-04-22T07:45:21.335" v="1" actId="47"/>
        <pc:sldMkLst>
          <pc:docMk/>
          <pc:sldMk cId="0" sldId="862"/>
        </pc:sldMkLst>
      </pc:sldChg>
      <pc:sldChg chg="del">
        <pc:chgData name="王 欣捷" userId="b965477fa0aef5e6" providerId="LiveId" clId="{F5C7CE7F-4255-4272-BB66-E36156271E14}" dt="2021-04-22T07:45:21.335" v="1" actId="47"/>
        <pc:sldMkLst>
          <pc:docMk/>
          <pc:sldMk cId="0" sldId="863"/>
        </pc:sldMkLst>
      </pc:sldChg>
      <pc:sldChg chg="del">
        <pc:chgData name="王 欣捷" userId="b965477fa0aef5e6" providerId="LiveId" clId="{F5C7CE7F-4255-4272-BB66-E36156271E14}" dt="2021-04-22T07:45:21.335" v="1" actId="47"/>
        <pc:sldMkLst>
          <pc:docMk/>
          <pc:sldMk cId="0" sldId="864"/>
        </pc:sldMkLst>
      </pc:sldChg>
      <pc:sldChg chg="del">
        <pc:chgData name="王 欣捷" userId="b965477fa0aef5e6" providerId="LiveId" clId="{F5C7CE7F-4255-4272-BB66-E36156271E14}" dt="2021-04-22T07:45:21.335" v="1" actId="47"/>
        <pc:sldMkLst>
          <pc:docMk/>
          <pc:sldMk cId="0" sldId="865"/>
        </pc:sldMkLst>
      </pc:sldChg>
      <pc:sldChg chg="del">
        <pc:chgData name="王 欣捷" userId="b965477fa0aef5e6" providerId="LiveId" clId="{F5C7CE7F-4255-4272-BB66-E36156271E14}" dt="2021-04-22T07:45:21.335" v="1" actId="47"/>
        <pc:sldMkLst>
          <pc:docMk/>
          <pc:sldMk cId="0" sldId="866"/>
        </pc:sldMkLst>
      </pc:sldChg>
      <pc:sldChg chg="del">
        <pc:chgData name="王 欣捷" userId="b965477fa0aef5e6" providerId="LiveId" clId="{F5C7CE7F-4255-4272-BB66-E36156271E14}" dt="2021-04-22T07:45:21.335" v="1" actId="47"/>
        <pc:sldMkLst>
          <pc:docMk/>
          <pc:sldMk cId="0" sldId="867"/>
        </pc:sldMkLst>
      </pc:sldChg>
      <pc:sldChg chg="del">
        <pc:chgData name="王 欣捷" userId="b965477fa0aef5e6" providerId="LiveId" clId="{F5C7CE7F-4255-4272-BB66-E36156271E14}" dt="2021-04-22T07:45:21.335" v="1" actId="47"/>
        <pc:sldMkLst>
          <pc:docMk/>
          <pc:sldMk cId="0" sldId="868"/>
        </pc:sldMkLst>
      </pc:sldChg>
      <pc:sldChg chg="del">
        <pc:chgData name="王 欣捷" userId="b965477fa0aef5e6" providerId="LiveId" clId="{F5C7CE7F-4255-4272-BB66-E36156271E14}" dt="2021-04-22T07:45:21.335" v="1" actId="47"/>
        <pc:sldMkLst>
          <pc:docMk/>
          <pc:sldMk cId="0" sldId="869"/>
        </pc:sldMkLst>
      </pc:sldChg>
      <pc:sldChg chg="del">
        <pc:chgData name="王 欣捷" userId="b965477fa0aef5e6" providerId="LiveId" clId="{F5C7CE7F-4255-4272-BB66-E36156271E14}" dt="2021-04-22T07:45:21.335" v="1" actId="47"/>
        <pc:sldMkLst>
          <pc:docMk/>
          <pc:sldMk cId="0" sldId="870"/>
        </pc:sldMkLst>
      </pc:sldChg>
      <pc:sldChg chg="del">
        <pc:chgData name="王 欣捷" userId="b965477fa0aef5e6" providerId="LiveId" clId="{F5C7CE7F-4255-4272-BB66-E36156271E14}" dt="2021-04-22T07:45:21.335" v="1" actId="47"/>
        <pc:sldMkLst>
          <pc:docMk/>
          <pc:sldMk cId="0" sldId="871"/>
        </pc:sldMkLst>
      </pc:sldChg>
      <pc:sldChg chg="del">
        <pc:chgData name="王 欣捷" userId="b965477fa0aef5e6" providerId="LiveId" clId="{F5C7CE7F-4255-4272-BB66-E36156271E14}" dt="2021-04-22T07:45:21.335" v="1" actId="47"/>
        <pc:sldMkLst>
          <pc:docMk/>
          <pc:sldMk cId="0" sldId="872"/>
        </pc:sldMkLst>
      </pc:sldChg>
      <pc:sldChg chg="del">
        <pc:chgData name="王 欣捷" userId="b965477fa0aef5e6" providerId="LiveId" clId="{F5C7CE7F-4255-4272-BB66-E36156271E14}" dt="2021-04-22T07:45:21.335" v="1" actId="47"/>
        <pc:sldMkLst>
          <pc:docMk/>
          <pc:sldMk cId="0" sldId="873"/>
        </pc:sldMkLst>
      </pc:sldChg>
      <pc:sldChg chg="del">
        <pc:chgData name="王 欣捷" userId="b965477fa0aef5e6" providerId="LiveId" clId="{F5C7CE7F-4255-4272-BB66-E36156271E14}" dt="2021-04-22T07:45:21.335" v="1" actId="47"/>
        <pc:sldMkLst>
          <pc:docMk/>
          <pc:sldMk cId="0" sldId="874"/>
        </pc:sldMkLst>
      </pc:sldChg>
      <pc:sldChg chg="del">
        <pc:chgData name="王 欣捷" userId="b965477fa0aef5e6" providerId="LiveId" clId="{F5C7CE7F-4255-4272-BB66-E36156271E14}" dt="2021-04-22T07:45:21.335" v="1" actId="47"/>
        <pc:sldMkLst>
          <pc:docMk/>
          <pc:sldMk cId="0" sldId="875"/>
        </pc:sldMkLst>
      </pc:sldChg>
      <pc:sldChg chg="del">
        <pc:chgData name="王 欣捷" userId="b965477fa0aef5e6" providerId="LiveId" clId="{F5C7CE7F-4255-4272-BB66-E36156271E14}" dt="2021-04-22T07:45:21.335" v="1" actId="47"/>
        <pc:sldMkLst>
          <pc:docMk/>
          <pc:sldMk cId="0" sldId="876"/>
        </pc:sldMkLst>
      </pc:sldChg>
      <pc:sldChg chg="del">
        <pc:chgData name="王 欣捷" userId="b965477fa0aef5e6" providerId="LiveId" clId="{F5C7CE7F-4255-4272-BB66-E36156271E14}" dt="2021-04-22T07:45:21.335" v="1" actId="47"/>
        <pc:sldMkLst>
          <pc:docMk/>
          <pc:sldMk cId="0" sldId="877"/>
        </pc:sldMkLst>
      </pc:sldChg>
      <pc:sldChg chg="del">
        <pc:chgData name="王 欣捷" userId="b965477fa0aef5e6" providerId="LiveId" clId="{F5C7CE7F-4255-4272-BB66-E36156271E14}" dt="2021-04-22T07:45:21.335" v="1" actId="47"/>
        <pc:sldMkLst>
          <pc:docMk/>
          <pc:sldMk cId="0" sldId="878"/>
        </pc:sldMkLst>
      </pc:sldChg>
      <pc:sldChg chg="del">
        <pc:chgData name="王 欣捷" userId="b965477fa0aef5e6" providerId="LiveId" clId="{F5C7CE7F-4255-4272-BB66-E36156271E14}" dt="2021-04-22T07:45:21.335" v="1" actId="47"/>
        <pc:sldMkLst>
          <pc:docMk/>
          <pc:sldMk cId="0" sldId="879"/>
        </pc:sldMkLst>
      </pc:sldChg>
      <pc:sldChg chg="del">
        <pc:chgData name="王 欣捷" userId="b965477fa0aef5e6" providerId="LiveId" clId="{F5C7CE7F-4255-4272-BB66-E36156271E14}" dt="2021-04-22T07:45:21.335" v="1" actId="47"/>
        <pc:sldMkLst>
          <pc:docMk/>
          <pc:sldMk cId="0" sldId="880"/>
        </pc:sldMkLst>
      </pc:sldChg>
      <pc:sldChg chg="modSp add mod">
        <pc:chgData name="王 欣捷" userId="b965477fa0aef5e6" providerId="LiveId" clId="{F5C7CE7F-4255-4272-BB66-E36156271E14}" dt="2021-04-22T07:48:21.138" v="58" actId="1076"/>
        <pc:sldMkLst>
          <pc:docMk/>
          <pc:sldMk cId="0" sldId="882"/>
        </pc:sldMkLst>
      </pc:sldChg>
      <pc:sldChg chg="del">
        <pc:chgData name="王 欣捷" userId="b965477fa0aef5e6" providerId="LiveId" clId="{F5C7CE7F-4255-4272-BB66-E36156271E14}" dt="2021-04-22T07:45:21.335" v="1" actId="47"/>
        <pc:sldMkLst>
          <pc:docMk/>
          <pc:sldMk cId="0" sldId="909"/>
        </pc:sldMkLst>
      </pc:sldChg>
      <pc:sldChg chg="del">
        <pc:chgData name="王 欣捷" userId="b965477fa0aef5e6" providerId="LiveId" clId="{F5C7CE7F-4255-4272-BB66-E36156271E14}" dt="2021-04-22T07:45:21.335" v="1" actId="47"/>
        <pc:sldMkLst>
          <pc:docMk/>
          <pc:sldMk cId="0" sldId="910"/>
        </pc:sldMkLst>
      </pc:sldChg>
      <pc:sldChg chg="modSp add del mod">
        <pc:chgData name="王 欣捷" userId="b965477fa0aef5e6" providerId="LiveId" clId="{F5C7CE7F-4255-4272-BB66-E36156271E14}" dt="2021-04-22T08:05:46.768" v="231" actId="207"/>
        <pc:sldMkLst>
          <pc:docMk/>
          <pc:sldMk cId="0" sldId="911"/>
        </pc:sldMkLst>
      </pc:sldChg>
      <pc:sldChg chg="addSp delSp modSp add del mod modClrScheme chgLayout">
        <pc:chgData name="王 欣捷" userId="b965477fa0aef5e6" providerId="LiveId" clId="{F5C7CE7F-4255-4272-BB66-E36156271E14}" dt="2021-04-22T07:46:23.493" v="37" actId="1076"/>
        <pc:sldMkLst>
          <pc:docMk/>
          <pc:sldMk cId="0" sldId="912"/>
        </pc:sldMkLst>
      </pc:sldChg>
      <pc:sldChg chg="modSp add del mod">
        <pc:chgData name="王 欣捷" userId="b965477fa0aef5e6" providerId="LiveId" clId="{F5C7CE7F-4255-4272-BB66-E36156271E14}" dt="2021-04-22T07:46:32.919" v="39" actId="207"/>
        <pc:sldMkLst>
          <pc:docMk/>
          <pc:sldMk cId="0" sldId="913"/>
        </pc:sldMkLst>
      </pc:sldChg>
      <pc:sldChg chg="modSp add del mod">
        <pc:chgData name="王 欣捷" userId="b965477fa0aef5e6" providerId="LiveId" clId="{F5C7CE7F-4255-4272-BB66-E36156271E14}" dt="2021-04-22T07:46:40.576" v="41" actId="207"/>
        <pc:sldMkLst>
          <pc:docMk/>
          <pc:sldMk cId="0" sldId="914"/>
        </pc:sldMkLst>
      </pc:sldChg>
      <pc:sldChg chg="modSp add del">
        <pc:chgData name="王 欣捷" userId="b965477fa0aef5e6" providerId="LiveId" clId="{F5C7CE7F-4255-4272-BB66-E36156271E14}" dt="2021-04-22T08:06:07.938" v="232" actId="113"/>
        <pc:sldMkLst>
          <pc:docMk/>
          <pc:sldMk cId="0" sldId="915"/>
        </pc:sldMkLst>
      </pc:sldChg>
      <pc:sldChg chg="modSp add del mod">
        <pc:chgData name="王 欣捷" userId="b965477fa0aef5e6" providerId="LiveId" clId="{F5C7CE7F-4255-4272-BB66-E36156271E14}" dt="2021-04-22T08:08:51.979" v="396"/>
        <pc:sldMkLst>
          <pc:docMk/>
          <pc:sldMk cId="0" sldId="916"/>
        </pc:sldMkLst>
      </pc:sldChg>
      <pc:sldChg chg="modSp add del">
        <pc:chgData name="王 欣捷" userId="b965477fa0aef5e6" providerId="LiveId" clId="{F5C7CE7F-4255-4272-BB66-E36156271E14}" dt="2021-04-22T07:46:07.334" v="28"/>
        <pc:sldMkLst>
          <pc:docMk/>
          <pc:sldMk cId="0" sldId="917"/>
        </pc:sldMkLst>
      </pc:sldChg>
      <pc:sldChg chg="del">
        <pc:chgData name="王 欣捷" userId="b965477fa0aef5e6" providerId="LiveId" clId="{F5C7CE7F-4255-4272-BB66-E36156271E14}" dt="2021-04-22T07:45:21.335" v="1" actId="47"/>
        <pc:sldMkLst>
          <pc:docMk/>
          <pc:sldMk cId="0" sldId="918"/>
        </pc:sldMkLst>
      </pc:sldChg>
      <pc:sldChg chg="del">
        <pc:chgData name="王 欣捷" userId="b965477fa0aef5e6" providerId="LiveId" clId="{F5C7CE7F-4255-4272-BB66-E36156271E14}" dt="2021-04-22T07:45:21.335" v="1" actId="47"/>
        <pc:sldMkLst>
          <pc:docMk/>
          <pc:sldMk cId="0" sldId="919"/>
        </pc:sldMkLst>
      </pc:sldChg>
      <pc:sldChg chg="modSp add del">
        <pc:chgData name="王 欣捷" userId="b965477fa0aef5e6" providerId="LiveId" clId="{F5C7CE7F-4255-4272-BB66-E36156271E14}" dt="2021-04-22T08:06:16.934" v="233" actId="113"/>
        <pc:sldMkLst>
          <pc:docMk/>
          <pc:sldMk cId="0" sldId="920"/>
        </pc:sldMkLst>
      </pc:sldChg>
      <pc:sldChg chg="delSp modSp add del mod modClrScheme chgLayout">
        <pc:chgData name="王 欣捷" userId="b965477fa0aef5e6" providerId="LiveId" clId="{F5C7CE7F-4255-4272-BB66-E36156271E14}" dt="2021-04-22T07:47:47.494" v="49" actId="1076"/>
        <pc:sldMkLst>
          <pc:docMk/>
          <pc:sldMk cId="0" sldId="921"/>
        </pc:sldMkLst>
      </pc:sldChg>
      <pc:sldChg chg="add">
        <pc:chgData name="王 欣捷" userId="b965477fa0aef5e6" providerId="LiveId" clId="{F5C7CE7F-4255-4272-BB66-E36156271E14}" dt="2021-04-22T07:45:22.033" v="2"/>
        <pc:sldMkLst>
          <pc:docMk/>
          <pc:sldMk cId="0" sldId="922"/>
        </pc:sldMkLst>
      </pc:sldChg>
      <pc:sldChg chg="add">
        <pc:chgData name="王 欣捷" userId="b965477fa0aef5e6" providerId="LiveId" clId="{F5C7CE7F-4255-4272-BB66-E36156271E14}" dt="2021-04-22T07:45:22.033" v="2"/>
        <pc:sldMkLst>
          <pc:docMk/>
          <pc:sldMk cId="0" sldId="923"/>
        </pc:sldMkLst>
      </pc:sldChg>
      <pc:sldChg chg="addSp delSp modSp add mod modClrScheme chgLayout">
        <pc:chgData name="王 欣捷" userId="b965477fa0aef5e6" providerId="LiveId" clId="{F5C7CE7F-4255-4272-BB66-E36156271E14}" dt="2021-04-22T07:53:32.326" v="62" actId="1076"/>
        <pc:sldMkLst>
          <pc:docMk/>
          <pc:sldMk cId="0" sldId="924"/>
        </pc:sldMkLst>
      </pc:sldChg>
      <pc:sldChg chg="modSp add">
        <pc:chgData name="王 欣捷" userId="b965477fa0aef5e6" providerId="LiveId" clId="{F5C7CE7F-4255-4272-BB66-E36156271E14}" dt="2021-04-22T07:46:07.334" v="28"/>
        <pc:sldMkLst>
          <pc:docMk/>
          <pc:sldMk cId="0" sldId="925"/>
        </pc:sldMkLst>
      </pc:sldChg>
      <pc:sldChg chg="add">
        <pc:chgData name="王 欣捷" userId="b965477fa0aef5e6" providerId="LiveId" clId="{F5C7CE7F-4255-4272-BB66-E36156271E14}" dt="2021-04-22T07:45:22.033" v="2"/>
        <pc:sldMkLst>
          <pc:docMk/>
          <pc:sldMk cId="0" sldId="926"/>
        </pc:sldMkLst>
      </pc:sldChg>
      <pc:sldChg chg="modSp add mod">
        <pc:chgData name="王 欣捷" userId="b965477fa0aef5e6" providerId="LiveId" clId="{F5C7CE7F-4255-4272-BB66-E36156271E14}" dt="2021-04-22T07:53:57.456" v="69" actId="14100"/>
        <pc:sldMkLst>
          <pc:docMk/>
          <pc:sldMk cId="0" sldId="927"/>
        </pc:sldMkLst>
      </pc:sldChg>
      <pc:sldChg chg="modSp add mod">
        <pc:chgData name="王 欣捷" userId="b965477fa0aef5e6" providerId="LiveId" clId="{F5C7CE7F-4255-4272-BB66-E36156271E14}" dt="2021-04-22T07:53:46.505" v="66" actId="27636"/>
        <pc:sldMkLst>
          <pc:docMk/>
          <pc:sldMk cId="0" sldId="928"/>
        </pc:sldMkLst>
      </pc:sldChg>
      <pc:sldChg chg="addSp delSp modSp add">
        <pc:chgData name="王 欣捷" userId="b965477fa0aef5e6" providerId="LiveId" clId="{F5C7CE7F-4255-4272-BB66-E36156271E14}" dt="2021-04-22T07:54:34.364" v="81"/>
        <pc:sldMkLst>
          <pc:docMk/>
          <pc:sldMk cId="0" sldId="929"/>
        </pc:sldMkLst>
      </pc:sldChg>
      <pc:sldChg chg="addSp delSp modSp add mod modClrScheme chgLayout">
        <pc:chgData name="王 欣捷" userId="b965477fa0aef5e6" providerId="LiveId" clId="{F5C7CE7F-4255-4272-BB66-E36156271E14}" dt="2021-04-22T07:54:26.499" v="78" actId="1076"/>
        <pc:sldMkLst>
          <pc:docMk/>
          <pc:sldMk cId="0" sldId="930"/>
        </pc:sldMkLst>
      </pc:sldChg>
      <pc:sldChg chg="modSp add">
        <pc:chgData name="王 欣捷" userId="b965477fa0aef5e6" providerId="LiveId" clId="{F5C7CE7F-4255-4272-BB66-E36156271E14}" dt="2021-04-22T07:46:07.334" v="28"/>
        <pc:sldMkLst>
          <pc:docMk/>
          <pc:sldMk cId="0" sldId="931"/>
        </pc:sldMkLst>
      </pc:sldChg>
      <pc:sldChg chg="modSp add mod">
        <pc:chgData name="王 欣捷" userId="b965477fa0aef5e6" providerId="LiveId" clId="{F5C7CE7F-4255-4272-BB66-E36156271E14}" dt="2021-04-22T07:54:45.552" v="82" actId="2710"/>
        <pc:sldMkLst>
          <pc:docMk/>
          <pc:sldMk cId="0" sldId="932"/>
        </pc:sldMkLst>
      </pc:sldChg>
      <pc:sldChg chg="modSp add">
        <pc:chgData name="王 欣捷" userId="b965477fa0aef5e6" providerId="LiveId" clId="{F5C7CE7F-4255-4272-BB66-E36156271E14}" dt="2021-04-22T07:46:07.334" v="28"/>
        <pc:sldMkLst>
          <pc:docMk/>
          <pc:sldMk cId="0" sldId="937"/>
        </pc:sldMkLst>
      </pc:sldChg>
      <pc:sldChg chg="addSp delSp modSp add del mod modClrScheme chgLayout">
        <pc:chgData name="王 欣捷" userId="b965477fa0aef5e6" providerId="LiveId" clId="{F5C7CE7F-4255-4272-BB66-E36156271E14}" dt="2021-04-22T07:55:06.652" v="91" actId="1076"/>
        <pc:sldMkLst>
          <pc:docMk/>
          <pc:sldMk cId="0" sldId="938"/>
        </pc:sldMkLst>
      </pc:sldChg>
      <pc:sldChg chg="del">
        <pc:chgData name="王 欣捷" userId="b965477fa0aef5e6" providerId="LiveId" clId="{F5C7CE7F-4255-4272-BB66-E36156271E14}" dt="2021-04-22T07:45:21.335" v="1" actId="47"/>
        <pc:sldMkLst>
          <pc:docMk/>
          <pc:sldMk cId="0" sldId="939"/>
        </pc:sldMkLst>
      </pc:sldChg>
      <pc:sldChg chg="modSp add del mod">
        <pc:chgData name="王 欣捷" userId="b965477fa0aef5e6" providerId="LiveId" clId="{F5C7CE7F-4255-4272-BB66-E36156271E14}" dt="2021-04-22T07:55:33.283" v="93" actId="2710"/>
        <pc:sldMkLst>
          <pc:docMk/>
          <pc:sldMk cId="0" sldId="940"/>
        </pc:sldMkLst>
      </pc:sldChg>
      <pc:sldChg chg="delSp modSp add del mod modClrScheme chgLayout">
        <pc:chgData name="王 欣捷" userId="b965477fa0aef5e6" providerId="LiveId" clId="{F5C7CE7F-4255-4272-BB66-E36156271E14}" dt="2021-04-22T07:56:32.447" v="111" actId="14100"/>
        <pc:sldMkLst>
          <pc:docMk/>
          <pc:sldMk cId="0" sldId="941"/>
        </pc:sldMkLst>
      </pc:sldChg>
      <pc:sldChg chg="add">
        <pc:chgData name="王 欣捷" userId="b965477fa0aef5e6" providerId="LiveId" clId="{F5C7CE7F-4255-4272-BB66-E36156271E14}" dt="2021-04-22T07:45:22.033" v="2"/>
        <pc:sldMkLst>
          <pc:docMk/>
          <pc:sldMk cId="0" sldId="942"/>
        </pc:sldMkLst>
      </pc:sldChg>
      <pc:sldChg chg="modSp add del mod chgLayout">
        <pc:chgData name="王 欣捷" userId="b965477fa0aef5e6" providerId="LiveId" clId="{F5C7CE7F-4255-4272-BB66-E36156271E14}" dt="2021-04-22T07:56:42.362" v="112" actId="700"/>
        <pc:sldMkLst>
          <pc:docMk/>
          <pc:sldMk cId="0" sldId="943"/>
        </pc:sldMkLst>
      </pc:sldChg>
      <pc:sldChg chg="modSp add del mod chgLayout">
        <pc:chgData name="王 欣捷" userId="b965477fa0aef5e6" providerId="LiveId" clId="{F5C7CE7F-4255-4272-BB66-E36156271E14}" dt="2021-04-22T07:56:45.269" v="113" actId="700"/>
        <pc:sldMkLst>
          <pc:docMk/>
          <pc:sldMk cId="0" sldId="944"/>
        </pc:sldMkLst>
      </pc:sldChg>
      <pc:sldChg chg="modSp add mod chgLayout">
        <pc:chgData name="王 欣捷" userId="b965477fa0aef5e6" providerId="LiveId" clId="{F5C7CE7F-4255-4272-BB66-E36156271E14}" dt="2021-04-22T07:56:48.751" v="114" actId="700"/>
        <pc:sldMkLst>
          <pc:docMk/>
          <pc:sldMk cId="0" sldId="945"/>
        </pc:sldMkLst>
      </pc:sldChg>
      <pc:sldChg chg="del">
        <pc:chgData name="王 欣捷" userId="b965477fa0aef5e6" providerId="LiveId" clId="{F5C7CE7F-4255-4272-BB66-E36156271E14}" dt="2021-04-22T07:45:21.335" v="1" actId="47"/>
        <pc:sldMkLst>
          <pc:docMk/>
          <pc:sldMk cId="672076074" sldId="945"/>
        </pc:sldMkLst>
      </pc:sldChg>
      <pc:sldChg chg="modSp add mod chgLayout">
        <pc:chgData name="王 欣捷" userId="b965477fa0aef5e6" providerId="LiveId" clId="{F5C7CE7F-4255-4272-BB66-E36156271E14}" dt="2021-04-22T07:56:53.090" v="115" actId="700"/>
        <pc:sldMkLst>
          <pc:docMk/>
          <pc:sldMk cId="0" sldId="946"/>
        </pc:sldMkLst>
      </pc:sldChg>
      <pc:sldChg chg="del">
        <pc:chgData name="王 欣捷" userId="b965477fa0aef5e6" providerId="LiveId" clId="{F5C7CE7F-4255-4272-BB66-E36156271E14}" dt="2021-04-22T07:45:21.335" v="1" actId="47"/>
        <pc:sldMkLst>
          <pc:docMk/>
          <pc:sldMk cId="4090644917" sldId="946"/>
        </pc:sldMkLst>
      </pc:sldChg>
      <pc:sldChg chg="modSp add mod delCm chgLayout">
        <pc:chgData name="王 欣捷" userId="b965477fa0aef5e6" providerId="LiveId" clId="{F5C7CE7F-4255-4272-BB66-E36156271E14}" dt="2021-04-22T07:58:43.486" v="137" actId="1076"/>
        <pc:sldMkLst>
          <pc:docMk/>
          <pc:sldMk cId="0" sldId="947"/>
        </pc:sldMkLst>
      </pc:sldChg>
      <pc:sldChg chg="add">
        <pc:chgData name="王 欣捷" userId="b965477fa0aef5e6" providerId="LiveId" clId="{F5C7CE7F-4255-4272-BB66-E36156271E14}" dt="2021-04-22T07:45:22.033" v="2"/>
        <pc:sldMkLst>
          <pc:docMk/>
          <pc:sldMk cId="0" sldId="948"/>
        </pc:sldMkLst>
      </pc:sldChg>
      <pc:sldChg chg="modSp add mod">
        <pc:chgData name="王 欣捷" userId="b965477fa0aef5e6" providerId="LiveId" clId="{F5C7CE7F-4255-4272-BB66-E36156271E14}" dt="2021-04-22T07:46:07.394" v="29" actId="27636"/>
        <pc:sldMkLst>
          <pc:docMk/>
          <pc:sldMk cId="0" sldId="949"/>
        </pc:sldMkLst>
      </pc:sldChg>
      <pc:sldChg chg="modSp add mod">
        <pc:chgData name="王 欣捷" userId="b965477fa0aef5e6" providerId="LiveId" clId="{F5C7CE7F-4255-4272-BB66-E36156271E14}" dt="2021-04-22T07:46:07.404" v="31" actId="27636"/>
        <pc:sldMkLst>
          <pc:docMk/>
          <pc:sldMk cId="0" sldId="950"/>
        </pc:sldMkLst>
      </pc:sldChg>
      <pc:sldChg chg="modSp add mod">
        <pc:chgData name="王 欣捷" userId="b965477fa0aef5e6" providerId="LiveId" clId="{F5C7CE7F-4255-4272-BB66-E36156271E14}" dt="2021-04-22T07:46:07.410" v="32" actId="27636"/>
        <pc:sldMkLst>
          <pc:docMk/>
          <pc:sldMk cId="0" sldId="951"/>
        </pc:sldMkLst>
      </pc:sldChg>
      <pc:sldChg chg="modSp add mod">
        <pc:chgData name="王 欣捷" userId="b965477fa0aef5e6" providerId="LiveId" clId="{F5C7CE7F-4255-4272-BB66-E36156271E14}" dt="2021-04-22T07:46:07.414" v="33" actId="27636"/>
        <pc:sldMkLst>
          <pc:docMk/>
          <pc:sldMk cId="0" sldId="952"/>
        </pc:sldMkLst>
      </pc:sldChg>
      <pc:sldChg chg="modSp add mod">
        <pc:chgData name="王 欣捷" userId="b965477fa0aef5e6" providerId="LiveId" clId="{F5C7CE7F-4255-4272-BB66-E36156271E14}" dt="2021-04-22T07:46:07.394" v="30" actId="27636"/>
        <pc:sldMkLst>
          <pc:docMk/>
          <pc:sldMk cId="0" sldId="953"/>
        </pc:sldMkLst>
      </pc:sldChg>
      <pc:sldChg chg="modSp add">
        <pc:chgData name="王 欣捷" userId="b965477fa0aef5e6" providerId="LiveId" clId="{F5C7CE7F-4255-4272-BB66-E36156271E14}" dt="2021-04-22T07:46:07.334" v="28"/>
        <pc:sldMkLst>
          <pc:docMk/>
          <pc:sldMk cId="0" sldId="954"/>
        </pc:sldMkLst>
      </pc:sldChg>
      <pc:sldChg chg="modSp add">
        <pc:chgData name="王 欣捷" userId="b965477fa0aef5e6" providerId="LiveId" clId="{F5C7CE7F-4255-4272-BB66-E36156271E14}" dt="2021-04-22T07:46:07.334" v="28"/>
        <pc:sldMkLst>
          <pc:docMk/>
          <pc:sldMk cId="0" sldId="955"/>
        </pc:sldMkLst>
      </pc:sldChg>
      <pc:sldChg chg="modSp add">
        <pc:chgData name="王 欣捷" userId="b965477fa0aef5e6" providerId="LiveId" clId="{F5C7CE7F-4255-4272-BB66-E36156271E14}" dt="2021-04-22T07:46:07.334" v="28"/>
        <pc:sldMkLst>
          <pc:docMk/>
          <pc:sldMk cId="0" sldId="956"/>
        </pc:sldMkLst>
      </pc:sldChg>
      <pc:sldChg chg="modSp add mod">
        <pc:chgData name="王 欣捷" userId="b965477fa0aef5e6" providerId="LiveId" clId="{F5C7CE7F-4255-4272-BB66-E36156271E14}" dt="2021-04-22T07:55:30.579" v="92" actId="2710"/>
        <pc:sldMkLst>
          <pc:docMk/>
          <pc:sldMk cId="0" sldId="957"/>
        </pc:sldMkLst>
      </pc:sldChg>
      <pc:sldChg chg="modSp add mod">
        <pc:chgData name="王 欣捷" userId="b965477fa0aef5e6" providerId="LiveId" clId="{F5C7CE7F-4255-4272-BB66-E36156271E14}" dt="2021-04-22T07:45:46.273" v="24" actId="20577"/>
        <pc:sldMkLst>
          <pc:docMk/>
          <pc:sldMk cId="0" sldId="958"/>
        </pc:sldMkLst>
      </pc:sldChg>
      <pc:sldChg chg="modSp add mod chgLayout">
        <pc:chgData name="王 欣捷" userId="b965477fa0aef5e6" providerId="LiveId" clId="{F5C7CE7F-4255-4272-BB66-E36156271E14}" dt="2021-04-22T07:58:57.143" v="138" actId="700"/>
        <pc:sldMkLst>
          <pc:docMk/>
          <pc:sldMk cId="0" sldId="959"/>
        </pc:sldMkLst>
      </pc:sldChg>
      <pc:sldChg chg="modSp add mod chgLayout">
        <pc:chgData name="王 欣捷" userId="b965477fa0aef5e6" providerId="LiveId" clId="{F5C7CE7F-4255-4272-BB66-E36156271E14}" dt="2021-04-22T07:58:59.510" v="139" actId="700"/>
        <pc:sldMkLst>
          <pc:docMk/>
          <pc:sldMk cId="0" sldId="960"/>
        </pc:sldMkLst>
      </pc:sldChg>
      <pc:sldChg chg="modSp add mod chgLayout">
        <pc:chgData name="王 欣捷" userId="b965477fa0aef5e6" providerId="LiveId" clId="{F5C7CE7F-4255-4272-BB66-E36156271E14}" dt="2021-04-22T07:59:03.625" v="140" actId="700"/>
        <pc:sldMkLst>
          <pc:docMk/>
          <pc:sldMk cId="0" sldId="961"/>
        </pc:sldMkLst>
      </pc:sldChg>
      <pc:sldChg chg="modSp add mod">
        <pc:chgData name="王 欣捷" userId="b965477fa0aef5e6" providerId="LiveId" clId="{F5C7CE7F-4255-4272-BB66-E36156271E14}" dt="2021-04-22T07:46:07.334" v="28"/>
        <pc:sldMkLst>
          <pc:docMk/>
          <pc:sldMk cId="0" sldId="962"/>
        </pc:sldMkLst>
      </pc:sldChg>
      <pc:sldChg chg="modSp add mod">
        <pc:chgData name="王 欣捷" userId="b965477fa0aef5e6" providerId="LiveId" clId="{F5C7CE7F-4255-4272-BB66-E36156271E14}" dt="2021-04-22T07:46:07.334" v="28"/>
        <pc:sldMkLst>
          <pc:docMk/>
          <pc:sldMk cId="0" sldId="963"/>
        </pc:sldMkLst>
      </pc:sldChg>
      <pc:sldChg chg="add">
        <pc:chgData name="王 欣捷" userId="b965477fa0aef5e6" providerId="LiveId" clId="{F5C7CE7F-4255-4272-BB66-E36156271E14}" dt="2021-04-22T07:45:22.033" v="2"/>
        <pc:sldMkLst>
          <pc:docMk/>
          <pc:sldMk cId="0" sldId="964"/>
        </pc:sldMkLst>
      </pc:sldChg>
      <pc:sldChg chg="modSp add mod modClrScheme chgLayout">
        <pc:chgData name="王 欣捷" userId="b965477fa0aef5e6" providerId="LiveId" clId="{F5C7CE7F-4255-4272-BB66-E36156271E14}" dt="2021-04-22T07:59:28.872" v="141" actId="700"/>
        <pc:sldMkLst>
          <pc:docMk/>
          <pc:sldMk cId="0" sldId="965"/>
        </pc:sldMkLst>
      </pc:sldChg>
      <pc:sldChg chg="modSp add mod modClrScheme chgLayout">
        <pc:chgData name="王 欣捷" userId="b965477fa0aef5e6" providerId="LiveId" clId="{F5C7CE7F-4255-4272-BB66-E36156271E14}" dt="2021-04-22T07:59:49.914" v="143" actId="1076"/>
        <pc:sldMkLst>
          <pc:docMk/>
          <pc:sldMk cId="0" sldId="966"/>
        </pc:sldMkLst>
      </pc:sldChg>
      <pc:sldChg chg="modSp add mod modClrScheme chgLayout">
        <pc:chgData name="王 欣捷" userId="b965477fa0aef5e6" providerId="LiveId" clId="{F5C7CE7F-4255-4272-BB66-E36156271E14}" dt="2021-04-22T08:00:53.894" v="160" actId="1076"/>
        <pc:sldMkLst>
          <pc:docMk/>
          <pc:sldMk cId="0" sldId="967"/>
        </pc:sldMkLst>
      </pc:sldChg>
      <pc:sldChg chg="modSp add mod modClrScheme chgLayout">
        <pc:chgData name="王 欣捷" userId="b965477fa0aef5e6" providerId="LiveId" clId="{F5C7CE7F-4255-4272-BB66-E36156271E14}" dt="2021-04-22T08:00:12.274" v="147" actId="700"/>
        <pc:sldMkLst>
          <pc:docMk/>
          <pc:sldMk cId="0" sldId="968"/>
        </pc:sldMkLst>
      </pc:sldChg>
      <pc:sldChg chg="modSp add mod modClrScheme chgLayout">
        <pc:chgData name="王 欣捷" userId="b965477fa0aef5e6" providerId="LiveId" clId="{F5C7CE7F-4255-4272-BB66-E36156271E14}" dt="2021-04-22T08:01:02.763" v="163" actId="1037"/>
        <pc:sldMkLst>
          <pc:docMk/>
          <pc:sldMk cId="0" sldId="969"/>
        </pc:sldMkLst>
      </pc:sldChg>
      <pc:sldChg chg="modSp add mod modClrScheme chgLayout">
        <pc:chgData name="王 欣捷" userId="b965477fa0aef5e6" providerId="LiveId" clId="{F5C7CE7F-4255-4272-BB66-E36156271E14}" dt="2021-04-22T08:01:12.249" v="167" actId="1076"/>
        <pc:sldMkLst>
          <pc:docMk/>
          <pc:sldMk cId="0" sldId="970"/>
        </pc:sldMkLst>
      </pc:sldChg>
      <pc:sldChg chg="modSp add mod chgLayout">
        <pc:chgData name="王 欣捷" userId="b965477fa0aef5e6" providerId="LiveId" clId="{F5C7CE7F-4255-4272-BB66-E36156271E14}" dt="2021-04-22T08:01:19.016" v="168" actId="700"/>
        <pc:sldMkLst>
          <pc:docMk/>
          <pc:sldMk cId="0" sldId="971"/>
        </pc:sldMkLst>
      </pc:sldChg>
      <pc:sldChg chg="modSp add">
        <pc:chgData name="王 欣捷" userId="b965477fa0aef5e6" providerId="LiveId" clId="{F5C7CE7F-4255-4272-BB66-E36156271E14}" dt="2021-04-22T07:46:07.334" v="28"/>
        <pc:sldMkLst>
          <pc:docMk/>
          <pc:sldMk cId="0" sldId="972"/>
        </pc:sldMkLst>
      </pc:sldChg>
      <pc:sldChg chg="add">
        <pc:chgData name="王 欣捷" userId="b965477fa0aef5e6" providerId="LiveId" clId="{F5C7CE7F-4255-4272-BB66-E36156271E14}" dt="2021-04-22T07:45:22.033" v="2"/>
        <pc:sldMkLst>
          <pc:docMk/>
          <pc:sldMk cId="0" sldId="973"/>
        </pc:sldMkLst>
      </pc:sldChg>
      <pc:sldChg chg="modSp add">
        <pc:chgData name="王 欣捷" userId="b965477fa0aef5e6" providerId="LiveId" clId="{F5C7CE7F-4255-4272-BB66-E36156271E14}" dt="2021-04-22T07:46:07.334" v="28"/>
        <pc:sldMkLst>
          <pc:docMk/>
          <pc:sldMk cId="0" sldId="974"/>
        </pc:sldMkLst>
      </pc:sldChg>
      <pc:sldChg chg="modSp add">
        <pc:chgData name="王 欣捷" userId="b965477fa0aef5e6" providerId="LiveId" clId="{F5C7CE7F-4255-4272-BB66-E36156271E14}" dt="2021-04-22T07:46:07.334" v="28"/>
        <pc:sldMkLst>
          <pc:docMk/>
          <pc:sldMk cId="0" sldId="975"/>
        </pc:sldMkLst>
      </pc:sldChg>
      <pc:sldChg chg="modSp add mod modClrScheme chgLayout">
        <pc:chgData name="王 欣捷" userId="b965477fa0aef5e6" providerId="LiveId" clId="{F5C7CE7F-4255-4272-BB66-E36156271E14}" dt="2021-04-22T08:01:28.550" v="169" actId="700"/>
        <pc:sldMkLst>
          <pc:docMk/>
          <pc:sldMk cId="0" sldId="976"/>
        </pc:sldMkLst>
      </pc:sldChg>
      <pc:sldChg chg="modSp add">
        <pc:chgData name="王 欣捷" userId="b965477fa0aef5e6" providerId="LiveId" clId="{F5C7CE7F-4255-4272-BB66-E36156271E14}" dt="2021-04-22T08:01:35.388" v="170" actId="1076"/>
        <pc:sldMkLst>
          <pc:docMk/>
          <pc:sldMk cId="0" sldId="977"/>
        </pc:sldMkLst>
      </pc:sldChg>
      <pc:sldChg chg="modSp add mod modClrScheme chgLayout">
        <pc:chgData name="王 欣捷" userId="b965477fa0aef5e6" providerId="LiveId" clId="{F5C7CE7F-4255-4272-BB66-E36156271E14}" dt="2021-04-22T08:01:37.821" v="171" actId="700"/>
        <pc:sldMkLst>
          <pc:docMk/>
          <pc:sldMk cId="0" sldId="978"/>
        </pc:sldMkLst>
      </pc:sldChg>
      <pc:sldChg chg="addSp delSp modSp add mod modClrScheme chgLayout">
        <pc:chgData name="王 欣捷" userId="b965477fa0aef5e6" providerId="LiveId" clId="{F5C7CE7F-4255-4272-BB66-E36156271E14}" dt="2021-04-22T08:03:26.278" v="198" actId="1076"/>
        <pc:sldMkLst>
          <pc:docMk/>
          <pc:sldMk cId="0" sldId="979"/>
        </pc:sldMkLst>
      </pc:sldChg>
      <pc:sldChg chg="modSp add mod modClrScheme chgLayout">
        <pc:chgData name="王 欣捷" userId="b965477fa0aef5e6" providerId="LiveId" clId="{F5C7CE7F-4255-4272-BB66-E36156271E14}" dt="2021-04-22T08:03:08.435" v="195" actId="1076"/>
        <pc:sldMkLst>
          <pc:docMk/>
          <pc:sldMk cId="0" sldId="980"/>
        </pc:sldMkLst>
      </pc:sldChg>
      <pc:sldChg chg="modSp add mod modClrScheme chgLayout">
        <pc:chgData name="王 欣捷" userId="b965477fa0aef5e6" providerId="LiveId" clId="{F5C7CE7F-4255-4272-BB66-E36156271E14}" dt="2021-04-22T08:03:51.731" v="205" actId="1076"/>
        <pc:sldMkLst>
          <pc:docMk/>
          <pc:sldMk cId="0" sldId="981"/>
        </pc:sldMkLst>
      </pc:sldChg>
      <pc:sldChg chg="modSp add mod modClrScheme chgLayout">
        <pc:chgData name="王 欣捷" userId="b965477fa0aef5e6" providerId="LiveId" clId="{F5C7CE7F-4255-4272-BB66-E36156271E14}" dt="2021-04-22T08:04:06.141" v="215" actId="1036"/>
        <pc:sldMkLst>
          <pc:docMk/>
          <pc:sldMk cId="0" sldId="982"/>
        </pc:sldMkLst>
      </pc:sldChg>
      <pc:sldChg chg="modSp add mod modClrScheme chgLayout">
        <pc:chgData name="王 欣捷" userId="b965477fa0aef5e6" providerId="LiveId" clId="{F5C7CE7F-4255-4272-BB66-E36156271E14}" dt="2021-04-22T08:04:56.979" v="222" actId="1076"/>
        <pc:sldMkLst>
          <pc:docMk/>
          <pc:sldMk cId="0" sldId="983"/>
        </pc:sldMkLst>
      </pc:sldChg>
      <pc:sldChg chg="modSp add mod modClrScheme chgLayout">
        <pc:chgData name="王 欣捷" userId="b965477fa0aef5e6" providerId="LiveId" clId="{F5C7CE7F-4255-4272-BB66-E36156271E14}" dt="2021-04-22T08:05:10.290" v="226" actId="1076"/>
        <pc:sldMkLst>
          <pc:docMk/>
          <pc:sldMk cId="0" sldId="984"/>
        </pc:sldMkLst>
      </pc:sldChg>
      <pc:sldChg chg="modSp add mod modClrScheme chgLayout">
        <pc:chgData name="王 欣捷" userId="b965477fa0aef5e6" providerId="LiveId" clId="{F5C7CE7F-4255-4272-BB66-E36156271E14}" dt="2021-04-22T08:05:34.382" v="229" actId="1076"/>
        <pc:sldMkLst>
          <pc:docMk/>
          <pc:sldMk cId="0" sldId="985"/>
        </pc:sldMkLst>
      </pc:sldChg>
      <pc:sldChg chg="modSp add">
        <pc:chgData name="王 欣捷" userId="b965477fa0aef5e6" providerId="LiveId" clId="{F5C7CE7F-4255-4272-BB66-E36156271E14}" dt="2021-04-22T07:46:07.334" v="28"/>
        <pc:sldMkLst>
          <pc:docMk/>
          <pc:sldMk cId="0" sldId="986"/>
        </pc:sldMkLst>
      </pc:sldChg>
      <pc:sldChg chg="modSp add mod">
        <pc:chgData name="王 欣捷" userId="b965477fa0aef5e6" providerId="LiveId" clId="{F5C7CE7F-4255-4272-BB66-E36156271E14}" dt="2021-04-22T08:09:01.701" v="398"/>
        <pc:sldMkLst>
          <pc:docMk/>
          <pc:sldMk cId="3597084887" sldId="987"/>
        </pc:sldMkLst>
      </pc:sldChg>
      <pc:sldChg chg="add del">
        <pc:chgData name="王 欣捷" userId="b965477fa0aef5e6" providerId="LiveId" clId="{F5C7CE7F-4255-4272-BB66-E36156271E14}" dt="2021-04-22T07:45:30.559" v="19"/>
        <pc:sldMkLst>
          <pc:docMk/>
          <pc:sldMk cId="0" sldId="988"/>
        </pc:sldMkLst>
      </pc:sldChg>
      <pc:sldChg chg="add del">
        <pc:chgData name="王 欣捷" userId="b965477fa0aef5e6" providerId="LiveId" clId="{F5C7CE7F-4255-4272-BB66-E36156271E14}" dt="2021-04-22T07:45:30.559" v="19"/>
        <pc:sldMkLst>
          <pc:docMk/>
          <pc:sldMk cId="0" sldId="989"/>
        </pc:sldMkLst>
      </pc:sldChg>
      <pc:sldChg chg="add del">
        <pc:chgData name="王 欣捷" userId="b965477fa0aef5e6" providerId="LiveId" clId="{F5C7CE7F-4255-4272-BB66-E36156271E14}" dt="2021-04-22T07:45:30.559" v="19"/>
        <pc:sldMkLst>
          <pc:docMk/>
          <pc:sldMk cId="0" sldId="990"/>
        </pc:sldMkLst>
      </pc:sldChg>
      <pc:sldChg chg="add del">
        <pc:chgData name="王 欣捷" userId="b965477fa0aef5e6" providerId="LiveId" clId="{F5C7CE7F-4255-4272-BB66-E36156271E14}" dt="2021-04-22T07:45:30.559" v="19"/>
        <pc:sldMkLst>
          <pc:docMk/>
          <pc:sldMk cId="0" sldId="991"/>
        </pc:sldMkLst>
      </pc:sldChg>
      <pc:sldChg chg="add del">
        <pc:chgData name="王 欣捷" userId="b965477fa0aef5e6" providerId="LiveId" clId="{F5C7CE7F-4255-4272-BB66-E36156271E14}" dt="2021-04-22T07:45:30.559" v="19"/>
        <pc:sldMkLst>
          <pc:docMk/>
          <pc:sldMk cId="0" sldId="992"/>
        </pc:sldMkLst>
      </pc:sldChg>
      <pc:sldChg chg="add del">
        <pc:chgData name="王 欣捷" userId="b965477fa0aef5e6" providerId="LiveId" clId="{F5C7CE7F-4255-4272-BB66-E36156271E14}" dt="2021-04-22T07:45:30.559" v="19"/>
        <pc:sldMkLst>
          <pc:docMk/>
          <pc:sldMk cId="0" sldId="993"/>
        </pc:sldMkLst>
      </pc:sldChg>
      <pc:sldChg chg="add del">
        <pc:chgData name="王 欣捷" userId="b965477fa0aef5e6" providerId="LiveId" clId="{F5C7CE7F-4255-4272-BB66-E36156271E14}" dt="2021-04-22T07:45:30.559" v="19"/>
        <pc:sldMkLst>
          <pc:docMk/>
          <pc:sldMk cId="0" sldId="994"/>
        </pc:sldMkLst>
      </pc:sldChg>
      <pc:sldChg chg="add del">
        <pc:chgData name="王 欣捷" userId="b965477fa0aef5e6" providerId="LiveId" clId="{F5C7CE7F-4255-4272-BB66-E36156271E14}" dt="2021-04-22T07:45:30.559" v="19"/>
        <pc:sldMkLst>
          <pc:docMk/>
          <pc:sldMk cId="0" sldId="995"/>
        </pc:sldMkLst>
      </pc:sldChg>
      <pc:sldChg chg="add del">
        <pc:chgData name="王 欣捷" userId="b965477fa0aef5e6" providerId="LiveId" clId="{F5C7CE7F-4255-4272-BB66-E36156271E14}" dt="2021-04-22T07:45:30.559" v="19"/>
        <pc:sldMkLst>
          <pc:docMk/>
          <pc:sldMk cId="0" sldId="996"/>
        </pc:sldMkLst>
      </pc:sldChg>
      <pc:sldChg chg="add del">
        <pc:chgData name="王 欣捷" userId="b965477fa0aef5e6" providerId="LiveId" clId="{F5C7CE7F-4255-4272-BB66-E36156271E14}" dt="2021-04-22T07:45:30.559" v="19"/>
        <pc:sldMkLst>
          <pc:docMk/>
          <pc:sldMk cId="0" sldId="997"/>
        </pc:sldMkLst>
      </pc:sldChg>
      <pc:sldChg chg="add del">
        <pc:chgData name="王 欣捷" userId="b965477fa0aef5e6" providerId="LiveId" clId="{F5C7CE7F-4255-4272-BB66-E36156271E14}" dt="2021-04-22T07:45:30.559" v="19"/>
        <pc:sldMkLst>
          <pc:docMk/>
          <pc:sldMk cId="0" sldId="998"/>
        </pc:sldMkLst>
      </pc:sldChg>
      <pc:sldChg chg="add del">
        <pc:chgData name="王 欣捷" userId="b965477fa0aef5e6" providerId="LiveId" clId="{F5C7CE7F-4255-4272-BB66-E36156271E14}" dt="2021-04-22T07:45:30.559" v="19"/>
        <pc:sldMkLst>
          <pc:docMk/>
          <pc:sldMk cId="0" sldId="999"/>
        </pc:sldMkLst>
      </pc:sldChg>
      <pc:sldChg chg="add del">
        <pc:chgData name="王 欣捷" userId="b965477fa0aef5e6" providerId="LiveId" clId="{F5C7CE7F-4255-4272-BB66-E36156271E14}" dt="2021-04-22T07:45:30.559" v="19"/>
        <pc:sldMkLst>
          <pc:docMk/>
          <pc:sldMk cId="0" sldId="1000"/>
        </pc:sldMkLst>
      </pc:sldChg>
      <pc:sldChg chg="add del">
        <pc:chgData name="王 欣捷" userId="b965477fa0aef5e6" providerId="LiveId" clId="{F5C7CE7F-4255-4272-BB66-E36156271E14}" dt="2021-04-22T07:45:30.559" v="19"/>
        <pc:sldMkLst>
          <pc:docMk/>
          <pc:sldMk cId="0" sldId="1001"/>
        </pc:sldMkLst>
      </pc:sldChg>
      <pc:sldChg chg="add del">
        <pc:chgData name="王 欣捷" userId="b965477fa0aef5e6" providerId="LiveId" clId="{F5C7CE7F-4255-4272-BB66-E36156271E14}" dt="2021-04-22T07:45:30.559" v="19"/>
        <pc:sldMkLst>
          <pc:docMk/>
          <pc:sldMk cId="0" sldId="1002"/>
        </pc:sldMkLst>
      </pc:sldChg>
      <pc:sldChg chg="add del">
        <pc:chgData name="王 欣捷" userId="b965477fa0aef5e6" providerId="LiveId" clId="{F5C7CE7F-4255-4272-BB66-E36156271E14}" dt="2021-04-22T07:45:30.559" v="19"/>
        <pc:sldMkLst>
          <pc:docMk/>
          <pc:sldMk cId="0" sldId="1003"/>
        </pc:sldMkLst>
      </pc:sldChg>
      <pc:sldChg chg="add del">
        <pc:chgData name="王 欣捷" userId="b965477fa0aef5e6" providerId="LiveId" clId="{F5C7CE7F-4255-4272-BB66-E36156271E14}" dt="2021-04-22T07:45:30.559" v="19"/>
        <pc:sldMkLst>
          <pc:docMk/>
          <pc:sldMk cId="0" sldId="1004"/>
        </pc:sldMkLst>
      </pc:sldChg>
      <pc:sldChg chg="add del">
        <pc:chgData name="王 欣捷" userId="b965477fa0aef5e6" providerId="LiveId" clId="{F5C7CE7F-4255-4272-BB66-E36156271E14}" dt="2021-04-22T07:45:30.559" v="19"/>
        <pc:sldMkLst>
          <pc:docMk/>
          <pc:sldMk cId="0" sldId="1005"/>
        </pc:sldMkLst>
      </pc:sldChg>
      <pc:sldChg chg="add del">
        <pc:chgData name="王 欣捷" userId="b965477fa0aef5e6" providerId="LiveId" clId="{F5C7CE7F-4255-4272-BB66-E36156271E14}" dt="2021-04-22T07:45:30.559" v="19"/>
        <pc:sldMkLst>
          <pc:docMk/>
          <pc:sldMk cId="0" sldId="1006"/>
        </pc:sldMkLst>
      </pc:sldChg>
      <pc:sldChg chg="add del">
        <pc:chgData name="王 欣捷" userId="b965477fa0aef5e6" providerId="LiveId" clId="{F5C7CE7F-4255-4272-BB66-E36156271E14}" dt="2021-04-22T07:45:30.559" v="19"/>
        <pc:sldMkLst>
          <pc:docMk/>
          <pc:sldMk cId="0" sldId="1007"/>
        </pc:sldMkLst>
      </pc:sldChg>
      <pc:sldChg chg="add del">
        <pc:chgData name="王 欣捷" userId="b965477fa0aef5e6" providerId="LiveId" clId="{F5C7CE7F-4255-4272-BB66-E36156271E14}" dt="2021-04-22T07:45:30.559" v="19"/>
        <pc:sldMkLst>
          <pc:docMk/>
          <pc:sldMk cId="0" sldId="1008"/>
        </pc:sldMkLst>
      </pc:sldChg>
      <pc:sldChg chg="add del">
        <pc:chgData name="王 欣捷" userId="b965477fa0aef5e6" providerId="LiveId" clId="{F5C7CE7F-4255-4272-BB66-E36156271E14}" dt="2021-04-22T07:45:30.559" v="19"/>
        <pc:sldMkLst>
          <pc:docMk/>
          <pc:sldMk cId="0" sldId="1009"/>
        </pc:sldMkLst>
      </pc:sldChg>
      <pc:sldChg chg="add del">
        <pc:chgData name="王 欣捷" userId="b965477fa0aef5e6" providerId="LiveId" clId="{F5C7CE7F-4255-4272-BB66-E36156271E14}" dt="2021-04-22T07:45:30.559" v="19"/>
        <pc:sldMkLst>
          <pc:docMk/>
          <pc:sldMk cId="0" sldId="1010"/>
        </pc:sldMkLst>
      </pc:sldChg>
      <pc:sldChg chg="add del">
        <pc:chgData name="王 欣捷" userId="b965477fa0aef5e6" providerId="LiveId" clId="{F5C7CE7F-4255-4272-BB66-E36156271E14}" dt="2021-04-22T07:45:30.559" v="19"/>
        <pc:sldMkLst>
          <pc:docMk/>
          <pc:sldMk cId="0" sldId="1011"/>
        </pc:sldMkLst>
      </pc:sldChg>
      <pc:sldChg chg="add del">
        <pc:chgData name="王 欣捷" userId="b965477fa0aef5e6" providerId="LiveId" clId="{F5C7CE7F-4255-4272-BB66-E36156271E14}" dt="2021-04-22T07:45:30.559" v="19"/>
        <pc:sldMkLst>
          <pc:docMk/>
          <pc:sldMk cId="0" sldId="1012"/>
        </pc:sldMkLst>
      </pc:sldChg>
      <pc:sldChg chg="add del">
        <pc:chgData name="王 欣捷" userId="b965477fa0aef5e6" providerId="LiveId" clId="{F5C7CE7F-4255-4272-BB66-E36156271E14}" dt="2021-04-22T07:45:30.559" v="19"/>
        <pc:sldMkLst>
          <pc:docMk/>
          <pc:sldMk cId="0" sldId="1013"/>
        </pc:sldMkLst>
      </pc:sldChg>
      <pc:sldChg chg="add del">
        <pc:chgData name="王 欣捷" userId="b965477fa0aef5e6" providerId="LiveId" clId="{F5C7CE7F-4255-4272-BB66-E36156271E14}" dt="2021-04-22T07:45:30.559" v="19"/>
        <pc:sldMkLst>
          <pc:docMk/>
          <pc:sldMk cId="0" sldId="1014"/>
        </pc:sldMkLst>
      </pc:sldChg>
      <pc:sldChg chg="add del">
        <pc:chgData name="王 欣捷" userId="b965477fa0aef5e6" providerId="LiveId" clId="{F5C7CE7F-4255-4272-BB66-E36156271E14}" dt="2021-04-22T07:45:30.559" v="19"/>
        <pc:sldMkLst>
          <pc:docMk/>
          <pc:sldMk cId="0" sldId="1015"/>
        </pc:sldMkLst>
      </pc:sldChg>
      <pc:sldChg chg="add del">
        <pc:chgData name="王 欣捷" userId="b965477fa0aef5e6" providerId="LiveId" clId="{F5C7CE7F-4255-4272-BB66-E36156271E14}" dt="2021-04-22T07:45:30.559" v="19"/>
        <pc:sldMkLst>
          <pc:docMk/>
          <pc:sldMk cId="0" sldId="1016"/>
        </pc:sldMkLst>
      </pc:sldChg>
      <pc:sldChg chg="add del">
        <pc:chgData name="王 欣捷" userId="b965477fa0aef5e6" providerId="LiveId" clId="{F5C7CE7F-4255-4272-BB66-E36156271E14}" dt="2021-04-22T07:45:30.559" v="19"/>
        <pc:sldMkLst>
          <pc:docMk/>
          <pc:sldMk cId="0" sldId="1017"/>
        </pc:sldMkLst>
      </pc:sldChg>
      <pc:sldChg chg="add del">
        <pc:chgData name="王 欣捷" userId="b965477fa0aef5e6" providerId="LiveId" clId="{F5C7CE7F-4255-4272-BB66-E36156271E14}" dt="2021-04-22T07:45:30.559" v="19"/>
        <pc:sldMkLst>
          <pc:docMk/>
          <pc:sldMk cId="0" sldId="1018"/>
        </pc:sldMkLst>
      </pc:sldChg>
      <pc:sldChg chg="add del">
        <pc:chgData name="王 欣捷" userId="b965477fa0aef5e6" providerId="LiveId" clId="{F5C7CE7F-4255-4272-BB66-E36156271E14}" dt="2021-04-22T07:45:30.559" v="19"/>
        <pc:sldMkLst>
          <pc:docMk/>
          <pc:sldMk cId="0" sldId="1019"/>
        </pc:sldMkLst>
      </pc:sldChg>
      <pc:sldChg chg="add del">
        <pc:chgData name="王 欣捷" userId="b965477fa0aef5e6" providerId="LiveId" clId="{F5C7CE7F-4255-4272-BB66-E36156271E14}" dt="2021-04-22T07:45:30.559" v="19"/>
        <pc:sldMkLst>
          <pc:docMk/>
          <pc:sldMk cId="0" sldId="1020"/>
        </pc:sldMkLst>
      </pc:sldChg>
      <pc:sldChg chg="add del">
        <pc:chgData name="王 欣捷" userId="b965477fa0aef5e6" providerId="LiveId" clId="{F5C7CE7F-4255-4272-BB66-E36156271E14}" dt="2021-04-22T07:45:30.559" v="19"/>
        <pc:sldMkLst>
          <pc:docMk/>
          <pc:sldMk cId="0" sldId="1021"/>
        </pc:sldMkLst>
      </pc:sldChg>
      <pc:sldChg chg="add del">
        <pc:chgData name="王 欣捷" userId="b965477fa0aef5e6" providerId="LiveId" clId="{F5C7CE7F-4255-4272-BB66-E36156271E14}" dt="2021-04-22T07:45:30.559" v="19"/>
        <pc:sldMkLst>
          <pc:docMk/>
          <pc:sldMk cId="0" sldId="1022"/>
        </pc:sldMkLst>
      </pc:sldChg>
      <pc:sldChg chg="modSp add del mod">
        <pc:chgData name="王 欣捷" userId="b965477fa0aef5e6" providerId="LiveId" clId="{F5C7CE7F-4255-4272-BB66-E36156271E14}" dt="2021-04-22T07:45:30.559" v="19"/>
        <pc:sldMkLst>
          <pc:docMk/>
          <pc:sldMk cId="0" sldId="1023"/>
        </pc:sldMkLst>
      </pc:sldChg>
      <pc:sldChg chg="modSp add del mod">
        <pc:chgData name="王 欣捷" userId="b965477fa0aef5e6" providerId="LiveId" clId="{F5C7CE7F-4255-4272-BB66-E36156271E14}" dt="2021-04-22T07:45:30.559" v="19"/>
        <pc:sldMkLst>
          <pc:docMk/>
          <pc:sldMk cId="0" sldId="1024"/>
        </pc:sldMkLst>
      </pc:sldChg>
      <pc:sldChg chg="modSp add del mod">
        <pc:chgData name="王 欣捷" userId="b965477fa0aef5e6" providerId="LiveId" clId="{F5C7CE7F-4255-4272-BB66-E36156271E14}" dt="2021-04-22T07:45:30.559" v="19"/>
        <pc:sldMkLst>
          <pc:docMk/>
          <pc:sldMk cId="0" sldId="1025"/>
        </pc:sldMkLst>
      </pc:sldChg>
      <pc:sldChg chg="modSp add del mod">
        <pc:chgData name="王 欣捷" userId="b965477fa0aef5e6" providerId="LiveId" clId="{F5C7CE7F-4255-4272-BB66-E36156271E14}" dt="2021-04-22T07:45:30.559" v="19"/>
        <pc:sldMkLst>
          <pc:docMk/>
          <pc:sldMk cId="0" sldId="1026"/>
        </pc:sldMkLst>
      </pc:sldChg>
      <pc:sldChg chg="modSp add del mod">
        <pc:chgData name="王 欣捷" userId="b965477fa0aef5e6" providerId="LiveId" clId="{F5C7CE7F-4255-4272-BB66-E36156271E14}" dt="2021-04-22T07:45:30.559" v="19"/>
        <pc:sldMkLst>
          <pc:docMk/>
          <pc:sldMk cId="0" sldId="1027"/>
        </pc:sldMkLst>
      </pc:sldChg>
      <pc:sldChg chg="add del">
        <pc:chgData name="王 欣捷" userId="b965477fa0aef5e6" providerId="LiveId" clId="{F5C7CE7F-4255-4272-BB66-E36156271E14}" dt="2021-04-22T07:45:30.559" v="19"/>
        <pc:sldMkLst>
          <pc:docMk/>
          <pc:sldMk cId="0" sldId="1028"/>
        </pc:sldMkLst>
      </pc:sldChg>
      <pc:sldChg chg="add del">
        <pc:chgData name="王 欣捷" userId="b965477fa0aef5e6" providerId="LiveId" clId="{F5C7CE7F-4255-4272-BB66-E36156271E14}" dt="2021-04-22T07:45:30.559" v="19"/>
        <pc:sldMkLst>
          <pc:docMk/>
          <pc:sldMk cId="0" sldId="1029"/>
        </pc:sldMkLst>
      </pc:sldChg>
      <pc:sldChg chg="add del">
        <pc:chgData name="王 欣捷" userId="b965477fa0aef5e6" providerId="LiveId" clId="{F5C7CE7F-4255-4272-BB66-E36156271E14}" dt="2021-04-22T07:45:30.559" v="19"/>
        <pc:sldMkLst>
          <pc:docMk/>
          <pc:sldMk cId="0" sldId="1030"/>
        </pc:sldMkLst>
      </pc:sldChg>
      <pc:sldChg chg="modSp add del mod">
        <pc:chgData name="王 欣捷" userId="b965477fa0aef5e6" providerId="LiveId" clId="{F5C7CE7F-4255-4272-BB66-E36156271E14}" dt="2021-04-22T07:45:30.559" v="19"/>
        <pc:sldMkLst>
          <pc:docMk/>
          <pc:sldMk cId="0" sldId="1031"/>
        </pc:sldMkLst>
      </pc:sldChg>
      <pc:sldChg chg="modSp add del mod">
        <pc:chgData name="王 欣捷" userId="b965477fa0aef5e6" providerId="LiveId" clId="{F5C7CE7F-4255-4272-BB66-E36156271E14}" dt="2021-04-22T07:45:30.559" v="19"/>
        <pc:sldMkLst>
          <pc:docMk/>
          <pc:sldMk cId="0" sldId="1032"/>
        </pc:sldMkLst>
      </pc:sldChg>
      <pc:sldChg chg="add del">
        <pc:chgData name="王 欣捷" userId="b965477fa0aef5e6" providerId="LiveId" clId="{F5C7CE7F-4255-4272-BB66-E36156271E14}" dt="2021-04-22T07:45:30.559" v="19"/>
        <pc:sldMkLst>
          <pc:docMk/>
          <pc:sldMk cId="0" sldId="1033"/>
        </pc:sldMkLst>
      </pc:sldChg>
      <pc:sldChg chg="add del">
        <pc:chgData name="王 欣捷" userId="b965477fa0aef5e6" providerId="LiveId" clId="{F5C7CE7F-4255-4272-BB66-E36156271E14}" dt="2021-04-22T07:45:30.559" v="19"/>
        <pc:sldMkLst>
          <pc:docMk/>
          <pc:sldMk cId="0" sldId="1034"/>
        </pc:sldMkLst>
      </pc:sldChg>
      <pc:sldChg chg="add del">
        <pc:chgData name="王 欣捷" userId="b965477fa0aef5e6" providerId="LiveId" clId="{F5C7CE7F-4255-4272-BB66-E36156271E14}" dt="2021-04-22T07:45:30.559" v="19"/>
        <pc:sldMkLst>
          <pc:docMk/>
          <pc:sldMk cId="0" sldId="1035"/>
        </pc:sldMkLst>
      </pc:sldChg>
      <pc:sldChg chg="add del">
        <pc:chgData name="王 欣捷" userId="b965477fa0aef5e6" providerId="LiveId" clId="{F5C7CE7F-4255-4272-BB66-E36156271E14}" dt="2021-04-22T07:45:30.559" v="19"/>
        <pc:sldMkLst>
          <pc:docMk/>
          <pc:sldMk cId="0" sldId="1036"/>
        </pc:sldMkLst>
      </pc:sldChg>
      <pc:sldChg chg="add del">
        <pc:chgData name="王 欣捷" userId="b965477fa0aef5e6" providerId="LiveId" clId="{F5C7CE7F-4255-4272-BB66-E36156271E14}" dt="2021-04-22T07:45:30.559" v="19"/>
        <pc:sldMkLst>
          <pc:docMk/>
          <pc:sldMk cId="0" sldId="1037"/>
        </pc:sldMkLst>
      </pc:sldChg>
      <pc:sldChg chg="add del">
        <pc:chgData name="王 欣捷" userId="b965477fa0aef5e6" providerId="LiveId" clId="{F5C7CE7F-4255-4272-BB66-E36156271E14}" dt="2021-04-22T07:45:30.559" v="19"/>
        <pc:sldMkLst>
          <pc:docMk/>
          <pc:sldMk cId="0" sldId="1038"/>
        </pc:sldMkLst>
      </pc:sldChg>
      <pc:sldChg chg="add del">
        <pc:chgData name="王 欣捷" userId="b965477fa0aef5e6" providerId="LiveId" clId="{F5C7CE7F-4255-4272-BB66-E36156271E14}" dt="2021-04-22T07:45:30.559" v="19"/>
        <pc:sldMkLst>
          <pc:docMk/>
          <pc:sldMk cId="0" sldId="1039"/>
        </pc:sldMkLst>
      </pc:sldChg>
      <pc:sldChg chg="add del">
        <pc:chgData name="王 欣捷" userId="b965477fa0aef5e6" providerId="LiveId" clId="{F5C7CE7F-4255-4272-BB66-E36156271E14}" dt="2021-04-22T07:45:30.559" v="19"/>
        <pc:sldMkLst>
          <pc:docMk/>
          <pc:sldMk cId="0" sldId="1040"/>
        </pc:sldMkLst>
      </pc:sldChg>
      <pc:sldChg chg="add del">
        <pc:chgData name="王 欣捷" userId="b965477fa0aef5e6" providerId="LiveId" clId="{F5C7CE7F-4255-4272-BB66-E36156271E14}" dt="2021-04-22T07:45:30.559" v="19"/>
        <pc:sldMkLst>
          <pc:docMk/>
          <pc:sldMk cId="0" sldId="1041"/>
        </pc:sldMkLst>
      </pc:sldChg>
      <pc:sldChg chg="add del">
        <pc:chgData name="王 欣捷" userId="b965477fa0aef5e6" providerId="LiveId" clId="{F5C7CE7F-4255-4272-BB66-E36156271E14}" dt="2021-04-22T07:45:30.559" v="19"/>
        <pc:sldMkLst>
          <pc:docMk/>
          <pc:sldMk cId="0" sldId="1042"/>
        </pc:sldMkLst>
      </pc:sldChg>
      <pc:sldChg chg="add del">
        <pc:chgData name="王 欣捷" userId="b965477fa0aef5e6" providerId="LiveId" clId="{F5C7CE7F-4255-4272-BB66-E36156271E14}" dt="2021-04-22T07:45:30.559" v="19"/>
        <pc:sldMkLst>
          <pc:docMk/>
          <pc:sldMk cId="0" sldId="1043"/>
        </pc:sldMkLst>
      </pc:sldChg>
      <pc:sldChg chg="add del">
        <pc:chgData name="王 欣捷" userId="b965477fa0aef5e6" providerId="LiveId" clId="{F5C7CE7F-4255-4272-BB66-E36156271E14}" dt="2021-04-22T07:45:30.559" v="19"/>
        <pc:sldMkLst>
          <pc:docMk/>
          <pc:sldMk cId="0" sldId="1044"/>
        </pc:sldMkLst>
      </pc:sldChg>
      <pc:sldChg chg="add del">
        <pc:chgData name="王 欣捷" userId="b965477fa0aef5e6" providerId="LiveId" clId="{F5C7CE7F-4255-4272-BB66-E36156271E14}" dt="2021-04-22T07:45:30.559" v="19"/>
        <pc:sldMkLst>
          <pc:docMk/>
          <pc:sldMk cId="0" sldId="1045"/>
        </pc:sldMkLst>
      </pc:sldChg>
      <pc:sldChg chg="add del">
        <pc:chgData name="王 欣捷" userId="b965477fa0aef5e6" providerId="LiveId" clId="{F5C7CE7F-4255-4272-BB66-E36156271E14}" dt="2021-04-22T07:45:30.559" v="19"/>
        <pc:sldMkLst>
          <pc:docMk/>
          <pc:sldMk cId="0" sldId="1046"/>
        </pc:sldMkLst>
      </pc:sldChg>
      <pc:sldChg chg="add del">
        <pc:chgData name="王 欣捷" userId="b965477fa0aef5e6" providerId="LiveId" clId="{F5C7CE7F-4255-4272-BB66-E36156271E14}" dt="2021-04-22T07:45:30.559" v="19"/>
        <pc:sldMkLst>
          <pc:docMk/>
          <pc:sldMk cId="0" sldId="1047"/>
        </pc:sldMkLst>
      </pc:sldChg>
      <pc:sldChg chg="add del">
        <pc:chgData name="王 欣捷" userId="b965477fa0aef5e6" providerId="LiveId" clId="{F5C7CE7F-4255-4272-BB66-E36156271E14}" dt="2021-04-22T07:45:30.559" v="19"/>
        <pc:sldMkLst>
          <pc:docMk/>
          <pc:sldMk cId="0" sldId="1048"/>
        </pc:sldMkLst>
      </pc:sldChg>
      <pc:sldChg chg="add del">
        <pc:chgData name="王 欣捷" userId="b965477fa0aef5e6" providerId="LiveId" clId="{F5C7CE7F-4255-4272-BB66-E36156271E14}" dt="2021-04-22T07:45:30.559" v="19"/>
        <pc:sldMkLst>
          <pc:docMk/>
          <pc:sldMk cId="0" sldId="1049"/>
        </pc:sldMkLst>
      </pc:sldChg>
      <pc:sldChg chg="add del">
        <pc:chgData name="王 欣捷" userId="b965477fa0aef5e6" providerId="LiveId" clId="{F5C7CE7F-4255-4272-BB66-E36156271E14}" dt="2021-04-22T07:45:30.559" v="19"/>
        <pc:sldMkLst>
          <pc:docMk/>
          <pc:sldMk cId="0" sldId="1050"/>
        </pc:sldMkLst>
      </pc:sldChg>
      <pc:sldChg chg="add del">
        <pc:chgData name="王 欣捷" userId="b965477fa0aef5e6" providerId="LiveId" clId="{F5C7CE7F-4255-4272-BB66-E36156271E14}" dt="2021-04-22T07:45:30.559" v="19"/>
        <pc:sldMkLst>
          <pc:docMk/>
          <pc:sldMk cId="0" sldId="1051"/>
        </pc:sldMkLst>
      </pc:sldChg>
      <pc:sldChg chg="add del">
        <pc:chgData name="王 欣捷" userId="b965477fa0aef5e6" providerId="LiveId" clId="{F5C7CE7F-4255-4272-BB66-E36156271E14}" dt="2021-04-22T07:45:30.559" v="19"/>
        <pc:sldMkLst>
          <pc:docMk/>
          <pc:sldMk cId="0" sldId="1052"/>
        </pc:sldMkLst>
      </pc:sldChg>
      <pc:sldChg chg="add del">
        <pc:chgData name="王 欣捷" userId="b965477fa0aef5e6" providerId="LiveId" clId="{F5C7CE7F-4255-4272-BB66-E36156271E14}" dt="2021-04-22T07:45:30.559" v="19"/>
        <pc:sldMkLst>
          <pc:docMk/>
          <pc:sldMk cId="0" sldId="1053"/>
        </pc:sldMkLst>
      </pc:sldChg>
      <pc:sldChg chg="add del">
        <pc:chgData name="王 欣捷" userId="b965477fa0aef5e6" providerId="LiveId" clId="{F5C7CE7F-4255-4272-BB66-E36156271E14}" dt="2021-04-22T07:45:30.559" v="19"/>
        <pc:sldMkLst>
          <pc:docMk/>
          <pc:sldMk cId="0" sldId="1054"/>
        </pc:sldMkLst>
      </pc:sldChg>
      <pc:sldChg chg="add del">
        <pc:chgData name="王 欣捷" userId="b965477fa0aef5e6" providerId="LiveId" clId="{F5C7CE7F-4255-4272-BB66-E36156271E14}" dt="2021-04-22T07:45:30.559" v="19"/>
        <pc:sldMkLst>
          <pc:docMk/>
          <pc:sldMk cId="0" sldId="1055"/>
        </pc:sldMkLst>
      </pc:sldChg>
      <pc:sldChg chg="add del">
        <pc:chgData name="王 欣捷" userId="b965477fa0aef5e6" providerId="LiveId" clId="{F5C7CE7F-4255-4272-BB66-E36156271E14}" dt="2021-04-22T07:45:30.559" v="19"/>
        <pc:sldMkLst>
          <pc:docMk/>
          <pc:sldMk cId="0" sldId="1056"/>
        </pc:sldMkLst>
      </pc:sldChg>
      <pc:sldMasterChg chg="delSldLayout">
        <pc:chgData name="王 欣捷" userId="b965477fa0aef5e6" providerId="LiveId" clId="{F5C7CE7F-4255-4272-BB66-E36156271E14}" dt="2021-04-22T07:45:21.335" v="1" actId="47"/>
        <pc:sldMasterMkLst>
          <pc:docMk/>
          <pc:sldMasterMk cId="2602849841" sldId="2147483673"/>
        </pc:sldMasterMkLst>
        <pc:sldLayoutChg chg="del">
          <pc:chgData name="王 欣捷" userId="b965477fa0aef5e6" providerId="LiveId" clId="{F5C7CE7F-4255-4272-BB66-E36156271E14}" dt="2021-04-22T07:45:21.335" v="1" actId="47"/>
          <pc:sldLayoutMkLst>
            <pc:docMk/>
            <pc:sldMasterMk cId="2602849841" sldId="2147483673"/>
            <pc:sldLayoutMk cId="3282724221" sldId="2147483685"/>
          </pc:sldLayoutMkLst>
        </pc:sldLayoutChg>
        <pc:sldLayoutChg chg="del">
          <pc:chgData name="王 欣捷" userId="b965477fa0aef5e6" providerId="LiveId" clId="{F5C7CE7F-4255-4272-BB66-E36156271E14}" dt="2021-04-22T07:45:21.335" v="1" actId="47"/>
          <pc:sldLayoutMkLst>
            <pc:docMk/>
            <pc:sldMasterMk cId="2602849841" sldId="2147483673"/>
            <pc:sldLayoutMk cId="3869728626" sldId="2147483686"/>
          </pc:sldLayoutMkLst>
        </pc:sldLayoutChg>
      </pc:sldMasterChg>
    </pc:docChg>
  </pc:docChgLst>
  <pc:docChgLst>
    <pc:chgData name="王 欣捷" userId="b965477fa0aef5e6" providerId="LiveId" clId="{6B25E3A0-8D13-427B-91C6-98F6CF017510}"/>
    <pc:docChg chg="undo redo custSel addSld delSld modSld sldOrd">
      <pc:chgData name="王 欣捷" userId="b965477fa0aef5e6" providerId="LiveId" clId="{6B25E3A0-8D13-427B-91C6-98F6CF017510}" dt="2021-04-20T14:19:47.465" v="1513" actId="20577"/>
      <pc:docMkLst>
        <pc:docMk/>
      </pc:docMkLst>
      <pc:sldChg chg="del">
        <pc:chgData name="王 欣捷" userId="b965477fa0aef5e6" providerId="LiveId" clId="{6B25E3A0-8D13-427B-91C6-98F6CF017510}" dt="2021-04-20T13:08:17.013" v="389" actId="47"/>
        <pc:sldMkLst>
          <pc:docMk/>
          <pc:sldMk cId="0" sldId="935"/>
        </pc:sldMkLst>
      </pc:sldChg>
      <pc:sldChg chg="del">
        <pc:chgData name="王 欣捷" userId="b965477fa0aef5e6" providerId="LiveId" clId="{6B25E3A0-8D13-427B-91C6-98F6CF017510}" dt="2021-04-20T13:08:18.638" v="390" actId="47"/>
        <pc:sldMkLst>
          <pc:docMk/>
          <pc:sldMk cId="0" sldId="936"/>
        </pc:sldMkLst>
      </pc:sldChg>
      <pc:sldChg chg="del">
        <pc:chgData name="王 欣捷" userId="b965477fa0aef5e6" providerId="LiveId" clId="{6B25E3A0-8D13-427B-91C6-98F6CF017510}" dt="2021-04-20T13:55:36.044" v="1045" actId="47"/>
        <pc:sldMkLst>
          <pc:docMk/>
          <pc:sldMk cId="0" sldId="938"/>
        </pc:sldMkLst>
      </pc:sldChg>
      <pc:sldChg chg="del">
        <pc:chgData name="王 欣捷" userId="b965477fa0aef5e6" providerId="LiveId" clId="{6B25E3A0-8D13-427B-91C6-98F6CF017510}" dt="2021-04-20T14:09:57.154" v="1318" actId="47"/>
        <pc:sldMkLst>
          <pc:docMk/>
          <pc:sldMk cId="0" sldId="940"/>
        </pc:sldMkLst>
      </pc:sldChg>
      <pc:sldChg chg="del">
        <pc:chgData name="王 欣捷" userId="b965477fa0aef5e6" providerId="LiveId" clId="{6B25E3A0-8D13-427B-91C6-98F6CF017510}" dt="2021-04-20T14:13:44.761" v="1393" actId="47"/>
        <pc:sldMkLst>
          <pc:docMk/>
          <pc:sldMk cId="0" sldId="942"/>
        </pc:sldMkLst>
      </pc:sldChg>
      <pc:sldChg chg="add del">
        <pc:chgData name="王 欣捷" userId="b965477fa0aef5e6" providerId="LiveId" clId="{6B25E3A0-8D13-427B-91C6-98F6CF017510}" dt="2021-04-20T14:13:45.610" v="1394" actId="47"/>
        <pc:sldMkLst>
          <pc:docMk/>
          <pc:sldMk cId="0" sldId="943"/>
        </pc:sldMkLst>
      </pc:sldChg>
      <pc:sldChg chg="del">
        <pc:chgData name="王 欣捷" userId="b965477fa0aef5e6" providerId="LiveId" clId="{6B25E3A0-8D13-427B-91C6-98F6CF017510}" dt="2021-04-20T14:16:03.024" v="1439" actId="47"/>
        <pc:sldMkLst>
          <pc:docMk/>
          <pc:sldMk cId="672076074" sldId="945"/>
        </pc:sldMkLst>
      </pc:sldChg>
      <pc:sldChg chg="del">
        <pc:chgData name="王 欣捷" userId="b965477fa0aef5e6" providerId="LiveId" clId="{6B25E3A0-8D13-427B-91C6-98F6CF017510}" dt="2021-04-20T14:19:07.930" v="1512" actId="47"/>
        <pc:sldMkLst>
          <pc:docMk/>
          <pc:sldMk cId="4090644917" sldId="946"/>
        </pc:sldMkLst>
      </pc:sldChg>
      <pc:sldChg chg="del">
        <pc:chgData name="王 欣捷" userId="b965477fa0aef5e6" providerId="LiveId" clId="{6B25E3A0-8D13-427B-91C6-98F6CF017510}" dt="2021-04-20T14:19:07.930" v="1512" actId="47"/>
        <pc:sldMkLst>
          <pc:docMk/>
          <pc:sldMk cId="0" sldId="947"/>
        </pc:sldMkLst>
      </pc:sldChg>
      <pc:sldChg chg="del">
        <pc:chgData name="王 欣捷" userId="b965477fa0aef5e6" providerId="LiveId" clId="{6B25E3A0-8D13-427B-91C6-98F6CF017510}" dt="2021-04-20T13:13:57.132" v="426" actId="47"/>
        <pc:sldMkLst>
          <pc:docMk/>
          <pc:sldMk cId="0" sldId="955"/>
        </pc:sldMkLst>
      </pc:sldChg>
      <pc:sldChg chg="del">
        <pc:chgData name="王 欣捷" userId="b965477fa0aef5e6" providerId="LiveId" clId="{6B25E3A0-8D13-427B-91C6-98F6CF017510}" dt="2021-04-20T13:14:23.567" v="427" actId="47"/>
        <pc:sldMkLst>
          <pc:docMk/>
          <pc:sldMk cId="0" sldId="956"/>
        </pc:sldMkLst>
      </pc:sldChg>
      <pc:sldChg chg="del">
        <pc:chgData name="王 欣捷" userId="b965477fa0aef5e6" providerId="LiveId" clId="{6B25E3A0-8D13-427B-91C6-98F6CF017510}" dt="2021-04-20T13:14:23.567" v="427" actId="47"/>
        <pc:sldMkLst>
          <pc:docMk/>
          <pc:sldMk cId="0" sldId="957"/>
        </pc:sldMkLst>
      </pc:sldChg>
      <pc:sldChg chg="del">
        <pc:chgData name="王 欣捷" userId="b965477fa0aef5e6" providerId="LiveId" clId="{6B25E3A0-8D13-427B-91C6-98F6CF017510}" dt="2021-04-20T13:14:23.567" v="427" actId="47"/>
        <pc:sldMkLst>
          <pc:docMk/>
          <pc:sldMk cId="0" sldId="958"/>
        </pc:sldMkLst>
      </pc:sldChg>
      <pc:sldChg chg="del">
        <pc:chgData name="王 欣捷" userId="b965477fa0aef5e6" providerId="LiveId" clId="{6B25E3A0-8D13-427B-91C6-98F6CF017510}" dt="2021-04-20T13:14:23.567" v="427" actId="47"/>
        <pc:sldMkLst>
          <pc:docMk/>
          <pc:sldMk cId="0" sldId="959"/>
        </pc:sldMkLst>
      </pc:sldChg>
      <pc:sldChg chg="addSp delSp modSp mod modClrScheme modAnim chgLayout">
        <pc:chgData name="王 欣捷" userId="b965477fa0aef5e6" providerId="LiveId" clId="{6B25E3A0-8D13-427B-91C6-98F6CF017510}" dt="2021-04-20T13:16:49.922" v="491"/>
        <pc:sldMkLst>
          <pc:docMk/>
          <pc:sldMk cId="0" sldId="960"/>
        </pc:sldMkLst>
      </pc:sldChg>
      <pc:sldChg chg="addSp delSp modSp mod chgLayout">
        <pc:chgData name="王 欣捷" userId="b965477fa0aef5e6" providerId="LiveId" clId="{6B25E3A0-8D13-427B-91C6-98F6CF017510}" dt="2021-04-20T13:47:13.753" v="879" actId="113"/>
        <pc:sldMkLst>
          <pc:docMk/>
          <pc:sldMk cId="0" sldId="962"/>
        </pc:sldMkLst>
      </pc:sldChg>
      <pc:sldChg chg="del ord">
        <pc:chgData name="王 欣捷" userId="b965477fa0aef5e6" providerId="LiveId" clId="{6B25E3A0-8D13-427B-91C6-98F6CF017510}" dt="2021-04-20T13:46:29.446" v="864" actId="47"/>
        <pc:sldMkLst>
          <pc:docMk/>
          <pc:sldMk cId="0" sldId="963"/>
        </pc:sldMkLst>
      </pc:sldChg>
      <pc:sldChg chg="del">
        <pc:chgData name="王 欣捷" userId="b965477fa0aef5e6" providerId="LiveId" clId="{6B25E3A0-8D13-427B-91C6-98F6CF017510}" dt="2021-04-20T13:50:56.886" v="927" actId="47"/>
        <pc:sldMkLst>
          <pc:docMk/>
          <pc:sldMk cId="0" sldId="964"/>
        </pc:sldMkLst>
      </pc:sldChg>
      <pc:sldChg chg="del">
        <pc:chgData name="王 欣捷" userId="b965477fa0aef5e6" providerId="LiveId" clId="{6B25E3A0-8D13-427B-91C6-98F6CF017510}" dt="2021-04-20T13:50:56.886" v="927" actId="47"/>
        <pc:sldMkLst>
          <pc:docMk/>
          <pc:sldMk cId="0" sldId="965"/>
        </pc:sldMkLst>
      </pc:sldChg>
      <pc:sldChg chg="del">
        <pc:chgData name="王 欣捷" userId="b965477fa0aef5e6" providerId="LiveId" clId="{6B25E3A0-8D13-427B-91C6-98F6CF017510}" dt="2021-04-20T13:57:42.299" v="1078" actId="47"/>
        <pc:sldMkLst>
          <pc:docMk/>
          <pc:sldMk cId="0" sldId="966"/>
        </pc:sldMkLst>
      </pc:sldChg>
      <pc:sldChg chg="del">
        <pc:chgData name="王 欣捷" userId="b965477fa0aef5e6" providerId="LiveId" clId="{6B25E3A0-8D13-427B-91C6-98F6CF017510}" dt="2021-04-20T13:57:42.299" v="1078" actId="47"/>
        <pc:sldMkLst>
          <pc:docMk/>
          <pc:sldMk cId="0" sldId="967"/>
        </pc:sldMkLst>
      </pc:sldChg>
      <pc:sldChg chg="del">
        <pc:chgData name="王 欣捷" userId="b965477fa0aef5e6" providerId="LiveId" clId="{6B25E3A0-8D13-427B-91C6-98F6CF017510}" dt="2021-04-20T14:10:55.281" v="1324" actId="47"/>
        <pc:sldMkLst>
          <pc:docMk/>
          <pc:sldMk cId="0" sldId="968"/>
        </pc:sldMkLst>
      </pc:sldChg>
      <pc:sldChg chg="del">
        <pc:chgData name="王 欣捷" userId="b965477fa0aef5e6" providerId="LiveId" clId="{6B25E3A0-8D13-427B-91C6-98F6CF017510}" dt="2021-04-20T14:10:55.281" v="1324" actId="47"/>
        <pc:sldMkLst>
          <pc:docMk/>
          <pc:sldMk cId="0" sldId="969"/>
        </pc:sldMkLst>
      </pc:sldChg>
      <pc:sldChg chg="del">
        <pc:chgData name="王 欣捷" userId="b965477fa0aef5e6" providerId="LiveId" clId="{6B25E3A0-8D13-427B-91C6-98F6CF017510}" dt="2021-04-20T14:14:04.852" v="1396" actId="47"/>
        <pc:sldMkLst>
          <pc:docMk/>
          <pc:sldMk cId="0" sldId="971"/>
        </pc:sldMkLst>
      </pc:sldChg>
      <pc:sldChg chg="modSp mod">
        <pc:chgData name="王 欣捷" userId="b965477fa0aef5e6" providerId="LiveId" clId="{6B25E3A0-8D13-427B-91C6-98F6CF017510}" dt="2021-04-20T13:22:53.797" v="527" actId="113"/>
        <pc:sldMkLst>
          <pc:docMk/>
          <pc:sldMk cId="0" sldId="1080"/>
        </pc:sldMkLst>
      </pc:sldChg>
      <pc:sldChg chg="modSp mod">
        <pc:chgData name="王 欣捷" userId="b965477fa0aef5e6" providerId="LiveId" clId="{6B25E3A0-8D13-427B-91C6-98F6CF017510}" dt="2021-04-20T13:17:08.689" v="492" actId="2710"/>
        <pc:sldMkLst>
          <pc:docMk/>
          <pc:sldMk cId="0" sldId="1090"/>
        </pc:sldMkLst>
      </pc:sldChg>
      <pc:sldChg chg="modSp mod chgLayout">
        <pc:chgData name="王 欣捷" userId="b965477fa0aef5e6" providerId="LiveId" clId="{6B25E3A0-8D13-427B-91C6-98F6CF017510}" dt="2021-04-20T13:17:45.153" v="497" actId="207"/>
        <pc:sldMkLst>
          <pc:docMk/>
          <pc:sldMk cId="0" sldId="1092"/>
        </pc:sldMkLst>
      </pc:sldChg>
      <pc:sldChg chg="modSp mod chgLayout">
        <pc:chgData name="王 欣捷" userId="b965477fa0aef5e6" providerId="LiveId" clId="{6B25E3A0-8D13-427B-91C6-98F6CF017510}" dt="2021-04-20T13:18:26.576" v="507" actId="207"/>
        <pc:sldMkLst>
          <pc:docMk/>
          <pc:sldMk cId="0" sldId="1093"/>
        </pc:sldMkLst>
      </pc:sldChg>
      <pc:sldChg chg="modSp mod">
        <pc:chgData name="王 欣捷" userId="b965477fa0aef5e6" providerId="LiveId" clId="{6B25E3A0-8D13-427B-91C6-98F6CF017510}" dt="2021-04-20T13:21:17.780" v="520" actId="2711"/>
        <pc:sldMkLst>
          <pc:docMk/>
          <pc:sldMk cId="0" sldId="1094"/>
        </pc:sldMkLst>
      </pc:sldChg>
      <pc:sldChg chg="modSp mod">
        <pc:chgData name="王 欣捷" userId="b965477fa0aef5e6" providerId="LiveId" clId="{6B25E3A0-8D13-427B-91C6-98F6CF017510}" dt="2021-04-20T13:20:58.834" v="519" actId="2711"/>
        <pc:sldMkLst>
          <pc:docMk/>
          <pc:sldMk cId="0" sldId="1096"/>
        </pc:sldMkLst>
      </pc:sldChg>
      <pc:sldChg chg="modSp mod">
        <pc:chgData name="王 欣捷" userId="b965477fa0aef5e6" providerId="LiveId" clId="{6B25E3A0-8D13-427B-91C6-98F6CF017510}" dt="2021-04-20T13:21:27" v="521" actId="2711"/>
        <pc:sldMkLst>
          <pc:docMk/>
          <pc:sldMk cId="0" sldId="1097"/>
        </pc:sldMkLst>
      </pc:sldChg>
      <pc:sldChg chg="modSp">
        <pc:chgData name="王 欣捷" userId="b965477fa0aef5e6" providerId="LiveId" clId="{6B25E3A0-8D13-427B-91C6-98F6CF017510}" dt="2021-04-20T14:19:47.465" v="1513" actId="20577"/>
        <pc:sldMkLst>
          <pc:docMk/>
          <pc:sldMk cId="0" sldId="1100"/>
        </pc:sldMkLst>
      </pc:sldChg>
      <pc:sldChg chg="modSp mod">
        <pc:chgData name="王 欣捷" userId="b965477fa0aef5e6" providerId="LiveId" clId="{6B25E3A0-8D13-427B-91C6-98F6CF017510}" dt="2021-04-20T13:22:13.687" v="523" actId="207"/>
        <pc:sldMkLst>
          <pc:docMk/>
          <pc:sldMk cId="0" sldId="1105"/>
        </pc:sldMkLst>
      </pc:sldChg>
      <pc:sldChg chg="modSp mod">
        <pc:chgData name="王 欣捷" userId="b965477fa0aef5e6" providerId="LiveId" clId="{6B25E3A0-8D13-427B-91C6-98F6CF017510}" dt="2021-04-20T13:22:27.178" v="526" actId="113"/>
        <pc:sldMkLst>
          <pc:docMk/>
          <pc:sldMk cId="0" sldId="1106"/>
        </pc:sldMkLst>
      </pc:sldChg>
      <pc:sldChg chg="del">
        <pc:chgData name="王 欣捷" userId="b965477fa0aef5e6" providerId="LiveId" clId="{6B25E3A0-8D13-427B-91C6-98F6CF017510}" dt="2021-04-20T12:53:00.742" v="214" actId="47"/>
        <pc:sldMkLst>
          <pc:docMk/>
          <pc:sldMk cId="0" sldId="1108"/>
        </pc:sldMkLst>
      </pc:sldChg>
      <pc:sldChg chg="del">
        <pc:chgData name="王 欣捷" userId="b965477fa0aef5e6" providerId="LiveId" clId="{6B25E3A0-8D13-427B-91C6-98F6CF017510}" dt="2021-04-20T12:53:02.021" v="215" actId="47"/>
        <pc:sldMkLst>
          <pc:docMk/>
          <pc:sldMk cId="0" sldId="1109"/>
        </pc:sldMkLst>
      </pc:sldChg>
      <pc:sldChg chg="modSp mod">
        <pc:chgData name="王 欣捷" userId="b965477fa0aef5e6" providerId="LiveId" clId="{6B25E3A0-8D13-427B-91C6-98F6CF017510}" dt="2021-04-20T13:48:04.755" v="885" actId="207"/>
        <pc:sldMkLst>
          <pc:docMk/>
          <pc:sldMk cId="0" sldId="1110"/>
        </pc:sldMkLst>
      </pc:sldChg>
      <pc:sldChg chg="addSp delSp modSp mod modAnim">
        <pc:chgData name="王 欣捷" userId="b965477fa0aef5e6" providerId="LiveId" clId="{6B25E3A0-8D13-427B-91C6-98F6CF017510}" dt="2021-04-20T12:51:49.274" v="212" actId="478"/>
        <pc:sldMkLst>
          <pc:docMk/>
          <pc:sldMk cId="0" sldId="1127"/>
        </pc:sldMkLst>
      </pc:sldChg>
      <pc:sldChg chg="del">
        <pc:chgData name="王 欣捷" userId="b965477fa0aef5e6" providerId="LiveId" clId="{6B25E3A0-8D13-427B-91C6-98F6CF017510}" dt="2021-04-20T12:40:48.963" v="60" actId="47"/>
        <pc:sldMkLst>
          <pc:docMk/>
          <pc:sldMk cId="0" sldId="1131"/>
        </pc:sldMkLst>
      </pc:sldChg>
      <pc:sldChg chg="del">
        <pc:chgData name="王 欣捷" userId="b965477fa0aef5e6" providerId="LiveId" clId="{6B25E3A0-8D13-427B-91C6-98F6CF017510}" dt="2021-04-20T12:45:30.807" v="127" actId="47"/>
        <pc:sldMkLst>
          <pc:docMk/>
          <pc:sldMk cId="0" sldId="1134"/>
        </pc:sldMkLst>
      </pc:sldChg>
      <pc:sldChg chg="modSp mod">
        <pc:chgData name="王 欣捷" userId="b965477fa0aef5e6" providerId="LiveId" clId="{6B25E3A0-8D13-427B-91C6-98F6CF017510}" dt="2021-04-20T13:25:06.203" v="565" actId="1076"/>
        <pc:sldMkLst>
          <pc:docMk/>
          <pc:sldMk cId="0" sldId="1138"/>
        </pc:sldMkLst>
      </pc:sldChg>
      <pc:sldChg chg="del">
        <pc:chgData name="王 欣捷" userId="b965477fa0aef5e6" providerId="LiveId" clId="{6B25E3A0-8D13-427B-91C6-98F6CF017510}" dt="2021-04-20T12:40:48.963" v="60" actId="47"/>
        <pc:sldMkLst>
          <pc:docMk/>
          <pc:sldMk cId="3037729556" sldId="1143"/>
        </pc:sldMkLst>
      </pc:sldChg>
      <pc:sldChg chg="del">
        <pc:chgData name="王 欣捷" userId="b965477fa0aef5e6" providerId="LiveId" clId="{6B25E3A0-8D13-427B-91C6-98F6CF017510}" dt="2021-04-20T12:40:48.963" v="60" actId="47"/>
        <pc:sldMkLst>
          <pc:docMk/>
          <pc:sldMk cId="546972322" sldId="1144"/>
        </pc:sldMkLst>
      </pc:sldChg>
      <pc:sldChg chg="addSp delSp modSp mod modAnim">
        <pc:chgData name="王 欣捷" userId="b965477fa0aef5e6" providerId="LiveId" clId="{6B25E3A0-8D13-427B-91C6-98F6CF017510}" dt="2021-04-20T12:48:37.970" v="153"/>
        <pc:sldMkLst>
          <pc:docMk/>
          <pc:sldMk cId="4223351651" sldId="1145"/>
        </pc:sldMkLst>
      </pc:sldChg>
      <pc:sldChg chg="del">
        <pc:chgData name="王 欣捷" userId="b965477fa0aef5e6" providerId="LiveId" clId="{6B25E3A0-8D13-427B-91C6-98F6CF017510}" dt="2021-04-20T12:45:30.807" v="127" actId="47"/>
        <pc:sldMkLst>
          <pc:docMk/>
          <pc:sldMk cId="1246412149" sldId="1146"/>
        </pc:sldMkLst>
      </pc:sldChg>
      <pc:sldChg chg="del">
        <pc:chgData name="王 欣捷" userId="b965477fa0aef5e6" providerId="LiveId" clId="{6B25E3A0-8D13-427B-91C6-98F6CF017510}" dt="2021-04-20T12:45:30.807" v="127" actId="47"/>
        <pc:sldMkLst>
          <pc:docMk/>
          <pc:sldMk cId="1563518926" sldId="1147"/>
        </pc:sldMkLst>
      </pc:sldChg>
      <pc:sldChg chg="del">
        <pc:chgData name="王 欣捷" userId="b965477fa0aef5e6" providerId="LiveId" clId="{6B25E3A0-8D13-427B-91C6-98F6CF017510}" dt="2021-04-20T12:45:30.807" v="127" actId="47"/>
        <pc:sldMkLst>
          <pc:docMk/>
          <pc:sldMk cId="3006853834" sldId="1148"/>
        </pc:sldMkLst>
      </pc:sldChg>
      <pc:sldChg chg="del">
        <pc:chgData name="王 欣捷" userId="b965477fa0aef5e6" providerId="LiveId" clId="{6B25E3A0-8D13-427B-91C6-98F6CF017510}" dt="2021-04-20T12:45:30.807" v="127" actId="47"/>
        <pc:sldMkLst>
          <pc:docMk/>
          <pc:sldMk cId="2869246556" sldId="1149"/>
        </pc:sldMkLst>
      </pc:sldChg>
      <pc:sldChg chg="del">
        <pc:chgData name="王 欣捷" userId="b965477fa0aef5e6" providerId="LiveId" clId="{6B25E3A0-8D13-427B-91C6-98F6CF017510}" dt="2021-04-20T12:45:30.807" v="127" actId="47"/>
        <pc:sldMkLst>
          <pc:docMk/>
          <pc:sldMk cId="500657596" sldId="1150"/>
        </pc:sldMkLst>
      </pc:sldChg>
      <pc:sldChg chg="addSp delSp modSp mod modAnim">
        <pc:chgData name="王 欣捷" userId="b965477fa0aef5e6" providerId="LiveId" clId="{6B25E3A0-8D13-427B-91C6-98F6CF017510}" dt="2021-04-20T12:46:20.433" v="136" actId="165"/>
        <pc:sldMkLst>
          <pc:docMk/>
          <pc:sldMk cId="3962178428" sldId="1151"/>
        </pc:sldMkLst>
      </pc:sldChg>
      <pc:sldChg chg="del">
        <pc:chgData name="王 欣捷" userId="b965477fa0aef5e6" providerId="LiveId" clId="{6B25E3A0-8D13-427B-91C6-98F6CF017510}" dt="2021-04-20T13:13:57.132" v="426" actId="47"/>
        <pc:sldMkLst>
          <pc:docMk/>
          <pc:sldMk cId="389650025" sldId="1152"/>
        </pc:sldMkLst>
      </pc:sldChg>
      <pc:sldChg chg="del">
        <pc:chgData name="王 欣捷" userId="b965477fa0aef5e6" providerId="LiveId" clId="{6B25E3A0-8D13-427B-91C6-98F6CF017510}" dt="2021-04-20T13:13:57.132" v="426" actId="47"/>
        <pc:sldMkLst>
          <pc:docMk/>
          <pc:sldMk cId="235929361" sldId="1153"/>
        </pc:sldMkLst>
      </pc:sldChg>
      <pc:sldChg chg="del">
        <pc:chgData name="王 欣捷" userId="b965477fa0aef5e6" providerId="LiveId" clId="{6B25E3A0-8D13-427B-91C6-98F6CF017510}" dt="2021-04-20T13:13:57.132" v="426" actId="47"/>
        <pc:sldMkLst>
          <pc:docMk/>
          <pc:sldMk cId="4207039851" sldId="1154"/>
        </pc:sldMkLst>
      </pc:sldChg>
      <pc:sldChg chg="del">
        <pc:chgData name="王 欣捷" userId="b965477fa0aef5e6" providerId="LiveId" clId="{6B25E3A0-8D13-427B-91C6-98F6CF017510}" dt="2021-04-20T13:13:57.132" v="426" actId="47"/>
        <pc:sldMkLst>
          <pc:docMk/>
          <pc:sldMk cId="77711967" sldId="1155"/>
        </pc:sldMkLst>
      </pc:sldChg>
      <pc:sldChg chg="del">
        <pc:chgData name="王 欣捷" userId="b965477fa0aef5e6" providerId="LiveId" clId="{6B25E3A0-8D13-427B-91C6-98F6CF017510}" dt="2021-04-20T13:13:57.132" v="426" actId="47"/>
        <pc:sldMkLst>
          <pc:docMk/>
          <pc:sldMk cId="1749343738" sldId="1156"/>
        </pc:sldMkLst>
      </pc:sldChg>
      <pc:sldChg chg="del">
        <pc:chgData name="王 欣捷" userId="b965477fa0aef5e6" providerId="LiveId" clId="{6B25E3A0-8D13-427B-91C6-98F6CF017510}" dt="2021-04-20T13:13:57.132" v="426" actId="47"/>
        <pc:sldMkLst>
          <pc:docMk/>
          <pc:sldMk cId="3747700626" sldId="1157"/>
        </pc:sldMkLst>
      </pc:sldChg>
      <pc:sldChg chg="addSp delSp modSp mod modAnim">
        <pc:chgData name="王 欣捷" userId="b965477fa0aef5e6" providerId="LiveId" clId="{6B25E3A0-8D13-427B-91C6-98F6CF017510}" dt="2021-04-20T13:13:38.770" v="425"/>
        <pc:sldMkLst>
          <pc:docMk/>
          <pc:sldMk cId="2813883607" sldId="1158"/>
        </pc:sldMkLst>
      </pc:sldChg>
      <pc:sldChg chg="add del">
        <pc:chgData name="王 欣捷" userId="b965477fa0aef5e6" providerId="LiveId" clId="{6B25E3A0-8D13-427B-91C6-98F6CF017510}" dt="2021-04-20T12:53:35.214" v="217"/>
        <pc:sldMkLst>
          <pc:docMk/>
          <pc:sldMk cId="3340373905" sldId="1159"/>
        </pc:sldMkLst>
      </pc:sldChg>
      <pc:sldChg chg="addSp delSp modSp add del mod modAnim">
        <pc:chgData name="王 欣捷" userId="b965477fa0aef5e6" providerId="LiveId" clId="{6B25E3A0-8D13-427B-91C6-98F6CF017510}" dt="2021-04-20T12:41:17.754" v="67" actId="47"/>
        <pc:sldMkLst>
          <pc:docMk/>
          <pc:sldMk cId="3468514126" sldId="1159"/>
        </pc:sldMkLst>
      </pc:sldChg>
      <pc:sldChg chg="addSp delSp modSp add del mod">
        <pc:chgData name="王 欣捷" userId="b965477fa0aef5e6" providerId="LiveId" clId="{6B25E3A0-8D13-427B-91C6-98F6CF017510}" dt="2021-04-20T12:45:23.395" v="126" actId="47"/>
        <pc:sldMkLst>
          <pc:docMk/>
          <pc:sldMk cId="3608272575" sldId="1159"/>
        </pc:sldMkLst>
      </pc:sldChg>
      <pc:sldChg chg="addSp delSp modSp add mod">
        <pc:chgData name="王 欣捷" userId="b965477fa0aef5e6" providerId="LiveId" clId="{6B25E3A0-8D13-427B-91C6-98F6CF017510}" dt="2021-04-20T13:52:59.633" v="961" actId="20577"/>
        <pc:sldMkLst>
          <pc:docMk/>
          <pc:sldMk cId="3740059661" sldId="1159"/>
        </pc:sldMkLst>
      </pc:sldChg>
      <pc:sldChg chg="addSp delSp modSp new del mod modClrScheme modAnim chgLayout">
        <pc:chgData name="王 欣捷" userId="b965477fa0aef5e6" providerId="LiveId" clId="{6B25E3A0-8D13-427B-91C6-98F6CF017510}" dt="2021-04-20T12:51:53.712" v="213" actId="47"/>
        <pc:sldMkLst>
          <pc:docMk/>
          <pc:sldMk cId="3959990060" sldId="1159"/>
        </pc:sldMkLst>
      </pc:sldChg>
      <pc:sldChg chg="addSp delSp modSp new del mod modClrScheme chgLayout">
        <pc:chgData name="王 欣捷" userId="b965477fa0aef5e6" providerId="LiveId" clId="{6B25E3A0-8D13-427B-91C6-98F6CF017510}" dt="2021-04-20T13:12:57.235" v="417" actId="47"/>
        <pc:sldMkLst>
          <pc:docMk/>
          <pc:sldMk cId="1241390852" sldId="1160"/>
        </pc:sldMkLst>
      </pc:sldChg>
      <pc:sldChg chg="addSp delSp modSp new del mod modClrScheme chgLayout">
        <pc:chgData name="王 欣捷" userId="b965477fa0aef5e6" providerId="LiveId" clId="{6B25E3A0-8D13-427B-91C6-98F6CF017510}" dt="2021-04-20T13:16:15.430" v="484" actId="47"/>
        <pc:sldMkLst>
          <pc:docMk/>
          <pc:sldMk cId="1640109929" sldId="1160"/>
        </pc:sldMkLst>
      </pc:sldChg>
      <pc:sldChg chg="addSp delSp modSp new mod modClrScheme chgLayout">
        <pc:chgData name="王 欣捷" userId="b965477fa0aef5e6" providerId="LiveId" clId="{6B25E3A0-8D13-427B-91C6-98F6CF017510}" dt="2021-04-20T13:50:15.390" v="923" actId="207"/>
        <pc:sldMkLst>
          <pc:docMk/>
          <pc:sldMk cId="3618475896" sldId="1160"/>
        </pc:sldMkLst>
      </pc:sldChg>
      <pc:sldChg chg="modSp add mod">
        <pc:chgData name="王 欣捷" userId="b965477fa0aef5e6" providerId="LiveId" clId="{6B25E3A0-8D13-427B-91C6-98F6CF017510}" dt="2021-04-20T14:01:41.766" v="1174" actId="207"/>
        <pc:sldMkLst>
          <pc:docMk/>
          <pc:sldMk cId="2042943240" sldId="1161"/>
        </pc:sldMkLst>
      </pc:sldChg>
      <pc:sldChg chg="addSp delSp modSp add mod chgLayout">
        <pc:chgData name="王 欣捷" userId="b965477fa0aef5e6" providerId="LiveId" clId="{6B25E3A0-8D13-427B-91C6-98F6CF017510}" dt="2021-04-20T14:10:21.546" v="1320"/>
        <pc:sldMkLst>
          <pc:docMk/>
          <pc:sldMk cId="3272006686" sldId="1162"/>
        </pc:sldMkLst>
      </pc:sldChg>
      <pc:sldChg chg="modSp add mod">
        <pc:chgData name="王 欣捷" userId="b965477fa0aef5e6" providerId="LiveId" clId="{6B25E3A0-8D13-427B-91C6-98F6CF017510}" dt="2021-04-20T13:57:35.694" v="1077" actId="207"/>
        <pc:sldMkLst>
          <pc:docMk/>
          <pc:sldMk cId="2547034749" sldId="1163"/>
        </pc:sldMkLst>
      </pc:sldChg>
      <pc:sldChg chg="add del">
        <pc:chgData name="王 欣捷" userId="b965477fa0aef5e6" providerId="LiveId" clId="{6B25E3A0-8D13-427B-91C6-98F6CF017510}" dt="2021-04-20T13:55:52.842" v="1047"/>
        <pc:sldMkLst>
          <pc:docMk/>
          <pc:sldMk cId="2822785792" sldId="1163"/>
        </pc:sldMkLst>
      </pc:sldChg>
      <pc:sldChg chg="modSp add del mod">
        <pc:chgData name="王 欣捷" userId="b965477fa0aef5e6" providerId="LiveId" clId="{6B25E3A0-8D13-427B-91C6-98F6CF017510}" dt="2021-04-20T13:59:18.004" v="1149" actId="47"/>
        <pc:sldMkLst>
          <pc:docMk/>
          <pc:sldMk cId="791380091" sldId="1164"/>
        </pc:sldMkLst>
      </pc:sldChg>
      <pc:sldChg chg="addSp delSp modSp add mod">
        <pc:chgData name="王 欣捷" userId="b965477fa0aef5e6" providerId="LiveId" clId="{6B25E3A0-8D13-427B-91C6-98F6CF017510}" dt="2021-04-20T14:10:29.027" v="1322"/>
        <pc:sldMkLst>
          <pc:docMk/>
          <pc:sldMk cId="771280182" sldId="1165"/>
        </pc:sldMkLst>
      </pc:sldChg>
      <pc:sldChg chg="modSp add mod">
        <pc:chgData name="王 欣捷" userId="b965477fa0aef5e6" providerId="LiveId" clId="{6B25E3A0-8D13-427B-91C6-98F6CF017510}" dt="2021-04-20T14:11:02.150" v="1325" actId="207"/>
        <pc:sldMkLst>
          <pc:docMk/>
          <pc:sldMk cId="2692631" sldId="1166"/>
        </pc:sldMkLst>
      </pc:sldChg>
      <pc:sldChg chg="addSp delSp modSp add mod">
        <pc:chgData name="王 欣捷" userId="b965477fa0aef5e6" providerId="LiveId" clId="{6B25E3A0-8D13-427B-91C6-98F6CF017510}" dt="2021-04-20T14:13:34.792" v="1390" actId="1076"/>
        <pc:sldMkLst>
          <pc:docMk/>
          <pc:sldMk cId="3628184232" sldId="1167"/>
        </pc:sldMkLst>
      </pc:sldChg>
      <pc:sldChg chg="modSp add mod">
        <pc:chgData name="王 欣捷" userId="b965477fa0aef5e6" providerId="LiveId" clId="{6B25E3A0-8D13-427B-91C6-98F6CF017510}" dt="2021-04-20T14:14:16.613" v="1399" actId="207"/>
        <pc:sldMkLst>
          <pc:docMk/>
          <pc:sldMk cId="1528587018" sldId="1168"/>
        </pc:sldMkLst>
      </pc:sldChg>
      <pc:sldChg chg="delSp modSp add mod">
        <pc:chgData name="王 欣捷" userId="b965477fa0aef5e6" providerId="LiveId" clId="{6B25E3A0-8D13-427B-91C6-98F6CF017510}" dt="2021-04-20T14:15:57.598" v="1438" actId="1076"/>
        <pc:sldMkLst>
          <pc:docMk/>
          <pc:sldMk cId="3168183637" sldId="1169"/>
        </pc:sldMkLst>
      </pc:sldChg>
      <pc:sldChg chg="addSp delSp modSp add mod">
        <pc:chgData name="王 欣捷" userId="b965477fa0aef5e6" providerId="LiveId" clId="{6B25E3A0-8D13-427B-91C6-98F6CF017510}" dt="2021-04-20T14:18:18.007" v="1511" actId="20577"/>
        <pc:sldMkLst>
          <pc:docMk/>
          <pc:sldMk cId="1630523457" sldId="1170"/>
        </pc:sldMkLst>
      </pc:sldChg>
    </pc:docChg>
  </pc:docChgLst>
  <pc:docChgLst>
    <pc:chgData name="欣捷" userId="b965477fa0aef5e6" providerId="LiveId" clId="{F58CB589-EA88-41E9-89B9-70387DC4BAF4}"/>
    <pc:docChg chg="undo redo custSel addSld delSld modSld sldOrd">
      <pc:chgData name="欣捷" userId="b965477fa0aef5e6" providerId="LiveId" clId="{F58CB589-EA88-41E9-89B9-70387DC4BAF4}" dt="2021-04-20T09:32:41.428" v="761" actId="47"/>
      <pc:docMkLst>
        <pc:docMk/>
      </pc:docMkLst>
      <pc:sldChg chg="modSp add mod">
        <pc:chgData name="欣捷" userId="b965477fa0aef5e6" providerId="LiveId" clId="{F58CB589-EA88-41E9-89B9-70387DC4BAF4}" dt="2021-04-20T08:43:06.926" v="315" actId="20577"/>
        <pc:sldMkLst>
          <pc:docMk/>
          <pc:sldMk cId="0" sldId="878"/>
        </pc:sldMkLst>
      </pc:sldChg>
      <pc:sldChg chg="modSp add mod ord">
        <pc:chgData name="欣捷" userId="b965477fa0aef5e6" providerId="LiveId" clId="{F58CB589-EA88-41E9-89B9-70387DC4BAF4}" dt="2021-04-20T08:18:54.864" v="3"/>
        <pc:sldMkLst>
          <pc:docMk/>
          <pc:sldMk cId="1458318623" sldId="897"/>
        </pc:sldMkLst>
      </pc:sldChg>
      <pc:sldChg chg="addSp delSp modSp mod modClrScheme chgLayout">
        <pc:chgData name="欣捷" userId="b965477fa0aef5e6" providerId="LiveId" clId="{F58CB589-EA88-41E9-89B9-70387DC4BAF4}" dt="2021-04-20T09:29:18.266" v="712" actId="1076"/>
        <pc:sldMkLst>
          <pc:docMk/>
          <pc:sldMk cId="0" sldId="935"/>
        </pc:sldMkLst>
      </pc:sldChg>
      <pc:sldChg chg="addSp delSp modSp mod modClrScheme chgLayout">
        <pc:chgData name="欣捷" userId="b965477fa0aef5e6" providerId="LiveId" clId="{F58CB589-EA88-41E9-89B9-70387DC4BAF4}" dt="2021-04-20T09:29:13.066" v="710" actId="1076"/>
        <pc:sldMkLst>
          <pc:docMk/>
          <pc:sldMk cId="0" sldId="936"/>
        </pc:sldMkLst>
      </pc:sldChg>
      <pc:sldChg chg="modSp mod chgLayout">
        <pc:chgData name="欣捷" userId="b965477fa0aef5e6" providerId="LiveId" clId="{F58CB589-EA88-41E9-89B9-70387DC4BAF4}" dt="2021-04-20T08:23:47.487" v="29" actId="700"/>
        <pc:sldMkLst>
          <pc:docMk/>
          <pc:sldMk cId="0" sldId="937"/>
        </pc:sldMkLst>
      </pc:sldChg>
      <pc:sldChg chg="addSp delSp modSp mod modClrScheme chgLayout">
        <pc:chgData name="欣捷" userId="b965477fa0aef5e6" providerId="LiveId" clId="{F58CB589-EA88-41E9-89B9-70387DC4BAF4}" dt="2021-04-20T09:29:05.674" v="709" actId="1076"/>
        <pc:sldMkLst>
          <pc:docMk/>
          <pc:sldMk cId="0" sldId="938"/>
        </pc:sldMkLst>
      </pc:sldChg>
      <pc:sldChg chg="modSp mod chgLayout">
        <pc:chgData name="欣捷" userId="b965477fa0aef5e6" providerId="LiveId" clId="{F58CB589-EA88-41E9-89B9-70387DC4BAF4}" dt="2021-04-20T08:23:54.789" v="30" actId="700"/>
        <pc:sldMkLst>
          <pc:docMk/>
          <pc:sldMk cId="0" sldId="939"/>
        </pc:sldMkLst>
      </pc:sldChg>
      <pc:sldChg chg="addSp delSp modSp mod modClrScheme chgLayout">
        <pc:chgData name="欣捷" userId="b965477fa0aef5e6" providerId="LiveId" clId="{F58CB589-EA88-41E9-89B9-70387DC4BAF4}" dt="2021-04-20T09:29:31.533" v="716" actId="1076"/>
        <pc:sldMkLst>
          <pc:docMk/>
          <pc:sldMk cId="0" sldId="940"/>
        </pc:sldMkLst>
      </pc:sldChg>
      <pc:sldChg chg="modSp mod chgLayout">
        <pc:chgData name="欣捷" userId="b965477fa0aef5e6" providerId="LiveId" clId="{F58CB589-EA88-41E9-89B9-70387DC4BAF4}" dt="2021-04-20T08:23:54.789" v="30" actId="700"/>
        <pc:sldMkLst>
          <pc:docMk/>
          <pc:sldMk cId="0" sldId="941"/>
        </pc:sldMkLst>
      </pc:sldChg>
      <pc:sldChg chg="addSp delSp modSp mod modClrScheme chgLayout">
        <pc:chgData name="欣捷" userId="b965477fa0aef5e6" providerId="LiveId" clId="{F58CB589-EA88-41E9-89B9-70387DC4BAF4}" dt="2021-04-20T09:29:55.767" v="720" actId="1076"/>
        <pc:sldMkLst>
          <pc:docMk/>
          <pc:sldMk cId="0" sldId="942"/>
        </pc:sldMkLst>
      </pc:sldChg>
      <pc:sldChg chg="addSp delSp modSp mod modClrScheme chgLayout">
        <pc:chgData name="欣捷" userId="b965477fa0aef5e6" providerId="LiveId" clId="{F58CB589-EA88-41E9-89B9-70387DC4BAF4}" dt="2021-04-20T09:30:03.602" v="724" actId="1076"/>
        <pc:sldMkLst>
          <pc:docMk/>
          <pc:sldMk cId="0" sldId="943"/>
        </pc:sldMkLst>
      </pc:sldChg>
      <pc:sldChg chg="addSp delSp modSp mod modClrScheme chgLayout">
        <pc:chgData name="欣捷" userId="b965477fa0aef5e6" providerId="LiveId" clId="{F58CB589-EA88-41E9-89B9-70387DC4BAF4}" dt="2021-04-20T09:30:13.214" v="728" actId="1076"/>
        <pc:sldMkLst>
          <pc:docMk/>
          <pc:sldMk cId="672076074" sldId="945"/>
        </pc:sldMkLst>
      </pc:sldChg>
      <pc:sldChg chg="addSp delSp modSp mod modClrScheme chgLayout">
        <pc:chgData name="欣捷" userId="b965477fa0aef5e6" providerId="LiveId" clId="{F58CB589-EA88-41E9-89B9-70387DC4BAF4}" dt="2021-04-20T09:30:22.742" v="732" actId="1076"/>
        <pc:sldMkLst>
          <pc:docMk/>
          <pc:sldMk cId="4090644917" sldId="946"/>
        </pc:sldMkLst>
      </pc:sldChg>
      <pc:sldChg chg="addSp delSp modSp mod modClrScheme chgLayout">
        <pc:chgData name="欣捷" userId="b965477fa0aef5e6" providerId="LiveId" clId="{F58CB589-EA88-41E9-89B9-70387DC4BAF4}" dt="2021-04-20T09:30:35.228" v="736" actId="1076"/>
        <pc:sldMkLst>
          <pc:docMk/>
          <pc:sldMk cId="0" sldId="947"/>
        </pc:sldMkLst>
      </pc:sldChg>
      <pc:sldChg chg="del">
        <pc:chgData name="欣捷" userId="b965477fa0aef5e6" providerId="LiveId" clId="{F58CB589-EA88-41E9-89B9-70387DC4BAF4}" dt="2021-04-20T09:30:56.176" v="737" actId="47"/>
        <pc:sldMkLst>
          <pc:docMk/>
          <pc:sldMk cId="0" sldId="948"/>
        </pc:sldMkLst>
      </pc:sldChg>
      <pc:sldChg chg="del">
        <pc:chgData name="欣捷" userId="b965477fa0aef5e6" providerId="LiveId" clId="{F58CB589-EA88-41E9-89B9-70387DC4BAF4}" dt="2021-04-20T09:30:56.176" v="737" actId="47"/>
        <pc:sldMkLst>
          <pc:docMk/>
          <pc:sldMk cId="0" sldId="949"/>
        </pc:sldMkLst>
      </pc:sldChg>
      <pc:sldChg chg="del">
        <pc:chgData name="欣捷" userId="b965477fa0aef5e6" providerId="LiveId" clId="{F58CB589-EA88-41E9-89B9-70387DC4BAF4}" dt="2021-04-20T09:30:56.176" v="737" actId="47"/>
        <pc:sldMkLst>
          <pc:docMk/>
          <pc:sldMk cId="0" sldId="950"/>
        </pc:sldMkLst>
      </pc:sldChg>
      <pc:sldChg chg="del">
        <pc:chgData name="欣捷" userId="b965477fa0aef5e6" providerId="LiveId" clId="{F58CB589-EA88-41E9-89B9-70387DC4BAF4}" dt="2021-04-20T09:30:56.176" v="737" actId="47"/>
        <pc:sldMkLst>
          <pc:docMk/>
          <pc:sldMk cId="0" sldId="951"/>
        </pc:sldMkLst>
      </pc:sldChg>
      <pc:sldChg chg="del">
        <pc:chgData name="欣捷" userId="b965477fa0aef5e6" providerId="LiveId" clId="{F58CB589-EA88-41E9-89B9-70387DC4BAF4}" dt="2021-04-20T09:30:56.176" v="737" actId="47"/>
        <pc:sldMkLst>
          <pc:docMk/>
          <pc:sldMk cId="0" sldId="952"/>
        </pc:sldMkLst>
      </pc:sldChg>
      <pc:sldChg chg="del">
        <pc:chgData name="欣捷" userId="b965477fa0aef5e6" providerId="LiveId" clId="{F58CB589-EA88-41E9-89B9-70387DC4BAF4}" dt="2021-04-20T09:30:56.176" v="737" actId="47"/>
        <pc:sldMkLst>
          <pc:docMk/>
          <pc:sldMk cId="0" sldId="953"/>
        </pc:sldMkLst>
      </pc:sldChg>
      <pc:sldChg chg="del">
        <pc:chgData name="欣捷" userId="b965477fa0aef5e6" providerId="LiveId" clId="{F58CB589-EA88-41E9-89B9-70387DC4BAF4}" dt="2021-04-20T09:30:56.176" v="737" actId="47"/>
        <pc:sldMkLst>
          <pc:docMk/>
          <pc:sldMk cId="0" sldId="954"/>
        </pc:sldMkLst>
      </pc:sldChg>
      <pc:sldChg chg="addSp delSp modSp mod modClrScheme chgLayout">
        <pc:chgData name="欣捷" userId="b965477fa0aef5e6" providerId="LiveId" clId="{F58CB589-EA88-41E9-89B9-70387DC4BAF4}" dt="2021-04-20T09:31:46.207" v="757" actId="6549"/>
        <pc:sldMkLst>
          <pc:docMk/>
          <pc:sldMk cId="0" sldId="955"/>
        </pc:sldMkLst>
      </pc:sldChg>
      <pc:sldChg chg="modSp mod chgLayout">
        <pc:chgData name="欣捷" userId="b965477fa0aef5e6" providerId="LiveId" clId="{F58CB589-EA88-41E9-89B9-70387DC4BAF4}" dt="2021-04-20T08:23:39.727" v="28" actId="700"/>
        <pc:sldMkLst>
          <pc:docMk/>
          <pc:sldMk cId="0" sldId="962"/>
        </pc:sldMkLst>
      </pc:sldChg>
      <pc:sldChg chg="modSp mod chgLayout">
        <pc:chgData name="欣捷" userId="b965477fa0aef5e6" providerId="LiveId" clId="{F58CB589-EA88-41E9-89B9-70387DC4BAF4}" dt="2021-04-20T08:23:39.727" v="28" actId="700"/>
        <pc:sldMkLst>
          <pc:docMk/>
          <pc:sldMk cId="0" sldId="963"/>
        </pc:sldMkLst>
      </pc:sldChg>
      <pc:sldChg chg="modSp mod chgLayout">
        <pc:chgData name="欣捷" userId="b965477fa0aef5e6" providerId="LiveId" clId="{F58CB589-EA88-41E9-89B9-70387DC4BAF4}" dt="2021-04-20T08:23:47.487" v="29" actId="700"/>
        <pc:sldMkLst>
          <pc:docMk/>
          <pc:sldMk cId="0" sldId="964"/>
        </pc:sldMkLst>
      </pc:sldChg>
      <pc:sldChg chg="modSp mod chgLayout">
        <pc:chgData name="欣捷" userId="b965477fa0aef5e6" providerId="LiveId" clId="{F58CB589-EA88-41E9-89B9-70387DC4BAF4}" dt="2021-04-20T08:23:47.487" v="29" actId="700"/>
        <pc:sldMkLst>
          <pc:docMk/>
          <pc:sldMk cId="0" sldId="965"/>
        </pc:sldMkLst>
      </pc:sldChg>
      <pc:sldChg chg="modSp mod chgLayout">
        <pc:chgData name="欣捷" userId="b965477fa0aef5e6" providerId="LiveId" clId="{F58CB589-EA88-41E9-89B9-70387DC4BAF4}" dt="2021-04-20T08:23:54.789" v="30" actId="700"/>
        <pc:sldMkLst>
          <pc:docMk/>
          <pc:sldMk cId="0" sldId="966"/>
        </pc:sldMkLst>
      </pc:sldChg>
      <pc:sldChg chg="modSp mod chgLayout">
        <pc:chgData name="欣捷" userId="b965477fa0aef5e6" providerId="LiveId" clId="{F58CB589-EA88-41E9-89B9-70387DC4BAF4}" dt="2021-04-20T08:23:54.789" v="30" actId="700"/>
        <pc:sldMkLst>
          <pc:docMk/>
          <pc:sldMk cId="0" sldId="967"/>
        </pc:sldMkLst>
      </pc:sldChg>
      <pc:sldChg chg="modSp mod chgLayout">
        <pc:chgData name="欣捷" userId="b965477fa0aef5e6" providerId="LiveId" clId="{F58CB589-EA88-41E9-89B9-70387DC4BAF4}" dt="2021-04-20T08:23:54.789" v="30" actId="700"/>
        <pc:sldMkLst>
          <pc:docMk/>
          <pc:sldMk cId="0" sldId="968"/>
        </pc:sldMkLst>
      </pc:sldChg>
      <pc:sldChg chg="modSp mod chgLayout">
        <pc:chgData name="欣捷" userId="b965477fa0aef5e6" providerId="LiveId" clId="{F58CB589-EA88-41E9-89B9-70387DC4BAF4}" dt="2021-04-20T08:23:54.789" v="30" actId="700"/>
        <pc:sldMkLst>
          <pc:docMk/>
          <pc:sldMk cId="0" sldId="969"/>
        </pc:sldMkLst>
      </pc:sldChg>
      <pc:sldChg chg="modSp mod">
        <pc:chgData name="欣捷" userId="b965477fa0aef5e6" providerId="LiveId" clId="{F58CB589-EA88-41E9-89B9-70387DC4BAF4}" dt="2021-04-20T08:19:15.765" v="4" actId="403"/>
        <pc:sldMkLst>
          <pc:docMk/>
          <pc:sldMk cId="0" sldId="1029"/>
        </pc:sldMkLst>
      </pc:sldChg>
      <pc:sldChg chg="modSp mod">
        <pc:chgData name="欣捷" userId="b965477fa0aef5e6" providerId="LiveId" clId="{F58CB589-EA88-41E9-89B9-70387DC4BAF4}" dt="2021-04-20T08:19:27.321" v="5" actId="403"/>
        <pc:sldMkLst>
          <pc:docMk/>
          <pc:sldMk cId="0" sldId="1030"/>
        </pc:sldMkLst>
      </pc:sldChg>
      <pc:sldChg chg="modSp mod">
        <pc:chgData name="欣捷" userId="b965477fa0aef5e6" providerId="LiveId" clId="{F58CB589-EA88-41E9-89B9-70387DC4BAF4}" dt="2021-04-20T08:24:15.236" v="34" actId="207"/>
        <pc:sldMkLst>
          <pc:docMk/>
          <pc:sldMk cId="0" sldId="1037"/>
        </pc:sldMkLst>
      </pc:sldChg>
      <pc:sldChg chg="del">
        <pc:chgData name="欣捷" userId="b965477fa0aef5e6" providerId="LiveId" clId="{F58CB589-EA88-41E9-89B9-70387DC4BAF4}" dt="2021-04-20T09:32:41.428" v="761" actId="47"/>
        <pc:sldMkLst>
          <pc:docMk/>
          <pc:sldMk cId="0" sldId="1058"/>
        </pc:sldMkLst>
      </pc:sldChg>
      <pc:sldChg chg="modSp mod ord chgLayout">
        <pc:chgData name="欣捷" userId="b965477fa0aef5e6" providerId="LiveId" clId="{F58CB589-EA88-41E9-89B9-70387DC4BAF4}" dt="2021-04-20T09:12:15.268" v="475"/>
        <pc:sldMkLst>
          <pc:docMk/>
          <pc:sldMk cId="0" sldId="1080"/>
        </pc:sldMkLst>
      </pc:sldChg>
      <pc:sldChg chg="modSp mod ord chgLayout">
        <pc:chgData name="欣捷" userId="b965477fa0aef5e6" providerId="LiveId" clId="{F58CB589-EA88-41E9-89B9-70387DC4BAF4}" dt="2021-04-20T09:15:43.505" v="571" actId="113"/>
        <pc:sldMkLst>
          <pc:docMk/>
          <pc:sldMk cId="0" sldId="1081"/>
        </pc:sldMkLst>
      </pc:sldChg>
      <pc:sldChg chg="modSp mod chgLayout">
        <pc:chgData name="欣捷" userId="b965477fa0aef5e6" providerId="LiveId" clId="{F58CB589-EA88-41E9-89B9-70387DC4BAF4}" dt="2021-04-20T09:27:46.211" v="695" actId="403"/>
        <pc:sldMkLst>
          <pc:docMk/>
          <pc:sldMk cId="0" sldId="1082"/>
        </pc:sldMkLst>
      </pc:sldChg>
      <pc:sldChg chg="modSp mod chgLayout">
        <pc:chgData name="欣捷" userId="b965477fa0aef5e6" providerId="LiveId" clId="{F58CB589-EA88-41E9-89B9-70387DC4BAF4}" dt="2021-04-20T09:27:57.886" v="697" actId="207"/>
        <pc:sldMkLst>
          <pc:docMk/>
          <pc:sldMk cId="0" sldId="1083"/>
        </pc:sldMkLst>
      </pc:sldChg>
      <pc:sldChg chg="del">
        <pc:chgData name="欣捷" userId="b965477fa0aef5e6" providerId="LiveId" clId="{F58CB589-EA88-41E9-89B9-70387DC4BAF4}" dt="2021-04-20T08:21:42.117" v="22" actId="47"/>
        <pc:sldMkLst>
          <pc:docMk/>
          <pc:sldMk cId="0" sldId="1084"/>
        </pc:sldMkLst>
      </pc:sldChg>
      <pc:sldChg chg="modSp mod chgLayout">
        <pc:chgData name="欣捷" userId="b965477fa0aef5e6" providerId="LiveId" clId="{F58CB589-EA88-41E9-89B9-70387DC4BAF4}" dt="2021-04-20T08:24:31.308" v="36" actId="700"/>
        <pc:sldMkLst>
          <pc:docMk/>
          <pc:sldMk cId="0" sldId="1090"/>
        </pc:sldMkLst>
      </pc:sldChg>
      <pc:sldChg chg="modSp mod chgLayout">
        <pc:chgData name="欣捷" userId="b965477fa0aef5e6" providerId="LiveId" clId="{F58CB589-EA88-41E9-89B9-70387DC4BAF4}" dt="2021-04-20T09:32:19.053" v="758" actId="700"/>
        <pc:sldMkLst>
          <pc:docMk/>
          <pc:sldMk cId="0" sldId="1095"/>
        </pc:sldMkLst>
      </pc:sldChg>
      <pc:sldChg chg="modSp mod chgLayout">
        <pc:chgData name="欣捷" userId="b965477fa0aef5e6" providerId="LiveId" clId="{F58CB589-EA88-41E9-89B9-70387DC4BAF4}" dt="2021-04-20T09:32:36.730" v="760" actId="1076"/>
        <pc:sldMkLst>
          <pc:docMk/>
          <pc:sldMk cId="0" sldId="1106"/>
        </pc:sldMkLst>
      </pc:sldChg>
      <pc:sldChg chg="modSp mod modClrScheme chgLayout">
        <pc:chgData name="欣捷" userId="b965477fa0aef5e6" providerId="LiveId" clId="{F58CB589-EA88-41E9-89B9-70387DC4BAF4}" dt="2021-04-20T08:23:47.487" v="29" actId="700"/>
        <pc:sldMkLst>
          <pc:docMk/>
          <pc:sldMk cId="0" sldId="1110"/>
        </pc:sldMkLst>
      </pc:sldChg>
      <pc:sldChg chg="del">
        <pc:chgData name="欣捷" userId="b965477fa0aef5e6" providerId="LiveId" clId="{F58CB589-EA88-41E9-89B9-70387DC4BAF4}" dt="2021-04-20T08:43:18.183" v="316" actId="47"/>
        <pc:sldMkLst>
          <pc:docMk/>
          <pc:sldMk cId="0" sldId="1111"/>
        </pc:sldMkLst>
      </pc:sldChg>
      <pc:sldChg chg="del">
        <pc:chgData name="欣捷" userId="b965477fa0aef5e6" providerId="LiveId" clId="{F58CB589-EA88-41E9-89B9-70387DC4BAF4}" dt="2021-04-20T08:43:18.183" v="316" actId="47"/>
        <pc:sldMkLst>
          <pc:docMk/>
          <pc:sldMk cId="0" sldId="1112"/>
        </pc:sldMkLst>
      </pc:sldChg>
      <pc:sldChg chg="addSp delSp modSp mod modClrScheme chgLayout">
        <pc:chgData name="欣捷" userId="b965477fa0aef5e6" providerId="LiveId" clId="{F58CB589-EA88-41E9-89B9-70387DC4BAF4}" dt="2021-04-20T09:23:35.738" v="630" actId="1036"/>
        <pc:sldMkLst>
          <pc:docMk/>
          <pc:sldMk cId="0" sldId="1127"/>
        </pc:sldMkLst>
      </pc:sldChg>
      <pc:sldChg chg="del">
        <pc:chgData name="欣捷" userId="b965477fa0aef5e6" providerId="LiveId" clId="{F58CB589-EA88-41E9-89B9-70387DC4BAF4}" dt="2021-04-20T09:22:15.350" v="607" actId="47"/>
        <pc:sldMkLst>
          <pc:docMk/>
          <pc:sldMk cId="0" sldId="1128"/>
        </pc:sldMkLst>
      </pc:sldChg>
      <pc:sldChg chg="del">
        <pc:chgData name="欣捷" userId="b965477fa0aef5e6" providerId="LiveId" clId="{F58CB589-EA88-41E9-89B9-70387DC4BAF4}" dt="2021-04-20T09:25:36.833" v="639" actId="47"/>
        <pc:sldMkLst>
          <pc:docMk/>
          <pc:sldMk cId="0" sldId="1129"/>
        </pc:sldMkLst>
      </pc:sldChg>
      <pc:sldChg chg="del">
        <pc:chgData name="欣捷" userId="b965477fa0aef5e6" providerId="LiveId" clId="{F58CB589-EA88-41E9-89B9-70387DC4BAF4}" dt="2021-04-20T09:22:14.137" v="606" actId="47"/>
        <pc:sldMkLst>
          <pc:docMk/>
          <pc:sldMk cId="0" sldId="1130"/>
        </pc:sldMkLst>
      </pc:sldChg>
      <pc:sldChg chg="addSp delSp modSp mod modClrScheme modAnim chgLayout">
        <pc:chgData name="欣捷" userId="b965477fa0aef5e6" providerId="LiveId" clId="{F58CB589-EA88-41E9-89B9-70387DC4BAF4}" dt="2021-04-20T09:22:44.424" v="618" actId="6549"/>
        <pc:sldMkLst>
          <pc:docMk/>
          <pc:sldMk cId="0" sldId="1131"/>
        </pc:sldMkLst>
      </pc:sldChg>
      <pc:sldChg chg="del">
        <pc:chgData name="欣捷" userId="b965477fa0aef5e6" providerId="LiveId" clId="{F58CB589-EA88-41E9-89B9-70387DC4BAF4}" dt="2021-04-20T09:23:13.894" v="622" actId="47"/>
        <pc:sldMkLst>
          <pc:docMk/>
          <pc:sldMk cId="0" sldId="1132"/>
        </pc:sldMkLst>
      </pc:sldChg>
      <pc:sldChg chg="del">
        <pc:chgData name="欣捷" userId="b965477fa0aef5e6" providerId="LiveId" clId="{F58CB589-EA88-41E9-89B9-70387DC4BAF4}" dt="2021-04-20T09:25:37.789" v="640" actId="47"/>
        <pc:sldMkLst>
          <pc:docMk/>
          <pc:sldMk cId="0" sldId="1133"/>
        </pc:sldMkLst>
      </pc:sldChg>
      <pc:sldChg chg="addSp delSp modSp mod modClrScheme chgLayout">
        <pc:chgData name="欣捷" userId="b965477fa0aef5e6" providerId="LiveId" clId="{F58CB589-EA88-41E9-89B9-70387DC4BAF4}" dt="2021-04-20T09:27:02.367" v="678" actId="6549"/>
        <pc:sldMkLst>
          <pc:docMk/>
          <pc:sldMk cId="0" sldId="1134"/>
        </pc:sldMkLst>
      </pc:sldChg>
      <pc:sldChg chg="del">
        <pc:chgData name="欣捷" userId="b965477fa0aef5e6" providerId="LiveId" clId="{F58CB589-EA88-41E9-89B9-70387DC4BAF4}" dt="2021-04-20T09:25:38.455" v="641" actId="47"/>
        <pc:sldMkLst>
          <pc:docMk/>
          <pc:sldMk cId="0" sldId="1135"/>
        </pc:sldMkLst>
      </pc:sldChg>
      <pc:sldChg chg="del">
        <pc:chgData name="欣捷" userId="b965477fa0aef5e6" providerId="LiveId" clId="{F58CB589-EA88-41E9-89B9-70387DC4BAF4}" dt="2021-04-20T09:25:39.106" v="642" actId="47"/>
        <pc:sldMkLst>
          <pc:docMk/>
          <pc:sldMk cId="0" sldId="1136"/>
        </pc:sldMkLst>
      </pc:sldChg>
      <pc:sldChg chg="del">
        <pc:chgData name="欣捷" userId="b965477fa0aef5e6" providerId="LiveId" clId="{F58CB589-EA88-41E9-89B9-70387DC4BAF4}" dt="2021-04-20T09:25:39.786" v="643" actId="47"/>
        <pc:sldMkLst>
          <pc:docMk/>
          <pc:sldMk cId="0" sldId="1137"/>
        </pc:sldMkLst>
      </pc:sldChg>
      <pc:sldChg chg="delSp modSp mod modClrScheme chgLayout">
        <pc:chgData name="欣捷" userId="b965477fa0aef5e6" providerId="LiveId" clId="{F58CB589-EA88-41E9-89B9-70387DC4BAF4}" dt="2021-04-20T08:24:26.586" v="35" actId="700"/>
        <pc:sldMkLst>
          <pc:docMk/>
          <pc:sldMk cId="0" sldId="1138"/>
        </pc:sldMkLst>
      </pc:sldChg>
      <pc:sldChg chg="modSp add mod">
        <pc:chgData name="欣捷" userId="b965477fa0aef5e6" providerId="LiveId" clId="{F58CB589-EA88-41E9-89B9-70387DC4BAF4}" dt="2021-04-20T09:06:56.490" v="327" actId="20577"/>
        <pc:sldMkLst>
          <pc:docMk/>
          <pc:sldMk cId="516213771" sldId="1139"/>
        </pc:sldMkLst>
      </pc:sldChg>
      <pc:sldChg chg="addSp delSp modSp add del mod modClrScheme chgLayout">
        <pc:chgData name="欣捷" userId="b965477fa0aef5e6" providerId="LiveId" clId="{F58CB589-EA88-41E9-89B9-70387DC4BAF4}" dt="2021-04-20T09:24:36.270" v="634" actId="47"/>
        <pc:sldMkLst>
          <pc:docMk/>
          <pc:sldMk cId="2084196931" sldId="1140"/>
        </pc:sldMkLst>
      </pc:sldChg>
      <pc:sldChg chg="addSp delSp modSp add del mod">
        <pc:chgData name="欣捷" userId="b965477fa0aef5e6" providerId="LiveId" clId="{F58CB589-EA88-41E9-89B9-70387DC4BAF4}" dt="2021-04-20T08:31:51.743" v="129" actId="47"/>
        <pc:sldMkLst>
          <pc:docMk/>
          <pc:sldMk cId="3335640676" sldId="1140"/>
        </pc:sldMkLst>
      </pc:sldChg>
      <pc:sldChg chg="modSp add mod">
        <pc:chgData name="欣捷" userId="b965477fa0aef5e6" providerId="LiveId" clId="{F58CB589-EA88-41E9-89B9-70387DC4BAF4}" dt="2021-04-20T09:06:39.328" v="324" actId="113"/>
        <pc:sldMkLst>
          <pc:docMk/>
          <pc:sldMk cId="406512071" sldId="1141"/>
        </pc:sldMkLst>
      </pc:sldChg>
      <pc:sldChg chg="modSp new mod modAnim">
        <pc:chgData name="欣捷" userId="b965477fa0aef5e6" providerId="LiveId" clId="{F58CB589-EA88-41E9-89B9-70387DC4BAF4}" dt="2021-04-20T09:12:09.602" v="473"/>
        <pc:sldMkLst>
          <pc:docMk/>
          <pc:sldMk cId="1844201406" sldId="1142"/>
        </pc:sldMkLst>
      </pc:sldChg>
      <pc:sldChg chg="modSp add mod">
        <pc:chgData name="欣捷" userId="b965477fa0aef5e6" providerId="LiveId" clId="{F58CB589-EA88-41E9-89B9-70387DC4BAF4}" dt="2021-04-20T09:22:54.495" v="619" actId="6549"/>
        <pc:sldMkLst>
          <pc:docMk/>
          <pc:sldMk cId="3037729556" sldId="1143"/>
        </pc:sldMkLst>
      </pc:sldChg>
      <pc:sldChg chg="add">
        <pc:chgData name="欣捷" userId="b965477fa0aef5e6" providerId="LiveId" clId="{F58CB589-EA88-41E9-89B9-70387DC4BAF4}" dt="2021-04-20T09:22:19.763" v="609"/>
        <pc:sldMkLst>
          <pc:docMk/>
          <pc:sldMk cId="546972322" sldId="1144"/>
        </pc:sldMkLst>
      </pc:sldChg>
      <pc:sldChg chg="modSp add">
        <pc:chgData name="欣捷" userId="b965477fa0aef5e6" providerId="LiveId" clId="{F58CB589-EA88-41E9-89B9-70387DC4BAF4}" dt="2021-04-20T09:23:11.343" v="621"/>
        <pc:sldMkLst>
          <pc:docMk/>
          <pc:sldMk cId="4223351651" sldId="1145"/>
        </pc:sldMkLst>
      </pc:sldChg>
      <pc:sldChg chg="modSp add mod">
        <pc:chgData name="欣捷" userId="b965477fa0aef5e6" providerId="LiveId" clId="{F58CB589-EA88-41E9-89B9-70387DC4BAF4}" dt="2021-04-20T09:27:13.884" v="685" actId="20577"/>
        <pc:sldMkLst>
          <pc:docMk/>
          <pc:sldMk cId="1246412149" sldId="1146"/>
        </pc:sldMkLst>
      </pc:sldChg>
      <pc:sldChg chg="modSp add mod">
        <pc:chgData name="欣捷" userId="b965477fa0aef5e6" providerId="LiveId" clId="{F58CB589-EA88-41E9-89B9-70387DC4BAF4}" dt="2021-04-20T09:27:18.394" v="687" actId="20577"/>
        <pc:sldMkLst>
          <pc:docMk/>
          <pc:sldMk cId="1563518926" sldId="1147"/>
        </pc:sldMkLst>
      </pc:sldChg>
      <pc:sldChg chg="modSp add mod">
        <pc:chgData name="欣捷" userId="b965477fa0aef5e6" providerId="LiveId" clId="{F58CB589-EA88-41E9-89B9-70387DC4BAF4}" dt="2021-04-20T09:27:22.409" v="689" actId="20577"/>
        <pc:sldMkLst>
          <pc:docMk/>
          <pc:sldMk cId="3006853834" sldId="1148"/>
        </pc:sldMkLst>
      </pc:sldChg>
      <pc:sldChg chg="modSp add mod">
        <pc:chgData name="欣捷" userId="b965477fa0aef5e6" providerId="LiveId" clId="{F58CB589-EA88-41E9-89B9-70387DC4BAF4}" dt="2021-04-20T09:27:26.586" v="691" actId="20577"/>
        <pc:sldMkLst>
          <pc:docMk/>
          <pc:sldMk cId="2869246556" sldId="1149"/>
        </pc:sldMkLst>
      </pc:sldChg>
      <pc:sldChg chg="modSp add mod">
        <pc:chgData name="欣捷" userId="b965477fa0aef5e6" providerId="LiveId" clId="{F58CB589-EA88-41E9-89B9-70387DC4BAF4}" dt="2021-04-20T09:27:31.804" v="693" actId="20577"/>
        <pc:sldMkLst>
          <pc:docMk/>
          <pc:sldMk cId="500657596" sldId="1150"/>
        </pc:sldMkLst>
      </pc:sldChg>
      <pc:sldChg chg="modSp add mod">
        <pc:chgData name="欣捷" userId="b965477fa0aef5e6" providerId="LiveId" clId="{F58CB589-EA88-41E9-89B9-70387DC4BAF4}" dt="2021-04-20T09:27:37.737" v="694" actId="20577"/>
        <pc:sldMkLst>
          <pc:docMk/>
          <pc:sldMk cId="3962178428" sldId="1151"/>
        </pc:sldMkLst>
      </pc:sldChg>
      <pc:sldChg chg="modSp add mod">
        <pc:chgData name="欣捷" userId="b965477fa0aef5e6" providerId="LiveId" clId="{F58CB589-EA88-41E9-89B9-70387DC4BAF4}" dt="2021-04-20T09:31:43.160" v="756" actId="6549"/>
        <pc:sldMkLst>
          <pc:docMk/>
          <pc:sldMk cId="389650025" sldId="1152"/>
        </pc:sldMkLst>
      </pc:sldChg>
      <pc:sldChg chg="modSp add mod">
        <pc:chgData name="欣捷" userId="b965477fa0aef5e6" providerId="LiveId" clId="{F58CB589-EA88-41E9-89B9-70387DC4BAF4}" dt="2021-04-20T09:31:40.862" v="755" actId="6549"/>
        <pc:sldMkLst>
          <pc:docMk/>
          <pc:sldMk cId="235929361" sldId="1153"/>
        </pc:sldMkLst>
      </pc:sldChg>
      <pc:sldChg chg="modSp add mod">
        <pc:chgData name="欣捷" userId="b965477fa0aef5e6" providerId="LiveId" clId="{F58CB589-EA88-41E9-89B9-70387DC4BAF4}" dt="2021-04-20T09:31:38.269" v="754" actId="6549"/>
        <pc:sldMkLst>
          <pc:docMk/>
          <pc:sldMk cId="4207039851" sldId="1154"/>
        </pc:sldMkLst>
      </pc:sldChg>
      <pc:sldChg chg="modSp add mod">
        <pc:chgData name="欣捷" userId="b965477fa0aef5e6" providerId="LiveId" clId="{F58CB589-EA88-41E9-89B9-70387DC4BAF4}" dt="2021-04-20T09:31:35.597" v="753" actId="6549"/>
        <pc:sldMkLst>
          <pc:docMk/>
          <pc:sldMk cId="77711967" sldId="1155"/>
        </pc:sldMkLst>
      </pc:sldChg>
      <pc:sldChg chg="modSp add mod">
        <pc:chgData name="欣捷" userId="b965477fa0aef5e6" providerId="LiveId" clId="{F58CB589-EA88-41E9-89B9-70387DC4BAF4}" dt="2021-04-20T09:31:33.341" v="752" actId="6549"/>
        <pc:sldMkLst>
          <pc:docMk/>
          <pc:sldMk cId="1749343738" sldId="1156"/>
        </pc:sldMkLst>
      </pc:sldChg>
      <pc:sldChg chg="modSp add mod">
        <pc:chgData name="欣捷" userId="b965477fa0aef5e6" providerId="LiveId" clId="{F58CB589-EA88-41E9-89B9-70387DC4BAF4}" dt="2021-04-20T09:31:30.622" v="751" actId="6549"/>
        <pc:sldMkLst>
          <pc:docMk/>
          <pc:sldMk cId="3747700626" sldId="1157"/>
        </pc:sldMkLst>
      </pc:sldChg>
      <pc:sldChg chg="modSp add mod">
        <pc:chgData name="欣捷" userId="b965477fa0aef5e6" providerId="LiveId" clId="{F58CB589-EA88-41E9-89B9-70387DC4BAF4}" dt="2021-04-20T09:31:27.771" v="750" actId="6549"/>
        <pc:sldMkLst>
          <pc:docMk/>
          <pc:sldMk cId="2813883607" sldId="1158"/>
        </pc:sldMkLst>
      </pc:sldChg>
    </pc:docChg>
  </pc:docChgLst>
  <pc:docChgLst>
    <pc:chgData name="欣捷 王" userId="b965477fa0aef5e6" providerId="LiveId" clId="{E6BEFB55-2CEC-4525-99E0-1D07F8CFFA33}"/>
    <pc:docChg chg="custSel modSld">
      <pc:chgData name="欣捷 王" userId="b965477fa0aef5e6" providerId="LiveId" clId="{E6BEFB55-2CEC-4525-99E0-1D07F8CFFA33}" dt="2024-06-21T01:55:17.250" v="13"/>
      <pc:docMkLst>
        <pc:docMk/>
      </pc:docMkLst>
      <pc:sldChg chg="modSp mod">
        <pc:chgData name="欣捷 王" userId="b965477fa0aef5e6" providerId="LiveId" clId="{E6BEFB55-2CEC-4525-99E0-1D07F8CFFA33}" dt="2024-06-07T01:36:57.844" v="7" actId="20577"/>
        <pc:sldMkLst>
          <pc:docMk/>
          <pc:sldMk cId="0" sldId="452"/>
        </pc:sldMkLst>
      </pc:sldChg>
      <pc:sldChg chg="modSp mod">
        <pc:chgData name="欣捷 王" userId="b965477fa0aef5e6" providerId="LiveId" clId="{E6BEFB55-2CEC-4525-99E0-1D07F8CFFA33}" dt="2024-06-21T01:55:17.250" v="13"/>
        <pc:sldMkLst>
          <pc:docMk/>
          <pc:sldMk cId="3526128059" sldId="1246"/>
        </pc:sldMkLst>
      </pc:sldChg>
    </pc:docChg>
  </pc:docChgLst>
  <pc:docChgLst>
    <pc:chgData name="欣捷 王" userId="b965477fa0aef5e6" providerId="LiveId" clId="{4264DFF0-97F9-477E-ABE6-D70C226E351E}"/>
    <pc:docChg chg="undo custSel addSld delSld modSld">
      <pc:chgData name="欣捷 王" userId="b965477fa0aef5e6" providerId="LiveId" clId="{4264DFF0-97F9-477E-ABE6-D70C226E351E}" dt="2024-06-20T14:43:19" v="1213"/>
      <pc:docMkLst>
        <pc:docMk/>
      </pc:docMkLst>
      <pc:sldChg chg="addSp modSp">
        <pc:chgData name="欣捷 王" userId="b965477fa0aef5e6" providerId="LiveId" clId="{4264DFF0-97F9-477E-ABE6-D70C226E351E}" dt="2024-06-20T14:42:33.843" v="1212"/>
        <pc:sldMkLst>
          <pc:docMk/>
          <pc:sldMk cId="0" sldId="1183"/>
        </pc:sldMkLst>
      </pc:sldChg>
      <pc:sldChg chg="addSp modSp">
        <pc:chgData name="欣捷 王" userId="b965477fa0aef5e6" providerId="LiveId" clId="{4264DFF0-97F9-477E-ABE6-D70C226E351E}" dt="2024-06-20T14:43:19" v="1213"/>
        <pc:sldMkLst>
          <pc:docMk/>
          <pc:sldMk cId="0" sldId="1190"/>
        </pc:sldMkLst>
      </pc:sldChg>
      <pc:sldChg chg="modSp mod">
        <pc:chgData name="欣捷 王" userId="b965477fa0aef5e6" providerId="LiveId" clId="{4264DFF0-97F9-477E-ABE6-D70C226E351E}" dt="2024-06-17T14:25:24.645" v="4"/>
        <pc:sldMkLst>
          <pc:docMk/>
          <pc:sldMk cId="0" sldId="1226"/>
        </pc:sldMkLst>
      </pc:sldChg>
      <pc:sldChg chg="modSp del mod">
        <pc:chgData name="欣捷 王" userId="b965477fa0aef5e6" providerId="LiveId" clId="{4264DFF0-97F9-477E-ABE6-D70C226E351E}" dt="2024-06-17T14:25:26.495" v="5" actId="47"/>
        <pc:sldMkLst>
          <pc:docMk/>
          <pc:sldMk cId="0" sldId="1229"/>
        </pc:sldMkLst>
      </pc:sldChg>
      <pc:sldChg chg="addSp delSp modSp add mod replTag">
        <pc:chgData name="欣捷 王" userId="b965477fa0aef5e6" providerId="LiveId" clId="{4264DFF0-97F9-477E-ABE6-D70C226E351E}" dt="2024-06-20T14:39:53.965" v="1211"/>
        <pc:sldMkLst>
          <pc:docMk/>
          <pc:sldMk cId="2314167191" sldId="1245"/>
        </pc:sldMkLst>
      </pc:sldChg>
      <pc:sldChg chg="addSp delSp modSp add mod replTag">
        <pc:chgData name="欣捷 王" userId="b965477fa0aef5e6" providerId="LiveId" clId="{4264DFF0-97F9-477E-ABE6-D70C226E351E}" dt="2024-06-20T14:36:12.512" v="1181"/>
        <pc:sldMkLst>
          <pc:docMk/>
          <pc:sldMk cId="3526128059" sldId="1246"/>
        </pc:sldMkLst>
      </pc:sldChg>
    </pc:docChg>
  </pc:docChgLst>
  <pc:docChgLst>
    <pc:chgData name="王 欣捷" userId="b965477fa0aef5e6" providerId="LiveId" clId="{42F5414A-77DD-497C-9E00-587470874FE5}"/>
    <pc:docChg chg="addSld delSld modSld">
      <pc:chgData name="王 欣捷" userId="b965477fa0aef5e6" providerId="LiveId" clId="{42F5414A-77DD-497C-9E00-587470874FE5}" dt="2021-06-09T16:49:59.274" v="7"/>
      <pc:docMkLst>
        <pc:docMk/>
      </pc:docMkLst>
      <pc:sldChg chg="modSp add mod">
        <pc:chgData name="王 欣捷" userId="b965477fa0aef5e6" providerId="LiveId" clId="{42F5414A-77DD-497C-9E00-587470874FE5}" dt="2021-06-09T16:49:43.298" v="2"/>
        <pc:sldMkLst>
          <pc:docMk/>
          <pc:sldMk cId="0" sldId="1209"/>
        </pc:sldMkLst>
      </pc:sldChg>
      <pc:sldChg chg="modSp add mod">
        <pc:chgData name="王 欣捷" userId="b965477fa0aef5e6" providerId="LiveId" clId="{42F5414A-77DD-497C-9E00-587470874FE5}" dt="2021-06-09T16:49:45.906" v="3"/>
        <pc:sldMkLst>
          <pc:docMk/>
          <pc:sldMk cId="0" sldId="1210"/>
        </pc:sldMkLst>
      </pc:sldChg>
      <pc:sldChg chg="modSp add mod">
        <pc:chgData name="王 欣捷" userId="b965477fa0aef5e6" providerId="LiveId" clId="{42F5414A-77DD-497C-9E00-587470874FE5}" dt="2021-06-09T16:49:48.411" v="4"/>
        <pc:sldMkLst>
          <pc:docMk/>
          <pc:sldMk cId="0" sldId="1211"/>
        </pc:sldMkLst>
      </pc:sldChg>
      <pc:sldChg chg="modSp add mod">
        <pc:chgData name="王 欣捷" userId="b965477fa0aef5e6" providerId="LiveId" clId="{42F5414A-77DD-497C-9E00-587470874FE5}" dt="2021-06-09T16:49:50.721" v="5"/>
        <pc:sldMkLst>
          <pc:docMk/>
          <pc:sldMk cId="0" sldId="1212"/>
        </pc:sldMkLst>
      </pc:sldChg>
      <pc:sldChg chg="modSp add mod">
        <pc:chgData name="王 欣捷" userId="b965477fa0aef5e6" providerId="LiveId" clId="{42F5414A-77DD-497C-9E00-587470874FE5}" dt="2021-06-09T16:49:53.601" v="6"/>
        <pc:sldMkLst>
          <pc:docMk/>
          <pc:sldMk cId="0" sldId="1213"/>
        </pc:sldMkLst>
      </pc:sldChg>
      <pc:sldChg chg="modSp add mod">
        <pc:chgData name="王 欣捷" userId="b965477fa0aef5e6" providerId="LiveId" clId="{42F5414A-77DD-497C-9E00-587470874FE5}" dt="2021-06-09T16:49:59.274" v="7"/>
        <pc:sldMkLst>
          <pc:docMk/>
          <pc:sldMk cId="0" sldId="1216"/>
        </pc:sldMkLst>
      </pc:sldChg>
      <pc:sldChg chg="add del">
        <pc:chgData name="王 欣捷" userId="b965477fa0aef5e6" providerId="LiveId" clId="{42F5414A-77DD-497C-9E00-587470874FE5}" dt="2021-06-09T16:49:32.634" v="1" actId="47"/>
        <pc:sldMkLst>
          <pc:docMk/>
          <pc:sldMk cId="0" sldId="1233"/>
        </pc:sldMkLst>
      </pc:sldChg>
    </pc:docChg>
  </pc:docChgLst>
  <pc:docChgLst>
    <pc:chgData name="王 欣捷" userId="b965477fa0aef5e6" providerId="LiveId" clId="{646EF5DA-F69D-41A5-AE8C-55474A543171}"/>
    <pc:docChg chg="undo redo custSel addSld delSld modSld sldOrd">
      <pc:chgData name="王 欣捷" userId="b965477fa0aef5e6" providerId="LiveId" clId="{646EF5DA-F69D-41A5-AE8C-55474A543171}" dt="2021-06-15T09:56:14.936" v="2090" actId="113"/>
      <pc:docMkLst>
        <pc:docMk/>
      </pc:docMkLst>
      <pc:sldChg chg="modSp mod">
        <pc:chgData name="王 欣捷" userId="b965477fa0aef5e6" providerId="LiveId" clId="{646EF5DA-F69D-41A5-AE8C-55474A543171}" dt="2021-06-15T09:47:23.466" v="1818" actId="20577"/>
        <pc:sldMkLst>
          <pc:docMk/>
          <pc:sldMk cId="0" sldId="294"/>
        </pc:sldMkLst>
      </pc:sldChg>
      <pc:sldChg chg="modSp mod">
        <pc:chgData name="王 欣捷" userId="b965477fa0aef5e6" providerId="LiveId" clId="{646EF5DA-F69D-41A5-AE8C-55474A543171}" dt="2021-06-15T09:47:14.004" v="1815" actId="14"/>
        <pc:sldMkLst>
          <pc:docMk/>
          <pc:sldMk cId="0" sldId="452"/>
        </pc:sldMkLst>
      </pc:sldChg>
      <pc:sldChg chg="addSp delSp modSp mod">
        <pc:chgData name="王 欣捷" userId="b965477fa0aef5e6" providerId="LiveId" clId="{646EF5DA-F69D-41A5-AE8C-55474A543171}" dt="2021-06-15T09:25:47.325" v="1555" actId="1076"/>
        <pc:sldMkLst>
          <pc:docMk/>
          <pc:sldMk cId="0" sldId="1152"/>
        </pc:sldMkLst>
      </pc:sldChg>
      <pc:sldChg chg="modSp">
        <pc:chgData name="王 欣捷" userId="b965477fa0aef5e6" providerId="LiveId" clId="{646EF5DA-F69D-41A5-AE8C-55474A543171}" dt="2021-06-15T09:28:42.732" v="1610" actId="113"/>
        <pc:sldMkLst>
          <pc:docMk/>
          <pc:sldMk cId="0" sldId="1153"/>
        </pc:sldMkLst>
      </pc:sldChg>
      <pc:sldChg chg="modSp mod">
        <pc:chgData name="王 欣捷" userId="b965477fa0aef5e6" providerId="LiveId" clId="{646EF5DA-F69D-41A5-AE8C-55474A543171}" dt="2021-06-15T09:31:09.480" v="1615" actId="207"/>
        <pc:sldMkLst>
          <pc:docMk/>
          <pc:sldMk cId="0" sldId="1154"/>
        </pc:sldMkLst>
      </pc:sldChg>
      <pc:sldChg chg="addSp modSp mod">
        <pc:chgData name="王 欣捷" userId="b965477fa0aef5e6" providerId="LiveId" clId="{646EF5DA-F69D-41A5-AE8C-55474A543171}" dt="2021-06-15T09:42:39.701" v="1692" actId="14100"/>
        <pc:sldMkLst>
          <pc:docMk/>
          <pc:sldMk cId="0" sldId="1155"/>
        </pc:sldMkLst>
      </pc:sldChg>
      <pc:sldChg chg="del">
        <pc:chgData name="王 欣捷" userId="b965477fa0aef5e6" providerId="LiveId" clId="{646EF5DA-F69D-41A5-AE8C-55474A543171}" dt="2021-06-15T09:42:08.261" v="1682" actId="47"/>
        <pc:sldMkLst>
          <pc:docMk/>
          <pc:sldMk cId="0" sldId="1156"/>
        </pc:sldMkLst>
      </pc:sldChg>
      <pc:sldChg chg="modSp mod">
        <pc:chgData name="王 欣捷" userId="b965477fa0aef5e6" providerId="LiveId" clId="{646EF5DA-F69D-41A5-AE8C-55474A543171}" dt="2021-06-15T09:56:14.936" v="2090" actId="113"/>
        <pc:sldMkLst>
          <pc:docMk/>
          <pc:sldMk cId="0" sldId="1158"/>
        </pc:sldMkLst>
      </pc:sldChg>
      <pc:sldChg chg="modSp mod">
        <pc:chgData name="王 欣捷" userId="b965477fa0aef5e6" providerId="LiveId" clId="{646EF5DA-F69D-41A5-AE8C-55474A543171}" dt="2021-06-15T09:55:58.793" v="2063" actId="113"/>
        <pc:sldMkLst>
          <pc:docMk/>
          <pc:sldMk cId="0" sldId="1159"/>
        </pc:sldMkLst>
      </pc:sldChg>
      <pc:sldChg chg="modSp mod">
        <pc:chgData name="王 欣捷" userId="b965477fa0aef5e6" providerId="LiveId" clId="{646EF5DA-F69D-41A5-AE8C-55474A543171}" dt="2021-06-15T09:55:31.336" v="2061" actId="113"/>
        <pc:sldMkLst>
          <pc:docMk/>
          <pc:sldMk cId="0" sldId="1160"/>
        </pc:sldMkLst>
      </pc:sldChg>
      <pc:sldChg chg="addSp modSp mod">
        <pc:chgData name="王 欣捷" userId="b965477fa0aef5e6" providerId="LiveId" clId="{646EF5DA-F69D-41A5-AE8C-55474A543171}" dt="2021-06-15T06:20:45.987" v="121" actId="113"/>
        <pc:sldMkLst>
          <pc:docMk/>
          <pc:sldMk cId="0" sldId="1164"/>
        </pc:sldMkLst>
      </pc:sldChg>
      <pc:sldChg chg="addSp delSp modSp mod ord modClrScheme chgLayout">
        <pc:chgData name="王 欣捷" userId="b965477fa0aef5e6" providerId="LiveId" clId="{646EF5DA-F69D-41A5-AE8C-55474A543171}" dt="2021-06-15T08:20:46.369" v="1120" actId="478"/>
        <pc:sldMkLst>
          <pc:docMk/>
          <pc:sldMk cId="0" sldId="1169"/>
        </pc:sldMkLst>
      </pc:sldChg>
      <pc:sldChg chg="addSp modSp mod chgLayout">
        <pc:chgData name="王 欣捷" userId="b965477fa0aef5e6" providerId="LiveId" clId="{646EF5DA-F69D-41A5-AE8C-55474A543171}" dt="2021-06-15T08:06:31.141" v="984" actId="207"/>
        <pc:sldMkLst>
          <pc:docMk/>
          <pc:sldMk cId="0" sldId="1170"/>
        </pc:sldMkLst>
      </pc:sldChg>
      <pc:sldChg chg="addSp delSp modSp mod">
        <pc:chgData name="王 欣捷" userId="b965477fa0aef5e6" providerId="LiveId" clId="{646EF5DA-F69D-41A5-AE8C-55474A543171}" dt="2021-06-15T08:50:03.150" v="1181" actId="478"/>
        <pc:sldMkLst>
          <pc:docMk/>
          <pc:sldMk cId="0" sldId="1172"/>
        </pc:sldMkLst>
      </pc:sldChg>
      <pc:sldChg chg="addSp delSp modSp">
        <pc:chgData name="王 欣捷" userId="b965477fa0aef5e6" providerId="LiveId" clId="{646EF5DA-F69D-41A5-AE8C-55474A543171}" dt="2021-06-15T08:50:07.216" v="1182" actId="478"/>
        <pc:sldMkLst>
          <pc:docMk/>
          <pc:sldMk cId="0" sldId="1173"/>
        </pc:sldMkLst>
      </pc:sldChg>
      <pc:sldChg chg="addSp delSp modSp mod">
        <pc:chgData name="王 欣捷" userId="b965477fa0aef5e6" providerId="LiveId" clId="{646EF5DA-F69D-41A5-AE8C-55474A543171}" dt="2021-06-15T08:28:07.153" v="1177" actId="164"/>
        <pc:sldMkLst>
          <pc:docMk/>
          <pc:sldMk cId="0" sldId="1174"/>
        </pc:sldMkLst>
      </pc:sldChg>
      <pc:sldChg chg="addSp delSp modSp">
        <pc:chgData name="王 欣捷" userId="b965477fa0aef5e6" providerId="LiveId" clId="{646EF5DA-F69D-41A5-AE8C-55474A543171}" dt="2021-06-15T08:50:48.674" v="1190" actId="1076"/>
        <pc:sldMkLst>
          <pc:docMk/>
          <pc:sldMk cId="0" sldId="1175"/>
        </pc:sldMkLst>
      </pc:sldChg>
      <pc:sldChg chg="modSp mod">
        <pc:chgData name="王 欣捷" userId="b965477fa0aef5e6" providerId="LiveId" clId="{646EF5DA-F69D-41A5-AE8C-55474A543171}" dt="2021-06-15T08:52:03.524" v="1191" actId="2710"/>
        <pc:sldMkLst>
          <pc:docMk/>
          <pc:sldMk cId="0" sldId="1176"/>
        </pc:sldMkLst>
      </pc:sldChg>
      <pc:sldChg chg="modSp">
        <pc:chgData name="王 欣捷" userId="b965477fa0aef5e6" providerId="LiveId" clId="{646EF5DA-F69D-41A5-AE8C-55474A543171}" dt="2021-06-15T08:54:19.037" v="1204" actId="1036"/>
        <pc:sldMkLst>
          <pc:docMk/>
          <pc:sldMk cId="0" sldId="1177"/>
        </pc:sldMkLst>
      </pc:sldChg>
      <pc:sldChg chg="modSp">
        <pc:chgData name="王 欣捷" userId="b965477fa0aef5e6" providerId="LiveId" clId="{646EF5DA-F69D-41A5-AE8C-55474A543171}" dt="2021-06-15T08:54:27.118" v="1217" actId="1038"/>
        <pc:sldMkLst>
          <pc:docMk/>
          <pc:sldMk cId="0" sldId="1178"/>
        </pc:sldMkLst>
      </pc:sldChg>
      <pc:sldChg chg="addSp delSp modSp mod">
        <pc:chgData name="王 欣捷" userId="b965477fa0aef5e6" providerId="LiveId" clId="{646EF5DA-F69D-41A5-AE8C-55474A543171}" dt="2021-06-15T09:07:38.967" v="1273" actId="1076"/>
        <pc:sldMkLst>
          <pc:docMk/>
          <pc:sldMk cId="0" sldId="1184"/>
        </pc:sldMkLst>
      </pc:sldChg>
      <pc:sldChg chg="addSp modSp mod">
        <pc:chgData name="王 欣捷" userId="b965477fa0aef5e6" providerId="LiveId" clId="{646EF5DA-F69D-41A5-AE8C-55474A543171}" dt="2021-06-15T09:07:28.453" v="1269" actId="164"/>
        <pc:sldMkLst>
          <pc:docMk/>
          <pc:sldMk cId="0" sldId="1185"/>
        </pc:sldMkLst>
      </pc:sldChg>
      <pc:sldChg chg="addSp modSp mod">
        <pc:chgData name="王 欣捷" userId="b965477fa0aef5e6" providerId="LiveId" clId="{646EF5DA-F69D-41A5-AE8C-55474A543171}" dt="2021-06-15T09:08:55.131" v="1303" actId="1038"/>
        <pc:sldMkLst>
          <pc:docMk/>
          <pc:sldMk cId="0" sldId="1186"/>
        </pc:sldMkLst>
      </pc:sldChg>
      <pc:sldChg chg="modSp mod">
        <pc:chgData name="王 欣捷" userId="b965477fa0aef5e6" providerId="LiveId" clId="{646EF5DA-F69D-41A5-AE8C-55474A543171}" dt="2021-06-15T09:21:25.646" v="1435" actId="207"/>
        <pc:sldMkLst>
          <pc:docMk/>
          <pc:sldMk cId="0" sldId="1187"/>
        </pc:sldMkLst>
      </pc:sldChg>
      <pc:sldChg chg="modSp mod">
        <pc:chgData name="王 欣捷" userId="b965477fa0aef5e6" providerId="LiveId" clId="{646EF5DA-F69D-41A5-AE8C-55474A543171}" dt="2021-06-15T09:25:27.978" v="1554" actId="20577"/>
        <pc:sldMkLst>
          <pc:docMk/>
          <pc:sldMk cId="0" sldId="1195"/>
        </pc:sldMkLst>
      </pc:sldChg>
      <pc:sldChg chg="del">
        <pc:chgData name="王 欣捷" userId="b965477fa0aef5e6" providerId="LiveId" clId="{646EF5DA-F69D-41A5-AE8C-55474A543171}" dt="2021-06-15T09:24:08.037" v="1517" actId="2696"/>
        <pc:sldMkLst>
          <pc:docMk/>
          <pc:sldMk cId="0" sldId="1197"/>
        </pc:sldMkLst>
      </pc:sldChg>
      <pc:sldChg chg="del">
        <pc:chgData name="王 欣捷" userId="b965477fa0aef5e6" providerId="LiveId" clId="{646EF5DA-F69D-41A5-AE8C-55474A543171}" dt="2021-06-15T09:24:08.037" v="1517" actId="2696"/>
        <pc:sldMkLst>
          <pc:docMk/>
          <pc:sldMk cId="0" sldId="1209"/>
        </pc:sldMkLst>
      </pc:sldChg>
      <pc:sldChg chg="del">
        <pc:chgData name="王 欣捷" userId="b965477fa0aef5e6" providerId="LiveId" clId="{646EF5DA-F69D-41A5-AE8C-55474A543171}" dt="2021-06-15T09:24:08.037" v="1517" actId="2696"/>
        <pc:sldMkLst>
          <pc:docMk/>
          <pc:sldMk cId="0" sldId="1210"/>
        </pc:sldMkLst>
      </pc:sldChg>
      <pc:sldChg chg="del">
        <pc:chgData name="王 欣捷" userId="b965477fa0aef5e6" providerId="LiveId" clId="{646EF5DA-F69D-41A5-AE8C-55474A543171}" dt="2021-06-15T09:24:08.037" v="1517" actId="2696"/>
        <pc:sldMkLst>
          <pc:docMk/>
          <pc:sldMk cId="0" sldId="1211"/>
        </pc:sldMkLst>
      </pc:sldChg>
      <pc:sldChg chg="del">
        <pc:chgData name="王 欣捷" userId="b965477fa0aef5e6" providerId="LiveId" clId="{646EF5DA-F69D-41A5-AE8C-55474A543171}" dt="2021-06-15T09:24:08.037" v="1517" actId="2696"/>
        <pc:sldMkLst>
          <pc:docMk/>
          <pc:sldMk cId="0" sldId="1212"/>
        </pc:sldMkLst>
      </pc:sldChg>
      <pc:sldChg chg="del">
        <pc:chgData name="王 欣捷" userId="b965477fa0aef5e6" providerId="LiveId" clId="{646EF5DA-F69D-41A5-AE8C-55474A543171}" dt="2021-06-15T09:24:08.037" v="1517" actId="2696"/>
        <pc:sldMkLst>
          <pc:docMk/>
          <pc:sldMk cId="0" sldId="1213"/>
        </pc:sldMkLst>
      </pc:sldChg>
      <pc:sldChg chg="del">
        <pc:chgData name="王 欣捷" userId="b965477fa0aef5e6" providerId="LiveId" clId="{646EF5DA-F69D-41A5-AE8C-55474A543171}" dt="2021-06-15T09:24:08.037" v="1517" actId="2696"/>
        <pc:sldMkLst>
          <pc:docMk/>
          <pc:sldMk cId="0" sldId="1216"/>
        </pc:sldMkLst>
      </pc:sldChg>
      <pc:sldChg chg="modSp mod">
        <pc:chgData name="王 欣捷" userId="b965477fa0aef5e6" providerId="LiveId" clId="{646EF5DA-F69D-41A5-AE8C-55474A543171}" dt="2021-06-15T09:27:49.980" v="1598" actId="20577"/>
        <pc:sldMkLst>
          <pc:docMk/>
          <pc:sldMk cId="0" sldId="1230"/>
        </pc:sldMkLst>
      </pc:sldChg>
      <pc:sldChg chg="del">
        <pc:chgData name="王 欣捷" userId="b965477fa0aef5e6" providerId="LiveId" clId="{646EF5DA-F69D-41A5-AE8C-55474A543171}" dt="2021-06-15T09:11:01.634" v="1310" actId="47"/>
        <pc:sldMkLst>
          <pc:docMk/>
          <pc:sldMk cId="0" sldId="1231"/>
        </pc:sldMkLst>
      </pc:sldChg>
      <pc:sldChg chg="addSp delSp modSp mod delAnim modAnim">
        <pc:chgData name="王 欣捷" userId="b965477fa0aef5e6" providerId="LiveId" clId="{646EF5DA-F69D-41A5-AE8C-55474A543171}" dt="2021-06-15T09:26:34.202" v="1561" actId="478"/>
        <pc:sldMkLst>
          <pc:docMk/>
          <pc:sldMk cId="0" sldId="1232"/>
        </pc:sldMkLst>
      </pc:sldChg>
      <pc:sldChg chg="delSp modSp add del ord">
        <pc:chgData name="王 欣捷" userId="b965477fa0aef5e6" providerId="LiveId" clId="{646EF5DA-F69D-41A5-AE8C-55474A543171}" dt="2021-06-15T07:56:28.721" v="848" actId="47"/>
        <pc:sldMkLst>
          <pc:docMk/>
          <pc:sldMk cId="453486860" sldId="1233"/>
        </pc:sldMkLst>
      </pc:sldChg>
      <pc:sldChg chg="modSp add del mod ord modShow">
        <pc:chgData name="王 欣捷" userId="b965477fa0aef5e6" providerId="LiveId" clId="{646EF5DA-F69D-41A5-AE8C-55474A543171}" dt="2021-06-15T08:02:57.135" v="924" actId="47"/>
        <pc:sldMkLst>
          <pc:docMk/>
          <pc:sldMk cId="3126273887" sldId="1234"/>
        </pc:sldMkLst>
      </pc:sldChg>
      <pc:sldChg chg="delSp modSp add del">
        <pc:chgData name="王 欣捷" userId="b965477fa0aef5e6" providerId="LiveId" clId="{646EF5DA-F69D-41A5-AE8C-55474A543171}" dt="2021-06-15T07:59:13.501" v="887" actId="47"/>
        <pc:sldMkLst>
          <pc:docMk/>
          <pc:sldMk cId="3261533864" sldId="1235"/>
        </pc:sldMkLst>
      </pc:sldChg>
      <pc:sldChg chg="addSp delSp modSp add mod">
        <pc:chgData name="王 欣捷" userId="b965477fa0aef5e6" providerId="LiveId" clId="{646EF5DA-F69D-41A5-AE8C-55474A543171}" dt="2021-06-15T08:49:20.513" v="1178" actId="478"/>
        <pc:sldMkLst>
          <pc:docMk/>
          <pc:sldMk cId="1085752787" sldId="1236"/>
        </pc:sldMkLst>
      </pc:sldChg>
      <pc:sldChg chg="addSp delSp modSp add mod">
        <pc:chgData name="王 欣捷" userId="b965477fa0aef5e6" providerId="LiveId" clId="{646EF5DA-F69D-41A5-AE8C-55474A543171}" dt="2021-06-15T08:49:27.519" v="1179" actId="478"/>
        <pc:sldMkLst>
          <pc:docMk/>
          <pc:sldMk cId="18058005" sldId="1237"/>
        </pc:sldMkLst>
      </pc:sldChg>
      <pc:sldChg chg="addSp delSp modSp add mod">
        <pc:chgData name="王 欣捷" userId="b965477fa0aef5e6" providerId="LiveId" clId="{646EF5DA-F69D-41A5-AE8C-55474A543171}" dt="2021-06-15T07:58:42.008" v="881" actId="478"/>
        <pc:sldMkLst>
          <pc:docMk/>
          <pc:sldMk cId="1501741334" sldId="1238"/>
        </pc:sldMkLst>
      </pc:sldChg>
      <pc:sldChg chg="add del">
        <pc:chgData name="王 欣捷" userId="b965477fa0aef5e6" providerId="LiveId" clId="{646EF5DA-F69D-41A5-AE8C-55474A543171}" dt="2021-06-15T08:02:33.059" v="913" actId="47"/>
        <pc:sldMkLst>
          <pc:docMk/>
          <pc:sldMk cId="1083099651" sldId="1239"/>
        </pc:sldMkLst>
      </pc:sldChg>
      <pc:sldChg chg="addSp delSp modSp add mod">
        <pc:chgData name="王 欣捷" userId="b965477fa0aef5e6" providerId="LiveId" clId="{646EF5DA-F69D-41A5-AE8C-55474A543171}" dt="2021-06-15T08:49:39.422" v="1180" actId="478"/>
        <pc:sldMkLst>
          <pc:docMk/>
          <pc:sldMk cId="244409266" sldId="1240"/>
        </pc:sldMkLst>
      </pc:sldChg>
      <pc:sldChg chg="addSp delSp modSp add mod">
        <pc:chgData name="王 欣捷" userId="b965477fa0aef5e6" providerId="LiveId" clId="{646EF5DA-F69D-41A5-AE8C-55474A543171}" dt="2021-06-15T08:06:33.761" v="985" actId="207"/>
        <pc:sldMkLst>
          <pc:docMk/>
          <pc:sldMk cId="1858505942" sldId="1241"/>
        </pc:sldMkLst>
      </pc:sldChg>
      <pc:sldChg chg="modSp add mod">
        <pc:chgData name="王 欣捷" userId="b965477fa0aef5e6" providerId="LiveId" clId="{646EF5DA-F69D-41A5-AE8C-55474A543171}" dt="2021-06-15T09:27:02.266" v="1587" actId="20577"/>
        <pc:sldMkLst>
          <pc:docMk/>
          <pc:sldMk cId="2337978672" sldId="1242"/>
        </pc:sldMkLst>
      </pc:sldChg>
      <pc:sldChg chg="modSp add mod">
        <pc:chgData name="王 欣捷" userId="b965477fa0aef5e6" providerId="LiveId" clId="{646EF5DA-F69D-41A5-AE8C-55474A543171}" dt="2021-06-15T09:42:55.677" v="1695" actId="14100"/>
        <pc:sldMkLst>
          <pc:docMk/>
          <pc:sldMk cId="4006401948" sldId="1243"/>
        </pc:sldMkLst>
      </pc:sldChg>
      <pc:sldChg chg="modSp new mod">
        <pc:chgData name="王 欣捷" userId="b965477fa0aef5e6" providerId="LiveId" clId="{646EF5DA-F69D-41A5-AE8C-55474A543171}" dt="2021-06-15T09:52:57.945" v="2047" actId="20577"/>
        <pc:sldMkLst>
          <pc:docMk/>
          <pc:sldMk cId="2024438148" sldId="1244"/>
        </pc:sldMkLst>
      </pc:sldChg>
    </pc:docChg>
  </pc:docChgLst>
  <pc:docChgLst>
    <pc:chgData name="欣捷 王" userId="b965477fa0aef5e6" providerId="LiveId" clId="{0C9868E4-356E-4653-84AD-3167189BE03E}"/>
    <pc:docChg chg="undo custSel addSld modSld">
      <pc:chgData name="欣捷 王" userId="b965477fa0aef5e6" providerId="LiveId" clId="{0C9868E4-356E-4653-84AD-3167189BE03E}" dt="2025-04-30T01:51:12.955" v="22" actId="1076"/>
      <pc:docMkLst>
        <pc:docMk/>
      </pc:docMkLst>
      <pc:sldChg chg="addSp delSp modSp new mod modClrScheme chgLayout">
        <pc:chgData name="欣捷 王" userId="b965477fa0aef5e6" providerId="LiveId" clId="{0C9868E4-356E-4653-84AD-3167189BE03E}" dt="2025-04-30T01:51:12.955" v="22" actId="1076"/>
        <pc:sldMkLst>
          <pc:docMk/>
          <pc:sldMk cId="3220707697" sldId="1247"/>
        </pc:sldMkLst>
        <pc:spChg chg="del mod ord">
          <ac:chgData name="欣捷 王" userId="b965477fa0aef5e6" providerId="LiveId" clId="{0C9868E4-356E-4653-84AD-3167189BE03E}" dt="2025-04-30T01:49:42.471" v="1" actId="700"/>
          <ac:spMkLst>
            <pc:docMk/>
            <pc:sldMk cId="3220707697" sldId="1247"/>
            <ac:spMk id="2" creationId="{28AF996B-3144-8E86-E7AB-4272DF1FE81D}"/>
          </ac:spMkLst>
        </pc:spChg>
        <pc:spChg chg="del">
          <ac:chgData name="欣捷 王" userId="b965477fa0aef5e6" providerId="LiveId" clId="{0C9868E4-356E-4653-84AD-3167189BE03E}" dt="2025-04-30T01:49:42.471" v="1" actId="700"/>
          <ac:spMkLst>
            <pc:docMk/>
            <pc:sldMk cId="3220707697" sldId="1247"/>
            <ac:spMk id="3" creationId="{AF1266B2-1D0B-1E1D-3F57-F0E22F9A31B8}"/>
          </ac:spMkLst>
        </pc:spChg>
        <pc:spChg chg="mod ord">
          <ac:chgData name="欣捷 王" userId="b965477fa0aef5e6" providerId="LiveId" clId="{0C9868E4-356E-4653-84AD-3167189BE03E}" dt="2025-04-30T01:49:42.471" v="1" actId="700"/>
          <ac:spMkLst>
            <pc:docMk/>
            <pc:sldMk cId="3220707697" sldId="1247"/>
            <ac:spMk id="4" creationId="{E6BA13FB-C27B-D2DD-B103-F75B8BCBD877}"/>
          </ac:spMkLst>
        </pc:spChg>
        <pc:spChg chg="mod ord">
          <ac:chgData name="欣捷 王" userId="b965477fa0aef5e6" providerId="LiveId" clId="{0C9868E4-356E-4653-84AD-3167189BE03E}" dt="2025-04-30T01:49:42.471" v="1" actId="700"/>
          <ac:spMkLst>
            <pc:docMk/>
            <pc:sldMk cId="3220707697" sldId="1247"/>
            <ac:spMk id="5" creationId="{3BA9E562-3C5C-6A31-09E6-FC89FB0059FC}"/>
          </ac:spMkLst>
        </pc:spChg>
        <pc:spChg chg="mod ord">
          <ac:chgData name="欣捷 王" userId="b965477fa0aef5e6" providerId="LiveId" clId="{0C9868E4-356E-4653-84AD-3167189BE03E}" dt="2025-04-30T01:49:42.471" v="1" actId="700"/>
          <ac:spMkLst>
            <pc:docMk/>
            <pc:sldMk cId="3220707697" sldId="1247"/>
            <ac:spMk id="6" creationId="{B381AF75-EC87-CCB4-E3C9-BE451D51623E}"/>
          </ac:spMkLst>
        </pc:spChg>
        <pc:spChg chg="add mod ord">
          <ac:chgData name="欣捷 王" userId="b965477fa0aef5e6" providerId="LiveId" clId="{0C9868E4-356E-4653-84AD-3167189BE03E}" dt="2025-04-30T01:49:44.759" v="3"/>
          <ac:spMkLst>
            <pc:docMk/>
            <pc:sldMk cId="3220707697" sldId="1247"/>
            <ac:spMk id="7" creationId="{86376153-1FDE-2350-612D-726B590E9378}"/>
          </ac:spMkLst>
        </pc:spChg>
        <pc:graphicFrameChg chg="add mod">
          <ac:chgData name="欣捷 王" userId="b965477fa0aef5e6" providerId="LiveId" clId="{0C9868E4-356E-4653-84AD-3167189BE03E}" dt="2025-04-30T01:51:10" v="21" actId="1076"/>
          <ac:graphicFrameMkLst>
            <pc:docMk/>
            <pc:sldMk cId="3220707697" sldId="1247"/>
            <ac:graphicFrameMk id="8" creationId="{50F10D64-9248-A660-B8BE-18360019B504}"/>
          </ac:graphicFrameMkLst>
        </pc:graphicFrameChg>
        <pc:graphicFrameChg chg="add mod">
          <ac:chgData name="欣捷 王" userId="b965477fa0aef5e6" providerId="LiveId" clId="{0C9868E4-356E-4653-84AD-3167189BE03E}" dt="2025-04-30T01:51:12.955" v="22" actId="1076"/>
          <ac:graphicFrameMkLst>
            <pc:docMk/>
            <pc:sldMk cId="3220707697" sldId="1247"/>
            <ac:graphicFrameMk id="9" creationId="{DC1A395A-EDA5-F118-2331-3C3720FFB333}"/>
          </ac:graphicFrameMkLst>
        </pc:graphicFrameChg>
        <pc:picChg chg="add mod ord">
          <ac:chgData name="欣捷 王" userId="b965477fa0aef5e6" providerId="LiveId" clId="{0C9868E4-356E-4653-84AD-3167189BE03E}" dt="2025-04-30T01:51:02.592" v="19" actId="1076"/>
          <ac:picMkLst>
            <pc:docMk/>
            <pc:sldMk cId="3220707697" sldId="1247"/>
            <ac:picMk id="11" creationId="{E0EAED7B-611B-F892-A294-15CD011A6E8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6F474-3F77-4C96-AA90-4EF0466282D8}" type="datetimeFigureOut">
              <a:rPr lang="zh-CN" altLang="en-US" smtClean="0"/>
              <a:t>2025/4/30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E0CB0-7C81-4F13-BB43-6685CB01EB5E}" type="slidenum">
              <a:rPr lang="zh-CN" altLang="en-US" smtClean="0"/>
              <a:t>‹#›</a:t>
            </a:fld>
            <a:endParaRPr lang="zh-CN" altLang="en-US"/>
          </a:p>
        </p:txBody>
      </p:sp>
    </p:spTree>
    <p:extLst>
      <p:ext uri="{BB962C8B-B14F-4D97-AF65-F5344CB8AC3E}">
        <p14:creationId xmlns:p14="http://schemas.microsoft.com/office/powerpoint/2010/main" val="260914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C0466E59-438B-18B1-F7F9-FC44A20753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spTree>
    <p:extLst>
      <p:ext uri="{BB962C8B-B14F-4D97-AF65-F5344CB8AC3E}">
        <p14:creationId xmlns:p14="http://schemas.microsoft.com/office/powerpoint/2010/main" val="1755905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46BD0572-082D-4BA2-BC29-48561465ADD5}"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457868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B1899DD4-22A7-441E-93B1-B9042941D270}"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127414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A9252170-69DA-2D72-F115-2777ADB948BA}"/>
              </a:ext>
            </a:extLst>
          </p:cNvPr>
          <p:cNvSpPr>
            <a:spLocks noGrp="1"/>
          </p:cNvSpPr>
          <p:nvPr>
            <p:ph type="dt" sz="half" idx="10"/>
          </p:nvPr>
        </p:nvSpPr>
        <p:spPr/>
        <p:txBody>
          <a:bodyPr/>
          <a:lstStyle/>
          <a:p>
            <a:fld id="{2BBA7CDC-5B84-45E6-88BD-EA1C7B079561}" type="datetime2">
              <a:rPr lang="zh-CN" altLang="en-US" smtClean="0"/>
              <a:t>2025年4月30日</a:t>
            </a:fld>
            <a:endParaRPr lang="zh-CN" altLang="en-US" dirty="0"/>
          </a:p>
        </p:txBody>
      </p:sp>
      <p:sp>
        <p:nvSpPr>
          <p:cNvPr id="6" name="页脚占位符 5">
            <a:extLst>
              <a:ext uri="{FF2B5EF4-FFF2-40B4-BE49-F238E27FC236}">
                <a16:creationId xmlns:a16="http://schemas.microsoft.com/office/drawing/2014/main" id="{A139A1DA-BFBC-7BCA-8F9F-E931CA4642D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7" name="灯片编号占位符 6">
            <a:extLst>
              <a:ext uri="{FF2B5EF4-FFF2-40B4-BE49-F238E27FC236}">
                <a16:creationId xmlns:a16="http://schemas.microsoft.com/office/drawing/2014/main" id="{0228024E-9216-216F-6CBA-C3452118A26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8245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E272862F-7FA7-4BCF-9DC5-36F88614EB6C}" type="datetime2">
              <a:rPr lang="zh-CN" altLang="en-US" smtClean="0"/>
              <a:t>2025年4月30日</a:t>
            </a:fld>
            <a:endParaRPr lang="zh-CN" altLang="en-US" dirty="0"/>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4036375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130E870E-6F83-418F-AE9A-BF3B511BAAD7}"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975711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0BE54E0D-432B-4BFA-B2C0-13D8625F149E}"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213591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FD64F74B-1269-4B89-9B5E-96AB709561C6}" type="datetime2">
              <a:rPr lang="zh-CN" altLang="en-US" smtClean="0"/>
              <a:t>2025年4月30日</a:t>
            </a:fld>
            <a:endParaRPr lang="zh-CN" altLang="en-US" dirty="0"/>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637661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16B7863C-2638-40D2-B224-7D60274FDD9F}"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345162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40CED82E-B073-4135-A7A5-367B6BFA27F9}"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820896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16664E76-DE53-44D0-B979-89D6BCDA28D0}"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847389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pPr>
              <a:defRPr/>
            </a:pPr>
            <a:fld id="{C34FA72D-B7AE-422E-BF0F-EF825FA6ACA1}" type="datetime2">
              <a:rPr lang="zh-CN" altLang="en-US" smtClean="0"/>
              <a:t>2025年4月30日</a:t>
            </a:fld>
            <a:endParaRPr lang="en-US" altLang="zh-CN"/>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第七章 中间代码生成</a:t>
            </a:r>
            <a:r>
              <a:rPr lang="en-US" altLang="zh-CN"/>
              <a:t>(2)</a:t>
            </a:r>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B8792307-A222-49C4-BB81-065F249ECFC6}" type="slidenum">
              <a:rPr lang="en-US" altLang="zh-CN" smtClean="0"/>
              <a:pPr/>
              <a:t>‹#›</a:t>
            </a:fld>
            <a:endParaRPr lang="en-US" altLang="zh-CN"/>
          </a:p>
        </p:txBody>
      </p:sp>
    </p:spTree>
    <p:extLst>
      <p:ext uri="{BB962C8B-B14F-4D97-AF65-F5344CB8AC3E}">
        <p14:creationId xmlns:p14="http://schemas.microsoft.com/office/powerpoint/2010/main" val="782343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pPr>
              <a:defRPr/>
            </a:pPr>
            <a:fld id="{EB59B1BA-9117-462A-A809-E12A42B375AB}" type="datetime2">
              <a:rPr lang="zh-CN" altLang="en-US" smtClean="0"/>
              <a:t>2025年4月30日</a:t>
            </a:fld>
            <a:endParaRPr lang="en-US" altLang="zh-CN"/>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第七章 中间代码生成</a:t>
            </a:r>
            <a:r>
              <a:rPr lang="en-US" altLang="zh-CN"/>
              <a:t>(2)</a:t>
            </a:r>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AB728D9E-AB16-4FB0-AFB8-170F4056A412}" type="slidenum">
              <a:rPr lang="en-US" altLang="zh-CN" smtClean="0"/>
              <a:pPr/>
              <a:t>‹#›</a:t>
            </a:fld>
            <a:endParaRPr lang="en-US" altLang="zh-CN"/>
          </a:p>
        </p:txBody>
      </p:sp>
    </p:spTree>
    <p:extLst>
      <p:ext uri="{BB962C8B-B14F-4D97-AF65-F5344CB8AC3E}">
        <p14:creationId xmlns:p14="http://schemas.microsoft.com/office/powerpoint/2010/main" val="934791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71AD15C-DC1D-0429-A1F7-EC91D8D35475}"/>
              </a:ext>
            </a:extLst>
          </p:cNvPr>
          <p:cNvSpPr>
            <a:spLocks noGrp="1"/>
          </p:cNvSpPr>
          <p:nvPr>
            <p:ph type="ftr" sz="quarter" idx="10"/>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3" name="灯片编号占位符 2">
            <a:extLst>
              <a:ext uri="{FF2B5EF4-FFF2-40B4-BE49-F238E27FC236}">
                <a16:creationId xmlns:a16="http://schemas.microsoft.com/office/drawing/2014/main" id="{75FBB853-0953-008A-309F-3568956B671C}"/>
              </a:ext>
            </a:extLst>
          </p:cNvPr>
          <p:cNvSpPr>
            <a:spLocks noGrp="1"/>
          </p:cNvSpPr>
          <p:nvPr>
            <p:ph type="sldNum" sz="quarter" idx="11"/>
          </p:nvPr>
        </p:nvSpPr>
        <p:spPr/>
        <p:txBody>
          <a:body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59D369A8-ABB2-1FB0-1C6E-D391E094D0E0}"/>
              </a:ext>
            </a:extLst>
          </p:cNvPr>
          <p:cNvSpPr>
            <a:spLocks noGrp="1"/>
          </p:cNvSpPr>
          <p:nvPr>
            <p:ph type="dt" sz="half" idx="12"/>
          </p:nvPr>
        </p:nvSpPr>
        <p:spPr/>
        <p:txBody>
          <a:bodyPr/>
          <a:lstStyle/>
          <a:p>
            <a:fld id="{AEBF0DD1-9FF8-4ACC-A8C6-341EF4F97A08}" type="datetime2">
              <a:rPr lang="zh-CN" altLang="en-US" smtClean="0"/>
              <a:t>2025年4月30日</a:t>
            </a:fld>
            <a:endParaRPr lang="zh-CN" altLang="en-US" dirty="0"/>
          </a:p>
        </p:txBody>
      </p:sp>
    </p:spTree>
    <p:extLst>
      <p:ext uri="{BB962C8B-B14F-4D97-AF65-F5344CB8AC3E}">
        <p14:creationId xmlns:p14="http://schemas.microsoft.com/office/powerpoint/2010/main" val="49288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3028950" y="10800"/>
            <a:ext cx="3086100" cy="180000"/>
          </a:xfrm>
          <a:prstGeom prst="rect">
            <a:avLst/>
          </a:prstGeom>
        </p:spPr>
        <p:txBody>
          <a:bodyPr vert="horz" lIns="91440" tIns="45720" rIns="91440" bIns="45720" rtlCol="0" anchor="ctr"/>
          <a:lstStyle>
            <a:lvl1pPr algn="ctr">
              <a:defRPr sz="1200">
                <a:solidFill>
                  <a:schemeClr val="bg1"/>
                </a:solidFill>
              </a:defRPr>
            </a:lvl1p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AEBF0DD1-9FF8-4ACC-A8C6-341EF4F97A08}" type="datetime2">
              <a:rPr lang="zh-CN" altLang="en-US" smtClean="0"/>
              <a:t>2025年4月30日</a:t>
            </a:fld>
            <a:endParaRPr lang="zh-CN" altLang="en-US" dirty="0"/>
          </a:p>
        </p:txBody>
      </p:sp>
      <p:sp>
        <p:nvSpPr>
          <p:cNvPr id="11" name="箭头: 五边形 10">
            <a:extLst>
              <a:ext uri="{FF2B5EF4-FFF2-40B4-BE49-F238E27FC236}">
                <a16:creationId xmlns:a16="http://schemas.microsoft.com/office/drawing/2014/main" id="{A7487331-4F85-8D59-52AC-4BD680194E1C}"/>
              </a:ext>
            </a:extLst>
          </p:cNvPr>
          <p:cNvSpPr/>
          <p:nvPr userDrawn="1"/>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extLst>
      <p:ext uri="{BB962C8B-B14F-4D97-AF65-F5344CB8AC3E}">
        <p14:creationId xmlns:p14="http://schemas.microsoft.com/office/powerpoint/2010/main" val="331322645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4.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4.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2.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image" Target="../media/image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a:xfrm>
            <a:off x="685800" y="2656089"/>
            <a:ext cx="7772400" cy="2192151"/>
          </a:xfrm>
        </p:spPr>
        <p:txBody>
          <a:bodyPr>
            <a:normAutofit/>
          </a:bodyPr>
          <a:lstStyle/>
          <a:p>
            <a:r>
              <a:rPr lang="zh-CN" altLang="en-US" sz="5400" dirty="0"/>
              <a:t>第七章 中间代码生成</a:t>
            </a:r>
            <a:r>
              <a:rPr lang="en-US" altLang="zh-CN" sz="5400" dirty="0"/>
              <a:t>(2)</a:t>
            </a:r>
            <a:endParaRPr lang="zh-CN" altLang="en-US" sz="3200" dirty="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dirty="0"/>
          </a:p>
          <a:p>
            <a:r>
              <a:rPr lang="zh-CN" altLang="en-US" sz="1800" dirty="0"/>
              <a:t>中国海洋大学 计算机系 王欣捷</a:t>
            </a:r>
            <a:endParaRPr lang="en-US" altLang="zh-CN" sz="1800" dirty="0"/>
          </a:p>
          <a:p>
            <a:r>
              <a:rPr lang="en-US" altLang="zh-CN" sz="1800" dirty="0"/>
              <a:t>wangxinjie@ouc.edu.cn</a:t>
            </a:r>
            <a:endParaRPr lang="zh-CN" altLang="en-US" sz="1800" dirty="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a:extLst>
              <a:ext uri="{FF2B5EF4-FFF2-40B4-BE49-F238E27FC236}">
                <a16:creationId xmlns:a16="http://schemas.microsoft.com/office/drawing/2014/main" id="{5B79B379-A949-4BE6-94AB-65E0A5E720D0}"/>
              </a:ext>
            </a:extLst>
          </p:cNvPr>
          <p:cNvSpPr>
            <a:spLocks noGrp="1"/>
          </p:cNvSpPr>
          <p:nvPr>
            <p:ph type="title"/>
          </p:nvPr>
        </p:nvSpPr>
        <p:spPr/>
        <p:txBody>
          <a:bodyPr/>
          <a:lstStyle/>
          <a:p>
            <a:r>
              <a:rPr lang="zh-CN" altLang="en-US"/>
              <a:t>上次课回顾</a:t>
            </a:r>
          </a:p>
        </p:txBody>
      </p:sp>
      <p:sp>
        <p:nvSpPr>
          <p:cNvPr id="5123" name="内容占位符 2">
            <a:extLst>
              <a:ext uri="{FF2B5EF4-FFF2-40B4-BE49-F238E27FC236}">
                <a16:creationId xmlns:a16="http://schemas.microsoft.com/office/drawing/2014/main" id="{86768651-9F8D-4352-8B98-5545FE7BA513}"/>
              </a:ext>
            </a:extLst>
          </p:cNvPr>
          <p:cNvSpPr>
            <a:spLocks noGrp="1"/>
          </p:cNvSpPr>
          <p:nvPr>
            <p:ph idx="1"/>
          </p:nvPr>
        </p:nvSpPr>
        <p:spPr/>
        <p:txBody>
          <a:bodyPr/>
          <a:lstStyle/>
          <a:p>
            <a:r>
              <a:rPr lang="zh-CN" altLang="en-US" dirty="0"/>
              <a:t>第七章：中间代码生成</a:t>
            </a:r>
            <a:endParaRPr lang="en-US" altLang="zh-CN" dirty="0"/>
          </a:p>
          <a:p>
            <a:pPr lvl="1"/>
            <a:r>
              <a:rPr lang="zh-CN" altLang="en-US" dirty="0"/>
              <a:t>四种中间语言的定义：后缀表示（逆波兰表示），图形表示（抽象语法树和有向无环图），三地址码，静态单赋值</a:t>
            </a:r>
            <a:endParaRPr lang="en-US" altLang="zh-CN" dirty="0"/>
          </a:p>
          <a:p>
            <a:pPr lvl="1"/>
            <a:r>
              <a:rPr lang="zh-CN" altLang="en-US" dirty="0"/>
              <a:t>注意书中常用的三地址码指令</a:t>
            </a:r>
          </a:p>
        </p:txBody>
      </p:sp>
      <p:sp>
        <p:nvSpPr>
          <p:cNvPr id="2" name="日期占位符 1">
            <a:extLst>
              <a:ext uri="{FF2B5EF4-FFF2-40B4-BE49-F238E27FC236}">
                <a16:creationId xmlns:a16="http://schemas.microsoft.com/office/drawing/2014/main" id="{5C723658-A18C-89F8-3C50-CA35F94E8276}"/>
              </a:ext>
            </a:extLst>
          </p:cNvPr>
          <p:cNvSpPr>
            <a:spLocks noGrp="1"/>
          </p:cNvSpPr>
          <p:nvPr>
            <p:ph type="dt" sz="half" idx="10"/>
          </p:nvPr>
        </p:nvSpPr>
        <p:spPr/>
        <p:txBody>
          <a:bodyPr/>
          <a:lstStyle/>
          <a:p>
            <a:fld id="{ABED3CDA-2D6B-4B55-A1E6-E08324C6D4A2}"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1BBB1C9B-9130-834E-505C-8D8DB81C0F0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12BAEF7E-2EEB-4E60-FC9E-D80C3EE95DBD}"/>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6FD4AB1A-FBF9-4907-8E49-94C3C1C44B59}"/>
              </a:ext>
            </a:extLst>
          </p:cNvPr>
          <p:cNvSpPr>
            <a:spLocks noGrp="1"/>
          </p:cNvSpPr>
          <p:nvPr>
            <p:ph type="title"/>
          </p:nvPr>
        </p:nvSpPr>
        <p:spPr/>
        <p:txBody>
          <a:bodyPr/>
          <a:lstStyle/>
          <a:p>
            <a:r>
              <a:rPr lang="zh-CN" altLang="en-US" dirty="0"/>
              <a:t>上次课回顾</a:t>
            </a:r>
          </a:p>
        </p:txBody>
      </p:sp>
      <p:sp>
        <p:nvSpPr>
          <p:cNvPr id="6147" name="内容占位符 2">
            <a:extLst>
              <a:ext uri="{FF2B5EF4-FFF2-40B4-BE49-F238E27FC236}">
                <a16:creationId xmlns:a16="http://schemas.microsoft.com/office/drawing/2014/main" id="{B95B08B4-E337-4B20-B3A4-698C4A84CDDC}"/>
              </a:ext>
            </a:extLst>
          </p:cNvPr>
          <p:cNvSpPr>
            <a:spLocks noGrp="1"/>
          </p:cNvSpPr>
          <p:nvPr>
            <p:ph idx="1"/>
          </p:nvPr>
        </p:nvSpPr>
        <p:spPr/>
        <p:txBody>
          <a:bodyPr/>
          <a:lstStyle/>
          <a:p>
            <a:r>
              <a:rPr lang="zh-CN" altLang="en-US" dirty="0"/>
              <a:t>第七章：中间代码生成</a:t>
            </a:r>
            <a:endParaRPr lang="en-US" altLang="zh-CN" dirty="0"/>
          </a:p>
          <a:p>
            <a:pPr lvl="1"/>
            <a:r>
              <a:rPr lang="zh-CN" altLang="en-US" dirty="0"/>
              <a:t>怎样将过程的变量声明翻译成中间代码（注意翻译方案）：实际上是构造符号表的过程；注意</a:t>
            </a:r>
            <a:r>
              <a:rPr lang="en-US" altLang="zh-CN" b="1" i="1" dirty="0"/>
              <a:t>offset</a:t>
            </a:r>
            <a:r>
              <a:rPr lang="zh-CN" altLang="en-US" dirty="0"/>
              <a:t>的计算</a:t>
            </a:r>
            <a:endParaRPr lang="en-US" altLang="zh-CN" dirty="0"/>
          </a:p>
          <a:p>
            <a:pPr lvl="1"/>
            <a:r>
              <a:rPr lang="zh-CN" altLang="en-US" dirty="0"/>
              <a:t>赋值语句的翻译：编译器内部翻译三地址码时名字是用符号表中的位置指针表示的（注意翻译方案）</a:t>
            </a:r>
            <a:endParaRPr lang="en-US" altLang="zh-CN" dirty="0"/>
          </a:p>
          <a:p>
            <a:pPr lvl="1"/>
            <a:r>
              <a:rPr lang="zh-CN" altLang="en-US" dirty="0"/>
              <a:t>类型转换如何翻译成三地址码</a:t>
            </a:r>
          </a:p>
          <a:p>
            <a:pPr lvl="1"/>
            <a:endParaRPr lang="en-US" altLang="zh-CN" dirty="0"/>
          </a:p>
        </p:txBody>
      </p:sp>
      <p:sp>
        <p:nvSpPr>
          <p:cNvPr id="2" name="日期占位符 1">
            <a:extLst>
              <a:ext uri="{FF2B5EF4-FFF2-40B4-BE49-F238E27FC236}">
                <a16:creationId xmlns:a16="http://schemas.microsoft.com/office/drawing/2014/main" id="{35F8AE95-C956-ADE0-6E7B-54E28D9769E2}"/>
              </a:ext>
            </a:extLst>
          </p:cNvPr>
          <p:cNvSpPr>
            <a:spLocks noGrp="1"/>
          </p:cNvSpPr>
          <p:nvPr>
            <p:ph type="dt" sz="half" idx="10"/>
          </p:nvPr>
        </p:nvSpPr>
        <p:spPr/>
        <p:txBody>
          <a:bodyPr/>
          <a:lstStyle/>
          <a:p>
            <a:fld id="{F57BD205-8275-4D1A-8092-77763F34F085}"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E4FF998B-DD8B-D891-8D99-0C9DAAA669D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FC1CE2D5-2429-D877-EA3B-4CA4F75EA9C9}"/>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51FA2E3-6862-44BD-8433-FB40C3DF7CBE}"/>
              </a:ext>
            </a:extLst>
          </p:cNvPr>
          <p:cNvSpPr>
            <a:spLocks noGrp="1" noChangeArrowheads="1"/>
          </p:cNvSpPr>
          <p:nvPr>
            <p:ph type="title"/>
          </p:nvPr>
        </p:nvSpPr>
        <p:spPr/>
        <p:txBody>
          <a:bodyPr/>
          <a:lstStyle/>
          <a:p>
            <a:pPr eaLnBrk="1" hangingPunct="1"/>
            <a:r>
              <a:rPr lang="zh-CN" altLang="en-US"/>
              <a:t>本次课内容</a:t>
            </a:r>
          </a:p>
        </p:txBody>
      </p:sp>
      <p:sp>
        <p:nvSpPr>
          <p:cNvPr id="8195" name="Rectangle 3">
            <a:extLst>
              <a:ext uri="{FF2B5EF4-FFF2-40B4-BE49-F238E27FC236}">
                <a16:creationId xmlns:a16="http://schemas.microsoft.com/office/drawing/2014/main" id="{34D5ABFD-9B05-4098-B2F3-C2EB1B1C9549}"/>
              </a:ext>
            </a:extLst>
          </p:cNvPr>
          <p:cNvSpPr>
            <a:spLocks noGrp="1" noChangeArrowheads="1"/>
          </p:cNvSpPr>
          <p:nvPr>
            <p:ph idx="1"/>
          </p:nvPr>
        </p:nvSpPr>
        <p:spPr/>
        <p:txBody>
          <a:bodyPr>
            <a:normAutofit/>
          </a:bodyPr>
          <a:lstStyle/>
          <a:p>
            <a:r>
              <a:rPr lang="zh-CN" altLang="en-US" sz="3600" dirty="0"/>
              <a:t>布尔表达式和控制流语句的翻译</a:t>
            </a:r>
            <a:endParaRPr lang="en-US" altLang="zh-CN" sz="3600" dirty="0"/>
          </a:p>
          <a:p>
            <a:pPr lvl="1"/>
            <a:r>
              <a:rPr lang="en-US" altLang="zh-CN" sz="3200" dirty="0"/>
              <a:t>7.4.1 </a:t>
            </a:r>
            <a:r>
              <a:rPr lang="zh-CN" altLang="en-US" sz="3200" dirty="0"/>
              <a:t>布尔表达式</a:t>
            </a:r>
            <a:endParaRPr lang="en-US" altLang="zh-CN" sz="3200" dirty="0"/>
          </a:p>
          <a:p>
            <a:pPr lvl="1"/>
            <a:r>
              <a:rPr lang="en-US" altLang="zh-CN" sz="3200" dirty="0"/>
              <a:t>7.4.2 </a:t>
            </a:r>
            <a:r>
              <a:rPr lang="zh-CN" altLang="en-US" sz="3200" dirty="0"/>
              <a:t>控制流语句的翻译</a:t>
            </a:r>
            <a:endParaRPr lang="en-US" altLang="zh-CN" sz="3200" dirty="0"/>
          </a:p>
          <a:p>
            <a:pPr lvl="1"/>
            <a:r>
              <a:rPr lang="en-US" altLang="zh-CN" sz="3200" dirty="0"/>
              <a:t>7.4.3 </a:t>
            </a:r>
            <a:r>
              <a:rPr lang="zh-CN" altLang="en-US" sz="3200" dirty="0"/>
              <a:t>布尔表达式作为条件时的翻译</a:t>
            </a:r>
            <a:endParaRPr lang="en-US" altLang="zh-CN" sz="3200" dirty="0"/>
          </a:p>
          <a:p>
            <a:r>
              <a:rPr lang="zh-CN" altLang="en-US" sz="3600" dirty="0"/>
              <a:t>开关语句和过程调用的翻译</a:t>
            </a:r>
            <a:endParaRPr lang="en-US" altLang="zh-CN" sz="3600" dirty="0"/>
          </a:p>
          <a:p>
            <a:pPr lvl="1"/>
            <a:r>
              <a:rPr lang="en-US" altLang="zh-CN" sz="3200" dirty="0"/>
              <a:t>7.4.4 </a:t>
            </a:r>
            <a:r>
              <a:rPr lang="zh-CN" altLang="en-US" sz="3200" dirty="0"/>
              <a:t>开关语句的翻译</a:t>
            </a:r>
            <a:endParaRPr lang="en-US" altLang="zh-CN" sz="3200" dirty="0"/>
          </a:p>
          <a:p>
            <a:pPr lvl="1"/>
            <a:r>
              <a:rPr lang="en-US" altLang="zh-CN" sz="3200" dirty="0"/>
              <a:t>7.4.5 </a:t>
            </a:r>
            <a:r>
              <a:rPr lang="zh-CN" altLang="en-US" sz="3200" dirty="0"/>
              <a:t>过程调用的翻译</a:t>
            </a:r>
          </a:p>
          <a:p>
            <a:pPr lvl="1" eaLnBrk="1" hangingPunct="1"/>
            <a:endParaRPr lang="en-US" altLang="zh-CN" sz="3200" dirty="0"/>
          </a:p>
        </p:txBody>
      </p:sp>
      <p:sp>
        <p:nvSpPr>
          <p:cNvPr id="2" name="日期占位符 1">
            <a:extLst>
              <a:ext uri="{FF2B5EF4-FFF2-40B4-BE49-F238E27FC236}">
                <a16:creationId xmlns:a16="http://schemas.microsoft.com/office/drawing/2014/main" id="{38653F41-E57E-5A31-080D-2E0842295000}"/>
              </a:ext>
            </a:extLst>
          </p:cNvPr>
          <p:cNvSpPr>
            <a:spLocks noGrp="1"/>
          </p:cNvSpPr>
          <p:nvPr>
            <p:ph type="dt" sz="half" idx="10"/>
          </p:nvPr>
        </p:nvSpPr>
        <p:spPr/>
        <p:txBody>
          <a:bodyPr/>
          <a:lstStyle/>
          <a:p>
            <a:fld id="{A83B2730-1D15-4DF6-9725-A23245C122F1}"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5B5A139B-7F51-3A11-50E9-82406A58BF4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E12B31AC-971C-A079-CA60-295DF31501AC}"/>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7901B20-51DA-3559-D791-AAA7094B52C4}"/>
              </a:ext>
            </a:extLst>
          </p:cNvPr>
          <p:cNvSpPr>
            <a:spLocks noGrp="1"/>
          </p:cNvSpPr>
          <p:nvPr>
            <p:ph type="dt" sz="half" idx="4294967295"/>
          </p:nvPr>
        </p:nvSpPr>
        <p:spPr>
          <a:xfrm>
            <a:off x="0" y="11113"/>
            <a:ext cx="3086100" cy="179387"/>
          </a:xfrm>
        </p:spPr>
        <p:txBody>
          <a:bodyPr/>
          <a:lstStyle/>
          <a:p>
            <a:fld id="{46BD0572-082D-4BA2-BC29-48561465ADD5}"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8A546C37-CAD0-431F-5D7F-FCE11DCAB653}"/>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0E78F0E5-F323-AD38-1CD0-73C425F947BE}"/>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5</a:t>
            </a:fld>
            <a:endParaRPr lang="zh-CN" altLang="en-US"/>
          </a:p>
        </p:txBody>
      </p:sp>
      <p:sp>
        <p:nvSpPr>
          <p:cNvPr id="9" name="文本框 8">
            <a:extLst>
              <a:ext uri="{FF2B5EF4-FFF2-40B4-BE49-F238E27FC236}">
                <a16:creationId xmlns:a16="http://schemas.microsoft.com/office/drawing/2014/main" id="{7CD8C97D-1DFA-D972-4C30-9B853B1B39BC}"/>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800" dirty="0"/>
              <a:t>以下说法正确的是：（      ）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B1E19941-8C6B-31A0-13A5-BC6F38F1EE59}"/>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400" dirty="0"/>
              <a:t>解释器执行的效率比编译器生成的机器代码的执行效率高。</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1186230F-1446-1268-C768-56A833E958BB}"/>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400" dirty="0"/>
              <a:t>语义分析和类型检查是两个完全不同的编译阶段。</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941ED528-066B-D0D9-1319-33E54C86C1D2}"/>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400" dirty="0"/>
              <a:t>类型检查通常在生成中间代码之后进行。</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EDF3A878-F592-0B5D-4621-4F7FF7AB9A8B}"/>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400" dirty="0"/>
              <a:t>编译程序的各个阶段都可能会涉及到符号表管理。 </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4CB6DBD6-7713-B5F0-17E1-A42B9EA7C535}"/>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561AF741-04B4-EBFF-A1D8-B2A94E1035D8}"/>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081A7207-CEC3-E3C2-D818-A4A8FD8D65A0}"/>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742B8879-5341-536B-00AD-C314E3741268}"/>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3DE38ACE-EFA1-7867-B675-3614C211385A}"/>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AD93A266-FF80-23FF-8AD5-3911FD2A369D}"/>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9394A96F-EB11-70D8-A26A-BF60512440F5}"/>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1D02C3B9-FA71-6AF5-A80A-3366B766E3D0}"/>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4FC4EE7D-EEC0-14C8-691C-51DB475C8FE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F538766C-AAA7-F135-2C09-DF1ABD7F581A}"/>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A6D9373B-8A49-BB58-A6A6-DC0FD1D233E2}"/>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526128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02FE485-E26D-4A97-BBA1-8EEABCB86CEC}"/>
              </a:ext>
            </a:extLst>
          </p:cNvPr>
          <p:cNvSpPr>
            <a:spLocks noGrp="1" noChangeArrowheads="1"/>
          </p:cNvSpPr>
          <p:nvPr>
            <p:ph type="title"/>
          </p:nvPr>
        </p:nvSpPr>
        <p:spPr/>
        <p:txBody>
          <a:bodyPr/>
          <a:lstStyle/>
          <a:p>
            <a:pPr eaLnBrk="1" hangingPunct="1"/>
            <a:r>
              <a:rPr lang="en-US" altLang="zh-CN" dirty="0"/>
              <a:t>7.4 </a:t>
            </a:r>
            <a:r>
              <a:rPr lang="zh-CN" altLang="en-US" dirty="0"/>
              <a:t>布尔表达式和控制流语句</a:t>
            </a:r>
          </a:p>
        </p:txBody>
      </p:sp>
      <p:sp>
        <p:nvSpPr>
          <p:cNvPr id="9219" name="Rectangle 3">
            <a:extLst>
              <a:ext uri="{FF2B5EF4-FFF2-40B4-BE49-F238E27FC236}">
                <a16:creationId xmlns:a16="http://schemas.microsoft.com/office/drawing/2014/main" id="{7C84E3DC-8556-4986-BD6B-C570EFD8A2F3}"/>
              </a:ext>
            </a:extLst>
          </p:cNvPr>
          <p:cNvSpPr>
            <a:spLocks noGrp="1" noChangeArrowheads="1"/>
          </p:cNvSpPr>
          <p:nvPr>
            <p:ph idx="1"/>
          </p:nvPr>
        </p:nvSpPr>
        <p:spPr/>
        <p:txBody>
          <a:bodyPr/>
          <a:lstStyle/>
          <a:p>
            <a:pPr eaLnBrk="1" hangingPunct="1"/>
            <a:r>
              <a:rPr lang="zh-CN" altLang="en-US" dirty="0"/>
              <a:t>布尔表达式：</a:t>
            </a:r>
          </a:p>
          <a:p>
            <a:pPr lvl="1" eaLnBrk="1" hangingPunct="1"/>
            <a:r>
              <a:rPr lang="zh-CN" altLang="en-US" dirty="0"/>
              <a:t>文法：</a:t>
            </a:r>
            <a:endParaRPr lang="zh-CN" altLang="en-US" b="1" i="1" dirty="0"/>
          </a:p>
          <a:p>
            <a:pPr algn="just" eaLnBrk="1" hangingPunct="1">
              <a:spcBef>
                <a:spcPct val="0"/>
              </a:spcBef>
              <a:buFont typeface="Wingdings" panose="05000000000000000000" pitchFamily="2" charset="2"/>
              <a:buNone/>
            </a:pPr>
            <a:r>
              <a:rPr lang="zh-CN" altLang="en-US" b="1" i="1" dirty="0"/>
              <a:t>		</a:t>
            </a:r>
            <a:r>
              <a:rPr lang="en-US" altLang="zh-CN" sz="2800" b="1" i="1" dirty="0"/>
              <a:t>B </a:t>
            </a:r>
            <a:r>
              <a:rPr lang="en-US" altLang="zh-CN" sz="2800" b="1" dirty="0">
                <a:sym typeface="Symbol" panose="05050102010706020507" pitchFamily="18" charset="2"/>
              </a:rPr>
              <a:t></a:t>
            </a:r>
            <a:r>
              <a:rPr lang="en-US" altLang="zh-CN" sz="2800" b="1" dirty="0"/>
              <a:t> </a:t>
            </a:r>
            <a:r>
              <a:rPr lang="en-US" altLang="zh-CN" sz="2800" b="1" i="1" dirty="0"/>
              <a:t>B</a:t>
            </a:r>
            <a:r>
              <a:rPr lang="en-US" altLang="zh-CN" sz="2800" b="1" baseline="-30000" dirty="0"/>
              <a:t> </a:t>
            </a:r>
            <a:r>
              <a:rPr lang="en-US" altLang="zh-CN" sz="2800" b="1" dirty="0"/>
              <a:t>or </a:t>
            </a:r>
            <a:r>
              <a:rPr lang="en-US" altLang="zh-CN" sz="2800" b="1" i="1" dirty="0"/>
              <a:t>B</a:t>
            </a:r>
            <a:r>
              <a:rPr lang="en-US" altLang="zh-CN" sz="2800" b="1" dirty="0"/>
              <a:t> | </a:t>
            </a:r>
            <a:r>
              <a:rPr lang="en-US" altLang="zh-CN" sz="2800" b="1" i="1" dirty="0"/>
              <a:t>B </a:t>
            </a:r>
            <a:r>
              <a:rPr lang="en-US" altLang="zh-CN" sz="2800" b="1" dirty="0"/>
              <a:t>and </a:t>
            </a:r>
            <a:r>
              <a:rPr lang="en-US" altLang="zh-CN" sz="2800" b="1" i="1" dirty="0"/>
              <a:t>B</a:t>
            </a:r>
            <a:r>
              <a:rPr lang="en-US" altLang="zh-CN" sz="2800" b="1" dirty="0"/>
              <a:t> | not </a:t>
            </a:r>
            <a:r>
              <a:rPr lang="en-US" altLang="zh-CN" sz="2800" b="1" i="1" dirty="0"/>
              <a:t>B</a:t>
            </a:r>
            <a:r>
              <a:rPr lang="en-US" altLang="zh-CN" sz="2800" b="1" dirty="0"/>
              <a:t> | ( </a:t>
            </a:r>
            <a:r>
              <a:rPr lang="en-US" altLang="zh-CN" sz="2800" b="1" i="1" dirty="0"/>
              <a:t>B</a:t>
            </a:r>
            <a:r>
              <a:rPr lang="en-US" altLang="zh-CN" sz="2800" b="1" dirty="0"/>
              <a:t> ) </a:t>
            </a:r>
          </a:p>
          <a:p>
            <a:pPr algn="just" eaLnBrk="1" hangingPunct="1">
              <a:spcBef>
                <a:spcPct val="0"/>
              </a:spcBef>
              <a:buFont typeface="Wingdings" panose="05000000000000000000" pitchFamily="2" charset="2"/>
              <a:buNone/>
            </a:pPr>
            <a:r>
              <a:rPr lang="en-US" altLang="zh-CN" sz="2800" b="1" dirty="0"/>
              <a:t>		      | </a:t>
            </a:r>
            <a:r>
              <a:rPr lang="en-US" altLang="zh-CN" sz="2800" b="1" i="1" dirty="0"/>
              <a:t>E</a:t>
            </a:r>
            <a:r>
              <a:rPr lang="en-US" altLang="zh-CN" sz="2800" b="1" dirty="0"/>
              <a:t> </a:t>
            </a:r>
            <a:r>
              <a:rPr lang="en-US" altLang="zh-CN" sz="2800" b="1" dirty="0" err="1"/>
              <a:t>relop</a:t>
            </a:r>
            <a:r>
              <a:rPr lang="en-US" altLang="zh-CN" sz="2800" b="1" dirty="0"/>
              <a:t> </a:t>
            </a:r>
            <a:r>
              <a:rPr lang="en-US" altLang="zh-CN" sz="2800" b="1" i="1" dirty="0"/>
              <a:t>E</a:t>
            </a:r>
            <a:r>
              <a:rPr lang="en-US" altLang="zh-CN" sz="2800" b="1" dirty="0"/>
              <a:t> | true | false</a:t>
            </a:r>
          </a:p>
          <a:p>
            <a:pPr lvl="1" algn="just" eaLnBrk="1" hangingPunct="1">
              <a:spcBef>
                <a:spcPct val="0"/>
              </a:spcBef>
            </a:pPr>
            <a:r>
              <a:rPr lang="zh-CN" altLang="en-US" dirty="0"/>
              <a:t>优先级和结合性：</a:t>
            </a:r>
          </a:p>
          <a:p>
            <a:pPr lvl="2" algn="just" eaLnBrk="1" hangingPunct="1">
              <a:spcBef>
                <a:spcPct val="0"/>
              </a:spcBef>
            </a:pPr>
            <a:r>
              <a:rPr lang="zh-CN" altLang="en-US" dirty="0"/>
              <a:t>优先级从高到低：</a:t>
            </a:r>
            <a:r>
              <a:rPr lang="en-US" altLang="zh-CN" b="1" dirty="0" err="1"/>
              <a:t>relop</a:t>
            </a:r>
            <a:r>
              <a:rPr lang="en-US" altLang="zh-CN" b="1" dirty="0"/>
              <a:t>, not, and, or</a:t>
            </a:r>
          </a:p>
          <a:p>
            <a:pPr lvl="2" algn="just" eaLnBrk="1" hangingPunct="1">
              <a:spcBef>
                <a:spcPct val="0"/>
              </a:spcBef>
            </a:pPr>
            <a:r>
              <a:rPr lang="zh-CN" altLang="en-US" dirty="0"/>
              <a:t>布尔运算的优先级都低于算术运算</a:t>
            </a:r>
          </a:p>
          <a:p>
            <a:pPr lvl="2" algn="just" eaLnBrk="1" hangingPunct="1">
              <a:spcBef>
                <a:spcPct val="0"/>
              </a:spcBef>
            </a:pPr>
            <a:r>
              <a:rPr lang="en-US" altLang="zh-CN" b="1" dirty="0"/>
              <a:t>or</a:t>
            </a:r>
            <a:r>
              <a:rPr lang="zh-CN" altLang="en-US" dirty="0"/>
              <a:t>和</a:t>
            </a:r>
            <a:r>
              <a:rPr lang="en-US" altLang="zh-CN" b="1" dirty="0"/>
              <a:t>and</a:t>
            </a:r>
            <a:r>
              <a:rPr lang="zh-CN" altLang="en-US" dirty="0"/>
              <a:t>左结合，</a:t>
            </a:r>
            <a:r>
              <a:rPr lang="en-US" altLang="zh-CN" b="1" dirty="0"/>
              <a:t>not</a:t>
            </a:r>
            <a:r>
              <a:rPr lang="zh-CN" altLang="en-US" dirty="0"/>
              <a:t>右结合，</a:t>
            </a:r>
            <a:r>
              <a:rPr lang="en-US" altLang="zh-CN" b="1" dirty="0" err="1"/>
              <a:t>relop</a:t>
            </a:r>
            <a:r>
              <a:rPr lang="zh-CN" altLang="en-US" dirty="0"/>
              <a:t>无结合性。</a:t>
            </a:r>
          </a:p>
          <a:p>
            <a:pPr lvl="1" eaLnBrk="1" hangingPunct="1"/>
            <a:endParaRPr lang="en-US" altLang="zh-CN" dirty="0"/>
          </a:p>
        </p:txBody>
      </p:sp>
      <p:sp>
        <p:nvSpPr>
          <p:cNvPr id="2" name="文本框 1">
            <a:extLst>
              <a:ext uri="{FF2B5EF4-FFF2-40B4-BE49-F238E27FC236}">
                <a16:creationId xmlns:a16="http://schemas.microsoft.com/office/drawing/2014/main" id="{2E0614D4-CC3D-45B6-992C-F47E6CE3C84B}"/>
              </a:ext>
            </a:extLst>
          </p:cNvPr>
          <p:cNvSpPr txBox="1"/>
          <p:nvPr/>
        </p:nvSpPr>
        <p:spPr>
          <a:xfrm>
            <a:off x="1741714" y="5062091"/>
            <a:ext cx="4450257" cy="1077218"/>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sz="3200" b="1" dirty="0" err="1"/>
              <a:t>relop</a:t>
            </a:r>
            <a:r>
              <a:rPr lang="zh-CN" altLang="en-US" sz="3200" dirty="0"/>
              <a:t>（关系运算符）：</a:t>
            </a:r>
            <a:endParaRPr lang="en-US" altLang="zh-CN" sz="3200" dirty="0"/>
          </a:p>
          <a:p>
            <a:r>
              <a:rPr lang="en-US" altLang="zh-CN" sz="3200" b="1" dirty="0"/>
              <a:t>&lt;</a:t>
            </a:r>
            <a:r>
              <a:rPr lang="zh-CN" altLang="en-US" sz="3200" dirty="0"/>
              <a:t>，</a:t>
            </a:r>
            <a:r>
              <a:rPr lang="en-US" altLang="zh-CN" sz="3200" b="1" dirty="0"/>
              <a:t>&lt;=</a:t>
            </a:r>
            <a:r>
              <a:rPr lang="zh-CN" altLang="en-US" sz="3200" dirty="0"/>
              <a:t>，</a:t>
            </a:r>
            <a:r>
              <a:rPr lang="en-US" altLang="zh-CN" sz="3200" b="1" dirty="0"/>
              <a:t>&gt;</a:t>
            </a:r>
            <a:r>
              <a:rPr lang="zh-CN" altLang="en-US" sz="3200" dirty="0"/>
              <a:t>，</a:t>
            </a:r>
            <a:r>
              <a:rPr lang="en-US" altLang="zh-CN" sz="3200" b="1" dirty="0"/>
              <a:t>&gt;=</a:t>
            </a:r>
            <a:r>
              <a:rPr lang="zh-CN" altLang="en-US" sz="3200" dirty="0"/>
              <a:t>，</a:t>
            </a:r>
            <a:r>
              <a:rPr lang="en-US" altLang="zh-CN" sz="3200" b="1" dirty="0"/>
              <a:t>==</a:t>
            </a:r>
            <a:r>
              <a:rPr lang="zh-CN" altLang="en-US" sz="3200" dirty="0"/>
              <a:t>，</a:t>
            </a:r>
            <a:r>
              <a:rPr lang="en-US" altLang="zh-CN" sz="3200" b="1" dirty="0"/>
              <a:t>!=</a:t>
            </a:r>
            <a:endParaRPr lang="zh-CN" altLang="en-US" sz="3200" b="1" dirty="0"/>
          </a:p>
        </p:txBody>
      </p:sp>
      <p:sp>
        <p:nvSpPr>
          <p:cNvPr id="3" name="日期占位符 2">
            <a:extLst>
              <a:ext uri="{FF2B5EF4-FFF2-40B4-BE49-F238E27FC236}">
                <a16:creationId xmlns:a16="http://schemas.microsoft.com/office/drawing/2014/main" id="{133B24C1-1ACA-DBCD-856A-F589F2332530}"/>
              </a:ext>
            </a:extLst>
          </p:cNvPr>
          <p:cNvSpPr>
            <a:spLocks noGrp="1"/>
          </p:cNvSpPr>
          <p:nvPr>
            <p:ph type="dt" sz="half" idx="10"/>
          </p:nvPr>
        </p:nvSpPr>
        <p:spPr/>
        <p:txBody>
          <a:bodyPr/>
          <a:lstStyle/>
          <a:p>
            <a:fld id="{B045F3D8-431B-4962-AABF-33D181752318}"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D9C592F0-1C5C-75C6-7335-0D47EAD8BAF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5" name="灯片编号占位符 4">
            <a:extLst>
              <a:ext uri="{FF2B5EF4-FFF2-40B4-BE49-F238E27FC236}">
                <a16:creationId xmlns:a16="http://schemas.microsoft.com/office/drawing/2014/main" id="{77144816-02CE-19CD-02A8-86ABE14F09C3}"/>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23B0CF8-F02C-4E4A-9134-6F5F0A15E717}"/>
              </a:ext>
            </a:extLst>
          </p:cNvPr>
          <p:cNvSpPr>
            <a:spLocks noGrp="1" noChangeArrowheads="1"/>
          </p:cNvSpPr>
          <p:nvPr>
            <p:ph type="title"/>
          </p:nvPr>
        </p:nvSpPr>
        <p:spPr/>
        <p:txBody>
          <a:bodyPr/>
          <a:lstStyle/>
          <a:p>
            <a:pPr eaLnBrk="1" hangingPunct="1"/>
            <a:r>
              <a:rPr lang="en-US" altLang="zh-CN"/>
              <a:t>7.4.1 </a:t>
            </a:r>
            <a:r>
              <a:rPr lang="zh-CN" altLang="en-US"/>
              <a:t>布尔表达式</a:t>
            </a:r>
          </a:p>
        </p:txBody>
      </p:sp>
      <p:sp>
        <p:nvSpPr>
          <p:cNvPr id="1173507" name="Rectangle 3">
            <a:extLst>
              <a:ext uri="{FF2B5EF4-FFF2-40B4-BE49-F238E27FC236}">
                <a16:creationId xmlns:a16="http://schemas.microsoft.com/office/drawing/2014/main" id="{C269F7F7-C5A6-44CD-A5EB-41B8CEB62616}"/>
              </a:ext>
            </a:extLst>
          </p:cNvPr>
          <p:cNvSpPr>
            <a:spLocks noGrp="1" noChangeArrowheads="1"/>
          </p:cNvSpPr>
          <p:nvPr>
            <p:ph idx="1"/>
          </p:nvPr>
        </p:nvSpPr>
        <p:spPr/>
        <p:txBody>
          <a:bodyPr/>
          <a:lstStyle/>
          <a:p>
            <a:pPr algn="just" eaLnBrk="1" hangingPunct="1">
              <a:spcBef>
                <a:spcPct val="0"/>
              </a:spcBef>
            </a:pPr>
            <a:r>
              <a:rPr lang="zh-CN" altLang="en-US" dirty="0">
                <a:latin typeface="宋体" panose="02010600030101010101" pitchFamily="2" charset="-122"/>
              </a:rPr>
              <a:t>布尔表达式有两个基本目的</a:t>
            </a:r>
            <a:endParaRPr lang="zh-CN" altLang="en-US" dirty="0"/>
          </a:p>
          <a:p>
            <a:pPr lvl="1" algn="just" eaLnBrk="1" hangingPunct="1">
              <a:spcBef>
                <a:spcPct val="0"/>
              </a:spcBef>
            </a:pPr>
            <a:r>
              <a:rPr lang="zh-CN" altLang="en-US" dirty="0">
                <a:latin typeface="宋体" panose="02010600030101010101" pitchFamily="2" charset="-122"/>
              </a:rPr>
              <a:t>计算逻辑值</a:t>
            </a:r>
            <a:endParaRPr lang="zh-CN" altLang="en-US" dirty="0"/>
          </a:p>
          <a:p>
            <a:pPr lvl="1" algn="just" eaLnBrk="1" hangingPunct="1">
              <a:spcBef>
                <a:spcPct val="0"/>
              </a:spcBef>
            </a:pPr>
            <a:r>
              <a:rPr lang="zh-CN" altLang="en-US" dirty="0">
                <a:latin typeface="宋体" panose="02010600030101010101" pitchFamily="2" charset="-122"/>
              </a:rPr>
              <a:t>在控制流语句中用作条件表达式</a:t>
            </a:r>
            <a:endParaRPr lang="zh-CN" altLang="en-US" dirty="0"/>
          </a:p>
          <a:p>
            <a:pPr algn="just" eaLnBrk="1" hangingPunct="1">
              <a:spcBef>
                <a:spcPct val="0"/>
              </a:spcBef>
            </a:pPr>
            <a:r>
              <a:rPr lang="zh-CN" altLang="en-US" dirty="0">
                <a:latin typeface="宋体" panose="02010600030101010101" pitchFamily="2" charset="-122"/>
              </a:rPr>
              <a:t>布尔表达式的计算方式：</a:t>
            </a:r>
          </a:p>
          <a:p>
            <a:pPr lvl="1" algn="just" eaLnBrk="1" hangingPunct="1">
              <a:spcBef>
                <a:spcPct val="0"/>
              </a:spcBef>
            </a:pPr>
            <a:r>
              <a:rPr lang="zh-CN" altLang="en-US" dirty="0">
                <a:latin typeface="宋体" panose="02010600030101010101" pitchFamily="2" charset="-122"/>
              </a:rPr>
              <a:t>布尔表达式的完全计算：计算所有部分</a:t>
            </a:r>
          </a:p>
          <a:p>
            <a:pPr lvl="1" algn="just" eaLnBrk="1" hangingPunct="1">
              <a:spcBef>
                <a:spcPct val="0"/>
              </a:spcBef>
            </a:pPr>
            <a:r>
              <a:rPr lang="zh-CN" altLang="en-US" dirty="0">
                <a:latin typeface="宋体" panose="02010600030101010101" pitchFamily="2" charset="-122"/>
              </a:rPr>
              <a:t>布尔表达式的</a:t>
            </a:r>
            <a:r>
              <a:rPr lang="zh-CN" altLang="en-US" dirty="0"/>
              <a:t>“</a:t>
            </a:r>
            <a:r>
              <a:rPr lang="zh-CN" altLang="en-US" dirty="0">
                <a:latin typeface="宋体" panose="02010600030101010101" pitchFamily="2" charset="-122"/>
              </a:rPr>
              <a:t>短路</a:t>
            </a:r>
            <a:r>
              <a:rPr lang="zh-CN" altLang="en-US" dirty="0"/>
              <a:t>”</a:t>
            </a:r>
            <a:r>
              <a:rPr lang="zh-CN" altLang="en-US" dirty="0">
                <a:latin typeface="宋体" panose="02010600030101010101" pitchFamily="2" charset="-122"/>
              </a:rPr>
              <a:t>计算</a:t>
            </a:r>
            <a:endParaRPr lang="zh-CN" altLang="en-US" dirty="0"/>
          </a:p>
          <a:p>
            <a:pPr algn="just" eaLnBrk="1" hangingPunct="1">
              <a:spcBef>
                <a:spcPct val="0"/>
              </a:spcBef>
              <a:buFont typeface="Wingdings" panose="05000000000000000000" pitchFamily="2" charset="2"/>
              <a:buNone/>
            </a:pPr>
            <a:r>
              <a:rPr lang="zh-CN" altLang="en-US" b="1" i="1" dirty="0"/>
              <a:t>   	</a:t>
            </a:r>
            <a:r>
              <a:rPr lang="en-US" altLang="zh-CN" sz="2800" b="1" i="1" dirty="0"/>
              <a:t>B</a:t>
            </a:r>
            <a:r>
              <a:rPr lang="en-US" altLang="zh-CN" sz="2800" b="1" baseline="-30000" dirty="0"/>
              <a:t>1 </a:t>
            </a:r>
            <a:r>
              <a:rPr lang="en-US" altLang="zh-CN" sz="2800" b="1" dirty="0"/>
              <a:t>or </a:t>
            </a:r>
            <a:r>
              <a:rPr lang="en-US" altLang="zh-CN" sz="2800" b="1" i="1" dirty="0"/>
              <a:t>B</a:t>
            </a:r>
            <a:r>
              <a:rPr lang="en-US" altLang="zh-CN" sz="2800" b="1" baseline="-30000" dirty="0"/>
              <a:t>2      </a:t>
            </a:r>
            <a:r>
              <a:rPr lang="zh-CN" altLang="en-US" sz="2800" dirty="0">
                <a:latin typeface="宋体" panose="02010600030101010101" pitchFamily="2" charset="-122"/>
              </a:rPr>
              <a:t>定义成</a:t>
            </a:r>
            <a:r>
              <a:rPr lang="zh-CN" altLang="en-US" sz="2800" b="1" dirty="0">
                <a:latin typeface="宋体" panose="02010600030101010101" pitchFamily="2" charset="-122"/>
              </a:rPr>
              <a:t>  </a:t>
            </a:r>
            <a:r>
              <a:rPr lang="en-US" altLang="zh-CN" sz="2800" b="1" dirty="0">
                <a:solidFill>
                  <a:srgbClr val="FF00FF"/>
                </a:solidFill>
              </a:rPr>
              <a:t>if </a:t>
            </a:r>
            <a:r>
              <a:rPr lang="en-US" altLang="zh-CN" sz="2800" b="1" i="1" dirty="0">
                <a:solidFill>
                  <a:srgbClr val="FF00FF"/>
                </a:solidFill>
              </a:rPr>
              <a:t>B</a:t>
            </a:r>
            <a:r>
              <a:rPr lang="en-US" altLang="zh-CN" sz="2800" b="1" baseline="-30000" dirty="0">
                <a:solidFill>
                  <a:srgbClr val="FF00FF"/>
                </a:solidFill>
              </a:rPr>
              <a:t>1</a:t>
            </a:r>
            <a:r>
              <a:rPr lang="en-US" altLang="zh-CN" sz="2800" b="1" dirty="0">
                <a:solidFill>
                  <a:srgbClr val="FF00FF"/>
                </a:solidFill>
              </a:rPr>
              <a:t> then true else </a:t>
            </a:r>
            <a:r>
              <a:rPr lang="en-US" altLang="zh-CN" sz="2800" b="1" i="1" dirty="0">
                <a:solidFill>
                  <a:srgbClr val="FF00FF"/>
                </a:solidFill>
              </a:rPr>
              <a:t>B</a:t>
            </a:r>
            <a:r>
              <a:rPr lang="en-US" altLang="zh-CN" sz="2800" b="1" baseline="-30000" dirty="0">
                <a:solidFill>
                  <a:srgbClr val="FF00FF"/>
                </a:solidFill>
              </a:rPr>
              <a:t>2</a:t>
            </a:r>
            <a:endParaRPr lang="en-US" altLang="zh-CN" sz="2800" b="1" dirty="0">
              <a:solidFill>
                <a:srgbClr val="FF00FF"/>
              </a:solidFill>
            </a:endParaRPr>
          </a:p>
          <a:p>
            <a:pPr algn="just" eaLnBrk="1" hangingPunct="1">
              <a:spcBef>
                <a:spcPct val="0"/>
              </a:spcBef>
              <a:buFont typeface="Wingdings" panose="05000000000000000000" pitchFamily="2" charset="2"/>
              <a:buNone/>
            </a:pPr>
            <a:r>
              <a:rPr lang="en-US" altLang="zh-CN" sz="2800" b="1" i="1" dirty="0"/>
              <a:t>   	B</a:t>
            </a:r>
            <a:r>
              <a:rPr lang="en-US" altLang="zh-CN" sz="2800" b="1" baseline="-30000" dirty="0"/>
              <a:t>1 </a:t>
            </a:r>
            <a:r>
              <a:rPr lang="en-US" altLang="zh-CN" sz="2800" b="1" dirty="0"/>
              <a:t>and </a:t>
            </a:r>
            <a:r>
              <a:rPr lang="en-US" altLang="zh-CN" sz="2800" b="1" i="1" dirty="0"/>
              <a:t>B</a:t>
            </a:r>
            <a:r>
              <a:rPr lang="en-US" altLang="zh-CN" sz="2800" b="1" baseline="-30000" dirty="0"/>
              <a:t>2  </a:t>
            </a:r>
            <a:r>
              <a:rPr lang="zh-CN" altLang="en-US" sz="2800" dirty="0">
                <a:latin typeface="宋体" panose="02010600030101010101" pitchFamily="2" charset="-122"/>
              </a:rPr>
              <a:t>定义成</a:t>
            </a:r>
            <a:r>
              <a:rPr lang="zh-CN" altLang="en-US" sz="2800" b="1" dirty="0"/>
              <a:t>    </a:t>
            </a:r>
            <a:r>
              <a:rPr lang="en-US" altLang="zh-CN" sz="2800" b="1" dirty="0">
                <a:solidFill>
                  <a:srgbClr val="FF00FF"/>
                </a:solidFill>
              </a:rPr>
              <a:t>if </a:t>
            </a:r>
            <a:r>
              <a:rPr lang="en-US" altLang="zh-CN" sz="2800" b="1" i="1" dirty="0">
                <a:solidFill>
                  <a:srgbClr val="FF00FF"/>
                </a:solidFill>
              </a:rPr>
              <a:t>B</a:t>
            </a:r>
            <a:r>
              <a:rPr lang="en-US" altLang="zh-CN" sz="2800" b="1" baseline="-30000" dirty="0">
                <a:solidFill>
                  <a:srgbClr val="FF00FF"/>
                </a:solidFill>
              </a:rPr>
              <a:t>1</a:t>
            </a:r>
            <a:r>
              <a:rPr lang="en-US" altLang="zh-CN" sz="2800" b="1" dirty="0">
                <a:solidFill>
                  <a:srgbClr val="FF00FF"/>
                </a:solidFill>
              </a:rPr>
              <a:t> then </a:t>
            </a:r>
            <a:r>
              <a:rPr lang="en-US" altLang="zh-CN" sz="2800" b="1" i="1" dirty="0">
                <a:solidFill>
                  <a:srgbClr val="FF00FF"/>
                </a:solidFill>
              </a:rPr>
              <a:t>B</a:t>
            </a:r>
            <a:r>
              <a:rPr lang="en-US" altLang="zh-CN" sz="2800" b="1" baseline="-30000" dirty="0">
                <a:solidFill>
                  <a:srgbClr val="FF00FF"/>
                </a:solidFill>
              </a:rPr>
              <a:t>2</a:t>
            </a:r>
            <a:r>
              <a:rPr lang="en-US" altLang="zh-CN" sz="2800" b="1" dirty="0">
                <a:solidFill>
                  <a:srgbClr val="FF00FF"/>
                </a:solidFill>
              </a:rPr>
              <a:t> else false</a:t>
            </a:r>
          </a:p>
          <a:p>
            <a:pPr algn="just" eaLnBrk="1" hangingPunct="1">
              <a:spcBef>
                <a:spcPct val="0"/>
              </a:spcBef>
              <a:buFont typeface="Wingdings" panose="05000000000000000000" pitchFamily="2" charset="2"/>
              <a:buNone/>
            </a:pPr>
            <a:r>
              <a:rPr lang="en-US" altLang="zh-CN" sz="2800" b="1" dirty="0"/>
              <a:t>          not </a:t>
            </a:r>
            <a:r>
              <a:rPr lang="en-US" altLang="zh-CN" sz="2800" b="1" i="1" dirty="0"/>
              <a:t>B</a:t>
            </a:r>
            <a:r>
              <a:rPr lang="en-US" altLang="zh-CN" sz="2800" b="1" dirty="0"/>
              <a:t> 	       </a:t>
            </a:r>
            <a:r>
              <a:rPr lang="zh-CN" altLang="en-US" sz="2800" dirty="0"/>
              <a:t>定义成    </a:t>
            </a:r>
            <a:r>
              <a:rPr lang="en-US" altLang="zh-CN" sz="2800" b="1" dirty="0"/>
              <a:t>if </a:t>
            </a:r>
            <a:r>
              <a:rPr lang="en-US" altLang="zh-CN" sz="2800" b="1" i="1" dirty="0"/>
              <a:t>B</a:t>
            </a:r>
            <a:r>
              <a:rPr lang="en-US" altLang="zh-CN" sz="2800" b="1" dirty="0"/>
              <a:t> then false else true  </a:t>
            </a:r>
          </a:p>
          <a:p>
            <a:pPr eaLnBrk="1" hangingPunct="1"/>
            <a:endParaRPr lang="en-US" altLang="zh-CN" b="1" dirty="0"/>
          </a:p>
        </p:txBody>
      </p:sp>
      <p:sp>
        <p:nvSpPr>
          <p:cNvPr id="2" name="日期占位符 1">
            <a:extLst>
              <a:ext uri="{FF2B5EF4-FFF2-40B4-BE49-F238E27FC236}">
                <a16:creationId xmlns:a16="http://schemas.microsoft.com/office/drawing/2014/main" id="{3EAE32EF-953B-D250-F113-82AC1F0720C6}"/>
              </a:ext>
            </a:extLst>
          </p:cNvPr>
          <p:cNvSpPr>
            <a:spLocks noGrp="1"/>
          </p:cNvSpPr>
          <p:nvPr>
            <p:ph type="dt" sz="half" idx="10"/>
          </p:nvPr>
        </p:nvSpPr>
        <p:spPr/>
        <p:txBody>
          <a:bodyPr/>
          <a:lstStyle/>
          <a:p>
            <a:fld id="{D4A9B795-3419-44E6-8143-39A5A66B5573}"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4F3DD829-922C-D0D5-EFC2-4D23EA94C5A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CF6A6698-EAAD-E691-B75B-9B62C23DA363}"/>
              </a:ext>
            </a:extLst>
          </p:cNvPr>
          <p:cNvSpPr>
            <a:spLocks noGrp="1"/>
          </p:cNvSpPr>
          <p:nvPr>
            <p:ph type="sldNum" sz="quarter" idx="12"/>
          </p:nvPr>
        </p:nvSpPr>
        <p:spPr/>
        <p:txBody>
          <a:bodyPr/>
          <a:lstStyle/>
          <a:p>
            <a:fld id="{094DEB03-EFC6-4C20-8FC8-295189A5386F}" type="slidenum">
              <a:rPr lang="zh-CN" altLang="en-US" smtClean="0"/>
              <a:pPr/>
              <a:t>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7350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7350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7350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7350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7350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735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14A09F3-68D5-4908-94D2-A01EE9648059}"/>
              </a:ext>
            </a:extLst>
          </p:cNvPr>
          <p:cNvSpPr>
            <a:spLocks noGrp="1" noChangeArrowheads="1"/>
          </p:cNvSpPr>
          <p:nvPr>
            <p:ph type="title"/>
          </p:nvPr>
        </p:nvSpPr>
        <p:spPr/>
        <p:txBody>
          <a:bodyPr/>
          <a:lstStyle/>
          <a:p>
            <a:pPr eaLnBrk="1" hangingPunct="1"/>
            <a:r>
              <a:rPr lang="en-US" altLang="zh-CN" dirty="0"/>
              <a:t>7.4.1 </a:t>
            </a:r>
            <a:r>
              <a:rPr lang="zh-CN" altLang="en-US" dirty="0"/>
              <a:t>布尔表达式</a:t>
            </a:r>
          </a:p>
        </p:txBody>
      </p:sp>
      <p:sp>
        <p:nvSpPr>
          <p:cNvPr id="1174531" name="Rectangle 3">
            <a:extLst>
              <a:ext uri="{FF2B5EF4-FFF2-40B4-BE49-F238E27FC236}">
                <a16:creationId xmlns:a16="http://schemas.microsoft.com/office/drawing/2014/main" id="{042B54D3-43F5-4DBE-85CB-B552C00E3DA7}"/>
              </a:ext>
            </a:extLst>
          </p:cNvPr>
          <p:cNvSpPr>
            <a:spLocks noGrp="1" noChangeArrowheads="1"/>
          </p:cNvSpPr>
          <p:nvPr>
            <p:ph idx="1"/>
          </p:nvPr>
        </p:nvSpPr>
        <p:spPr/>
        <p:txBody>
          <a:bodyPr/>
          <a:lstStyle/>
          <a:p>
            <a:pPr eaLnBrk="1" hangingPunct="1"/>
            <a:r>
              <a:rPr lang="zh-CN" altLang="en-US" dirty="0"/>
              <a:t>实现布尔表达式有两种方法：</a:t>
            </a:r>
          </a:p>
          <a:p>
            <a:pPr lvl="1" eaLnBrk="1" hangingPunct="1"/>
            <a:r>
              <a:rPr lang="zh-CN" altLang="en-US" dirty="0"/>
              <a:t>将真和假数值化，使布尔表达式的计算类似于算术表达式的计算</a:t>
            </a:r>
          </a:p>
          <a:p>
            <a:pPr lvl="2" eaLnBrk="1" hangingPunct="1"/>
            <a:r>
              <a:rPr lang="zh-CN" altLang="en-US" dirty="0"/>
              <a:t>真：</a:t>
            </a:r>
            <a:r>
              <a:rPr lang="en-US" altLang="zh-CN" b="1" dirty="0"/>
              <a:t>1</a:t>
            </a:r>
            <a:r>
              <a:rPr lang="zh-CN" altLang="en-US" dirty="0"/>
              <a:t>，非</a:t>
            </a:r>
            <a:r>
              <a:rPr lang="en-US" altLang="zh-CN" b="1" dirty="0"/>
              <a:t>0</a:t>
            </a:r>
            <a:r>
              <a:rPr lang="zh-CN" altLang="en-US" dirty="0"/>
              <a:t>，非负数</a:t>
            </a:r>
          </a:p>
          <a:p>
            <a:pPr lvl="2" eaLnBrk="1" hangingPunct="1"/>
            <a:r>
              <a:rPr lang="zh-CN" altLang="en-US" dirty="0"/>
              <a:t>假：</a:t>
            </a:r>
            <a:r>
              <a:rPr lang="en-US" altLang="zh-CN" b="1" dirty="0"/>
              <a:t>0</a:t>
            </a:r>
            <a:r>
              <a:rPr lang="zh-CN" altLang="en-US" dirty="0"/>
              <a:t>，</a:t>
            </a:r>
            <a:r>
              <a:rPr lang="en-US" altLang="zh-CN" b="1" dirty="0"/>
              <a:t>0</a:t>
            </a:r>
            <a:r>
              <a:rPr lang="zh-CN" altLang="en-US" dirty="0"/>
              <a:t>，负数</a:t>
            </a:r>
          </a:p>
          <a:p>
            <a:pPr lvl="1" eaLnBrk="1" hangingPunct="1"/>
            <a:r>
              <a:rPr lang="zh-CN" altLang="en-US" dirty="0"/>
              <a:t>用控制流，即用程序中的位置（</a:t>
            </a:r>
            <a:r>
              <a:rPr lang="zh-CN" altLang="en-US" dirty="0">
                <a:solidFill>
                  <a:srgbClr val="FF0000"/>
                </a:solidFill>
              </a:rPr>
              <a:t>真出口、假出口</a:t>
            </a:r>
            <a:r>
              <a:rPr lang="zh-CN" altLang="en-US" dirty="0"/>
              <a:t>）来表示布尔表达式的值。适用于短路计算，用这种方法便于实现控制流语句中的布尔表达式。</a:t>
            </a:r>
          </a:p>
        </p:txBody>
      </p:sp>
      <p:sp>
        <p:nvSpPr>
          <p:cNvPr id="2" name="日期占位符 1">
            <a:extLst>
              <a:ext uri="{FF2B5EF4-FFF2-40B4-BE49-F238E27FC236}">
                <a16:creationId xmlns:a16="http://schemas.microsoft.com/office/drawing/2014/main" id="{47192A4D-18D7-3655-428B-25ABC24A8129}"/>
              </a:ext>
            </a:extLst>
          </p:cNvPr>
          <p:cNvSpPr>
            <a:spLocks noGrp="1"/>
          </p:cNvSpPr>
          <p:nvPr>
            <p:ph type="dt" sz="half" idx="10"/>
          </p:nvPr>
        </p:nvSpPr>
        <p:spPr/>
        <p:txBody>
          <a:bodyPr/>
          <a:lstStyle/>
          <a:p>
            <a:fld id="{5451C8C2-4879-4B94-AEA9-4833E750EE2C}"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FF0732EC-60E5-9629-B806-FDEA5D84640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D39E2307-87A8-581D-2348-10F1A8E6EF01}"/>
              </a:ext>
            </a:extLst>
          </p:cNvPr>
          <p:cNvSpPr>
            <a:spLocks noGrp="1"/>
          </p:cNvSpPr>
          <p:nvPr>
            <p:ph type="sldNum" sz="quarter" idx="12"/>
          </p:nvPr>
        </p:nvSpPr>
        <p:spPr/>
        <p:txBody>
          <a:bodyPr/>
          <a:lstStyle/>
          <a:p>
            <a:fld id="{094DEB03-EFC6-4C20-8FC8-295189A5386F}" type="slidenum">
              <a:rPr lang="zh-CN" altLang="en-US" smtClean="0"/>
              <a:pPr/>
              <a:t>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7453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7453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74531">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745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D347AD5-09D4-4A48-A24C-687EFC69391A}"/>
              </a:ext>
            </a:extLst>
          </p:cNvPr>
          <p:cNvSpPr>
            <a:spLocks noGrp="1" noChangeArrowheads="1"/>
          </p:cNvSpPr>
          <p:nvPr>
            <p:ph type="title"/>
          </p:nvPr>
        </p:nvSpPr>
        <p:spPr/>
        <p:txBody>
          <a:bodyPr/>
          <a:lstStyle/>
          <a:p>
            <a:pPr eaLnBrk="1" hangingPunct="1"/>
            <a:r>
              <a:rPr lang="en-US" altLang="zh-CN" dirty="0"/>
              <a:t>7.4.1 </a:t>
            </a:r>
            <a:r>
              <a:rPr lang="zh-CN" altLang="en-US" dirty="0"/>
              <a:t>布尔表达式</a:t>
            </a:r>
          </a:p>
        </p:txBody>
      </p:sp>
      <p:sp>
        <p:nvSpPr>
          <p:cNvPr id="12291" name="Rectangle 3">
            <a:extLst>
              <a:ext uri="{FF2B5EF4-FFF2-40B4-BE49-F238E27FC236}">
                <a16:creationId xmlns:a16="http://schemas.microsoft.com/office/drawing/2014/main" id="{6D8A99F7-091B-4806-AE3D-EBB6F83AEA27}"/>
              </a:ext>
            </a:extLst>
          </p:cNvPr>
          <p:cNvSpPr>
            <a:spLocks noGrp="1" noChangeArrowheads="1"/>
          </p:cNvSpPr>
          <p:nvPr>
            <p:ph idx="1"/>
          </p:nvPr>
        </p:nvSpPr>
        <p:spPr/>
        <p:txBody>
          <a:bodyPr/>
          <a:lstStyle/>
          <a:p>
            <a:pPr eaLnBrk="1" hangingPunct="1"/>
            <a:r>
              <a:rPr lang="zh-CN" altLang="en-US" dirty="0"/>
              <a:t>当只计算逻辑值时，布尔表达式的翻译与算术表达式的翻译类似。</a:t>
            </a:r>
          </a:p>
          <a:p>
            <a:pPr eaLnBrk="1" hangingPunct="1"/>
            <a:r>
              <a:rPr lang="zh-CN" altLang="en-US" dirty="0"/>
              <a:t>后面讲布尔表达式的语法制导定义时只讲布尔表达式作为控制流语句的条件时的情况。</a:t>
            </a:r>
          </a:p>
        </p:txBody>
      </p:sp>
      <p:sp>
        <p:nvSpPr>
          <p:cNvPr id="2" name="日期占位符 1">
            <a:extLst>
              <a:ext uri="{FF2B5EF4-FFF2-40B4-BE49-F238E27FC236}">
                <a16:creationId xmlns:a16="http://schemas.microsoft.com/office/drawing/2014/main" id="{996C7E29-2286-1691-C32C-DF3334CB69D6}"/>
              </a:ext>
            </a:extLst>
          </p:cNvPr>
          <p:cNvSpPr>
            <a:spLocks noGrp="1"/>
          </p:cNvSpPr>
          <p:nvPr>
            <p:ph type="dt" sz="half" idx="10"/>
          </p:nvPr>
        </p:nvSpPr>
        <p:spPr/>
        <p:txBody>
          <a:bodyPr/>
          <a:lstStyle/>
          <a:p>
            <a:fld id="{28D26792-9FBE-4968-B3D6-92062167C6D3}"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F01ACD25-45A5-3B5C-E20B-341AF194D3F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1D3261F5-A849-0C2A-E121-856F1C2E12E3}"/>
              </a:ext>
            </a:extLst>
          </p:cNvPr>
          <p:cNvSpPr>
            <a:spLocks noGrp="1"/>
          </p:cNvSpPr>
          <p:nvPr>
            <p:ph type="sldNum" sz="quarter" idx="12"/>
          </p:nvPr>
        </p:nvSpPr>
        <p:spPr/>
        <p:txBody>
          <a:bodyPr/>
          <a:lstStyle/>
          <a:p>
            <a:fld id="{094DEB03-EFC6-4C20-8FC8-295189A5386F}" type="slidenum">
              <a:rPr lang="zh-CN" altLang="en-US" smtClean="0"/>
              <a:pPr/>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99373A66-9DBF-40B2-86C7-AE690E28AE20}"/>
              </a:ext>
            </a:extLst>
          </p:cNvPr>
          <p:cNvSpPr>
            <a:spLocks noGrp="1" noChangeArrowheads="1"/>
          </p:cNvSpPr>
          <p:nvPr>
            <p:ph type="title"/>
          </p:nvPr>
        </p:nvSpPr>
        <p:spPr/>
        <p:txBody>
          <a:bodyPr/>
          <a:lstStyle/>
          <a:p>
            <a:pPr eaLnBrk="1" hangingPunct="1"/>
            <a:r>
              <a:rPr lang="en-US" altLang="zh-CN" dirty="0"/>
              <a:t>7.4.2 </a:t>
            </a:r>
            <a:r>
              <a:rPr lang="zh-CN" altLang="en-US" dirty="0"/>
              <a:t>控制流语句的翻译</a:t>
            </a:r>
          </a:p>
        </p:txBody>
      </p:sp>
      <p:sp>
        <p:nvSpPr>
          <p:cNvPr id="13315" name="Rectangle 3">
            <a:extLst>
              <a:ext uri="{FF2B5EF4-FFF2-40B4-BE49-F238E27FC236}">
                <a16:creationId xmlns:a16="http://schemas.microsoft.com/office/drawing/2014/main" id="{AC4EAB83-ADC2-470B-8773-7E0DF3C31C93}"/>
              </a:ext>
            </a:extLst>
          </p:cNvPr>
          <p:cNvSpPr>
            <a:spLocks noGrp="1" noChangeArrowheads="1"/>
          </p:cNvSpPr>
          <p:nvPr>
            <p:ph idx="1"/>
          </p:nvPr>
        </p:nvSpPr>
        <p:spPr/>
        <p:txBody>
          <a:bodyPr/>
          <a:lstStyle/>
          <a:p>
            <a:pPr algn="just" eaLnBrk="1" hangingPunct="1">
              <a:spcBef>
                <a:spcPct val="0"/>
              </a:spcBef>
            </a:pPr>
            <a:r>
              <a:rPr lang="zh-CN" altLang="en-US" dirty="0"/>
              <a:t>控制流语句的翻译：</a:t>
            </a:r>
          </a:p>
          <a:p>
            <a:pPr lvl="1" algn="just" eaLnBrk="1" hangingPunct="1">
              <a:spcBef>
                <a:spcPct val="0"/>
              </a:spcBef>
            </a:pPr>
            <a:r>
              <a:rPr lang="zh-CN" altLang="en-US" dirty="0"/>
              <a:t>考虑控制流语句由下列文法产生：其中</a:t>
            </a:r>
            <a:r>
              <a:rPr lang="en-US" altLang="zh-CN" b="1" i="1" dirty="0"/>
              <a:t>B</a:t>
            </a:r>
            <a:r>
              <a:rPr lang="zh-CN" altLang="en-US" dirty="0"/>
              <a:t>是布尔表达式</a:t>
            </a:r>
          </a:p>
          <a:p>
            <a:pPr algn="just" eaLnBrk="1" hangingPunct="1">
              <a:spcBef>
                <a:spcPct val="0"/>
              </a:spcBef>
              <a:buFont typeface="Wingdings" panose="05000000000000000000" pitchFamily="2" charset="2"/>
              <a:buNone/>
            </a:pPr>
            <a:endParaRPr lang="zh-CN" altLang="en-US" b="1" i="1" dirty="0"/>
          </a:p>
          <a:p>
            <a:pPr algn="just" eaLnBrk="1" hangingPunct="1">
              <a:spcBef>
                <a:spcPct val="0"/>
              </a:spcBef>
              <a:buFont typeface="Wingdings" panose="05000000000000000000" pitchFamily="2" charset="2"/>
              <a:buNone/>
            </a:pPr>
            <a:r>
              <a:rPr lang="zh-CN" altLang="en-US" b="1" i="1" dirty="0"/>
              <a:t>	</a:t>
            </a:r>
            <a:r>
              <a:rPr lang="en-US" altLang="zh-CN" b="1" i="1" dirty="0"/>
              <a:t>S </a:t>
            </a:r>
            <a:r>
              <a:rPr lang="en-US" altLang="zh-CN" b="1" dirty="0">
                <a:sym typeface="Symbol" panose="05050102010706020507" pitchFamily="18" charset="2"/>
              </a:rPr>
              <a:t></a:t>
            </a:r>
            <a:r>
              <a:rPr lang="en-US" altLang="zh-CN" b="1" dirty="0"/>
              <a:t> if</a:t>
            </a:r>
            <a:r>
              <a:rPr lang="en-US" altLang="zh-CN" b="1" i="1" dirty="0"/>
              <a:t> B </a:t>
            </a:r>
            <a:r>
              <a:rPr lang="en-US" altLang="zh-CN" b="1" dirty="0"/>
              <a:t>then</a:t>
            </a:r>
            <a:r>
              <a:rPr lang="en-US" altLang="zh-CN" b="1" i="1" dirty="0"/>
              <a:t> S</a:t>
            </a:r>
            <a:r>
              <a:rPr lang="en-US" altLang="zh-CN" b="1" baseline="-30000" dirty="0"/>
              <a:t>1</a:t>
            </a:r>
            <a:endParaRPr lang="en-US" altLang="zh-CN" b="1" dirty="0"/>
          </a:p>
          <a:p>
            <a:pPr algn="just" eaLnBrk="1" hangingPunct="1">
              <a:spcBef>
                <a:spcPct val="0"/>
              </a:spcBef>
              <a:buFont typeface="Wingdings" panose="05000000000000000000" pitchFamily="2" charset="2"/>
              <a:buNone/>
            </a:pPr>
            <a:r>
              <a:rPr lang="en-US" altLang="zh-CN" b="1" i="1" dirty="0"/>
              <a:t>		| </a:t>
            </a:r>
            <a:r>
              <a:rPr lang="en-US" altLang="zh-CN" b="1" dirty="0"/>
              <a:t>if</a:t>
            </a:r>
            <a:r>
              <a:rPr lang="en-US" altLang="zh-CN" b="1" i="1" dirty="0"/>
              <a:t> B </a:t>
            </a:r>
            <a:r>
              <a:rPr lang="en-US" altLang="zh-CN" b="1" dirty="0"/>
              <a:t>then</a:t>
            </a:r>
            <a:r>
              <a:rPr lang="en-US" altLang="zh-CN" b="1" i="1" dirty="0"/>
              <a:t> S</a:t>
            </a:r>
            <a:r>
              <a:rPr lang="en-US" altLang="zh-CN" b="1" baseline="-30000" dirty="0"/>
              <a:t>1</a:t>
            </a:r>
            <a:r>
              <a:rPr lang="en-US" altLang="zh-CN" b="1" i="1" dirty="0"/>
              <a:t> </a:t>
            </a:r>
            <a:r>
              <a:rPr lang="en-US" altLang="zh-CN" b="1" dirty="0"/>
              <a:t>else</a:t>
            </a:r>
            <a:r>
              <a:rPr lang="en-US" altLang="zh-CN" b="1" i="1" dirty="0"/>
              <a:t> S</a:t>
            </a:r>
            <a:r>
              <a:rPr lang="en-US" altLang="zh-CN" b="1" baseline="-30000" dirty="0"/>
              <a:t>2</a:t>
            </a:r>
            <a:endParaRPr lang="en-US" altLang="zh-CN" b="1" dirty="0"/>
          </a:p>
          <a:p>
            <a:pPr algn="just" eaLnBrk="1" hangingPunct="1">
              <a:spcBef>
                <a:spcPct val="0"/>
              </a:spcBef>
              <a:buFont typeface="Wingdings" panose="05000000000000000000" pitchFamily="2" charset="2"/>
              <a:buNone/>
            </a:pPr>
            <a:r>
              <a:rPr lang="en-US" altLang="zh-CN" b="1" i="1" dirty="0"/>
              <a:t>		| </a:t>
            </a:r>
            <a:r>
              <a:rPr lang="en-US" altLang="zh-CN" b="1" dirty="0"/>
              <a:t>while</a:t>
            </a:r>
            <a:r>
              <a:rPr lang="en-US" altLang="zh-CN" b="1" i="1" dirty="0"/>
              <a:t> B </a:t>
            </a:r>
            <a:r>
              <a:rPr lang="en-US" altLang="zh-CN" b="1" dirty="0"/>
              <a:t>do</a:t>
            </a:r>
            <a:r>
              <a:rPr lang="en-US" altLang="zh-CN" b="1" i="1" dirty="0"/>
              <a:t> S</a:t>
            </a:r>
            <a:r>
              <a:rPr lang="en-US" altLang="zh-CN" b="1" baseline="-30000" dirty="0"/>
              <a:t>1</a:t>
            </a:r>
            <a:endParaRPr lang="en-US" altLang="zh-CN" b="1" dirty="0"/>
          </a:p>
          <a:p>
            <a:pPr algn="just" eaLnBrk="1" hangingPunct="1">
              <a:spcBef>
                <a:spcPct val="0"/>
              </a:spcBef>
              <a:buFont typeface="Wingdings" panose="05000000000000000000" pitchFamily="2" charset="2"/>
              <a:buNone/>
            </a:pPr>
            <a:r>
              <a:rPr lang="en-US" altLang="zh-CN" b="1" i="1" dirty="0"/>
              <a:t>		| S</a:t>
            </a:r>
            <a:r>
              <a:rPr lang="en-US" altLang="zh-CN" b="1" baseline="-30000" dirty="0"/>
              <a:t>1</a:t>
            </a:r>
            <a:r>
              <a:rPr lang="en-US" altLang="zh-CN" b="1" dirty="0"/>
              <a:t>;</a:t>
            </a:r>
            <a:r>
              <a:rPr lang="en-US" altLang="zh-CN" b="1" i="1" dirty="0"/>
              <a:t> S</a:t>
            </a:r>
            <a:r>
              <a:rPr lang="en-US" altLang="zh-CN" b="1" baseline="-30000" dirty="0"/>
              <a:t>2</a:t>
            </a:r>
            <a:r>
              <a:rPr lang="en-US" altLang="zh-CN" b="1" i="1" dirty="0"/>
              <a:t> </a:t>
            </a:r>
          </a:p>
          <a:p>
            <a:pPr eaLnBrk="1" hangingPunct="1"/>
            <a:endParaRPr lang="en-US" altLang="zh-CN" dirty="0"/>
          </a:p>
        </p:txBody>
      </p:sp>
      <p:sp>
        <p:nvSpPr>
          <p:cNvPr id="2" name="日期占位符 1">
            <a:extLst>
              <a:ext uri="{FF2B5EF4-FFF2-40B4-BE49-F238E27FC236}">
                <a16:creationId xmlns:a16="http://schemas.microsoft.com/office/drawing/2014/main" id="{8097E0CB-04B4-C340-3F45-EBE170197022}"/>
              </a:ext>
            </a:extLst>
          </p:cNvPr>
          <p:cNvSpPr>
            <a:spLocks noGrp="1"/>
          </p:cNvSpPr>
          <p:nvPr>
            <p:ph type="dt" sz="half" idx="10"/>
          </p:nvPr>
        </p:nvSpPr>
        <p:spPr/>
        <p:txBody>
          <a:bodyPr/>
          <a:lstStyle/>
          <a:p>
            <a:fld id="{FCEA170E-0415-4257-A4F9-E061CB0B9904}"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2423F796-2061-A8E2-2A57-C8BA3494C7A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5C3BB172-49CD-15A8-FBF0-96718119A2ED}"/>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DF5C89-A818-4373-AE4D-08E730EABEF4}"/>
              </a:ext>
            </a:extLst>
          </p:cNvPr>
          <p:cNvSpPr>
            <a:spLocks noGrp="1"/>
          </p:cNvSpPr>
          <p:nvPr>
            <p:ph type="title"/>
          </p:nvPr>
        </p:nvSpPr>
        <p:spPr/>
        <p:txBody>
          <a:bodyPr/>
          <a:lstStyle/>
          <a:p>
            <a:r>
              <a:rPr lang="en-US" altLang="zh-CN" dirty="0"/>
              <a:t>7.4.2 </a:t>
            </a:r>
            <a:r>
              <a:rPr lang="zh-CN" altLang="en-US" dirty="0"/>
              <a:t>控制流语句的翻译</a:t>
            </a:r>
            <a:endParaRPr lang="zh-CN" altLang="en-US" b="1" dirty="0"/>
          </a:p>
        </p:txBody>
      </p:sp>
      <p:sp>
        <p:nvSpPr>
          <p:cNvPr id="3" name="内容占位符 2">
            <a:extLst>
              <a:ext uri="{FF2B5EF4-FFF2-40B4-BE49-F238E27FC236}">
                <a16:creationId xmlns:a16="http://schemas.microsoft.com/office/drawing/2014/main" id="{357D8AC9-57D6-4803-BB8F-9F4CCDEB482B}"/>
              </a:ext>
            </a:extLst>
          </p:cNvPr>
          <p:cNvSpPr>
            <a:spLocks noGrp="1"/>
          </p:cNvSpPr>
          <p:nvPr>
            <p:ph idx="1"/>
          </p:nvPr>
        </p:nvSpPr>
        <p:spPr>
          <a:xfrm>
            <a:off x="628650" y="1257300"/>
            <a:ext cx="7886700" cy="5524500"/>
          </a:xfrm>
        </p:spPr>
        <p:txBody>
          <a:bodyPr>
            <a:normAutofit/>
          </a:bodyPr>
          <a:lstStyle/>
          <a:p>
            <a:r>
              <a:rPr lang="zh-CN" altLang="en-US" dirty="0"/>
              <a:t>例：</a:t>
            </a:r>
            <a:r>
              <a:rPr lang="en-US" altLang="zh-CN" b="1" dirty="0"/>
              <a:t> </a:t>
            </a:r>
            <a:r>
              <a:rPr lang="en-US" altLang="zh-CN" b="1" i="1" dirty="0"/>
              <a:t>S </a:t>
            </a:r>
            <a:r>
              <a:rPr lang="en-US" altLang="zh-CN" b="1" dirty="0">
                <a:sym typeface="Symbol" panose="05050102010706020507" pitchFamily="18" charset="2"/>
              </a:rPr>
              <a:t></a:t>
            </a:r>
            <a:r>
              <a:rPr lang="en-US" altLang="zh-CN" b="1" dirty="0"/>
              <a:t>if</a:t>
            </a:r>
            <a:r>
              <a:rPr lang="en-US" altLang="zh-CN" b="1" i="1" dirty="0"/>
              <a:t> B </a:t>
            </a:r>
            <a:r>
              <a:rPr lang="en-US" altLang="zh-CN" b="1" dirty="0"/>
              <a:t>then</a:t>
            </a:r>
            <a:r>
              <a:rPr lang="en-US" altLang="zh-CN" b="1" i="1" dirty="0"/>
              <a:t> S</a:t>
            </a:r>
            <a:r>
              <a:rPr lang="en-US" altLang="zh-CN" b="1" baseline="-30000" dirty="0"/>
              <a:t>1</a:t>
            </a:r>
            <a:r>
              <a:rPr lang="en-US" altLang="zh-CN" b="1" i="1" dirty="0"/>
              <a:t> </a:t>
            </a:r>
            <a:r>
              <a:rPr lang="en-US" altLang="zh-CN" b="1" dirty="0"/>
              <a:t>else</a:t>
            </a:r>
            <a:r>
              <a:rPr lang="en-US" altLang="zh-CN" b="1" i="1" dirty="0"/>
              <a:t> S</a:t>
            </a:r>
            <a:r>
              <a:rPr lang="en-US" altLang="zh-CN" b="1" baseline="-30000" dirty="0"/>
              <a:t>2</a:t>
            </a:r>
          </a:p>
          <a:p>
            <a:r>
              <a:rPr lang="zh-CN" altLang="en-US" dirty="0"/>
              <a:t>三地址码：</a:t>
            </a:r>
            <a:endParaRPr lang="en-US" altLang="zh-CN" dirty="0"/>
          </a:p>
          <a:p>
            <a:pPr marL="457200" lvl="1" indent="0">
              <a:buNone/>
            </a:pPr>
            <a:endParaRPr lang="en-US" altLang="zh-CN" dirty="0"/>
          </a:p>
          <a:p>
            <a:endParaRPr lang="en-US" altLang="zh-CN" dirty="0"/>
          </a:p>
          <a:p>
            <a:endParaRPr lang="en-US" altLang="zh-CN" dirty="0"/>
          </a:p>
          <a:p>
            <a:endParaRPr lang="en-US" altLang="zh-CN" dirty="0"/>
          </a:p>
          <a:p>
            <a:r>
              <a:rPr lang="zh-CN" altLang="en-US" dirty="0"/>
              <a:t>如何通过语法制导定义来生成控制流语句的三地址码呢？</a:t>
            </a:r>
          </a:p>
        </p:txBody>
      </p:sp>
      <p:sp>
        <p:nvSpPr>
          <p:cNvPr id="175" name="文本框 174">
            <a:extLst>
              <a:ext uri="{FF2B5EF4-FFF2-40B4-BE49-F238E27FC236}">
                <a16:creationId xmlns:a16="http://schemas.microsoft.com/office/drawing/2014/main" id="{EB7F8704-0BDA-475E-AEB2-A76AF590C35A}"/>
              </a:ext>
            </a:extLst>
          </p:cNvPr>
          <p:cNvSpPr txBox="1"/>
          <p:nvPr/>
        </p:nvSpPr>
        <p:spPr>
          <a:xfrm>
            <a:off x="3030438" y="1953323"/>
            <a:ext cx="3969075" cy="2677656"/>
          </a:xfrm>
          <a:prstGeom prst="rect">
            <a:avLst/>
          </a:prstGeom>
          <a:noFill/>
          <a:ln w="19050">
            <a:noFill/>
          </a:ln>
        </p:spPr>
        <p:txBody>
          <a:bodyPr wrap="square" rtlCol="0">
            <a:spAutoFit/>
          </a:bodyPr>
          <a:lstStyle/>
          <a:p>
            <a:pPr lvl="1"/>
            <a:r>
              <a:rPr lang="en-US" altLang="zh-CN" sz="2800" b="1" i="1" dirty="0">
                <a:solidFill>
                  <a:srgbClr val="FF0000"/>
                </a:solidFill>
              </a:rPr>
              <a:t>	</a:t>
            </a:r>
            <a:r>
              <a:rPr lang="en-US" altLang="zh-CN" sz="2800" b="1" dirty="0">
                <a:solidFill>
                  <a:srgbClr val="FF0000"/>
                </a:solidFill>
              </a:rPr>
              <a:t>if B </a:t>
            </a:r>
            <a:r>
              <a:rPr lang="en-US" altLang="zh-CN" sz="2800" b="1" dirty="0" err="1">
                <a:solidFill>
                  <a:srgbClr val="FF0000"/>
                </a:solidFill>
              </a:rPr>
              <a:t>goto</a:t>
            </a:r>
            <a:r>
              <a:rPr lang="en-US" altLang="zh-CN" sz="2800" b="1" dirty="0">
                <a:solidFill>
                  <a:srgbClr val="FF0000"/>
                </a:solidFill>
              </a:rPr>
              <a:t> L</a:t>
            </a:r>
            <a:r>
              <a:rPr lang="en-US" altLang="zh-CN" sz="2800" b="1" baseline="-25000" dirty="0">
                <a:solidFill>
                  <a:srgbClr val="FF0000"/>
                </a:solidFill>
              </a:rPr>
              <a:t>1</a:t>
            </a:r>
          </a:p>
          <a:p>
            <a:pPr lvl="1"/>
            <a:r>
              <a:rPr lang="en-US" altLang="zh-CN" sz="2800" b="1" dirty="0">
                <a:solidFill>
                  <a:srgbClr val="FF0000"/>
                </a:solidFill>
              </a:rPr>
              <a:t>	</a:t>
            </a:r>
            <a:r>
              <a:rPr lang="en-US" altLang="zh-CN" sz="2800" b="1" dirty="0" err="1">
                <a:solidFill>
                  <a:srgbClr val="FF0000"/>
                </a:solidFill>
              </a:rPr>
              <a:t>goto</a:t>
            </a:r>
            <a:r>
              <a:rPr lang="en-US" altLang="zh-CN" sz="2800" b="1" dirty="0">
                <a:solidFill>
                  <a:srgbClr val="FF0000"/>
                </a:solidFill>
              </a:rPr>
              <a:t> L</a:t>
            </a:r>
            <a:r>
              <a:rPr lang="en-US" altLang="zh-CN" sz="2800" b="1" baseline="-25000" dirty="0">
                <a:solidFill>
                  <a:srgbClr val="FF0000"/>
                </a:solidFill>
              </a:rPr>
              <a:t>2</a:t>
            </a:r>
          </a:p>
          <a:p>
            <a:r>
              <a:rPr lang="en-US" altLang="zh-CN" sz="2800" b="1" dirty="0">
                <a:solidFill>
                  <a:srgbClr val="FF0000"/>
                </a:solidFill>
              </a:rPr>
              <a:t>L</a:t>
            </a:r>
            <a:r>
              <a:rPr lang="en-US" altLang="zh-CN" sz="2800" b="1" baseline="-25000" dirty="0">
                <a:solidFill>
                  <a:srgbClr val="FF0000"/>
                </a:solidFill>
              </a:rPr>
              <a:t>1</a:t>
            </a:r>
            <a:r>
              <a:rPr lang="en-US" altLang="zh-CN" sz="2800" b="1" dirty="0">
                <a:solidFill>
                  <a:srgbClr val="FF0000"/>
                </a:solidFill>
              </a:rPr>
              <a:t>:	(S</a:t>
            </a:r>
            <a:r>
              <a:rPr lang="en-US" altLang="zh-CN" sz="2800" b="1" baseline="-25000" dirty="0">
                <a:solidFill>
                  <a:srgbClr val="FF0000"/>
                </a:solidFill>
              </a:rPr>
              <a:t>1</a:t>
            </a:r>
            <a:r>
              <a:rPr lang="zh-CN" altLang="en-US" sz="2800" b="1" dirty="0">
                <a:solidFill>
                  <a:srgbClr val="FF0000"/>
                </a:solidFill>
              </a:rPr>
              <a:t>的三地址码</a:t>
            </a:r>
            <a:r>
              <a:rPr lang="en-US" altLang="zh-CN" sz="2800" b="1" dirty="0">
                <a:solidFill>
                  <a:srgbClr val="FF0000"/>
                </a:solidFill>
              </a:rPr>
              <a:t>)</a:t>
            </a:r>
          </a:p>
          <a:p>
            <a:r>
              <a:rPr lang="en-US" altLang="zh-CN" sz="2800" b="1" dirty="0">
                <a:solidFill>
                  <a:srgbClr val="FF0000"/>
                </a:solidFill>
              </a:rPr>
              <a:t>		</a:t>
            </a:r>
            <a:r>
              <a:rPr lang="en-US" altLang="zh-CN" sz="2800" b="1" dirty="0" err="1">
                <a:solidFill>
                  <a:srgbClr val="FF0000"/>
                </a:solidFill>
              </a:rPr>
              <a:t>goto</a:t>
            </a:r>
            <a:r>
              <a:rPr lang="en-US" altLang="zh-CN" sz="2800" b="1" dirty="0">
                <a:solidFill>
                  <a:srgbClr val="FF0000"/>
                </a:solidFill>
              </a:rPr>
              <a:t> L</a:t>
            </a:r>
            <a:r>
              <a:rPr lang="en-US" altLang="zh-CN" sz="2800" b="1" baseline="-25000" dirty="0">
                <a:solidFill>
                  <a:srgbClr val="FF0000"/>
                </a:solidFill>
              </a:rPr>
              <a:t>3</a:t>
            </a:r>
          </a:p>
          <a:p>
            <a:r>
              <a:rPr lang="en-US" altLang="zh-CN" sz="2800" b="1" dirty="0">
                <a:solidFill>
                  <a:srgbClr val="FF0000"/>
                </a:solidFill>
              </a:rPr>
              <a:t>L</a:t>
            </a:r>
            <a:r>
              <a:rPr lang="en-US" altLang="zh-CN" sz="2800" b="1" baseline="-25000" dirty="0">
                <a:solidFill>
                  <a:srgbClr val="FF0000"/>
                </a:solidFill>
              </a:rPr>
              <a:t>2</a:t>
            </a:r>
            <a:r>
              <a:rPr lang="en-US" altLang="zh-CN" sz="2800" b="1" dirty="0">
                <a:solidFill>
                  <a:srgbClr val="FF0000"/>
                </a:solidFill>
              </a:rPr>
              <a:t>:	(S</a:t>
            </a:r>
            <a:r>
              <a:rPr lang="en-US" altLang="zh-CN" sz="2800" b="1" baseline="-25000" dirty="0">
                <a:solidFill>
                  <a:srgbClr val="FF0000"/>
                </a:solidFill>
              </a:rPr>
              <a:t>2</a:t>
            </a:r>
            <a:r>
              <a:rPr lang="zh-CN" altLang="en-US" sz="2800" b="1" dirty="0">
                <a:solidFill>
                  <a:srgbClr val="FF0000"/>
                </a:solidFill>
              </a:rPr>
              <a:t>的三地址码</a:t>
            </a:r>
            <a:r>
              <a:rPr lang="en-US" altLang="zh-CN" sz="2800" b="1" dirty="0">
                <a:solidFill>
                  <a:srgbClr val="FF0000"/>
                </a:solidFill>
              </a:rPr>
              <a:t>)</a:t>
            </a:r>
            <a:endParaRPr lang="en-US" altLang="zh-CN" sz="2800" b="1" baseline="-25000" dirty="0">
              <a:solidFill>
                <a:srgbClr val="FF0000"/>
              </a:solidFill>
            </a:endParaRPr>
          </a:p>
          <a:p>
            <a:r>
              <a:rPr lang="en-US" altLang="zh-CN" sz="2800" b="1" dirty="0">
                <a:solidFill>
                  <a:srgbClr val="FF0000"/>
                </a:solidFill>
              </a:rPr>
              <a:t>L</a:t>
            </a:r>
            <a:r>
              <a:rPr lang="en-US" altLang="zh-CN" sz="2800" b="1" baseline="-25000" dirty="0">
                <a:solidFill>
                  <a:srgbClr val="FF0000"/>
                </a:solidFill>
              </a:rPr>
              <a:t>3</a:t>
            </a:r>
            <a:r>
              <a:rPr lang="en-US" altLang="zh-CN" sz="2800" b="1" dirty="0">
                <a:solidFill>
                  <a:srgbClr val="FF0000"/>
                </a:solidFill>
              </a:rPr>
              <a:t>:	…</a:t>
            </a:r>
            <a:endParaRPr lang="zh-CN" altLang="en-US" sz="2800" b="1" dirty="0">
              <a:solidFill>
                <a:srgbClr val="FF0000"/>
              </a:solidFill>
            </a:endParaRPr>
          </a:p>
        </p:txBody>
      </p:sp>
      <p:sp>
        <p:nvSpPr>
          <p:cNvPr id="197" name="Line 7">
            <a:extLst>
              <a:ext uri="{FF2B5EF4-FFF2-40B4-BE49-F238E27FC236}">
                <a16:creationId xmlns:a16="http://schemas.microsoft.com/office/drawing/2014/main" id="{3FF501D9-BF5C-443F-A45D-582B31A219B1}"/>
              </a:ext>
            </a:extLst>
          </p:cNvPr>
          <p:cNvSpPr>
            <a:spLocks noChangeShapeType="1"/>
          </p:cNvSpPr>
          <p:nvPr/>
        </p:nvSpPr>
        <p:spPr bwMode="auto">
          <a:xfrm>
            <a:off x="3818668" y="1936362"/>
            <a:ext cx="27059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198" name="Line 6">
            <a:extLst>
              <a:ext uri="{FF2B5EF4-FFF2-40B4-BE49-F238E27FC236}">
                <a16:creationId xmlns:a16="http://schemas.microsoft.com/office/drawing/2014/main" id="{6439CE43-923E-4E61-B702-92A1AD94A396}"/>
              </a:ext>
            </a:extLst>
          </p:cNvPr>
          <p:cNvSpPr>
            <a:spLocks noChangeShapeType="1"/>
          </p:cNvSpPr>
          <p:nvPr/>
        </p:nvSpPr>
        <p:spPr bwMode="auto">
          <a:xfrm>
            <a:off x="3818668" y="1936362"/>
            <a:ext cx="0" cy="27903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199" name="Line 6">
            <a:extLst>
              <a:ext uri="{FF2B5EF4-FFF2-40B4-BE49-F238E27FC236}">
                <a16:creationId xmlns:a16="http://schemas.microsoft.com/office/drawing/2014/main" id="{49842AC6-DF98-4E45-98E9-9C484CF83F7A}"/>
              </a:ext>
            </a:extLst>
          </p:cNvPr>
          <p:cNvSpPr>
            <a:spLocks noChangeShapeType="1"/>
          </p:cNvSpPr>
          <p:nvPr/>
        </p:nvSpPr>
        <p:spPr bwMode="auto">
          <a:xfrm>
            <a:off x="6524625" y="1936362"/>
            <a:ext cx="0" cy="27903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200" name="Line 7">
            <a:extLst>
              <a:ext uri="{FF2B5EF4-FFF2-40B4-BE49-F238E27FC236}">
                <a16:creationId xmlns:a16="http://schemas.microsoft.com/office/drawing/2014/main" id="{A00D9C90-39B8-4B7B-9AE8-099E1BA9EC6E}"/>
              </a:ext>
            </a:extLst>
          </p:cNvPr>
          <p:cNvSpPr>
            <a:spLocks noChangeShapeType="1"/>
          </p:cNvSpPr>
          <p:nvPr/>
        </p:nvSpPr>
        <p:spPr bwMode="auto">
          <a:xfrm>
            <a:off x="3818668" y="2881050"/>
            <a:ext cx="27059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201" name="Line 7">
            <a:extLst>
              <a:ext uri="{FF2B5EF4-FFF2-40B4-BE49-F238E27FC236}">
                <a16:creationId xmlns:a16="http://schemas.microsoft.com/office/drawing/2014/main" id="{729BC5E0-DC9F-49BB-9D8B-089581410292}"/>
              </a:ext>
            </a:extLst>
          </p:cNvPr>
          <p:cNvSpPr>
            <a:spLocks noChangeShapeType="1"/>
          </p:cNvSpPr>
          <p:nvPr/>
        </p:nvSpPr>
        <p:spPr bwMode="auto">
          <a:xfrm>
            <a:off x="3818668" y="4197816"/>
            <a:ext cx="27059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202" name="Line 7">
            <a:extLst>
              <a:ext uri="{FF2B5EF4-FFF2-40B4-BE49-F238E27FC236}">
                <a16:creationId xmlns:a16="http://schemas.microsoft.com/office/drawing/2014/main" id="{B5BD468E-40CF-468A-A37D-AE559AF58830}"/>
              </a:ext>
            </a:extLst>
          </p:cNvPr>
          <p:cNvSpPr>
            <a:spLocks noChangeShapeType="1"/>
          </p:cNvSpPr>
          <p:nvPr/>
        </p:nvSpPr>
        <p:spPr bwMode="auto">
          <a:xfrm>
            <a:off x="3818668" y="3736587"/>
            <a:ext cx="27059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4" name="日期占位符 3">
            <a:extLst>
              <a:ext uri="{FF2B5EF4-FFF2-40B4-BE49-F238E27FC236}">
                <a16:creationId xmlns:a16="http://schemas.microsoft.com/office/drawing/2014/main" id="{60113BF4-6892-111D-B351-82B52D77B264}"/>
              </a:ext>
            </a:extLst>
          </p:cNvPr>
          <p:cNvSpPr>
            <a:spLocks noGrp="1"/>
          </p:cNvSpPr>
          <p:nvPr>
            <p:ph type="dt" sz="half" idx="10"/>
          </p:nvPr>
        </p:nvSpPr>
        <p:spPr/>
        <p:txBody>
          <a:bodyPr/>
          <a:lstStyle/>
          <a:p>
            <a:fld id="{43D98941-E303-4558-88EB-3159DFFCFB8B}"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85AC6AF3-6726-5CAD-4BD3-41EA1BC6687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937963E3-971D-9632-ABB5-8DFC2B49A299}"/>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DF5C89-A818-4373-AE4D-08E730EABEF4}"/>
              </a:ext>
            </a:extLst>
          </p:cNvPr>
          <p:cNvSpPr>
            <a:spLocks noGrp="1"/>
          </p:cNvSpPr>
          <p:nvPr>
            <p:ph type="title"/>
          </p:nvPr>
        </p:nvSpPr>
        <p:spPr/>
        <p:txBody>
          <a:bodyPr/>
          <a:lstStyle/>
          <a:p>
            <a:r>
              <a:rPr lang="en-US" altLang="zh-CN" dirty="0"/>
              <a:t>7.4.2 </a:t>
            </a:r>
            <a:r>
              <a:rPr lang="zh-CN" altLang="en-US" dirty="0"/>
              <a:t>控制流语句的翻译</a:t>
            </a:r>
            <a:endParaRPr lang="zh-CN" altLang="en-US" b="1" dirty="0"/>
          </a:p>
        </p:txBody>
      </p:sp>
      <p:sp>
        <p:nvSpPr>
          <p:cNvPr id="3" name="内容占位符 2">
            <a:extLst>
              <a:ext uri="{FF2B5EF4-FFF2-40B4-BE49-F238E27FC236}">
                <a16:creationId xmlns:a16="http://schemas.microsoft.com/office/drawing/2014/main" id="{357D8AC9-57D6-4803-BB8F-9F4CCDEB482B}"/>
              </a:ext>
            </a:extLst>
          </p:cNvPr>
          <p:cNvSpPr>
            <a:spLocks noGrp="1"/>
          </p:cNvSpPr>
          <p:nvPr>
            <p:ph idx="1"/>
          </p:nvPr>
        </p:nvSpPr>
        <p:spPr/>
        <p:txBody>
          <a:bodyPr/>
          <a:lstStyle/>
          <a:p>
            <a:r>
              <a:rPr lang="en-US" altLang="zh-CN" b="1" dirty="0"/>
              <a:t>(a)</a:t>
            </a:r>
            <a:r>
              <a:rPr lang="en-US" altLang="zh-CN" dirty="0"/>
              <a:t> </a:t>
            </a:r>
            <a:r>
              <a:rPr lang="en-US" altLang="zh-CN" b="1" i="1" dirty="0"/>
              <a:t>S </a:t>
            </a:r>
            <a:r>
              <a:rPr lang="en-US" altLang="zh-CN" b="1" dirty="0">
                <a:sym typeface="Symbol" panose="05050102010706020507" pitchFamily="18" charset="2"/>
              </a:rPr>
              <a:t></a:t>
            </a:r>
            <a:r>
              <a:rPr lang="en-US" altLang="zh-CN" b="1" dirty="0"/>
              <a:t>if</a:t>
            </a:r>
            <a:r>
              <a:rPr lang="en-US" altLang="zh-CN" b="1" i="1" dirty="0"/>
              <a:t> B </a:t>
            </a:r>
            <a:r>
              <a:rPr lang="en-US" altLang="zh-CN" b="1" dirty="0"/>
              <a:t>then</a:t>
            </a:r>
            <a:r>
              <a:rPr lang="en-US" altLang="zh-CN" b="1" i="1" dirty="0"/>
              <a:t> S</a:t>
            </a:r>
            <a:r>
              <a:rPr lang="en-US" altLang="zh-CN" b="1" baseline="-30000" dirty="0"/>
              <a:t>1</a:t>
            </a:r>
            <a:endParaRPr lang="zh-CN" altLang="en-US" dirty="0"/>
          </a:p>
        </p:txBody>
      </p:sp>
      <p:grpSp>
        <p:nvGrpSpPr>
          <p:cNvPr id="6" name="组合 5">
            <a:extLst>
              <a:ext uri="{FF2B5EF4-FFF2-40B4-BE49-F238E27FC236}">
                <a16:creationId xmlns:a16="http://schemas.microsoft.com/office/drawing/2014/main" id="{2CABA834-BC89-42E5-AE64-2C95AC7823F2}"/>
              </a:ext>
            </a:extLst>
          </p:cNvPr>
          <p:cNvGrpSpPr/>
          <p:nvPr/>
        </p:nvGrpSpPr>
        <p:grpSpPr>
          <a:xfrm>
            <a:off x="892558" y="2480378"/>
            <a:ext cx="7460545" cy="2453765"/>
            <a:chOff x="892558" y="2480378"/>
            <a:chExt cx="7460545" cy="2453765"/>
          </a:xfrm>
        </p:grpSpPr>
        <p:sp>
          <p:nvSpPr>
            <p:cNvPr id="25" name="Line 6">
              <a:extLst>
                <a:ext uri="{FF2B5EF4-FFF2-40B4-BE49-F238E27FC236}">
                  <a16:creationId xmlns:a16="http://schemas.microsoft.com/office/drawing/2014/main" id="{E224D14E-2756-40FD-9C5C-DC4D696D2472}"/>
                </a:ext>
              </a:extLst>
            </p:cNvPr>
            <p:cNvSpPr>
              <a:spLocks noChangeShapeType="1"/>
            </p:cNvSpPr>
            <p:nvPr/>
          </p:nvSpPr>
          <p:spPr bwMode="auto">
            <a:xfrm>
              <a:off x="2455197" y="2776012"/>
              <a:ext cx="0" cy="215813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26" name="Line 7">
              <a:extLst>
                <a:ext uri="{FF2B5EF4-FFF2-40B4-BE49-F238E27FC236}">
                  <a16:creationId xmlns:a16="http://schemas.microsoft.com/office/drawing/2014/main" id="{67B721AF-D6CE-4DA2-8172-81AB53D95056}"/>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27" name="Line 8">
              <a:extLst>
                <a:ext uri="{FF2B5EF4-FFF2-40B4-BE49-F238E27FC236}">
                  <a16:creationId xmlns:a16="http://schemas.microsoft.com/office/drawing/2014/main" id="{3740AE3F-B430-496B-A9B0-2CE5281512FF}"/>
                </a:ext>
              </a:extLst>
            </p:cNvPr>
            <p:cNvSpPr>
              <a:spLocks noChangeShapeType="1"/>
            </p:cNvSpPr>
            <p:nvPr/>
          </p:nvSpPr>
          <p:spPr bwMode="auto">
            <a:xfrm>
              <a:off x="4313470" y="2776012"/>
              <a:ext cx="0" cy="215813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28" name="Line 9">
              <a:extLst>
                <a:ext uri="{FF2B5EF4-FFF2-40B4-BE49-F238E27FC236}">
                  <a16:creationId xmlns:a16="http://schemas.microsoft.com/office/drawing/2014/main" id="{232B8D66-5E53-49D1-8B3A-A15E9B86CAF5}"/>
                </a:ext>
              </a:extLst>
            </p:cNvPr>
            <p:cNvSpPr>
              <a:spLocks noChangeShapeType="1"/>
            </p:cNvSpPr>
            <p:nvPr/>
          </p:nvSpPr>
          <p:spPr bwMode="auto">
            <a:xfrm>
              <a:off x="2455197" y="3601677"/>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29" name="Line 10">
              <a:extLst>
                <a:ext uri="{FF2B5EF4-FFF2-40B4-BE49-F238E27FC236}">
                  <a16:creationId xmlns:a16="http://schemas.microsoft.com/office/drawing/2014/main" id="{25C33B0A-9577-4336-8C55-F8B3D1FA8B7A}"/>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30" name="Rectangle 11">
              <a:extLst>
                <a:ext uri="{FF2B5EF4-FFF2-40B4-BE49-F238E27FC236}">
                  <a16:creationId xmlns:a16="http://schemas.microsoft.com/office/drawing/2014/main" id="{55F1A1DB-0C12-4F5C-8C7E-D311EA8518B6}"/>
                </a:ext>
              </a:extLst>
            </p:cNvPr>
            <p:cNvSpPr>
              <a:spLocks noChangeArrowheads="1"/>
            </p:cNvSpPr>
            <p:nvPr/>
          </p:nvSpPr>
          <p:spPr bwMode="auto">
            <a:xfrm>
              <a:off x="2641024" y="2923830"/>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code</a:t>
              </a:r>
              <a:endParaRPr lang="en-US" altLang="zh-CN" sz="2800" b="1" i="1" dirty="0">
                <a:ea typeface="宋体" panose="02010600030101010101" pitchFamily="2" charset="-122"/>
              </a:endParaRPr>
            </a:p>
          </p:txBody>
        </p:sp>
        <p:sp>
          <p:nvSpPr>
            <p:cNvPr id="31" name="Rectangle 12">
              <a:extLst>
                <a:ext uri="{FF2B5EF4-FFF2-40B4-BE49-F238E27FC236}">
                  <a16:creationId xmlns:a16="http://schemas.microsoft.com/office/drawing/2014/main" id="{93125159-1A9D-498B-BB6E-68690955111B}"/>
                </a:ext>
              </a:extLst>
            </p:cNvPr>
            <p:cNvSpPr>
              <a:spLocks noChangeArrowheads="1"/>
            </p:cNvSpPr>
            <p:nvPr/>
          </p:nvSpPr>
          <p:spPr bwMode="auto">
            <a:xfrm>
              <a:off x="2660029" y="374104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S</a:t>
              </a:r>
              <a:r>
                <a:rPr lang="en-US" altLang="zh-CN" sz="2800" b="1" baseline="-25000" dirty="0">
                  <a:ea typeface="宋体" panose="02010600030101010101" pitchFamily="2" charset="-122"/>
                </a:rPr>
                <a:t>1</a:t>
              </a:r>
              <a:r>
                <a:rPr lang="en-US" altLang="zh-CN" sz="2800" b="1" dirty="0">
                  <a:ea typeface="宋体" panose="02010600030101010101" pitchFamily="2" charset="-122"/>
                </a:rPr>
                <a:t>.</a:t>
              </a:r>
              <a:r>
                <a:rPr lang="en-US" altLang="zh-CN" sz="2800" b="1" i="1" dirty="0">
                  <a:ea typeface="宋体" panose="02010600030101010101" pitchFamily="2" charset="-122"/>
                </a:rPr>
                <a:t>code</a:t>
              </a:r>
            </a:p>
          </p:txBody>
        </p:sp>
        <p:sp>
          <p:nvSpPr>
            <p:cNvPr id="32" name="Rectangle 13">
              <a:extLst>
                <a:ext uri="{FF2B5EF4-FFF2-40B4-BE49-F238E27FC236}">
                  <a16:creationId xmlns:a16="http://schemas.microsoft.com/office/drawing/2014/main" id="{DD041568-1B15-47F1-892F-340541BE898A}"/>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true</a:t>
              </a:r>
              <a:r>
                <a:rPr lang="en-US" altLang="zh-CN" sz="2800" b="1" dirty="0">
                  <a:ea typeface="宋体" panose="02010600030101010101" pitchFamily="2" charset="-122"/>
                </a:rPr>
                <a:t>:</a:t>
              </a:r>
            </a:p>
          </p:txBody>
        </p:sp>
        <p:sp>
          <p:nvSpPr>
            <p:cNvPr id="33" name="Rectangle 14">
              <a:extLst>
                <a:ext uri="{FF2B5EF4-FFF2-40B4-BE49-F238E27FC236}">
                  <a16:creationId xmlns:a16="http://schemas.microsoft.com/office/drawing/2014/main" id="{50EEE0F4-D31F-4C17-AC67-6BF99165DCE9}"/>
                </a:ext>
              </a:extLst>
            </p:cNvPr>
            <p:cNvSpPr>
              <a:spLocks noChangeArrowheads="1"/>
            </p:cNvSpPr>
            <p:nvPr/>
          </p:nvSpPr>
          <p:spPr bwMode="auto">
            <a:xfrm>
              <a:off x="2750832" y="4288389"/>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 . .</a:t>
              </a:r>
            </a:p>
          </p:txBody>
        </p:sp>
        <p:sp>
          <p:nvSpPr>
            <p:cNvPr id="34" name="Rectangle 15">
              <a:extLst>
                <a:ext uri="{FF2B5EF4-FFF2-40B4-BE49-F238E27FC236}">
                  <a16:creationId xmlns:a16="http://schemas.microsoft.com/office/drawing/2014/main" id="{858DEDA5-CF04-4B8D-BD6B-7BE5FE394551}"/>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dirty="0"/>
                <a:t>指向</a:t>
              </a: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true</a:t>
              </a:r>
              <a:endParaRPr lang="en-US" altLang="zh-CN" sz="2800" b="1" dirty="0">
                <a:ea typeface="宋体" panose="02010600030101010101" pitchFamily="2" charset="-122"/>
              </a:endParaRPr>
            </a:p>
          </p:txBody>
        </p:sp>
        <p:sp>
          <p:nvSpPr>
            <p:cNvPr id="35" name="Rectangle 16">
              <a:extLst>
                <a:ext uri="{FF2B5EF4-FFF2-40B4-BE49-F238E27FC236}">
                  <a16:creationId xmlns:a16="http://schemas.microsoft.com/office/drawing/2014/main" id="{36E63E7B-1B01-447B-A467-E376A3D6370E}"/>
                </a:ext>
              </a:extLst>
            </p:cNvPr>
            <p:cNvSpPr>
              <a:spLocks noChangeArrowheads="1"/>
            </p:cNvSpPr>
            <p:nvPr/>
          </p:nvSpPr>
          <p:spPr bwMode="auto">
            <a:xfrm>
              <a:off x="4216333" y="3037860"/>
              <a:ext cx="4136770"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dirty="0"/>
                <a:t>指向</a:t>
              </a: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false</a:t>
              </a:r>
              <a:r>
                <a:rPr lang="en-US" altLang="zh-CN" sz="2800" b="1" i="1" dirty="0">
                  <a:ea typeface="宋体" panose="02010600030101010101" pitchFamily="2" charset="-122"/>
                </a:rPr>
                <a:t> </a:t>
              </a:r>
              <a:r>
                <a:rPr lang="en-US" altLang="zh-CN" sz="2800" b="1" dirty="0">
                  <a:ea typeface="宋体" panose="02010600030101010101" pitchFamily="2" charset="-122"/>
                </a:rPr>
                <a:t>(</a:t>
              </a:r>
              <a:r>
                <a:rPr lang="zh-CN" altLang="en-US" sz="2800" b="1" dirty="0">
                  <a:ea typeface="宋体" panose="02010600030101010101" pitchFamily="2" charset="-122"/>
                </a:rPr>
                <a:t>即</a:t>
              </a: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next</a:t>
              </a:r>
              <a:r>
                <a:rPr lang="en-US" altLang="zh-CN" sz="2800" b="1" i="1" dirty="0">
                  <a:ea typeface="宋体" panose="02010600030101010101" pitchFamily="2" charset="-122"/>
                </a:rPr>
                <a:t> </a:t>
              </a:r>
              <a:r>
                <a:rPr lang="en-US" altLang="zh-CN" sz="2800" b="1" dirty="0">
                  <a:ea typeface="宋体" panose="02010600030101010101" pitchFamily="2" charset="-122"/>
                </a:rPr>
                <a:t>)</a:t>
              </a:r>
            </a:p>
          </p:txBody>
        </p:sp>
        <p:sp>
          <p:nvSpPr>
            <p:cNvPr id="36" name="Line 17">
              <a:extLst>
                <a:ext uri="{FF2B5EF4-FFF2-40B4-BE49-F238E27FC236}">
                  <a16:creationId xmlns:a16="http://schemas.microsoft.com/office/drawing/2014/main" id="{D0CE8C67-9364-404D-A94E-95CEBE0366A1}"/>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37" name="Line 18">
              <a:extLst>
                <a:ext uri="{FF2B5EF4-FFF2-40B4-BE49-F238E27FC236}">
                  <a16:creationId xmlns:a16="http://schemas.microsoft.com/office/drawing/2014/main" id="{F2F5B949-E01F-42C8-B700-F7F55B54DDDD}"/>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40" name="Rectangle 13">
              <a:extLst>
                <a:ext uri="{FF2B5EF4-FFF2-40B4-BE49-F238E27FC236}">
                  <a16:creationId xmlns:a16="http://schemas.microsoft.com/office/drawing/2014/main" id="{88C28CC0-43E1-4FB4-8A99-63C2C80297AC}"/>
                </a:ext>
              </a:extLst>
            </p:cNvPr>
            <p:cNvSpPr>
              <a:spLocks noChangeArrowheads="1"/>
            </p:cNvSpPr>
            <p:nvPr/>
          </p:nvSpPr>
          <p:spPr bwMode="auto">
            <a:xfrm>
              <a:off x="892558" y="4288389"/>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next</a:t>
              </a:r>
              <a:r>
                <a:rPr lang="en-US" altLang="zh-CN" sz="2800" b="1" dirty="0">
                  <a:ea typeface="宋体" panose="02010600030101010101" pitchFamily="2" charset="-122"/>
                </a:rPr>
                <a:t>:</a:t>
              </a:r>
            </a:p>
          </p:txBody>
        </p:sp>
      </p:grpSp>
      <p:sp>
        <p:nvSpPr>
          <p:cNvPr id="4" name="日期占位符 3">
            <a:extLst>
              <a:ext uri="{FF2B5EF4-FFF2-40B4-BE49-F238E27FC236}">
                <a16:creationId xmlns:a16="http://schemas.microsoft.com/office/drawing/2014/main" id="{EBFB9D6C-F5DE-A20A-2E20-58C5AF31FD8D}"/>
              </a:ext>
            </a:extLst>
          </p:cNvPr>
          <p:cNvSpPr>
            <a:spLocks noGrp="1"/>
          </p:cNvSpPr>
          <p:nvPr>
            <p:ph type="dt" sz="half" idx="10"/>
          </p:nvPr>
        </p:nvSpPr>
        <p:spPr/>
        <p:txBody>
          <a:bodyPr/>
          <a:lstStyle/>
          <a:p>
            <a:fld id="{1EC8A0A2-5B23-44BA-B403-C8DF56009E44}"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D15A83C9-13FF-C8D9-BD92-8AAEC87BA98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7" name="灯片编号占位符 6">
            <a:extLst>
              <a:ext uri="{FF2B5EF4-FFF2-40B4-BE49-F238E27FC236}">
                <a16:creationId xmlns:a16="http://schemas.microsoft.com/office/drawing/2014/main" id="{C40F9DEF-EA94-8894-93A8-B7D9B0F8D23D}"/>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spTree>
    <p:extLst>
      <p:ext uri="{BB962C8B-B14F-4D97-AF65-F5344CB8AC3E}">
        <p14:creationId xmlns:p14="http://schemas.microsoft.com/office/powerpoint/2010/main" val="1085752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DF5C89-A818-4373-AE4D-08E730EABEF4}"/>
              </a:ext>
            </a:extLst>
          </p:cNvPr>
          <p:cNvSpPr>
            <a:spLocks noGrp="1"/>
          </p:cNvSpPr>
          <p:nvPr>
            <p:ph type="title"/>
          </p:nvPr>
        </p:nvSpPr>
        <p:spPr/>
        <p:txBody>
          <a:bodyPr/>
          <a:lstStyle/>
          <a:p>
            <a:r>
              <a:rPr lang="en-US" altLang="zh-CN" dirty="0"/>
              <a:t>7.4.2 </a:t>
            </a:r>
            <a:r>
              <a:rPr lang="zh-CN" altLang="en-US" dirty="0"/>
              <a:t>控制流语句的翻译</a:t>
            </a:r>
            <a:endParaRPr lang="zh-CN" altLang="en-US" b="1" dirty="0"/>
          </a:p>
        </p:txBody>
      </p:sp>
      <p:sp>
        <p:nvSpPr>
          <p:cNvPr id="3" name="内容占位符 2">
            <a:extLst>
              <a:ext uri="{FF2B5EF4-FFF2-40B4-BE49-F238E27FC236}">
                <a16:creationId xmlns:a16="http://schemas.microsoft.com/office/drawing/2014/main" id="{357D8AC9-57D6-4803-BB8F-9F4CCDEB482B}"/>
              </a:ext>
            </a:extLst>
          </p:cNvPr>
          <p:cNvSpPr>
            <a:spLocks noGrp="1"/>
          </p:cNvSpPr>
          <p:nvPr>
            <p:ph idx="1"/>
          </p:nvPr>
        </p:nvSpPr>
        <p:spPr/>
        <p:txBody>
          <a:bodyPr/>
          <a:lstStyle/>
          <a:p>
            <a:r>
              <a:rPr lang="en-US" altLang="zh-CN" b="1" dirty="0"/>
              <a:t>(b) </a:t>
            </a:r>
            <a:r>
              <a:rPr lang="en-US" altLang="zh-CN" b="1" i="1" dirty="0"/>
              <a:t>S </a:t>
            </a:r>
            <a:r>
              <a:rPr lang="en-US" altLang="zh-CN" b="1" dirty="0">
                <a:sym typeface="Symbol" panose="05050102010706020507" pitchFamily="18" charset="2"/>
              </a:rPr>
              <a:t></a:t>
            </a:r>
            <a:r>
              <a:rPr lang="en-US" altLang="zh-CN" b="1" dirty="0"/>
              <a:t>if</a:t>
            </a:r>
            <a:r>
              <a:rPr lang="en-US" altLang="zh-CN" b="1" i="1" dirty="0"/>
              <a:t> B </a:t>
            </a:r>
            <a:r>
              <a:rPr lang="en-US" altLang="zh-CN" b="1" dirty="0"/>
              <a:t>then</a:t>
            </a:r>
            <a:r>
              <a:rPr lang="en-US" altLang="zh-CN" b="1" i="1" dirty="0"/>
              <a:t> S</a:t>
            </a:r>
            <a:r>
              <a:rPr lang="en-US" altLang="zh-CN" b="1" baseline="-30000" dirty="0"/>
              <a:t>1</a:t>
            </a:r>
            <a:r>
              <a:rPr lang="en-US" altLang="zh-CN" b="1" i="1" dirty="0"/>
              <a:t> </a:t>
            </a:r>
            <a:r>
              <a:rPr lang="en-US" altLang="zh-CN" b="1" dirty="0"/>
              <a:t>else</a:t>
            </a:r>
            <a:r>
              <a:rPr lang="en-US" altLang="zh-CN" b="1" i="1" dirty="0"/>
              <a:t> S</a:t>
            </a:r>
            <a:r>
              <a:rPr lang="en-US" altLang="zh-CN" b="1" baseline="-30000" dirty="0"/>
              <a:t>2</a:t>
            </a:r>
            <a:endParaRPr lang="zh-CN" altLang="en-US" dirty="0"/>
          </a:p>
        </p:txBody>
      </p:sp>
      <p:grpSp>
        <p:nvGrpSpPr>
          <p:cNvPr id="6" name="组合 5">
            <a:extLst>
              <a:ext uri="{FF2B5EF4-FFF2-40B4-BE49-F238E27FC236}">
                <a16:creationId xmlns:a16="http://schemas.microsoft.com/office/drawing/2014/main" id="{AEB667D3-72DF-4B79-A023-5C273E98DABA}"/>
              </a:ext>
            </a:extLst>
          </p:cNvPr>
          <p:cNvGrpSpPr/>
          <p:nvPr/>
        </p:nvGrpSpPr>
        <p:grpSpPr>
          <a:xfrm>
            <a:off x="1438146" y="2154192"/>
            <a:ext cx="5717792" cy="3929946"/>
            <a:chOff x="892558" y="2480378"/>
            <a:chExt cx="5717792" cy="3929946"/>
          </a:xfrm>
        </p:grpSpPr>
        <p:sp>
          <p:nvSpPr>
            <p:cNvPr id="59" name="Line 6">
              <a:extLst>
                <a:ext uri="{FF2B5EF4-FFF2-40B4-BE49-F238E27FC236}">
                  <a16:creationId xmlns:a16="http://schemas.microsoft.com/office/drawing/2014/main" id="{760C237E-598A-46C3-BE7B-C72E89793A86}"/>
                </a:ext>
              </a:extLst>
            </p:cNvPr>
            <p:cNvSpPr>
              <a:spLocks noChangeShapeType="1"/>
            </p:cNvSpPr>
            <p:nvPr/>
          </p:nvSpPr>
          <p:spPr bwMode="auto">
            <a:xfrm>
              <a:off x="2455197" y="2776012"/>
              <a:ext cx="0" cy="36343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0" name="Line 7">
              <a:extLst>
                <a:ext uri="{FF2B5EF4-FFF2-40B4-BE49-F238E27FC236}">
                  <a16:creationId xmlns:a16="http://schemas.microsoft.com/office/drawing/2014/main" id="{7428DEC3-DB95-406C-8F45-3D1086AF8165}"/>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1" name="Line 8">
              <a:extLst>
                <a:ext uri="{FF2B5EF4-FFF2-40B4-BE49-F238E27FC236}">
                  <a16:creationId xmlns:a16="http://schemas.microsoft.com/office/drawing/2014/main" id="{A5F70A47-987A-4210-A928-F2F839A5DBE5}"/>
                </a:ext>
              </a:extLst>
            </p:cNvPr>
            <p:cNvSpPr>
              <a:spLocks noChangeShapeType="1"/>
            </p:cNvSpPr>
            <p:nvPr/>
          </p:nvSpPr>
          <p:spPr bwMode="auto">
            <a:xfrm>
              <a:off x="4313470" y="2776011"/>
              <a:ext cx="0" cy="36343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2" name="Line 9">
              <a:extLst>
                <a:ext uri="{FF2B5EF4-FFF2-40B4-BE49-F238E27FC236}">
                  <a16:creationId xmlns:a16="http://schemas.microsoft.com/office/drawing/2014/main" id="{31BFAC99-D94D-4BC9-BE00-2BCFDB47E9F7}"/>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3" name="Line 10">
              <a:extLst>
                <a:ext uri="{FF2B5EF4-FFF2-40B4-BE49-F238E27FC236}">
                  <a16:creationId xmlns:a16="http://schemas.microsoft.com/office/drawing/2014/main" id="{9EB1B2E9-A5B7-48EC-9E6D-18CCDDCDD15C}"/>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4" name="Rectangle 11">
              <a:extLst>
                <a:ext uri="{FF2B5EF4-FFF2-40B4-BE49-F238E27FC236}">
                  <a16:creationId xmlns:a16="http://schemas.microsoft.com/office/drawing/2014/main" id="{31A4D579-7AB3-436B-98C5-824FF8D16D04}"/>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code</a:t>
              </a:r>
              <a:endParaRPr lang="en-US" altLang="zh-CN" sz="2800" b="1" i="1" dirty="0">
                <a:ea typeface="宋体" panose="02010600030101010101" pitchFamily="2" charset="-122"/>
              </a:endParaRPr>
            </a:p>
          </p:txBody>
        </p:sp>
        <p:sp>
          <p:nvSpPr>
            <p:cNvPr id="65" name="Rectangle 12">
              <a:extLst>
                <a:ext uri="{FF2B5EF4-FFF2-40B4-BE49-F238E27FC236}">
                  <a16:creationId xmlns:a16="http://schemas.microsoft.com/office/drawing/2014/main" id="{1F40479D-531D-4A5D-8725-DDBAFCD978EA}"/>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S</a:t>
              </a:r>
              <a:r>
                <a:rPr lang="en-US" altLang="zh-CN" sz="2800" b="1" baseline="-25000" dirty="0">
                  <a:ea typeface="宋体" panose="02010600030101010101" pitchFamily="2" charset="-122"/>
                </a:rPr>
                <a:t>1</a:t>
              </a:r>
              <a:r>
                <a:rPr lang="en-US" altLang="zh-CN" sz="2800" b="1" dirty="0">
                  <a:ea typeface="宋体" panose="02010600030101010101" pitchFamily="2" charset="-122"/>
                </a:rPr>
                <a:t>.</a:t>
              </a:r>
              <a:r>
                <a:rPr lang="en-US" altLang="zh-CN" sz="2800" b="1" i="1" dirty="0">
                  <a:ea typeface="宋体" panose="02010600030101010101" pitchFamily="2" charset="-122"/>
                </a:rPr>
                <a:t>code</a:t>
              </a:r>
            </a:p>
          </p:txBody>
        </p:sp>
        <p:sp>
          <p:nvSpPr>
            <p:cNvPr id="66" name="Rectangle 13">
              <a:extLst>
                <a:ext uri="{FF2B5EF4-FFF2-40B4-BE49-F238E27FC236}">
                  <a16:creationId xmlns:a16="http://schemas.microsoft.com/office/drawing/2014/main" id="{69454EDD-DB08-47E5-B796-EE077700863D}"/>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true</a:t>
              </a:r>
              <a:r>
                <a:rPr lang="en-US" altLang="zh-CN" sz="2800" b="1" dirty="0">
                  <a:ea typeface="宋体" panose="02010600030101010101" pitchFamily="2" charset="-122"/>
                </a:rPr>
                <a:t>:</a:t>
              </a:r>
            </a:p>
          </p:txBody>
        </p:sp>
        <p:sp>
          <p:nvSpPr>
            <p:cNvPr id="67" name="Rectangle 14">
              <a:extLst>
                <a:ext uri="{FF2B5EF4-FFF2-40B4-BE49-F238E27FC236}">
                  <a16:creationId xmlns:a16="http://schemas.microsoft.com/office/drawing/2014/main" id="{A6A589CF-BD2D-4868-A870-00A5F151B3FB}"/>
                </a:ext>
              </a:extLst>
            </p:cNvPr>
            <p:cNvSpPr>
              <a:spLocks noChangeArrowheads="1"/>
            </p:cNvSpPr>
            <p:nvPr/>
          </p:nvSpPr>
          <p:spPr bwMode="auto">
            <a:xfrm>
              <a:off x="2717987" y="5645876"/>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 . .</a:t>
              </a:r>
            </a:p>
          </p:txBody>
        </p:sp>
        <p:sp>
          <p:nvSpPr>
            <p:cNvPr id="68" name="Rectangle 15">
              <a:extLst>
                <a:ext uri="{FF2B5EF4-FFF2-40B4-BE49-F238E27FC236}">
                  <a16:creationId xmlns:a16="http://schemas.microsoft.com/office/drawing/2014/main" id="{8F56536A-7BE0-4EFD-8FA1-C5387BF9ED8C}"/>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dirty="0"/>
                <a:t>指向</a:t>
              </a: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true</a:t>
              </a:r>
              <a:endParaRPr lang="en-US" altLang="zh-CN" sz="2800" b="1" dirty="0">
                <a:ea typeface="宋体" panose="02010600030101010101" pitchFamily="2" charset="-122"/>
              </a:endParaRPr>
            </a:p>
          </p:txBody>
        </p:sp>
        <p:sp>
          <p:nvSpPr>
            <p:cNvPr id="69" name="Rectangle 16">
              <a:extLst>
                <a:ext uri="{FF2B5EF4-FFF2-40B4-BE49-F238E27FC236}">
                  <a16:creationId xmlns:a16="http://schemas.microsoft.com/office/drawing/2014/main" id="{814F467B-4E73-40D5-9D8A-B972EA110DAF}"/>
                </a:ext>
              </a:extLst>
            </p:cNvPr>
            <p:cNvSpPr>
              <a:spLocks noChangeArrowheads="1"/>
            </p:cNvSpPr>
            <p:nvPr/>
          </p:nvSpPr>
          <p:spPr bwMode="auto">
            <a:xfrm>
              <a:off x="4216333" y="3037860"/>
              <a:ext cx="2394017"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dirty="0"/>
                <a:t>指向</a:t>
              </a: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false</a:t>
              </a:r>
              <a:endParaRPr lang="en-US" altLang="zh-CN" sz="2800" b="1" dirty="0">
                <a:ea typeface="宋体" panose="02010600030101010101" pitchFamily="2" charset="-122"/>
              </a:endParaRPr>
            </a:p>
          </p:txBody>
        </p:sp>
        <p:sp>
          <p:nvSpPr>
            <p:cNvPr id="70" name="Line 17">
              <a:extLst>
                <a:ext uri="{FF2B5EF4-FFF2-40B4-BE49-F238E27FC236}">
                  <a16:creationId xmlns:a16="http://schemas.microsoft.com/office/drawing/2014/main" id="{C923DF3D-CB50-4CD7-B3CF-29DCCBAC492D}"/>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71" name="Line 18">
              <a:extLst>
                <a:ext uri="{FF2B5EF4-FFF2-40B4-BE49-F238E27FC236}">
                  <a16:creationId xmlns:a16="http://schemas.microsoft.com/office/drawing/2014/main" id="{8B075C5A-DCEC-4A77-BB1E-E6E93BB1AF19}"/>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73" name="Rectangle 13">
              <a:extLst>
                <a:ext uri="{FF2B5EF4-FFF2-40B4-BE49-F238E27FC236}">
                  <a16:creationId xmlns:a16="http://schemas.microsoft.com/office/drawing/2014/main" id="{F17F8266-36E0-4C0D-9115-6342FAE38A34}"/>
                </a:ext>
              </a:extLst>
            </p:cNvPr>
            <p:cNvSpPr>
              <a:spLocks noChangeArrowheads="1"/>
            </p:cNvSpPr>
            <p:nvPr/>
          </p:nvSpPr>
          <p:spPr bwMode="auto">
            <a:xfrm>
              <a:off x="892558" y="5525669"/>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next</a:t>
              </a:r>
              <a:r>
                <a:rPr lang="en-US" altLang="zh-CN" sz="2800" b="1" dirty="0">
                  <a:ea typeface="宋体" panose="02010600030101010101" pitchFamily="2" charset="-122"/>
                </a:rPr>
                <a:t>:</a:t>
              </a:r>
            </a:p>
          </p:txBody>
        </p:sp>
        <p:sp>
          <p:nvSpPr>
            <p:cNvPr id="74" name="Line 10">
              <a:extLst>
                <a:ext uri="{FF2B5EF4-FFF2-40B4-BE49-F238E27FC236}">
                  <a16:creationId xmlns:a16="http://schemas.microsoft.com/office/drawing/2014/main" id="{25362160-A409-4FDD-8989-7316E3F88754}"/>
                </a:ext>
              </a:extLst>
            </p:cNvPr>
            <p:cNvSpPr>
              <a:spLocks noChangeShapeType="1"/>
            </p:cNvSpPr>
            <p:nvPr/>
          </p:nvSpPr>
          <p:spPr bwMode="auto">
            <a:xfrm>
              <a:off x="2455196" y="4892328"/>
              <a:ext cx="18466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75" name="Line 10">
              <a:extLst>
                <a:ext uri="{FF2B5EF4-FFF2-40B4-BE49-F238E27FC236}">
                  <a16:creationId xmlns:a16="http://schemas.microsoft.com/office/drawing/2014/main" id="{365BA583-016E-4901-B5C3-04C6EE850D0B}"/>
                </a:ext>
              </a:extLst>
            </p:cNvPr>
            <p:cNvSpPr>
              <a:spLocks noChangeShapeType="1"/>
            </p:cNvSpPr>
            <p:nvPr/>
          </p:nvSpPr>
          <p:spPr bwMode="auto">
            <a:xfrm>
              <a:off x="2466810" y="5658313"/>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76" name="Rectangle 32">
              <a:extLst>
                <a:ext uri="{FF2B5EF4-FFF2-40B4-BE49-F238E27FC236}">
                  <a16:creationId xmlns:a16="http://schemas.microsoft.com/office/drawing/2014/main" id="{87FAE163-FCBF-419D-BAFC-092593C95A4C}"/>
                </a:ext>
              </a:extLst>
            </p:cNvPr>
            <p:cNvSpPr>
              <a:spLocks noChangeArrowheads="1"/>
            </p:cNvSpPr>
            <p:nvPr/>
          </p:nvSpPr>
          <p:spPr bwMode="auto">
            <a:xfrm>
              <a:off x="1006589" y="4789935"/>
              <a:ext cx="13335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false</a:t>
              </a:r>
              <a:r>
                <a:rPr lang="en-US" altLang="zh-CN" sz="2800" b="1" dirty="0">
                  <a:ea typeface="宋体" panose="02010600030101010101" pitchFamily="2" charset="-122"/>
                </a:rPr>
                <a:t>:</a:t>
              </a:r>
            </a:p>
          </p:txBody>
        </p:sp>
        <p:sp>
          <p:nvSpPr>
            <p:cNvPr id="77" name="Rectangle 37">
              <a:extLst>
                <a:ext uri="{FF2B5EF4-FFF2-40B4-BE49-F238E27FC236}">
                  <a16:creationId xmlns:a16="http://schemas.microsoft.com/office/drawing/2014/main" id="{48794FCC-0D36-4052-A3F1-E378B7D2919C}"/>
                </a:ext>
              </a:extLst>
            </p:cNvPr>
            <p:cNvSpPr>
              <a:spLocks noChangeArrowheads="1"/>
            </p:cNvSpPr>
            <p:nvPr/>
          </p:nvSpPr>
          <p:spPr bwMode="auto">
            <a:xfrm>
              <a:off x="2364517" y="4350574"/>
              <a:ext cx="193734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 </a:t>
              </a:r>
              <a:r>
                <a:rPr lang="en-US" altLang="zh-CN" sz="2800" b="1" dirty="0" err="1">
                  <a:ea typeface="宋体" panose="02010600030101010101" pitchFamily="2" charset="-122"/>
                </a:rPr>
                <a:t>goto</a:t>
              </a:r>
              <a:r>
                <a:rPr lang="en-US" altLang="zh-CN" sz="2800" b="1" dirty="0">
                  <a:ea typeface="宋体" panose="02010600030101010101" pitchFamily="2" charset="-122"/>
                </a:rPr>
                <a:t> </a:t>
              </a: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next</a:t>
              </a:r>
              <a:endParaRPr lang="en-US" altLang="zh-CN" sz="2800" b="1" i="1" dirty="0">
                <a:ea typeface="宋体" panose="02010600030101010101" pitchFamily="2" charset="-122"/>
              </a:endParaRPr>
            </a:p>
          </p:txBody>
        </p:sp>
        <p:sp>
          <p:nvSpPr>
            <p:cNvPr id="78" name="Rectangle 12">
              <a:extLst>
                <a:ext uri="{FF2B5EF4-FFF2-40B4-BE49-F238E27FC236}">
                  <a16:creationId xmlns:a16="http://schemas.microsoft.com/office/drawing/2014/main" id="{46040EEA-5CBC-4129-8E52-940FC68E8201}"/>
                </a:ext>
              </a:extLst>
            </p:cNvPr>
            <p:cNvSpPr>
              <a:spLocks noChangeArrowheads="1"/>
            </p:cNvSpPr>
            <p:nvPr/>
          </p:nvSpPr>
          <p:spPr bwMode="auto">
            <a:xfrm>
              <a:off x="2641805" y="4998873"/>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S</a:t>
              </a:r>
              <a:r>
                <a:rPr lang="en-US" altLang="zh-CN" sz="2800" b="1" baseline="-25000" dirty="0">
                  <a:ea typeface="宋体" panose="02010600030101010101" pitchFamily="2" charset="-122"/>
                </a:rPr>
                <a:t>2</a:t>
              </a:r>
              <a:r>
                <a:rPr lang="en-US" altLang="zh-CN" sz="2800" b="1" dirty="0">
                  <a:ea typeface="宋体" panose="02010600030101010101" pitchFamily="2" charset="-122"/>
                </a:rPr>
                <a:t>.</a:t>
              </a:r>
              <a:r>
                <a:rPr lang="en-US" altLang="zh-CN" sz="2800" b="1" i="1" dirty="0">
                  <a:ea typeface="宋体" panose="02010600030101010101" pitchFamily="2" charset="-122"/>
                </a:rPr>
                <a:t>code</a:t>
              </a:r>
            </a:p>
          </p:txBody>
        </p:sp>
      </p:grpSp>
      <p:sp>
        <p:nvSpPr>
          <p:cNvPr id="4" name="日期占位符 3">
            <a:extLst>
              <a:ext uri="{FF2B5EF4-FFF2-40B4-BE49-F238E27FC236}">
                <a16:creationId xmlns:a16="http://schemas.microsoft.com/office/drawing/2014/main" id="{80A9E5E9-F12B-A1AB-106B-B11B20F228BF}"/>
              </a:ext>
            </a:extLst>
          </p:cNvPr>
          <p:cNvSpPr>
            <a:spLocks noGrp="1"/>
          </p:cNvSpPr>
          <p:nvPr>
            <p:ph type="dt" sz="half" idx="10"/>
          </p:nvPr>
        </p:nvSpPr>
        <p:spPr/>
        <p:txBody>
          <a:bodyPr/>
          <a:lstStyle/>
          <a:p>
            <a:fld id="{CFD38859-063B-47D0-B034-EC37A3CB3A0B}"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49CDCA82-8DB2-F810-4487-5AF689A907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7" name="灯片编号占位符 6">
            <a:extLst>
              <a:ext uri="{FF2B5EF4-FFF2-40B4-BE49-F238E27FC236}">
                <a16:creationId xmlns:a16="http://schemas.microsoft.com/office/drawing/2014/main" id="{8ABD2ED9-116F-3E6B-41E8-6ADC5BE5D4A0}"/>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spTree>
    <p:extLst>
      <p:ext uri="{BB962C8B-B14F-4D97-AF65-F5344CB8AC3E}">
        <p14:creationId xmlns:p14="http://schemas.microsoft.com/office/powerpoint/2010/main" val="18058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DF5C89-A818-4373-AE4D-08E730EABEF4}"/>
              </a:ext>
            </a:extLst>
          </p:cNvPr>
          <p:cNvSpPr>
            <a:spLocks noGrp="1"/>
          </p:cNvSpPr>
          <p:nvPr>
            <p:ph type="title"/>
          </p:nvPr>
        </p:nvSpPr>
        <p:spPr/>
        <p:txBody>
          <a:bodyPr/>
          <a:lstStyle/>
          <a:p>
            <a:r>
              <a:rPr lang="en-US" altLang="zh-CN" dirty="0"/>
              <a:t>7.4.2 </a:t>
            </a:r>
            <a:r>
              <a:rPr lang="zh-CN" altLang="en-US" dirty="0"/>
              <a:t>控制流语句的翻译</a:t>
            </a:r>
            <a:endParaRPr lang="zh-CN" altLang="en-US" b="1" dirty="0"/>
          </a:p>
        </p:txBody>
      </p:sp>
      <p:sp>
        <p:nvSpPr>
          <p:cNvPr id="3" name="内容占位符 2">
            <a:extLst>
              <a:ext uri="{FF2B5EF4-FFF2-40B4-BE49-F238E27FC236}">
                <a16:creationId xmlns:a16="http://schemas.microsoft.com/office/drawing/2014/main" id="{357D8AC9-57D6-4803-BB8F-9F4CCDEB482B}"/>
              </a:ext>
            </a:extLst>
          </p:cNvPr>
          <p:cNvSpPr>
            <a:spLocks noGrp="1"/>
          </p:cNvSpPr>
          <p:nvPr>
            <p:ph idx="1"/>
          </p:nvPr>
        </p:nvSpPr>
        <p:spPr/>
        <p:txBody>
          <a:bodyPr/>
          <a:lstStyle/>
          <a:p>
            <a:r>
              <a:rPr lang="en-US" altLang="zh-CN" b="1" dirty="0"/>
              <a:t>(c) </a:t>
            </a:r>
            <a:r>
              <a:rPr lang="en-US" altLang="zh-CN" b="1" i="1" dirty="0"/>
              <a:t>S </a:t>
            </a:r>
            <a:r>
              <a:rPr lang="en-US" altLang="zh-CN" b="1" dirty="0">
                <a:sym typeface="Symbol" panose="05050102010706020507" pitchFamily="18" charset="2"/>
              </a:rPr>
              <a:t></a:t>
            </a:r>
            <a:r>
              <a:rPr lang="en-US" altLang="zh-CN" b="1" dirty="0"/>
              <a:t> while</a:t>
            </a:r>
            <a:r>
              <a:rPr lang="en-US" altLang="zh-CN" b="1" i="1" dirty="0"/>
              <a:t> B </a:t>
            </a:r>
            <a:r>
              <a:rPr lang="en-US" altLang="zh-CN" b="1" dirty="0"/>
              <a:t>do</a:t>
            </a:r>
            <a:r>
              <a:rPr lang="en-US" altLang="zh-CN" b="1" i="1" dirty="0"/>
              <a:t> S</a:t>
            </a:r>
            <a:r>
              <a:rPr lang="en-US" altLang="zh-CN" b="1" baseline="-30000" dirty="0"/>
              <a:t>1</a:t>
            </a:r>
            <a:endParaRPr lang="zh-CN" altLang="en-US" dirty="0"/>
          </a:p>
        </p:txBody>
      </p:sp>
      <p:grpSp>
        <p:nvGrpSpPr>
          <p:cNvPr id="6" name="组合 5">
            <a:extLst>
              <a:ext uri="{FF2B5EF4-FFF2-40B4-BE49-F238E27FC236}">
                <a16:creationId xmlns:a16="http://schemas.microsoft.com/office/drawing/2014/main" id="{AEB667D3-72DF-4B79-A023-5C273E98DABA}"/>
              </a:ext>
            </a:extLst>
          </p:cNvPr>
          <p:cNvGrpSpPr/>
          <p:nvPr/>
        </p:nvGrpSpPr>
        <p:grpSpPr>
          <a:xfrm>
            <a:off x="850187" y="2412711"/>
            <a:ext cx="7443626" cy="3030204"/>
            <a:chOff x="903116" y="2480378"/>
            <a:chExt cx="7443626" cy="3030204"/>
          </a:xfrm>
        </p:grpSpPr>
        <p:sp>
          <p:nvSpPr>
            <p:cNvPr id="59" name="Line 6">
              <a:extLst>
                <a:ext uri="{FF2B5EF4-FFF2-40B4-BE49-F238E27FC236}">
                  <a16:creationId xmlns:a16="http://schemas.microsoft.com/office/drawing/2014/main" id="{760C237E-598A-46C3-BE7B-C72E89793A86}"/>
                </a:ext>
              </a:extLst>
            </p:cNvPr>
            <p:cNvSpPr>
              <a:spLocks noChangeShapeType="1"/>
            </p:cNvSpPr>
            <p:nvPr/>
          </p:nvSpPr>
          <p:spPr bwMode="auto">
            <a:xfrm>
              <a:off x="2455197" y="2776012"/>
              <a:ext cx="0" cy="27345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0" name="Line 7">
              <a:extLst>
                <a:ext uri="{FF2B5EF4-FFF2-40B4-BE49-F238E27FC236}">
                  <a16:creationId xmlns:a16="http://schemas.microsoft.com/office/drawing/2014/main" id="{7428DEC3-DB95-406C-8F45-3D1086AF8165}"/>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1" name="Line 8">
              <a:extLst>
                <a:ext uri="{FF2B5EF4-FFF2-40B4-BE49-F238E27FC236}">
                  <a16:creationId xmlns:a16="http://schemas.microsoft.com/office/drawing/2014/main" id="{A5F70A47-987A-4210-A928-F2F839A5DBE5}"/>
                </a:ext>
              </a:extLst>
            </p:cNvPr>
            <p:cNvSpPr>
              <a:spLocks noChangeShapeType="1"/>
            </p:cNvSpPr>
            <p:nvPr/>
          </p:nvSpPr>
          <p:spPr bwMode="auto">
            <a:xfrm>
              <a:off x="4313470" y="2776011"/>
              <a:ext cx="0" cy="26557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2" name="Line 9">
              <a:extLst>
                <a:ext uri="{FF2B5EF4-FFF2-40B4-BE49-F238E27FC236}">
                  <a16:creationId xmlns:a16="http://schemas.microsoft.com/office/drawing/2014/main" id="{31BFAC99-D94D-4BC9-BE00-2BCFDB47E9F7}"/>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3" name="Line 10">
              <a:extLst>
                <a:ext uri="{FF2B5EF4-FFF2-40B4-BE49-F238E27FC236}">
                  <a16:creationId xmlns:a16="http://schemas.microsoft.com/office/drawing/2014/main" id="{9EB1B2E9-A5B7-48EC-9E6D-18CCDDCDD15C}"/>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4" name="Rectangle 11">
              <a:extLst>
                <a:ext uri="{FF2B5EF4-FFF2-40B4-BE49-F238E27FC236}">
                  <a16:creationId xmlns:a16="http://schemas.microsoft.com/office/drawing/2014/main" id="{31A4D579-7AB3-436B-98C5-824FF8D16D04}"/>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code</a:t>
              </a:r>
              <a:endParaRPr lang="en-US" altLang="zh-CN" sz="2800" b="1" i="1" dirty="0">
                <a:ea typeface="宋体" panose="02010600030101010101" pitchFamily="2" charset="-122"/>
              </a:endParaRPr>
            </a:p>
          </p:txBody>
        </p:sp>
        <p:sp>
          <p:nvSpPr>
            <p:cNvPr id="65" name="Rectangle 12">
              <a:extLst>
                <a:ext uri="{FF2B5EF4-FFF2-40B4-BE49-F238E27FC236}">
                  <a16:creationId xmlns:a16="http://schemas.microsoft.com/office/drawing/2014/main" id="{1F40479D-531D-4A5D-8725-DDBAFCD978EA}"/>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S</a:t>
              </a:r>
              <a:r>
                <a:rPr lang="en-US" altLang="zh-CN" sz="2800" b="1" baseline="-25000" dirty="0">
                  <a:ea typeface="宋体" panose="02010600030101010101" pitchFamily="2" charset="-122"/>
                </a:rPr>
                <a:t>1</a:t>
              </a:r>
              <a:r>
                <a:rPr lang="en-US" altLang="zh-CN" sz="2800" b="1" dirty="0">
                  <a:ea typeface="宋体" panose="02010600030101010101" pitchFamily="2" charset="-122"/>
                </a:rPr>
                <a:t>.</a:t>
              </a:r>
              <a:r>
                <a:rPr lang="en-US" altLang="zh-CN" sz="2800" b="1" i="1" dirty="0">
                  <a:ea typeface="宋体" panose="02010600030101010101" pitchFamily="2" charset="-122"/>
                </a:rPr>
                <a:t>code</a:t>
              </a:r>
            </a:p>
          </p:txBody>
        </p:sp>
        <p:sp>
          <p:nvSpPr>
            <p:cNvPr id="66" name="Rectangle 13">
              <a:extLst>
                <a:ext uri="{FF2B5EF4-FFF2-40B4-BE49-F238E27FC236}">
                  <a16:creationId xmlns:a16="http://schemas.microsoft.com/office/drawing/2014/main" id="{69454EDD-DB08-47E5-B796-EE077700863D}"/>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true</a:t>
              </a:r>
              <a:r>
                <a:rPr lang="en-US" altLang="zh-CN" sz="2800" b="1" dirty="0">
                  <a:ea typeface="宋体" panose="02010600030101010101" pitchFamily="2" charset="-122"/>
                </a:rPr>
                <a:t>:</a:t>
              </a:r>
            </a:p>
          </p:txBody>
        </p:sp>
        <p:sp>
          <p:nvSpPr>
            <p:cNvPr id="67" name="Rectangle 14">
              <a:extLst>
                <a:ext uri="{FF2B5EF4-FFF2-40B4-BE49-F238E27FC236}">
                  <a16:creationId xmlns:a16="http://schemas.microsoft.com/office/drawing/2014/main" id="{A6A589CF-BD2D-4868-A870-00A5F151B3FB}"/>
                </a:ext>
              </a:extLst>
            </p:cNvPr>
            <p:cNvSpPr>
              <a:spLocks noChangeArrowheads="1"/>
            </p:cNvSpPr>
            <p:nvPr/>
          </p:nvSpPr>
          <p:spPr bwMode="auto">
            <a:xfrm>
              <a:off x="2702341" y="4892328"/>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 . .</a:t>
              </a:r>
            </a:p>
          </p:txBody>
        </p:sp>
        <p:sp>
          <p:nvSpPr>
            <p:cNvPr id="68" name="Rectangle 15">
              <a:extLst>
                <a:ext uri="{FF2B5EF4-FFF2-40B4-BE49-F238E27FC236}">
                  <a16:creationId xmlns:a16="http://schemas.microsoft.com/office/drawing/2014/main" id="{8F56536A-7BE0-4EFD-8FA1-C5387BF9ED8C}"/>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dirty="0"/>
                <a:t>指向</a:t>
              </a: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true</a:t>
              </a:r>
              <a:endParaRPr lang="en-US" altLang="zh-CN" sz="2800" b="1" dirty="0">
                <a:ea typeface="宋体" panose="02010600030101010101" pitchFamily="2" charset="-122"/>
              </a:endParaRPr>
            </a:p>
          </p:txBody>
        </p:sp>
        <p:sp>
          <p:nvSpPr>
            <p:cNvPr id="69" name="Rectangle 16">
              <a:extLst>
                <a:ext uri="{FF2B5EF4-FFF2-40B4-BE49-F238E27FC236}">
                  <a16:creationId xmlns:a16="http://schemas.microsoft.com/office/drawing/2014/main" id="{814F467B-4E73-40D5-9D8A-B972EA110DAF}"/>
                </a:ext>
              </a:extLst>
            </p:cNvPr>
            <p:cNvSpPr>
              <a:spLocks noChangeArrowheads="1"/>
            </p:cNvSpPr>
            <p:nvPr/>
          </p:nvSpPr>
          <p:spPr bwMode="auto">
            <a:xfrm>
              <a:off x="4216333" y="3037860"/>
              <a:ext cx="413040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dirty="0"/>
                <a:t>指向</a:t>
              </a:r>
              <a:r>
                <a:rPr lang="en-US" altLang="zh-CN" sz="2800" b="1" i="1" dirty="0" err="1">
                  <a:ea typeface="宋体" panose="02010600030101010101" pitchFamily="2" charset="-122"/>
                </a:rPr>
                <a:t>B</a:t>
              </a:r>
              <a:r>
                <a:rPr lang="en-US" altLang="zh-CN" sz="2800" b="1" dirty="0" err="1">
                  <a:ea typeface="宋体" panose="02010600030101010101" pitchFamily="2" charset="-122"/>
                </a:rPr>
                <a:t>.</a:t>
              </a:r>
              <a:r>
                <a:rPr lang="en-US" altLang="zh-CN" sz="2800" b="1" i="1" dirty="0" err="1">
                  <a:ea typeface="宋体" panose="02010600030101010101" pitchFamily="2" charset="-122"/>
                </a:rPr>
                <a:t>false</a:t>
              </a:r>
              <a:r>
                <a:rPr lang="en-US" altLang="zh-CN" sz="2800" b="1" dirty="0">
                  <a:ea typeface="宋体" panose="02010600030101010101" pitchFamily="2" charset="-122"/>
                </a:rPr>
                <a:t> (</a:t>
              </a:r>
              <a:r>
                <a:rPr lang="zh-CN" altLang="en-US" sz="2800" b="1" dirty="0">
                  <a:ea typeface="宋体" panose="02010600030101010101" pitchFamily="2" charset="-122"/>
                </a:rPr>
                <a:t>即</a:t>
              </a: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next</a:t>
              </a:r>
              <a:r>
                <a:rPr lang="en-US" altLang="zh-CN" sz="2800" b="1" i="1" dirty="0">
                  <a:ea typeface="宋体" panose="02010600030101010101" pitchFamily="2" charset="-122"/>
                </a:rPr>
                <a:t> </a:t>
              </a:r>
              <a:r>
                <a:rPr lang="en-US" altLang="zh-CN" sz="2800" b="1" dirty="0">
                  <a:ea typeface="宋体" panose="02010600030101010101" pitchFamily="2" charset="-122"/>
                </a:rPr>
                <a:t>)</a:t>
              </a:r>
            </a:p>
          </p:txBody>
        </p:sp>
        <p:sp>
          <p:nvSpPr>
            <p:cNvPr id="70" name="Line 17">
              <a:extLst>
                <a:ext uri="{FF2B5EF4-FFF2-40B4-BE49-F238E27FC236}">
                  <a16:creationId xmlns:a16="http://schemas.microsoft.com/office/drawing/2014/main" id="{C923DF3D-CB50-4CD7-B3CF-29DCCBAC492D}"/>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71" name="Line 18">
              <a:extLst>
                <a:ext uri="{FF2B5EF4-FFF2-40B4-BE49-F238E27FC236}">
                  <a16:creationId xmlns:a16="http://schemas.microsoft.com/office/drawing/2014/main" id="{8B075C5A-DCEC-4A77-BB1E-E6E93BB1AF19}"/>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72" name="Rectangle 13">
              <a:extLst>
                <a:ext uri="{FF2B5EF4-FFF2-40B4-BE49-F238E27FC236}">
                  <a16:creationId xmlns:a16="http://schemas.microsoft.com/office/drawing/2014/main" id="{CE57819A-C686-419E-B666-37135B8469FD}"/>
                </a:ext>
              </a:extLst>
            </p:cNvPr>
            <p:cNvSpPr>
              <a:spLocks noChangeArrowheads="1"/>
            </p:cNvSpPr>
            <p:nvPr/>
          </p:nvSpPr>
          <p:spPr bwMode="auto">
            <a:xfrm>
              <a:off x="1006589" y="2621860"/>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begin</a:t>
              </a:r>
              <a:r>
                <a:rPr lang="en-US" altLang="zh-CN" sz="2800" b="1" dirty="0">
                  <a:ea typeface="宋体" panose="02010600030101010101" pitchFamily="2" charset="-122"/>
                </a:rPr>
                <a:t>:</a:t>
              </a:r>
            </a:p>
          </p:txBody>
        </p:sp>
        <p:sp>
          <p:nvSpPr>
            <p:cNvPr id="73" name="Rectangle 13">
              <a:extLst>
                <a:ext uri="{FF2B5EF4-FFF2-40B4-BE49-F238E27FC236}">
                  <a16:creationId xmlns:a16="http://schemas.microsoft.com/office/drawing/2014/main" id="{F17F8266-36E0-4C0D-9115-6342FAE38A34}"/>
                </a:ext>
              </a:extLst>
            </p:cNvPr>
            <p:cNvSpPr>
              <a:spLocks noChangeArrowheads="1"/>
            </p:cNvSpPr>
            <p:nvPr/>
          </p:nvSpPr>
          <p:spPr bwMode="auto">
            <a:xfrm>
              <a:off x="955368" y="4827811"/>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next</a:t>
              </a:r>
              <a:r>
                <a:rPr lang="en-US" altLang="zh-CN" sz="2800" b="1" dirty="0">
                  <a:ea typeface="宋体" panose="02010600030101010101" pitchFamily="2" charset="-122"/>
                </a:rPr>
                <a:t>:</a:t>
              </a:r>
            </a:p>
          </p:txBody>
        </p:sp>
        <p:sp>
          <p:nvSpPr>
            <p:cNvPr id="74" name="Line 10">
              <a:extLst>
                <a:ext uri="{FF2B5EF4-FFF2-40B4-BE49-F238E27FC236}">
                  <a16:creationId xmlns:a16="http://schemas.microsoft.com/office/drawing/2014/main" id="{25362160-A409-4FDD-8989-7316E3F88754}"/>
                </a:ext>
              </a:extLst>
            </p:cNvPr>
            <p:cNvSpPr>
              <a:spLocks noChangeShapeType="1"/>
            </p:cNvSpPr>
            <p:nvPr/>
          </p:nvSpPr>
          <p:spPr bwMode="auto">
            <a:xfrm>
              <a:off x="2455196" y="4892328"/>
              <a:ext cx="18466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77" name="Rectangle 37">
              <a:extLst>
                <a:ext uri="{FF2B5EF4-FFF2-40B4-BE49-F238E27FC236}">
                  <a16:creationId xmlns:a16="http://schemas.microsoft.com/office/drawing/2014/main" id="{48794FCC-0D36-4052-A3F1-E378B7D2919C}"/>
                </a:ext>
              </a:extLst>
            </p:cNvPr>
            <p:cNvSpPr>
              <a:spLocks noChangeArrowheads="1"/>
            </p:cNvSpPr>
            <p:nvPr/>
          </p:nvSpPr>
          <p:spPr bwMode="auto">
            <a:xfrm>
              <a:off x="2297404" y="4350574"/>
              <a:ext cx="2114891"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 </a:t>
              </a:r>
              <a:r>
                <a:rPr lang="en-US" altLang="zh-CN" sz="2800" b="1" dirty="0" err="1">
                  <a:ea typeface="宋体" panose="02010600030101010101" pitchFamily="2" charset="-122"/>
                </a:rPr>
                <a:t>goto</a:t>
              </a:r>
              <a:r>
                <a:rPr lang="en-US" altLang="zh-CN" sz="2800" b="1" dirty="0">
                  <a:ea typeface="宋体" panose="02010600030101010101" pitchFamily="2" charset="-122"/>
                </a:rPr>
                <a:t> </a:t>
              </a: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begin</a:t>
              </a:r>
              <a:endParaRPr lang="en-US" altLang="zh-CN" sz="2800" b="1" i="1" dirty="0">
                <a:ea typeface="宋体" panose="02010600030101010101" pitchFamily="2" charset="-122"/>
              </a:endParaRPr>
            </a:p>
          </p:txBody>
        </p:sp>
      </p:grpSp>
      <p:sp>
        <p:nvSpPr>
          <p:cNvPr id="4" name="日期占位符 3">
            <a:extLst>
              <a:ext uri="{FF2B5EF4-FFF2-40B4-BE49-F238E27FC236}">
                <a16:creationId xmlns:a16="http://schemas.microsoft.com/office/drawing/2014/main" id="{679E118D-E005-71E3-5C6F-C438D2DB53C2}"/>
              </a:ext>
            </a:extLst>
          </p:cNvPr>
          <p:cNvSpPr>
            <a:spLocks noGrp="1"/>
          </p:cNvSpPr>
          <p:nvPr>
            <p:ph type="dt" sz="half" idx="10"/>
          </p:nvPr>
        </p:nvSpPr>
        <p:spPr/>
        <p:txBody>
          <a:bodyPr/>
          <a:lstStyle/>
          <a:p>
            <a:fld id="{4DC369F1-3EC2-46A9-BD0F-8501255202E2}"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2E52B1EE-BFCE-B0F1-47FF-CF22879CB1E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7" name="灯片编号占位符 6">
            <a:extLst>
              <a:ext uri="{FF2B5EF4-FFF2-40B4-BE49-F238E27FC236}">
                <a16:creationId xmlns:a16="http://schemas.microsoft.com/office/drawing/2014/main" id="{6CD977BC-FF2E-CA9A-670F-494659B3ACD6}"/>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spTree>
    <p:extLst>
      <p:ext uri="{BB962C8B-B14F-4D97-AF65-F5344CB8AC3E}">
        <p14:creationId xmlns:p14="http://schemas.microsoft.com/office/powerpoint/2010/main" val="1501741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DF5C89-A818-4373-AE4D-08E730EABEF4}"/>
              </a:ext>
            </a:extLst>
          </p:cNvPr>
          <p:cNvSpPr>
            <a:spLocks noGrp="1"/>
          </p:cNvSpPr>
          <p:nvPr>
            <p:ph type="title"/>
          </p:nvPr>
        </p:nvSpPr>
        <p:spPr/>
        <p:txBody>
          <a:bodyPr/>
          <a:lstStyle/>
          <a:p>
            <a:r>
              <a:rPr lang="en-US" altLang="zh-CN" dirty="0"/>
              <a:t>7.4.2 </a:t>
            </a:r>
            <a:r>
              <a:rPr lang="zh-CN" altLang="en-US" dirty="0"/>
              <a:t>控制流语句的翻译</a:t>
            </a:r>
            <a:endParaRPr lang="zh-CN" altLang="en-US" b="1" dirty="0"/>
          </a:p>
        </p:txBody>
      </p:sp>
      <p:sp>
        <p:nvSpPr>
          <p:cNvPr id="3" name="内容占位符 2">
            <a:extLst>
              <a:ext uri="{FF2B5EF4-FFF2-40B4-BE49-F238E27FC236}">
                <a16:creationId xmlns:a16="http://schemas.microsoft.com/office/drawing/2014/main" id="{357D8AC9-57D6-4803-BB8F-9F4CCDEB482B}"/>
              </a:ext>
            </a:extLst>
          </p:cNvPr>
          <p:cNvSpPr>
            <a:spLocks noGrp="1"/>
          </p:cNvSpPr>
          <p:nvPr>
            <p:ph idx="1"/>
          </p:nvPr>
        </p:nvSpPr>
        <p:spPr/>
        <p:txBody>
          <a:bodyPr/>
          <a:lstStyle/>
          <a:p>
            <a:r>
              <a:rPr lang="en-US" altLang="zh-CN" b="1" dirty="0"/>
              <a:t>(d) </a:t>
            </a:r>
            <a:r>
              <a:rPr lang="en-US" altLang="zh-CN" b="1" i="1" dirty="0"/>
              <a:t>S </a:t>
            </a:r>
            <a:r>
              <a:rPr lang="en-US" altLang="zh-CN" b="1" dirty="0">
                <a:sym typeface="Symbol" panose="05050102010706020507" pitchFamily="18" charset="2"/>
              </a:rPr>
              <a:t></a:t>
            </a:r>
            <a:r>
              <a:rPr lang="en-US" altLang="zh-CN" b="1" dirty="0"/>
              <a:t> </a:t>
            </a:r>
            <a:r>
              <a:rPr lang="en-US" altLang="zh-CN" b="1" i="1" dirty="0"/>
              <a:t>S</a:t>
            </a:r>
            <a:r>
              <a:rPr lang="en-US" altLang="zh-CN" b="1" baseline="-30000" dirty="0"/>
              <a:t>1</a:t>
            </a:r>
            <a:r>
              <a:rPr lang="en-US" altLang="zh-CN" b="1" dirty="0"/>
              <a:t>;</a:t>
            </a:r>
            <a:r>
              <a:rPr lang="en-US" altLang="zh-CN" b="1" i="1" dirty="0"/>
              <a:t> S</a:t>
            </a:r>
            <a:r>
              <a:rPr lang="en-US" altLang="zh-CN" b="1" baseline="-30000" dirty="0"/>
              <a:t>2</a:t>
            </a:r>
            <a:r>
              <a:rPr lang="en-US" altLang="zh-CN" b="1" i="1" dirty="0"/>
              <a:t> </a:t>
            </a:r>
            <a:endParaRPr lang="zh-CN" altLang="en-US" dirty="0"/>
          </a:p>
        </p:txBody>
      </p:sp>
      <p:grpSp>
        <p:nvGrpSpPr>
          <p:cNvPr id="6" name="组合 5">
            <a:extLst>
              <a:ext uri="{FF2B5EF4-FFF2-40B4-BE49-F238E27FC236}">
                <a16:creationId xmlns:a16="http://schemas.microsoft.com/office/drawing/2014/main" id="{AEB667D3-72DF-4B79-A023-5C273E98DABA}"/>
              </a:ext>
            </a:extLst>
          </p:cNvPr>
          <p:cNvGrpSpPr/>
          <p:nvPr/>
        </p:nvGrpSpPr>
        <p:grpSpPr>
          <a:xfrm>
            <a:off x="2454979" y="2942454"/>
            <a:ext cx="3382902" cy="2232665"/>
            <a:chOff x="930568" y="2773901"/>
            <a:chExt cx="3382902" cy="2232665"/>
          </a:xfrm>
        </p:grpSpPr>
        <p:sp>
          <p:nvSpPr>
            <p:cNvPr id="59" name="Line 6">
              <a:extLst>
                <a:ext uri="{FF2B5EF4-FFF2-40B4-BE49-F238E27FC236}">
                  <a16:creationId xmlns:a16="http://schemas.microsoft.com/office/drawing/2014/main" id="{760C237E-598A-46C3-BE7B-C72E89793A86}"/>
                </a:ext>
              </a:extLst>
            </p:cNvPr>
            <p:cNvSpPr>
              <a:spLocks noChangeShapeType="1"/>
            </p:cNvSpPr>
            <p:nvPr/>
          </p:nvSpPr>
          <p:spPr bwMode="auto">
            <a:xfrm>
              <a:off x="2455197" y="2776012"/>
              <a:ext cx="0" cy="2230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0" name="Line 7">
              <a:extLst>
                <a:ext uri="{FF2B5EF4-FFF2-40B4-BE49-F238E27FC236}">
                  <a16:creationId xmlns:a16="http://schemas.microsoft.com/office/drawing/2014/main" id="{7428DEC3-DB95-406C-8F45-3D1086AF8165}"/>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1" name="Line 8">
              <a:extLst>
                <a:ext uri="{FF2B5EF4-FFF2-40B4-BE49-F238E27FC236}">
                  <a16:creationId xmlns:a16="http://schemas.microsoft.com/office/drawing/2014/main" id="{A5F70A47-987A-4210-A928-F2F839A5DBE5}"/>
                </a:ext>
              </a:extLst>
            </p:cNvPr>
            <p:cNvSpPr>
              <a:spLocks noChangeShapeType="1"/>
            </p:cNvSpPr>
            <p:nvPr/>
          </p:nvSpPr>
          <p:spPr bwMode="auto">
            <a:xfrm>
              <a:off x="4313470" y="2776012"/>
              <a:ext cx="0" cy="22305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2" name="Line 9">
              <a:extLst>
                <a:ext uri="{FF2B5EF4-FFF2-40B4-BE49-F238E27FC236}">
                  <a16:creationId xmlns:a16="http://schemas.microsoft.com/office/drawing/2014/main" id="{31BFAC99-D94D-4BC9-BE00-2BCFDB47E9F7}"/>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3" name="Line 10">
              <a:extLst>
                <a:ext uri="{FF2B5EF4-FFF2-40B4-BE49-F238E27FC236}">
                  <a16:creationId xmlns:a16="http://schemas.microsoft.com/office/drawing/2014/main" id="{9EB1B2E9-A5B7-48EC-9E6D-18CCDDCDD15C}"/>
                </a:ext>
              </a:extLst>
            </p:cNvPr>
            <p:cNvSpPr>
              <a:spLocks noChangeShapeType="1"/>
            </p:cNvSpPr>
            <p:nvPr/>
          </p:nvSpPr>
          <p:spPr bwMode="auto">
            <a:xfrm>
              <a:off x="2455197" y="4372438"/>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2000" b="1"/>
            </a:p>
          </p:txBody>
        </p:sp>
        <p:sp>
          <p:nvSpPr>
            <p:cNvPr id="64" name="Rectangle 11">
              <a:extLst>
                <a:ext uri="{FF2B5EF4-FFF2-40B4-BE49-F238E27FC236}">
                  <a16:creationId xmlns:a16="http://schemas.microsoft.com/office/drawing/2014/main" id="{31A4D579-7AB3-436B-98C5-824FF8D16D04}"/>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S</a:t>
              </a:r>
              <a:r>
                <a:rPr lang="en-US" altLang="zh-CN" sz="2800" b="1" baseline="-25000" dirty="0">
                  <a:ea typeface="宋体" panose="02010600030101010101" pitchFamily="2" charset="-122"/>
                </a:rPr>
                <a:t>1</a:t>
              </a:r>
              <a:r>
                <a:rPr lang="en-US" altLang="zh-CN" sz="2800" b="1" dirty="0">
                  <a:ea typeface="宋体" panose="02010600030101010101" pitchFamily="2" charset="-122"/>
                </a:rPr>
                <a:t>.</a:t>
              </a:r>
              <a:r>
                <a:rPr lang="en-US" altLang="zh-CN" sz="2800" b="1" i="1" dirty="0">
                  <a:ea typeface="宋体" panose="02010600030101010101" pitchFamily="2" charset="-122"/>
                </a:rPr>
                <a:t>code</a:t>
              </a:r>
            </a:p>
          </p:txBody>
        </p:sp>
        <p:sp>
          <p:nvSpPr>
            <p:cNvPr id="65" name="Rectangle 12">
              <a:extLst>
                <a:ext uri="{FF2B5EF4-FFF2-40B4-BE49-F238E27FC236}">
                  <a16:creationId xmlns:a16="http://schemas.microsoft.com/office/drawing/2014/main" id="{1F40479D-531D-4A5D-8725-DDBAFCD978EA}"/>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S</a:t>
              </a:r>
              <a:r>
                <a:rPr lang="en-US" altLang="zh-CN" sz="2800" b="1" baseline="-25000" dirty="0">
                  <a:ea typeface="宋体" panose="02010600030101010101" pitchFamily="2" charset="-122"/>
                </a:rPr>
                <a:t>2</a:t>
              </a:r>
              <a:r>
                <a:rPr lang="en-US" altLang="zh-CN" sz="2800" b="1" dirty="0">
                  <a:ea typeface="宋体" panose="02010600030101010101" pitchFamily="2" charset="-122"/>
                </a:rPr>
                <a:t>.</a:t>
              </a:r>
              <a:r>
                <a:rPr lang="en-US" altLang="zh-CN" sz="2800" b="1" i="1" dirty="0">
                  <a:ea typeface="宋体" panose="02010600030101010101" pitchFamily="2" charset="-122"/>
                </a:rPr>
                <a:t>code</a:t>
              </a:r>
            </a:p>
          </p:txBody>
        </p:sp>
        <p:sp>
          <p:nvSpPr>
            <p:cNvPr id="67" name="Rectangle 14">
              <a:extLst>
                <a:ext uri="{FF2B5EF4-FFF2-40B4-BE49-F238E27FC236}">
                  <a16:creationId xmlns:a16="http://schemas.microsoft.com/office/drawing/2014/main" id="{A6A589CF-BD2D-4868-A870-00A5F151B3FB}"/>
                </a:ext>
              </a:extLst>
            </p:cNvPr>
            <p:cNvSpPr>
              <a:spLocks noChangeArrowheads="1"/>
            </p:cNvSpPr>
            <p:nvPr/>
          </p:nvSpPr>
          <p:spPr bwMode="auto">
            <a:xfrm>
              <a:off x="2731825" y="4402626"/>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 . .</a:t>
              </a:r>
            </a:p>
          </p:txBody>
        </p:sp>
        <p:sp>
          <p:nvSpPr>
            <p:cNvPr id="73" name="Rectangle 13">
              <a:extLst>
                <a:ext uri="{FF2B5EF4-FFF2-40B4-BE49-F238E27FC236}">
                  <a16:creationId xmlns:a16="http://schemas.microsoft.com/office/drawing/2014/main" id="{F17F8266-36E0-4C0D-9115-6342FAE38A34}"/>
                </a:ext>
              </a:extLst>
            </p:cNvPr>
            <p:cNvSpPr>
              <a:spLocks noChangeArrowheads="1"/>
            </p:cNvSpPr>
            <p:nvPr/>
          </p:nvSpPr>
          <p:spPr bwMode="auto">
            <a:xfrm>
              <a:off x="930568" y="3456615"/>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S</a:t>
              </a:r>
              <a:r>
                <a:rPr lang="en-US" altLang="zh-CN" sz="2800" b="1" baseline="-25000" dirty="0">
                  <a:ea typeface="宋体" panose="02010600030101010101" pitchFamily="2" charset="-122"/>
                </a:rPr>
                <a:t>1</a:t>
              </a:r>
              <a:r>
                <a:rPr lang="en-US" altLang="zh-CN" sz="2800" b="1" dirty="0">
                  <a:ea typeface="宋体" panose="02010600030101010101" pitchFamily="2" charset="-122"/>
                </a:rPr>
                <a:t>.</a:t>
              </a:r>
              <a:r>
                <a:rPr lang="en-US" altLang="zh-CN" sz="2800" b="1" i="1" dirty="0">
                  <a:ea typeface="宋体" panose="02010600030101010101" pitchFamily="2" charset="-122"/>
                </a:rPr>
                <a:t>next</a:t>
              </a:r>
              <a:r>
                <a:rPr lang="en-US" altLang="zh-CN" sz="2800" b="1" dirty="0">
                  <a:ea typeface="宋体" panose="02010600030101010101" pitchFamily="2" charset="-122"/>
                </a:rPr>
                <a:t>:</a:t>
              </a:r>
            </a:p>
          </p:txBody>
        </p:sp>
      </p:grpSp>
      <p:sp>
        <p:nvSpPr>
          <p:cNvPr id="33" name="Rectangle 13">
            <a:extLst>
              <a:ext uri="{FF2B5EF4-FFF2-40B4-BE49-F238E27FC236}">
                <a16:creationId xmlns:a16="http://schemas.microsoft.com/office/drawing/2014/main" id="{2ECAFEC4-22B9-4651-881E-692F6A2A3F0C}"/>
              </a:ext>
            </a:extLst>
          </p:cNvPr>
          <p:cNvSpPr>
            <a:spLocks noChangeArrowheads="1"/>
          </p:cNvSpPr>
          <p:nvPr/>
        </p:nvSpPr>
        <p:spPr bwMode="auto">
          <a:xfrm>
            <a:off x="2394028" y="4389275"/>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err="1">
                <a:ea typeface="宋体" panose="02010600030101010101" pitchFamily="2" charset="-122"/>
              </a:rPr>
              <a:t>S</a:t>
            </a:r>
            <a:r>
              <a:rPr lang="en-US" altLang="zh-CN" sz="2800" b="1" dirty="0" err="1">
                <a:ea typeface="宋体" panose="02010600030101010101" pitchFamily="2" charset="-122"/>
              </a:rPr>
              <a:t>.</a:t>
            </a:r>
            <a:r>
              <a:rPr lang="en-US" altLang="zh-CN" sz="2800" b="1" i="1" dirty="0" err="1">
                <a:ea typeface="宋体" panose="02010600030101010101" pitchFamily="2" charset="-122"/>
              </a:rPr>
              <a:t>next</a:t>
            </a:r>
            <a:r>
              <a:rPr lang="en-US" altLang="zh-CN" sz="2800" b="1" dirty="0">
                <a:ea typeface="宋体" panose="02010600030101010101" pitchFamily="2" charset="-122"/>
              </a:rPr>
              <a:t>:</a:t>
            </a:r>
          </a:p>
        </p:txBody>
      </p:sp>
      <p:sp>
        <p:nvSpPr>
          <p:cNvPr id="4" name="日期占位符 3">
            <a:extLst>
              <a:ext uri="{FF2B5EF4-FFF2-40B4-BE49-F238E27FC236}">
                <a16:creationId xmlns:a16="http://schemas.microsoft.com/office/drawing/2014/main" id="{5D5D0B7B-1AEC-FFA1-884A-3D9BA9404594}"/>
              </a:ext>
            </a:extLst>
          </p:cNvPr>
          <p:cNvSpPr>
            <a:spLocks noGrp="1"/>
          </p:cNvSpPr>
          <p:nvPr>
            <p:ph type="dt" sz="half" idx="10"/>
          </p:nvPr>
        </p:nvSpPr>
        <p:spPr/>
        <p:txBody>
          <a:bodyPr/>
          <a:lstStyle/>
          <a:p>
            <a:fld id="{73576332-8EC4-48C9-906C-3C5ABEC07256}"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EB55EE22-A9DF-0915-6D5D-A33CE3EED29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7" name="灯片编号占位符 6">
            <a:extLst>
              <a:ext uri="{FF2B5EF4-FFF2-40B4-BE49-F238E27FC236}">
                <a16:creationId xmlns:a16="http://schemas.microsoft.com/office/drawing/2014/main" id="{0FB84F0A-76E7-EFF7-8305-B93E1F322144}"/>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spTree>
    <p:extLst>
      <p:ext uri="{BB962C8B-B14F-4D97-AF65-F5344CB8AC3E}">
        <p14:creationId xmlns:p14="http://schemas.microsoft.com/office/powerpoint/2010/main" val="244409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195D2EA-9EDB-FE6A-C109-02E9F29B1FC7}"/>
              </a:ext>
            </a:extLst>
          </p:cNvPr>
          <p:cNvSpPr>
            <a:spLocks noGrp="1"/>
          </p:cNvSpPr>
          <p:nvPr>
            <p:ph type="dt" sz="half" idx="4294967295"/>
          </p:nvPr>
        </p:nvSpPr>
        <p:spPr>
          <a:xfrm>
            <a:off x="0" y="11113"/>
            <a:ext cx="3086100" cy="179387"/>
          </a:xfrm>
        </p:spPr>
        <p:txBody>
          <a:bodyPr/>
          <a:lstStyle/>
          <a:p>
            <a:fld id="{46BD0572-082D-4BA2-BC29-48561465ADD5}"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95F5E3CF-5A66-8B18-6208-0BEBB79E1622}"/>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B5B526A5-DB0D-E8E7-A2FB-3EC7A97DC804}"/>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16</a:t>
            </a:fld>
            <a:endParaRPr lang="zh-CN" altLang="en-US"/>
          </a:p>
        </p:txBody>
      </p:sp>
      <p:sp>
        <p:nvSpPr>
          <p:cNvPr id="9" name="文本框 8">
            <a:extLst>
              <a:ext uri="{FF2B5EF4-FFF2-40B4-BE49-F238E27FC236}">
                <a16:creationId xmlns:a16="http://schemas.microsoft.com/office/drawing/2014/main" id="{229559D7-647B-9C69-1526-C3E84D9CB6C9}"/>
              </a:ext>
            </a:extLst>
          </p:cNvPr>
          <p:cNvSpPr txBox="1"/>
          <p:nvPr>
            <p:custDataLst>
              <p:tags r:id="rId2"/>
            </p:custDataLst>
          </p:nvPr>
        </p:nvSpPr>
        <p:spPr>
          <a:xfrm>
            <a:off x="914399" y="635000"/>
            <a:ext cx="3903623"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右侧的三地址码抽象图表示了哪种控制流语句的翻译结果？</a:t>
            </a:r>
          </a:p>
        </p:txBody>
      </p:sp>
      <p:sp>
        <p:nvSpPr>
          <p:cNvPr id="10" name="文本框 9">
            <a:extLst>
              <a:ext uri="{FF2B5EF4-FFF2-40B4-BE49-F238E27FC236}">
                <a16:creationId xmlns:a16="http://schemas.microsoft.com/office/drawing/2014/main" id="{AAEE647F-537B-92BF-C637-54287E1835E3}"/>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400" b="1" i="1" dirty="0"/>
              <a:t>S </a:t>
            </a:r>
            <a:r>
              <a:rPr lang="en-US" altLang="zh-CN" sz="2400" b="1" dirty="0">
                <a:sym typeface="Symbol" panose="05050102010706020507" pitchFamily="18" charset="2"/>
              </a:rPr>
              <a:t></a:t>
            </a:r>
            <a:r>
              <a:rPr lang="en-US" altLang="zh-CN" sz="2400" b="1" dirty="0"/>
              <a:t>if</a:t>
            </a:r>
            <a:r>
              <a:rPr lang="en-US" altLang="zh-CN" sz="2400" b="1" i="1" dirty="0"/>
              <a:t> B </a:t>
            </a:r>
            <a:r>
              <a:rPr lang="en-US" altLang="zh-CN" sz="2400" b="1" dirty="0"/>
              <a:t>then</a:t>
            </a:r>
            <a:r>
              <a:rPr lang="en-US" altLang="zh-CN" sz="2400" b="1" i="1" dirty="0"/>
              <a:t> S</a:t>
            </a:r>
            <a:r>
              <a:rPr lang="en-US" altLang="zh-CN" sz="2400" b="1" baseline="-30000" dirty="0"/>
              <a:t>1</a:t>
            </a:r>
            <a:endPar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CE3722D3-359E-149F-5D85-DD903F8A3C1E}"/>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400" b="1" i="1" dirty="0"/>
              <a:t>S </a:t>
            </a:r>
            <a:r>
              <a:rPr lang="en-US" altLang="zh-CN" sz="2400" b="1" dirty="0">
                <a:sym typeface="Symbol" panose="05050102010706020507" pitchFamily="18" charset="2"/>
              </a:rPr>
              <a:t></a:t>
            </a:r>
            <a:r>
              <a:rPr lang="en-US" altLang="zh-CN" sz="2400" b="1" dirty="0"/>
              <a:t>if</a:t>
            </a:r>
            <a:r>
              <a:rPr lang="en-US" altLang="zh-CN" sz="2400" b="1" i="1" dirty="0"/>
              <a:t> B </a:t>
            </a:r>
            <a:r>
              <a:rPr lang="en-US" altLang="zh-CN" sz="2400" b="1" dirty="0"/>
              <a:t>then</a:t>
            </a:r>
            <a:r>
              <a:rPr lang="en-US" altLang="zh-CN" sz="2400" b="1" i="1" dirty="0"/>
              <a:t> S</a:t>
            </a:r>
            <a:r>
              <a:rPr lang="en-US" altLang="zh-CN" sz="2400" b="1" baseline="-30000" dirty="0"/>
              <a:t>1</a:t>
            </a:r>
            <a:r>
              <a:rPr lang="en-US" altLang="zh-CN" sz="2400" b="1" i="1" dirty="0"/>
              <a:t> </a:t>
            </a:r>
            <a:r>
              <a:rPr lang="en-US" altLang="zh-CN" sz="2400" b="1" dirty="0"/>
              <a:t>else</a:t>
            </a:r>
            <a:r>
              <a:rPr lang="en-US" altLang="zh-CN" sz="2400" b="1" i="1" dirty="0"/>
              <a:t> S</a:t>
            </a:r>
            <a:r>
              <a:rPr lang="en-US" altLang="zh-CN" sz="2400" b="1" baseline="-30000" dirty="0"/>
              <a:t>2</a:t>
            </a:r>
            <a:endPar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6D0D43CB-316E-4DB7-F5A0-EA9CB2A39AEE}"/>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400" b="1" i="1" dirty="0"/>
              <a:t>S </a:t>
            </a:r>
            <a:r>
              <a:rPr lang="en-US" altLang="zh-CN" sz="2400" b="1" dirty="0">
                <a:sym typeface="Symbol" panose="05050102010706020507" pitchFamily="18" charset="2"/>
              </a:rPr>
              <a:t></a:t>
            </a:r>
            <a:r>
              <a:rPr lang="en-US" altLang="zh-CN" sz="2400" b="1" dirty="0"/>
              <a:t> while</a:t>
            </a:r>
            <a:r>
              <a:rPr lang="en-US" altLang="zh-CN" sz="2400" b="1" i="1" dirty="0"/>
              <a:t> B </a:t>
            </a:r>
            <a:r>
              <a:rPr lang="en-US" altLang="zh-CN" sz="2400" b="1" dirty="0"/>
              <a:t>do</a:t>
            </a:r>
            <a:r>
              <a:rPr lang="en-US" altLang="zh-CN" sz="2400" b="1" i="1" dirty="0"/>
              <a:t> S</a:t>
            </a:r>
            <a:r>
              <a:rPr lang="en-US" altLang="zh-CN" sz="2400" b="1" baseline="-30000" dirty="0"/>
              <a:t>1</a:t>
            </a:r>
            <a:endPar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D95F2F70-34AB-B313-1511-0EEC54453CA7}"/>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400" b="1" i="1" dirty="0"/>
              <a:t>S </a:t>
            </a:r>
            <a:r>
              <a:rPr lang="en-US" altLang="zh-CN" sz="2400" b="1" dirty="0">
                <a:sym typeface="Symbol" panose="05050102010706020507" pitchFamily="18" charset="2"/>
              </a:rPr>
              <a:t></a:t>
            </a:r>
            <a:r>
              <a:rPr lang="en-US" altLang="zh-CN" sz="2400" b="1" dirty="0"/>
              <a:t> </a:t>
            </a:r>
            <a:r>
              <a:rPr lang="en-US" altLang="zh-CN" sz="2400" b="1" i="1" dirty="0"/>
              <a:t>S</a:t>
            </a:r>
            <a:r>
              <a:rPr lang="en-US" altLang="zh-CN" sz="2400" b="1" baseline="-30000" dirty="0"/>
              <a:t>1</a:t>
            </a:r>
            <a:r>
              <a:rPr lang="en-US" altLang="zh-CN" sz="2400" b="1" dirty="0"/>
              <a:t>;</a:t>
            </a:r>
            <a:r>
              <a:rPr lang="en-US" altLang="zh-CN" sz="2400" b="1" i="1" dirty="0"/>
              <a:t> S</a:t>
            </a:r>
            <a:r>
              <a:rPr lang="en-US" altLang="zh-CN" sz="2400" b="1" baseline="-30000" dirty="0"/>
              <a:t>2</a:t>
            </a:r>
            <a:endPar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7E54E99E-3A81-2E5A-832F-9985D5A2FECB}"/>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7677F831-3560-CB73-63BB-00917CC8574E}"/>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ECC71519-CF50-2081-B40B-82041E1E53C6}"/>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712258C8-9475-51B2-07CA-879C073AC1F5}"/>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26692739-99C0-3C92-B46E-FC5A35A622AE}"/>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5" name="组合 24">
            <a:extLst>
              <a:ext uri="{FF2B5EF4-FFF2-40B4-BE49-F238E27FC236}">
                <a16:creationId xmlns:a16="http://schemas.microsoft.com/office/drawing/2014/main" id="{9F6650B1-DB7A-204C-03B9-36D107362884}"/>
              </a:ext>
            </a:extLst>
          </p:cNvPr>
          <p:cNvGrpSpPr/>
          <p:nvPr/>
        </p:nvGrpSpPr>
        <p:grpSpPr>
          <a:xfrm>
            <a:off x="4647818" y="1088915"/>
            <a:ext cx="4501782" cy="2018616"/>
            <a:chOff x="903116" y="2480378"/>
            <a:chExt cx="6757757" cy="3030204"/>
          </a:xfrm>
        </p:grpSpPr>
        <p:sp>
          <p:nvSpPr>
            <p:cNvPr id="26" name="Line 6">
              <a:extLst>
                <a:ext uri="{FF2B5EF4-FFF2-40B4-BE49-F238E27FC236}">
                  <a16:creationId xmlns:a16="http://schemas.microsoft.com/office/drawing/2014/main" id="{CA38D124-7AEA-4B4F-F66D-74136297E3D7}"/>
                </a:ext>
              </a:extLst>
            </p:cNvPr>
            <p:cNvSpPr>
              <a:spLocks noChangeShapeType="1"/>
            </p:cNvSpPr>
            <p:nvPr/>
          </p:nvSpPr>
          <p:spPr bwMode="auto">
            <a:xfrm>
              <a:off x="2455197" y="2776012"/>
              <a:ext cx="0" cy="27345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200" b="1"/>
            </a:p>
          </p:txBody>
        </p:sp>
        <p:sp>
          <p:nvSpPr>
            <p:cNvPr id="27" name="Line 7">
              <a:extLst>
                <a:ext uri="{FF2B5EF4-FFF2-40B4-BE49-F238E27FC236}">
                  <a16:creationId xmlns:a16="http://schemas.microsoft.com/office/drawing/2014/main" id="{FC5F190F-1C31-EF38-3373-C88D165E7F81}"/>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200" b="1"/>
            </a:p>
          </p:txBody>
        </p:sp>
        <p:sp>
          <p:nvSpPr>
            <p:cNvPr id="28" name="Line 8">
              <a:extLst>
                <a:ext uri="{FF2B5EF4-FFF2-40B4-BE49-F238E27FC236}">
                  <a16:creationId xmlns:a16="http://schemas.microsoft.com/office/drawing/2014/main" id="{2EDFEDBB-F059-3CF1-D99B-C7DE45788B65}"/>
                </a:ext>
              </a:extLst>
            </p:cNvPr>
            <p:cNvSpPr>
              <a:spLocks noChangeShapeType="1"/>
            </p:cNvSpPr>
            <p:nvPr/>
          </p:nvSpPr>
          <p:spPr bwMode="auto">
            <a:xfrm>
              <a:off x="4313470" y="2776011"/>
              <a:ext cx="0" cy="26557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200" b="1"/>
            </a:p>
          </p:txBody>
        </p:sp>
        <p:sp>
          <p:nvSpPr>
            <p:cNvPr id="29" name="Line 9">
              <a:extLst>
                <a:ext uri="{FF2B5EF4-FFF2-40B4-BE49-F238E27FC236}">
                  <a16:creationId xmlns:a16="http://schemas.microsoft.com/office/drawing/2014/main" id="{742B6EBE-87F0-4505-6AA2-0D49F7958A34}"/>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200" b="1"/>
            </a:p>
          </p:txBody>
        </p:sp>
        <p:sp>
          <p:nvSpPr>
            <p:cNvPr id="30" name="Line 10">
              <a:extLst>
                <a:ext uri="{FF2B5EF4-FFF2-40B4-BE49-F238E27FC236}">
                  <a16:creationId xmlns:a16="http://schemas.microsoft.com/office/drawing/2014/main" id="{7225B47A-BEAB-FD0D-E7AF-A88454221A86}"/>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200" b="1"/>
            </a:p>
          </p:txBody>
        </p:sp>
        <p:sp>
          <p:nvSpPr>
            <p:cNvPr id="31" name="Rectangle 11">
              <a:extLst>
                <a:ext uri="{FF2B5EF4-FFF2-40B4-BE49-F238E27FC236}">
                  <a16:creationId xmlns:a16="http://schemas.microsoft.com/office/drawing/2014/main" id="{7658F0B3-8A6D-D043-FB14-1DF46DCF4D60}"/>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600" b="1" i="1" dirty="0" err="1">
                  <a:ea typeface="宋体" panose="02010600030101010101" pitchFamily="2" charset="-122"/>
                </a:rPr>
                <a:t>B</a:t>
              </a:r>
              <a:r>
                <a:rPr lang="en-US" altLang="zh-CN" sz="1600" b="1" dirty="0" err="1">
                  <a:ea typeface="宋体" panose="02010600030101010101" pitchFamily="2" charset="-122"/>
                </a:rPr>
                <a:t>.</a:t>
              </a:r>
              <a:r>
                <a:rPr lang="en-US" altLang="zh-CN" sz="1600" b="1" i="1" dirty="0" err="1">
                  <a:ea typeface="宋体" panose="02010600030101010101" pitchFamily="2" charset="-122"/>
                </a:rPr>
                <a:t>code</a:t>
              </a:r>
              <a:endParaRPr lang="en-US" altLang="zh-CN" sz="1600" b="1" i="1" dirty="0">
                <a:ea typeface="宋体" panose="02010600030101010101" pitchFamily="2" charset="-122"/>
              </a:endParaRPr>
            </a:p>
          </p:txBody>
        </p:sp>
        <p:sp>
          <p:nvSpPr>
            <p:cNvPr id="32" name="Rectangle 12">
              <a:extLst>
                <a:ext uri="{FF2B5EF4-FFF2-40B4-BE49-F238E27FC236}">
                  <a16:creationId xmlns:a16="http://schemas.microsoft.com/office/drawing/2014/main" id="{7CD59604-8156-9F73-5456-C8C10E6A5282}"/>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600" b="1" i="1" dirty="0">
                  <a:ea typeface="宋体" panose="02010600030101010101" pitchFamily="2" charset="-122"/>
                </a:rPr>
                <a:t>S</a:t>
              </a:r>
              <a:r>
                <a:rPr lang="en-US" altLang="zh-CN" sz="1600" b="1" baseline="-25000" dirty="0">
                  <a:ea typeface="宋体" panose="02010600030101010101" pitchFamily="2" charset="-122"/>
                </a:rPr>
                <a:t>1</a:t>
              </a:r>
              <a:r>
                <a:rPr lang="en-US" altLang="zh-CN" sz="1600" b="1" dirty="0">
                  <a:ea typeface="宋体" panose="02010600030101010101" pitchFamily="2" charset="-122"/>
                </a:rPr>
                <a:t>.</a:t>
              </a:r>
              <a:r>
                <a:rPr lang="en-US" altLang="zh-CN" sz="1600" b="1" i="1" dirty="0">
                  <a:ea typeface="宋体" panose="02010600030101010101" pitchFamily="2" charset="-122"/>
                </a:rPr>
                <a:t>code</a:t>
              </a:r>
            </a:p>
          </p:txBody>
        </p:sp>
        <p:sp>
          <p:nvSpPr>
            <p:cNvPr id="33" name="Rectangle 13">
              <a:extLst>
                <a:ext uri="{FF2B5EF4-FFF2-40B4-BE49-F238E27FC236}">
                  <a16:creationId xmlns:a16="http://schemas.microsoft.com/office/drawing/2014/main" id="{DD618163-2B4A-B336-B06E-ACCA366351D4}"/>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600" b="1" i="1" dirty="0" err="1">
                  <a:ea typeface="宋体" panose="02010600030101010101" pitchFamily="2" charset="-122"/>
                </a:rPr>
                <a:t>B</a:t>
              </a:r>
              <a:r>
                <a:rPr lang="en-US" altLang="zh-CN" sz="1600" b="1" dirty="0" err="1">
                  <a:ea typeface="宋体" panose="02010600030101010101" pitchFamily="2" charset="-122"/>
                </a:rPr>
                <a:t>.</a:t>
              </a:r>
              <a:r>
                <a:rPr lang="en-US" altLang="zh-CN" sz="1600" b="1" i="1" dirty="0" err="1">
                  <a:ea typeface="宋体" panose="02010600030101010101" pitchFamily="2" charset="-122"/>
                </a:rPr>
                <a:t>true</a:t>
              </a:r>
              <a:r>
                <a:rPr lang="en-US" altLang="zh-CN" sz="1600" b="1" dirty="0">
                  <a:ea typeface="宋体" panose="02010600030101010101" pitchFamily="2" charset="-122"/>
                </a:rPr>
                <a:t>:</a:t>
              </a:r>
            </a:p>
          </p:txBody>
        </p:sp>
        <p:sp>
          <p:nvSpPr>
            <p:cNvPr id="34" name="Rectangle 14">
              <a:extLst>
                <a:ext uri="{FF2B5EF4-FFF2-40B4-BE49-F238E27FC236}">
                  <a16:creationId xmlns:a16="http://schemas.microsoft.com/office/drawing/2014/main" id="{3798057D-0EB2-CBE8-F4E8-41A14EDCF60D}"/>
                </a:ext>
              </a:extLst>
            </p:cNvPr>
            <p:cNvSpPr>
              <a:spLocks noChangeArrowheads="1"/>
            </p:cNvSpPr>
            <p:nvPr/>
          </p:nvSpPr>
          <p:spPr bwMode="auto">
            <a:xfrm>
              <a:off x="2702341" y="4892328"/>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600" b="1" dirty="0">
                  <a:ea typeface="宋体" panose="02010600030101010101" pitchFamily="2" charset="-122"/>
                </a:rPr>
                <a:t>. . .</a:t>
              </a:r>
            </a:p>
          </p:txBody>
        </p:sp>
        <p:sp>
          <p:nvSpPr>
            <p:cNvPr id="35" name="Rectangle 15">
              <a:extLst>
                <a:ext uri="{FF2B5EF4-FFF2-40B4-BE49-F238E27FC236}">
                  <a16:creationId xmlns:a16="http://schemas.microsoft.com/office/drawing/2014/main" id="{C31C79F5-D5AE-5CFE-A9D5-3F9CD6A4CC71}"/>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600" dirty="0"/>
                <a:t>指向</a:t>
              </a:r>
              <a:r>
                <a:rPr lang="en-US" altLang="zh-CN" sz="1600" b="1" i="1" dirty="0" err="1">
                  <a:ea typeface="宋体" panose="02010600030101010101" pitchFamily="2" charset="-122"/>
                </a:rPr>
                <a:t>B</a:t>
              </a:r>
              <a:r>
                <a:rPr lang="en-US" altLang="zh-CN" sz="1600" b="1" dirty="0" err="1">
                  <a:ea typeface="宋体" panose="02010600030101010101" pitchFamily="2" charset="-122"/>
                </a:rPr>
                <a:t>.</a:t>
              </a:r>
              <a:r>
                <a:rPr lang="en-US" altLang="zh-CN" sz="1600" b="1" i="1" dirty="0" err="1">
                  <a:ea typeface="宋体" panose="02010600030101010101" pitchFamily="2" charset="-122"/>
                </a:rPr>
                <a:t>true</a:t>
              </a:r>
              <a:endParaRPr lang="en-US" altLang="zh-CN" sz="1600" b="1" dirty="0">
                <a:ea typeface="宋体" panose="02010600030101010101" pitchFamily="2" charset="-122"/>
              </a:endParaRPr>
            </a:p>
          </p:txBody>
        </p:sp>
        <p:sp>
          <p:nvSpPr>
            <p:cNvPr id="36" name="Rectangle 16">
              <a:extLst>
                <a:ext uri="{FF2B5EF4-FFF2-40B4-BE49-F238E27FC236}">
                  <a16:creationId xmlns:a16="http://schemas.microsoft.com/office/drawing/2014/main" id="{411DBE7E-658C-1F36-5B36-695228F0FC57}"/>
                </a:ext>
              </a:extLst>
            </p:cNvPr>
            <p:cNvSpPr>
              <a:spLocks noChangeArrowheads="1"/>
            </p:cNvSpPr>
            <p:nvPr/>
          </p:nvSpPr>
          <p:spPr bwMode="auto">
            <a:xfrm>
              <a:off x="4216334" y="3037860"/>
              <a:ext cx="344453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600" dirty="0"/>
                <a:t>指向</a:t>
              </a:r>
              <a:r>
                <a:rPr lang="en-US" altLang="zh-CN" sz="1600" b="1" i="1" dirty="0" err="1">
                  <a:ea typeface="宋体" panose="02010600030101010101" pitchFamily="2" charset="-122"/>
                </a:rPr>
                <a:t>B</a:t>
              </a:r>
              <a:r>
                <a:rPr lang="en-US" altLang="zh-CN" sz="1600" b="1" dirty="0" err="1">
                  <a:ea typeface="宋体" panose="02010600030101010101" pitchFamily="2" charset="-122"/>
                </a:rPr>
                <a:t>.</a:t>
              </a:r>
              <a:r>
                <a:rPr lang="en-US" altLang="zh-CN" sz="1600" b="1" i="1" dirty="0" err="1">
                  <a:ea typeface="宋体" panose="02010600030101010101" pitchFamily="2" charset="-122"/>
                </a:rPr>
                <a:t>false</a:t>
              </a:r>
              <a:r>
                <a:rPr lang="en-US" altLang="zh-CN" sz="1600" b="1" dirty="0">
                  <a:ea typeface="宋体" panose="02010600030101010101" pitchFamily="2" charset="-122"/>
                </a:rPr>
                <a:t> (</a:t>
              </a:r>
              <a:r>
                <a:rPr lang="zh-CN" altLang="en-US" sz="1600" b="1" dirty="0">
                  <a:ea typeface="宋体" panose="02010600030101010101" pitchFamily="2" charset="-122"/>
                </a:rPr>
                <a:t>即</a:t>
              </a:r>
              <a:r>
                <a:rPr lang="en-US" altLang="zh-CN" sz="1600" b="1" i="1" dirty="0" err="1">
                  <a:ea typeface="宋体" panose="02010600030101010101" pitchFamily="2" charset="-122"/>
                </a:rPr>
                <a:t>S</a:t>
              </a:r>
              <a:r>
                <a:rPr lang="en-US" altLang="zh-CN" sz="1600" b="1" dirty="0" err="1">
                  <a:ea typeface="宋体" panose="02010600030101010101" pitchFamily="2" charset="-122"/>
                </a:rPr>
                <a:t>.</a:t>
              </a:r>
              <a:r>
                <a:rPr lang="en-US" altLang="zh-CN" sz="1600" b="1" i="1" dirty="0" err="1">
                  <a:ea typeface="宋体" panose="02010600030101010101" pitchFamily="2" charset="-122"/>
                </a:rPr>
                <a:t>next</a:t>
              </a:r>
              <a:r>
                <a:rPr lang="en-US" altLang="zh-CN" sz="1600" b="1" i="1" dirty="0">
                  <a:ea typeface="宋体" panose="02010600030101010101" pitchFamily="2" charset="-122"/>
                </a:rPr>
                <a:t> </a:t>
              </a:r>
              <a:r>
                <a:rPr lang="en-US" altLang="zh-CN" sz="1600" b="1" dirty="0">
                  <a:ea typeface="宋体" panose="02010600030101010101" pitchFamily="2" charset="-122"/>
                </a:rPr>
                <a:t>)</a:t>
              </a:r>
            </a:p>
          </p:txBody>
        </p:sp>
        <p:sp>
          <p:nvSpPr>
            <p:cNvPr id="37" name="Line 17">
              <a:extLst>
                <a:ext uri="{FF2B5EF4-FFF2-40B4-BE49-F238E27FC236}">
                  <a16:creationId xmlns:a16="http://schemas.microsoft.com/office/drawing/2014/main" id="{3CC2DF5A-2A0A-8133-3910-71B1F6D6F15B}"/>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1200" b="1"/>
            </a:p>
          </p:txBody>
        </p:sp>
        <p:sp>
          <p:nvSpPr>
            <p:cNvPr id="38" name="Line 18">
              <a:extLst>
                <a:ext uri="{FF2B5EF4-FFF2-40B4-BE49-F238E27FC236}">
                  <a16:creationId xmlns:a16="http://schemas.microsoft.com/office/drawing/2014/main" id="{8B5B71C5-04F3-B059-D97D-0D0478B9BDC7}"/>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1200" b="1"/>
            </a:p>
          </p:txBody>
        </p:sp>
        <p:sp>
          <p:nvSpPr>
            <p:cNvPr id="39" name="Rectangle 13">
              <a:extLst>
                <a:ext uri="{FF2B5EF4-FFF2-40B4-BE49-F238E27FC236}">
                  <a16:creationId xmlns:a16="http://schemas.microsoft.com/office/drawing/2014/main" id="{C3349DC6-73DC-9395-70B1-C307B2D191BE}"/>
                </a:ext>
              </a:extLst>
            </p:cNvPr>
            <p:cNvSpPr>
              <a:spLocks noChangeArrowheads="1"/>
            </p:cNvSpPr>
            <p:nvPr/>
          </p:nvSpPr>
          <p:spPr bwMode="auto">
            <a:xfrm>
              <a:off x="1006589" y="2621860"/>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600" b="1" i="1" dirty="0" err="1">
                  <a:ea typeface="宋体" panose="02010600030101010101" pitchFamily="2" charset="-122"/>
                </a:rPr>
                <a:t>S</a:t>
              </a:r>
              <a:r>
                <a:rPr lang="en-US" altLang="zh-CN" sz="1600" b="1" dirty="0" err="1">
                  <a:ea typeface="宋体" panose="02010600030101010101" pitchFamily="2" charset="-122"/>
                </a:rPr>
                <a:t>.</a:t>
              </a:r>
              <a:r>
                <a:rPr lang="en-US" altLang="zh-CN" sz="1600" b="1" i="1" dirty="0" err="1">
                  <a:ea typeface="宋体" panose="02010600030101010101" pitchFamily="2" charset="-122"/>
                </a:rPr>
                <a:t>begin</a:t>
              </a:r>
              <a:r>
                <a:rPr lang="en-US" altLang="zh-CN" sz="1600" b="1" dirty="0">
                  <a:ea typeface="宋体" panose="02010600030101010101" pitchFamily="2" charset="-122"/>
                </a:rPr>
                <a:t>:</a:t>
              </a:r>
            </a:p>
          </p:txBody>
        </p:sp>
        <p:sp>
          <p:nvSpPr>
            <p:cNvPr id="40" name="Rectangle 13">
              <a:extLst>
                <a:ext uri="{FF2B5EF4-FFF2-40B4-BE49-F238E27FC236}">
                  <a16:creationId xmlns:a16="http://schemas.microsoft.com/office/drawing/2014/main" id="{3CAD6EC9-C476-5D6C-108D-AB03C4008F6C}"/>
                </a:ext>
              </a:extLst>
            </p:cNvPr>
            <p:cNvSpPr>
              <a:spLocks noChangeArrowheads="1"/>
            </p:cNvSpPr>
            <p:nvPr/>
          </p:nvSpPr>
          <p:spPr bwMode="auto">
            <a:xfrm>
              <a:off x="955368" y="4827811"/>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600" b="1" i="1" dirty="0" err="1">
                  <a:ea typeface="宋体" panose="02010600030101010101" pitchFamily="2" charset="-122"/>
                </a:rPr>
                <a:t>S</a:t>
              </a:r>
              <a:r>
                <a:rPr lang="en-US" altLang="zh-CN" sz="1600" b="1" dirty="0" err="1">
                  <a:ea typeface="宋体" panose="02010600030101010101" pitchFamily="2" charset="-122"/>
                </a:rPr>
                <a:t>.</a:t>
              </a:r>
              <a:r>
                <a:rPr lang="en-US" altLang="zh-CN" sz="1600" b="1" i="1" dirty="0" err="1">
                  <a:ea typeface="宋体" panose="02010600030101010101" pitchFamily="2" charset="-122"/>
                </a:rPr>
                <a:t>next</a:t>
              </a:r>
              <a:r>
                <a:rPr lang="en-US" altLang="zh-CN" sz="1600" b="1" dirty="0">
                  <a:ea typeface="宋体" panose="02010600030101010101" pitchFamily="2" charset="-122"/>
                </a:rPr>
                <a:t>:</a:t>
              </a:r>
            </a:p>
          </p:txBody>
        </p:sp>
        <p:sp>
          <p:nvSpPr>
            <p:cNvPr id="41" name="Line 10">
              <a:extLst>
                <a:ext uri="{FF2B5EF4-FFF2-40B4-BE49-F238E27FC236}">
                  <a16:creationId xmlns:a16="http://schemas.microsoft.com/office/drawing/2014/main" id="{701CF7FB-4A65-F106-31FF-E80A4D8ABCD9}"/>
                </a:ext>
              </a:extLst>
            </p:cNvPr>
            <p:cNvSpPr>
              <a:spLocks noChangeShapeType="1"/>
            </p:cNvSpPr>
            <p:nvPr/>
          </p:nvSpPr>
          <p:spPr bwMode="auto">
            <a:xfrm>
              <a:off x="2455196" y="4892328"/>
              <a:ext cx="18466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200" b="1"/>
            </a:p>
          </p:txBody>
        </p:sp>
        <p:sp>
          <p:nvSpPr>
            <p:cNvPr id="42" name="Rectangle 37">
              <a:extLst>
                <a:ext uri="{FF2B5EF4-FFF2-40B4-BE49-F238E27FC236}">
                  <a16:creationId xmlns:a16="http://schemas.microsoft.com/office/drawing/2014/main" id="{53720FE6-C4DA-6240-24E5-1FC87348D1BE}"/>
                </a:ext>
              </a:extLst>
            </p:cNvPr>
            <p:cNvSpPr>
              <a:spLocks noChangeArrowheads="1"/>
            </p:cNvSpPr>
            <p:nvPr/>
          </p:nvSpPr>
          <p:spPr bwMode="auto">
            <a:xfrm>
              <a:off x="2297404" y="4350574"/>
              <a:ext cx="2114891"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400" b="1" dirty="0">
                  <a:ea typeface="宋体" panose="02010600030101010101" pitchFamily="2" charset="-122"/>
                </a:rPr>
                <a:t> </a:t>
              </a:r>
              <a:r>
                <a:rPr lang="en-US" altLang="zh-CN" sz="1600" b="1" dirty="0" err="1">
                  <a:ea typeface="宋体" panose="02010600030101010101" pitchFamily="2" charset="-122"/>
                </a:rPr>
                <a:t>goto</a:t>
              </a:r>
              <a:r>
                <a:rPr lang="en-US" altLang="zh-CN" sz="1600" b="1" dirty="0">
                  <a:ea typeface="宋体" panose="02010600030101010101" pitchFamily="2" charset="-122"/>
                </a:rPr>
                <a:t> </a:t>
              </a:r>
              <a:r>
                <a:rPr lang="en-US" altLang="zh-CN" sz="1600" b="1" i="1" dirty="0" err="1">
                  <a:ea typeface="宋体" panose="02010600030101010101" pitchFamily="2" charset="-122"/>
                </a:rPr>
                <a:t>S</a:t>
              </a:r>
              <a:r>
                <a:rPr lang="en-US" altLang="zh-CN" sz="1600" b="1" dirty="0" err="1">
                  <a:ea typeface="宋体" panose="02010600030101010101" pitchFamily="2" charset="-122"/>
                </a:rPr>
                <a:t>.</a:t>
              </a:r>
              <a:r>
                <a:rPr lang="en-US" altLang="zh-CN" sz="1600" b="1" i="1" dirty="0" err="1">
                  <a:ea typeface="宋体" panose="02010600030101010101" pitchFamily="2" charset="-122"/>
                </a:rPr>
                <a:t>begin</a:t>
              </a:r>
              <a:endParaRPr lang="en-US" altLang="zh-CN" sz="1600" b="1" i="1" dirty="0">
                <a:ea typeface="宋体" panose="02010600030101010101" pitchFamily="2" charset="-122"/>
              </a:endParaRPr>
            </a:p>
          </p:txBody>
        </p:sp>
      </p:grpSp>
      <p:grpSp>
        <p:nvGrpSpPr>
          <p:cNvPr id="23" name="组合 22">
            <a:extLst>
              <a:ext uri="{FF2B5EF4-FFF2-40B4-BE49-F238E27FC236}">
                <a16:creationId xmlns:a16="http://schemas.microsoft.com/office/drawing/2014/main" id="{6F30D81B-145C-42A2-1CB6-88381346611A}"/>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073383B2-3920-4926-3D6D-F237E9F48140}"/>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9EA23E6E-0933-F740-42C5-0F91C66C35E0}"/>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D5EF81EE-8FAE-799A-5974-14C8B469EDB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03385CBB-9258-5299-8D6D-5F5B5BCBC9A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924A2669-E02E-884A-B72D-8AC1D26449B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14167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2DD6543-BA31-4523-9225-1FB86C0F9F2C}"/>
              </a:ext>
            </a:extLst>
          </p:cNvPr>
          <p:cNvSpPr>
            <a:spLocks noGrp="1" noChangeArrowheads="1"/>
          </p:cNvSpPr>
          <p:nvPr>
            <p:ph type="title"/>
          </p:nvPr>
        </p:nvSpPr>
        <p:spPr/>
        <p:txBody>
          <a:bodyPr/>
          <a:lstStyle/>
          <a:p>
            <a:pPr eaLnBrk="1" hangingPunct="1"/>
            <a:r>
              <a:rPr lang="en-US" altLang="zh-CN" dirty="0"/>
              <a:t>7.4.2 </a:t>
            </a:r>
            <a:r>
              <a:rPr lang="zh-CN" altLang="en-US" dirty="0"/>
              <a:t>控制流语句的翻译</a:t>
            </a:r>
          </a:p>
        </p:txBody>
      </p:sp>
      <p:sp>
        <p:nvSpPr>
          <p:cNvPr id="15363" name="Rectangle 3">
            <a:extLst>
              <a:ext uri="{FF2B5EF4-FFF2-40B4-BE49-F238E27FC236}">
                <a16:creationId xmlns:a16="http://schemas.microsoft.com/office/drawing/2014/main" id="{F68111DF-B709-4887-BD71-15BE88A94756}"/>
              </a:ext>
            </a:extLst>
          </p:cNvPr>
          <p:cNvSpPr>
            <a:spLocks noGrp="1" noChangeArrowheads="1"/>
          </p:cNvSpPr>
          <p:nvPr>
            <p:ph idx="1"/>
          </p:nvPr>
        </p:nvSpPr>
        <p:spPr/>
        <p:txBody>
          <a:bodyPr>
            <a:normAutofit/>
          </a:bodyPr>
          <a:lstStyle/>
          <a:p>
            <a:pPr eaLnBrk="1" hangingPunct="1"/>
            <a:r>
              <a:rPr lang="zh-CN" altLang="en-US" sz="2800" dirty="0"/>
              <a:t>上面四图中，</a:t>
            </a:r>
            <a:r>
              <a:rPr lang="en-US" altLang="zh-CN" sz="2800" b="1" i="1" dirty="0" err="1"/>
              <a:t>B.true</a:t>
            </a:r>
            <a:r>
              <a:rPr lang="zh-CN" altLang="en-US" sz="2800" dirty="0"/>
              <a:t>，</a:t>
            </a:r>
            <a:r>
              <a:rPr lang="en-US" altLang="zh-CN" sz="2800" b="1" i="1" dirty="0" err="1"/>
              <a:t>B.false</a:t>
            </a:r>
            <a:r>
              <a:rPr lang="zh-CN" altLang="en-US" sz="2800" dirty="0"/>
              <a:t>，</a:t>
            </a:r>
            <a:r>
              <a:rPr lang="en-US" altLang="zh-CN" sz="2800" b="1" i="1" dirty="0" err="1"/>
              <a:t>S.begin</a:t>
            </a:r>
            <a:r>
              <a:rPr lang="zh-CN" altLang="en-US" sz="2800" dirty="0"/>
              <a:t>，</a:t>
            </a:r>
            <a:r>
              <a:rPr lang="en-US" altLang="zh-CN" sz="2800" b="1" i="1" dirty="0" err="1"/>
              <a:t>S.next</a:t>
            </a:r>
            <a:r>
              <a:rPr lang="zh-CN" altLang="en-US" sz="2800" dirty="0"/>
              <a:t>几个属性都表示三地址指令的标号（整型），是</a:t>
            </a:r>
            <a:r>
              <a:rPr lang="zh-CN" altLang="en-US" sz="2800" dirty="0">
                <a:solidFill>
                  <a:srgbClr val="FF0000"/>
                </a:solidFill>
              </a:rPr>
              <a:t>继承属性</a:t>
            </a:r>
            <a:r>
              <a:rPr lang="zh-CN" altLang="en-US" sz="2800" dirty="0"/>
              <a:t>。</a:t>
            </a:r>
          </a:p>
          <a:p>
            <a:pPr lvl="1" eaLnBrk="1" hangingPunct="1"/>
            <a:r>
              <a:rPr lang="en-US" altLang="zh-CN" sz="2400" b="1" i="1" dirty="0" err="1"/>
              <a:t>B.true</a:t>
            </a:r>
            <a:r>
              <a:rPr lang="zh-CN" altLang="en-US" sz="2400" dirty="0"/>
              <a:t>，</a:t>
            </a:r>
            <a:r>
              <a:rPr lang="en-US" altLang="zh-CN" sz="2400" b="1" i="1" dirty="0" err="1"/>
              <a:t>B.false</a:t>
            </a:r>
            <a:r>
              <a:rPr lang="zh-CN" altLang="en-US" sz="2400" dirty="0"/>
              <a:t>：</a:t>
            </a:r>
            <a:r>
              <a:rPr lang="en-US" altLang="zh-CN" sz="2400" b="1" i="1" dirty="0"/>
              <a:t>B</a:t>
            </a:r>
            <a:r>
              <a:rPr lang="zh-CN" altLang="en-US" sz="2400" dirty="0"/>
              <a:t>的真出口和假出口标号</a:t>
            </a:r>
          </a:p>
          <a:p>
            <a:pPr lvl="1" eaLnBrk="1" hangingPunct="1"/>
            <a:r>
              <a:rPr lang="en-US" altLang="zh-CN" sz="2400" b="1" i="1" dirty="0" err="1"/>
              <a:t>S.begin</a:t>
            </a:r>
            <a:r>
              <a:rPr lang="zh-CN" altLang="en-US" sz="2400" dirty="0"/>
              <a:t>：</a:t>
            </a:r>
            <a:r>
              <a:rPr lang="en-US" altLang="zh-CN" sz="2400" b="1" i="1" dirty="0"/>
              <a:t>S</a:t>
            </a:r>
            <a:r>
              <a:rPr lang="zh-CN" altLang="en-US" sz="2400" dirty="0"/>
              <a:t>的第一条三地址指令的标号</a:t>
            </a:r>
          </a:p>
          <a:p>
            <a:pPr lvl="1" eaLnBrk="1" hangingPunct="1"/>
            <a:r>
              <a:rPr lang="en-US" altLang="zh-CN" sz="2400" b="1" i="1" dirty="0" err="1"/>
              <a:t>S.next</a:t>
            </a:r>
            <a:r>
              <a:rPr lang="zh-CN" altLang="en-US" sz="2400" dirty="0"/>
              <a:t>：执行完</a:t>
            </a:r>
            <a:r>
              <a:rPr lang="en-US" altLang="zh-CN" sz="2400" b="1" i="1" dirty="0"/>
              <a:t>S</a:t>
            </a:r>
            <a:r>
              <a:rPr lang="zh-CN" altLang="en-US" sz="2400" dirty="0"/>
              <a:t>后应执行的第一条三地址指令标号。</a:t>
            </a:r>
          </a:p>
        </p:txBody>
      </p:sp>
      <p:grpSp>
        <p:nvGrpSpPr>
          <p:cNvPr id="4" name="组合 3">
            <a:extLst>
              <a:ext uri="{FF2B5EF4-FFF2-40B4-BE49-F238E27FC236}">
                <a16:creationId xmlns:a16="http://schemas.microsoft.com/office/drawing/2014/main" id="{4892E6FB-8C63-4257-BDF3-6C7B7A38A59C}"/>
              </a:ext>
            </a:extLst>
          </p:cNvPr>
          <p:cNvGrpSpPr/>
          <p:nvPr/>
        </p:nvGrpSpPr>
        <p:grpSpPr>
          <a:xfrm>
            <a:off x="2695575" y="4040937"/>
            <a:ext cx="3974587" cy="2817063"/>
            <a:chOff x="892558" y="2480378"/>
            <a:chExt cx="5717792" cy="3929946"/>
          </a:xfrm>
        </p:grpSpPr>
        <p:sp>
          <p:nvSpPr>
            <p:cNvPr id="5" name="Line 6">
              <a:extLst>
                <a:ext uri="{FF2B5EF4-FFF2-40B4-BE49-F238E27FC236}">
                  <a16:creationId xmlns:a16="http://schemas.microsoft.com/office/drawing/2014/main" id="{EF94DE74-15A6-4ADB-A925-70651089381A}"/>
                </a:ext>
              </a:extLst>
            </p:cNvPr>
            <p:cNvSpPr>
              <a:spLocks noChangeShapeType="1"/>
            </p:cNvSpPr>
            <p:nvPr/>
          </p:nvSpPr>
          <p:spPr bwMode="auto">
            <a:xfrm>
              <a:off x="2455197" y="2776012"/>
              <a:ext cx="0" cy="36343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6" name="Line 7">
              <a:extLst>
                <a:ext uri="{FF2B5EF4-FFF2-40B4-BE49-F238E27FC236}">
                  <a16:creationId xmlns:a16="http://schemas.microsoft.com/office/drawing/2014/main" id="{966334BE-9224-44D0-AC08-FC816EF7017B}"/>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7" name="Line 8">
              <a:extLst>
                <a:ext uri="{FF2B5EF4-FFF2-40B4-BE49-F238E27FC236}">
                  <a16:creationId xmlns:a16="http://schemas.microsoft.com/office/drawing/2014/main" id="{A6713883-A353-42C8-AE60-00A70F91A9D8}"/>
                </a:ext>
              </a:extLst>
            </p:cNvPr>
            <p:cNvSpPr>
              <a:spLocks noChangeShapeType="1"/>
            </p:cNvSpPr>
            <p:nvPr/>
          </p:nvSpPr>
          <p:spPr bwMode="auto">
            <a:xfrm>
              <a:off x="4313470" y="2776011"/>
              <a:ext cx="0" cy="36343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8" name="Line 9">
              <a:extLst>
                <a:ext uri="{FF2B5EF4-FFF2-40B4-BE49-F238E27FC236}">
                  <a16:creationId xmlns:a16="http://schemas.microsoft.com/office/drawing/2014/main" id="{1167B912-C348-4D8B-A2DB-2FAE4C4CF8F0}"/>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9" name="Line 10">
              <a:extLst>
                <a:ext uri="{FF2B5EF4-FFF2-40B4-BE49-F238E27FC236}">
                  <a16:creationId xmlns:a16="http://schemas.microsoft.com/office/drawing/2014/main" id="{3B6ACA2B-5657-450D-8649-8D757F2A3CA6}"/>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10" name="Rectangle 11">
              <a:extLst>
                <a:ext uri="{FF2B5EF4-FFF2-40B4-BE49-F238E27FC236}">
                  <a16:creationId xmlns:a16="http://schemas.microsoft.com/office/drawing/2014/main" id="{48A3A22F-1BDE-4F5E-AB66-6647D3B6886B}"/>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code</a:t>
              </a:r>
              <a:endParaRPr lang="en-US" altLang="zh-CN" sz="2000" b="1" i="1" dirty="0">
                <a:ea typeface="宋体" panose="02010600030101010101" pitchFamily="2" charset="-122"/>
              </a:endParaRPr>
            </a:p>
          </p:txBody>
        </p:sp>
        <p:sp>
          <p:nvSpPr>
            <p:cNvPr id="11" name="Rectangle 12">
              <a:extLst>
                <a:ext uri="{FF2B5EF4-FFF2-40B4-BE49-F238E27FC236}">
                  <a16:creationId xmlns:a16="http://schemas.microsoft.com/office/drawing/2014/main" id="{C694F9C9-A62F-4703-86FE-2FD28025881C}"/>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a:ea typeface="宋体" panose="02010600030101010101" pitchFamily="2" charset="-122"/>
                </a:rPr>
                <a:t>S</a:t>
              </a:r>
              <a:r>
                <a:rPr lang="en-US" altLang="zh-CN" sz="2000" b="1" baseline="-25000" dirty="0">
                  <a:ea typeface="宋体" panose="02010600030101010101" pitchFamily="2" charset="-122"/>
                </a:rPr>
                <a:t>1</a:t>
              </a:r>
              <a:r>
                <a:rPr lang="en-US" altLang="zh-CN" sz="2000" b="1" dirty="0">
                  <a:ea typeface="宋体" panose="02010600030101010101" pitchFamily="2" charset="-122"/>
                </a:rPr>
                <a:t>.</a:t>
              </a:r>
              <a:r>
                <a:rPr lang="en-US" altLang="zh-CN" sz="2000" b="1" i="1" dirty="0">
                  <a:ea typeface="宋体" panose="02010600030101010101" pitchFamily="2" charset="-122"/>
                </a:rPr>
                <a:t>code</a:t>
              </a:r>
            </a:p>
          </p:txBody>
        </p:sp>
        <p:sp>
          <p:nvSpPr>
            <p:cNvPr id="12" name="Rectangle 13">
              <a:extLst>
                <a:ext uri="{FF2B5EF4-FFF2-40B4-BE49-F238E27FC236}">
                  <a16:creationId xmlns:a16="http://schemas.microsoft.com/office/drawing/2014/main" id="{32B1F584-2FC0-4073-A6E1-880D94CE9130}"/>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true</a:t>
              </a:r>
              <a:r>
                <a:rPr lang="en-US" altLang="zh-CN" sz="2000" b="1" dirty="0">
                  <a:ea typeface="宋体" panose="02010600030101010101" pitchFamily="2" charset="-122"/>
                </a:rPr>
                <a:t>:</a:t>
              </a:r>
            </a:p>
          </p:txBody>
        </p:sp>
        <p:sp>
          <p:nvSpPr>
            <p:cNvPr id="13" name="Rectangle 14">
              <a:extLst>
                <a:ext uri="{FF2B5EF4-FFF2-40B4-BE49-F238E27FC236}">
                  <a16:creationId xmlns:a16="http://schemas.microsoft.com/office/drawing/2014/main" id="{94E650A9-6EF6-419C-88CF-A9019ACABB77}"/>
                </a:ext>
              </a:extLst>
            </p:cNvPr>
            <p:cNvSpPr>
              <a:spLocks noChangeArrowheads="1"/>
            </p:cNvSpPr>
            <p:nvPr/>
          </p:nvSpPr>
          <p:spPr bwMode="auto">
            <a:xfrm>
              <a:off x="2717987" y="5645876"/>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dirty="0">
                  <a:ea typeface="宋体" panose="02010600030101010101" pitchFamily="2" charset="-122"/>
                </a:rPr>
                <a:t>. . .</a:t>
              </a:r>
            </a:p>
          </p:txBody>
        </p:sp>
        <p:sp>
          <p:nvSpPr>
            <p:cNvPr id="14" name="Rectangle 15">
              <a:extLst>
                <a:ext uri="{FF2B5EF4-FFF2-40B4-BE49-F238E27FC236}">
                  <a16:creationId xmlns:a16="http://schemas.microsoft.com/office/drawing/2014/main" id="{0865BB0B-F27F-4B84-ADC6-3C2DE0C57A35}"/>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000" dirty="0"/>
                <a:t>指向</a:t>
              </a: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true</a:t>
              </a:r>
              <a:endParaRPr lang="en-US" altLang="zh-CN" sz="2000" b="1" dirty="0">
                <a:ea typeface="宋体" panose="02010600030101010101" pitchFamily="2" charset="-122"/>
              </a:endParaRPr>
            </a:p>
          </p:txBody>
        </p:sp>
        <p:sp>
          <p:nvSpPr>
            <p:cNvPr id="15" name="Rectangle 16">
              <a:extLst>
                <a:ext uri="{FF2B5EF4-FFF2-40B4-BE49-F238E27FC236}">
                  <a16:creationId xmlns:a16="http://schemas.microsoft.com/office/drawing/2014/main" id="{F7BD4654-C266-4826-8B96-D5895DA6B321}"/>
                </a:ext>
              </a:extLst>
            </p:cNvPr>
            <p:cNvSpPr>
              <a:spLocks noChangeArrowheads="1"/>
            </p:cNvSpPr>
            <p:nvPr/>
          </p:nvSpPr>
          <p:spPr bwMode="auto">
            <a:xfrm>
              <a:off x="4216333" y="3037860"/>
              <a:ext cx="2394017"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000" dirty="0"/>
                <a:t>指向</a:t>
              </a: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false</a:t>
              </a:r>
              <a:endParaRPr lang="en-US" altLang="zh-CN" sz="2000" b="1" dirty="0">
                <a:ea typeface="宋体" panose="02010600030101010101" pitchFamily="2" charset="-122"/>
              </a:endParaRPr>
            </a:p>
          </p:txBody>
        </p:sp>
        <p:sp>
          <p:nvSpPr>
            <p:cNvPr id="16" name="Line 17">
              <a:extLst>
                <a:ext uri="{FF2B5EF4-FFF2-40B4-BE49-F238E27FC236}">
                  <a16:creationId xmlns:a16="http://schemas.microsoft.com/office/drawing/2014/main" id="{D78CA71C-9D9D-45AF-B0CD-31208B7AE0B7}"/>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17" name="Line 18">
              <a:extLst>
                <a:ext uri="{FF2B5EF4-FFF2-40B4-BE49-F238E27FC236}">
                  <a16:creationId xmlns:a16="http://schemas.microsoft.com/office/drawing/2014/main" id="{8772BEB9-0338-4717-9BD2-B46D9880A6D9}"/>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18" name="Rectangle 13">
              <a:extLst>
                <a:ext uri="{FF2B5EF4-FFF2-40B4-BE49-F238E27FC236}">
                  <a16:creationId xmlns:a16="http://schemas.microsoft.com/office/drawing/2014/main" id="{B29841FD-CE9E-4BC5-8E00-B04168554945}"/>
                </a:ext>
              </a:extLst>
            </p:cNvPr>
            <p:cNvSpPr>
              <a:spLocks noChangeArrowheads="1"/>
            </p:cNvSpPr>
            <p:nvPr/>
          </p:nvSpPr>
          <p:spPr bwMode="auto">
            <a:xfrm>
              <a:off x="1006589" y="2621860"/>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S</a:t>
              </a:r>
              <a:r>
                <a:rPr lang="en-US" altLang="zh-CN" sz="2000" b="1" dirty="0" err="1">
                  <a:ea typeface="宋体" panose="02010600030101010101" pitchFamily="2" charset="-122"/>
                </a:rPr>
                <a:t>.</a:t>
              </a:r>
              <a:r>
                <a:rPr lang="en-US" altLang="zh-CN" sz="2000" b="1" i="1" dirty="0" err="1">
                  <a:ea typeface="宋体" panose="02010600030101010101" pitchFamily="2" charset="-122"/>
                </a:rPr>
                <a:t>begin</a:t>
              </a:r>
              <a:r>
                <a:rPr lang="en-US" altLang="zh-CN" sz="2000" b="1" dirty="0">
                  <a:ea typeface="宋体" panose="02010600030101010101" pitchFamily="2" charset="-122"/>
                </a:rPr>
                <a:t>:</a:t>
              </a:r>
            </a:p>
          </p:txBody>
        </p:sp>
        <p:sp>
          <p:nvSpPr>
            <p:cNvPr id="19" name="Rectangle 13">
              <a:extLst>
                <a:ext uri="{FF2B5EF4-FFF2-40B4-BE49-F238E27FC236}">
                  <a16:creationId xmlns:a16="http://schemas.microsoft.com/office/drawing/2014/main" id="{31771B29-94FD-4A32-9528-46B746A9A1CC}"/>
                </a:ext>
              </a:extLst>
            </p:cNvPr>
            <p:cNvSpPr>
              <a:spLocks noChangeArrowheads="1"/>
            </p:cNvSpPr>
            <p:nvPr/>
          </p:nvSpPr>
          <p:spPr bwMode="auto">
            <a:xfrm>
              <a:off x="892558" y="5525669"/>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S</a:t>
              </a:r>
              <a:r>
                <a:rPr lang="en-US" altLang="zh-CN" sz="2000" b="1" dirty="0" err="1">
                  <a:ea typeface="宋体" panose="02010600030101010101" pitchFamily="2" charset="-122"/>
                </a:rPr>
                <a:t>.</a:t>
              </a:r>
              <a:r>
                <a:rPr lang="en-US" altLang="zh-CN" sz="2000" b="1" i="1" dirty="0" err="1">
                  <a:ea typeface="宋体" panose="02010600030101010101" pitchFamily="2" charset="-122"/>
                </a:rPr>
                <a:t>next</a:t>
              </a:r>
              <a:r>
                <a:rPr lang="en-US" altLang="zh-CN" sz="2000" b="1" dirty="0">
                  <a:ea typeface="宋体" panose="02010600030101010101" pitchFamily="2" charset="-122"/>
                </a:rPr>
                <a:t>:</a:t>
              </a:r>
            </a:p>
          </p:txBody>
        </p:sp>
        <p:sp>
          <p:nvSpPr>
            <p:cNvPr id="20" name="Line 10">
              <a:extLst>
                <a:ext uri="{FF2B5EF4-FFF2-40B4-BE49-F238E27FC236}">
                  <a16:creationId xmlns:a16="http://schemas.microsoft.com/office/drawing/2014/main" id="{9B07084F-DEC0-4B46-A9ED-BCE146687B9D}"/>
                </a:ext>
              </a:extLst>
            </p:cNvPr>
            <p:cNvSpPr>
              <a:spLocks noChangeShapeType="1"/>
            </p:cNvSpPr>
            <p:nvPr/>
          </p:nvSpPr>
          <p:spPr bwMode="auto">
            <a:xfrm>
              <a:off x="2455196" y="4892328"/>
              <a:ext cx="18466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21" name="Line 10">
              <a:extLst>
                <a:ext uri="{FF2B5EF4-FFF2-40B4-BE49-F238E27FC236}">
                  <a16:creationId xmlns:a16="http://schemas.microsoft.com/office/drawing/2014/main" id="{865E2E01-3B63-4743-83B0-AA96F1BAB867}"/>
                </a:ext>
              </a:extLst>
            </p:cNvPr>
            <p:cNvSpPr>
              <a:spLocks noChangeShapeType="1"/>
            </p:cNvSpPr>
            <p:nvPr/>
          </p:nvSpPr>
          <p:spPr bwMode="auto">
            <a:xfrm>
              <a:off x="2466810" y="5658313"/>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22" name="Rectangle 32">
              <a:extLst>
                <a:ext uri="{FF2B5EF4-FFF2-40B4-BE49-F238E27FC236}">
                  <a16:creationId xmlns:a16="http://schemas.microsoft.com/office/drawing/2014/main" id="{D5B6B855-CC82-4453-B337-A6BFD29A8DD0}"/>
                </a:ext>
              </a:extLst>
            </p:cNvPr>
            <p:cNvSpPr>
              <a:spLocks noChangeArrowheads="1"/>
            </p:cNvSpPr>
            <p:nvPr/>
          </p:nvSpPr>
          <p:spPr bwMode="auto">
            <a:xfrm>
              <a:off x="1006589" y="4789935"/>
              <a:ext cx="13335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false</a:t>
              </a:r>
              <a:r>
                <a:rPr lang="en-US" altLang="zh-CN" sz="2000" b="1" dirty="0">
                  <a:ea typeface="宋体" panose="02010600030101010101" pitchFamily="2" charset="-122"/>
                </a:rPr>
                <a:t>:</a:t>
              </a:r>
            </a:p>
          </p:txBody>
        </p:sp>
        <p:sp>
          <p:nvSpPr>
            <p:cNvPr id="23" name="Rectangle 37">
              <a:extLst>
                <a:ext uri="{FF2B5EF4-FFF2-40B4-BE49-F238E27FC236}">
                  <a16:creationId xmlns:a16="http://schemas.microsoft.com/office/drawing/2014/main" id="{F1062E47-E8CE-4CB9-AE84-2AB4D3C2FDD8}"/>
                </a:ext>
              </a:extLst>
            </p:cNvPr>
            <p:cNvSpPr>
              <a:spLocks noChangeArrowheads="1"/>
            </p:cNvSpPr>
            <p:nvPr/>
          </p:nvSpPr>
          <p:spPr bwMode="auto">
            <a:xfrm>
              <a:off x="2337110" y="4350573"/>
              <a:ext cx="2090698" cy="4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800" b="1" dirty="0">
                  <a:ea typeface="宋体" panose="02010600030101010101" pitchFamily="2" charset="-122"/>
                </a:rPr>
                <a:t> </a:t>
              </a:r>
              <a:r>
                <a:rPr lang="en-US" altLang="zh-CN" sz="2000" b="1" dirty="0" err="1">
                  <a:ea typeface="宋体" panose="02010600030101010101" pitchFamily="2" charset="-122"/>
                </a:rPr>
                <a:t>goto</a:t>
              </a:r>
              <a:r>
                <a:rPr lang="en-US" altLang="zh-CN" sz="2000" b="1" dirty="0">
                  <a:ea typeface="宋体" panose="02010600030101010101" pitchFamily="2" charset="-122"/>
                </a:rPr>
                <a:t> </a:t>
              </a:r>
              <a:r>
                <a:rPr lang="en-US" altLang="zh-CN" sz="2000" b="1" i="1" dirty="0" err="1">
                  <a:ea typeface="宋体" panose="02010600030101010101" pitchFamily="2" charset="-122"/>
                </a:rPr>
                <a:t>S</a:t>
              </a:r>
              <a:r>
                <a:rPr lang="en-US" altLang="zh-CN" sz="2000" b="1" dirty="0" err="1">
                  <a:ea typeface="宋体" panose="02010600030101010101" pitchFamily="2" charset="-122"/>
                </a:rPr>
                <a:t>.</a:t>
              </a:r>
              <a:r>
                <a:rPr lang="en-US" altLang="zh-CN" sz="2000" b="1" i="1" dirty="0" err="1">
                  <a:ea typeface="宋体" panose="02010600030101010101" pitchFamily="2" charset="-122"/>
                </a:rPr>
                <a:t>next</a:t>
              </a:r>
              <a:endParaRPr lang="en-US" altLang="zh-CN" sz="2000" b="1" i="1" dirty="0">
                <a:ea typeface="宋体" panose="02010600030101010101" pitchFamily="2" charset="-122"/>
              </a:endParaRPr>
            </a:p>
          </p:txBody>
        </p:sp>
        <p:sp>
          <p:nvSpPr>
            <p:cNvPr id="24" name="Rectangle 12">
              <a:extLst>
                <a:ext uri="{FF2B5EF4-FFF2-40B4-BE49-F238E27FC236}">
                  <a16:creationId xmlns:a16="http://schemas.microsoft.com/office/drawing/2014/main" id="{B7ED377B-1C7E-48C5-BE3D-D64254A42661}"/>
                </a:ext>
              </a:extLst>
            </p:cNvPr>
            <p:cNvSpPr>
              <a:spLocks noChangeArrowheads="1"/>
            </p:cNvSpPr>
            <p:nvPr/>
          </p:nvSpPr>
          <p:spPr bwMode="auto">
            <a:xfrm>
              <a:off x="2641805" y="4998873"/>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a:ea typeface="宋体" panose="02010600030101010101" pitchFamily="2" charset="-122"/>
                </a:rPr>
                <a:t>S</a:t>
              </a:r>
              <a:r>
                <a:rPr lang="en-US" altLang="zh-CN" sz="2000" b="1" baseline="-25000" dirty="0">
                  <a:ea typeface="宋体" panose="02010600030101010101" pitchFamily="2" charset="-122"/>
                </a:rPr>
                <a:t>2</a:t>
              </a:r>
              <a:r>
                <a:rPr lang="en-US" altLang="zh-CN" sz="2000" b="1" dirty="0">
                  <a:ea typeface="宋体" panose="02010600030101010101" pitchFamily="2" charset="-122"/>
                </a:rPr>
                <a:t>.</a:t>
              </a:r>
              <a:r>
                <a:rPr lang="en-US" altLang="zh-CN" sz="2000" b="1" i="1" dirty="0">
                  <a:ea typeface="宋体" panose="02010600030101010101" pitchFamily="2" charset="-122"/>
                </a:rPr>
                <a:t>code</a:t>
              </a:r>
            </a:p>
          </p:txBody>
        </p:sp>
      </p:grpSp>
      <p:sp>
        <p:nvSpPr>
          <p:cNvPr id="2" name="日期占位符 1">
            <a:extLst>
              <a:ext uri="{FF2B5EF4-FFF2-40B4-BE49-F238E27FC236}">
                <a16:creationId xmlns:a16="http://schemas.microsoft.com/office/drawing/2014/main" id="{41C80E92-07AC-D830-E159-181D8876964C}"/>
              </a:ext>
            </a:extLst>
          </p:cNvPr>
          <p:cNvSpPr>
            <a:spLocks noGrp="1"/>
          </p:cNvSpPr>
          <p:nvPr>
            <p:ph type="dt" sz="half" idx="10"/>
          </p:nvPr>
        </p:nvSpPr>
        <p:spPr/>
        <p:txBody>
          <a:bodyPr/>
          <a:lstStyle/>
          <a:p>
            <a:fld id="{AB85DA88-814D-458E-90C7-63D28B6EB963}"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CB91AA70-755F-6355-3FDC-A08277F3B7F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25" name="灯片编号占位符 24">
            <a:extLst>
              <a:ext uri="{FF2B5EF4-FFF2-40B4-BE49-F238E27FC236}">
                <a16:creationId xmlns:a16="http://schemas.microsoft.com/office/drawing/2014/main" id="{CDA6270B-5E94-4E40-D32F-6F2F0EF91F9D}"/>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2DD6543-BA31-4523-9225-1FB86C0F9F2C}"/>
              </a:ext>
            </a:extLst>
          </p:cNvPr>
          <p:cNvSpPr>
            <a:spLocks noGrp="1" noChangeArrowheads="1"/>
          </p:cNvSpPr>
          <p:nvPr>
            <p:ph type="title"/>
          </p:nvPr>
        </p:nvSpPr>
        <p:spPr/>
        <p:txBody>
          <a:bodyPr/>
          <a:lstStyle/>
          <a:p>
            <a:pPr eaLnBrk="1" hangingPunct="1"/>
            <a:r>
              <a:rPr lang="en-US" altLang="zh-CN" dirty="0"/>
              <a:t>7.4.2 </a:t>
            </a:r>
            <a:r>
              <a:rPr lang="zh-CN" altLang="en-US" dirty="0"/>
              <a:t>控制流语句的翻译</a:t>
            </a:r>
          </a:p>
        </p:txBody>
      </p:sp>
      <p:sp>
        <p:nvSpPr>
          <p:cNvPr id="15363" name="Rectangle 3">
            <a:extLst>
              <a:ext uri="{FF2B5EF4-FFF2-40B4-BE49-F238E27FC236}">
                <a16:creationId xmlns:a16="http://schemas.microsoft.com/office/drawing/2014/main" id="{F68111DF-B709-4887-BD71-15BE88A94756}"/>
              </a:ext>
            </a:extLst>
          </p:cNvPr>
          <p:cNvSpPr>
            <a:spLocks noGrp="1" noChangeArrowheads="1"/>
          </p:cNvSpPr>
          <p:nvPr>
            <p:ph idx="1"/>
          </p:nvPr>
        </p:nvSpPr>
        <p:spPr/>
        <p:txBody>
          <a:bodyPr>
            <a:normAutofit/>
          </a:bodyPr>
          <a:lstStyle/>
          <a:p>
            <a:pPr eaLnBrk="1" hangingPunct="1"/>
            <a:r>
              <a:rPr lang="en-US" altLang="zh-CN" sz="2800" b="1" i="1" dirty="0" err="1"/>
              <a:t>B.code</a:t>
            </a:r>
            <a:r>
              <a:rPr lang="zh-CN" altLang="en-US" sz="2800" dirty="0"/>
              <a:t>和</a:t>
            </a:r>
            <a:r>
              <a:rPr lang="en-US" altLang="zh-CN" sz="2800" b="1" i="1" dirty="0" err="1"/>
              <a:t>S.code</a:t>
            </a:r>
            <a:r>
              <a:rPr lang="zh-CN" altLang="en-US" sz="2800" dirty="0"/>
              <a:t>分别表示</a:t>
            </a:r>
            <a:r>
              <a:rPr lang="en-US" altLang="zh-CN" sz="2800" b="1" i="1" dirty="0"/>
              <a:t>B</a:t>
            </a:r>
            <a:r>
              <a:rPr lang="zh-CN" altLang="en-US" sz="2800" dirty="0"/>
              <a:t>和</a:t>
            </a:r>
            <a:r>
              <a:rPr lang="en-US" altLang="zh-CN" sz="2800" b="1" i="1" dirty="0"/>
              <a:t>S</a:t>
            </a:r>
            <a:r>
              <a:rPr lang="zh-CN" altLang="en-US" sz="2800" dirty="0"/>
              <a:t>的三地址指令序列（字符串型），是</a:t>
            </a:r>
            <a:r>
              <a:rPr lang="zh-CN" altLang="en-US" sz="2800" dirty="0">
                <a:solidFill>
                  <a:srgbClr val="FF0000"/>
                </a:solidFill>
              </a:rPr>
              <a:t>综合属性</a:t>
            </a:r>
            <a:r>
              <a:rPr lang="zh-CN" altLang="en-US" sz="2800" dirty="0"/>
              <a:t>。</a:t>
            </a:r>
          </a:p>
        </p:txBody>
      </p:sp>
      <p:grpSp>
        <p:nvGrpSpPr>
          <p:cNvPr id="25" name="组合 24">
            <a:extLst>
              <a:ext uri="{FF2B5EF4-FFF2-40B4-BE49-F238E27FC236}">
                <a16:creationId xmlns:a16="http://schemas.microsoft.com/office/drawing/2014/main" id="{DA3ACF6D-FB04-4E74-813E-660E2529682F}"/>
              </a:ext>
            </a:extLst>
          </p:cNvPr>
          <p:cNvGrpSpPr/>
          <p:nvPr/>
        </p:nvGrpSpPr>
        <p:grpSpPr>
          <a:xfrm>
            <a:off x="2695575" y="4040937"/>
            <a:ext cx="3974587" cy="2817063"/>
            <a:chOff x="892558" y="2480378"/>
            <a:chExt cx="5717792" cy="3929946"/>
          </a:xfrm>
        </p:grpSpPr>
        <p:sp>
          <p:nvSpPr>
            <p:cNvPr id="26" name="Line 6">
              <a:extLst>
                <a:ext uri="{FF2B5EF4-FFF2-40B4-BE49-F238E27FC236}">
                  <a16:creationId xmlns:a16="http://schemas.microsoft.com/office/drawing/2014/main" id="{6199190E-3D8A-439C-9298-F4B156B0403B}"/>
                </a:ext>
              </a:extLst>
            </p:cNvPr>
            <p:cNvSpPr>
              <a:spLocks noChangeShapeType="1"/>
            </p:cNvSpPr>
            <p:nvPr/>
          </p:nvSpPr>
          <p:spPr bwMode="auto">
            <a:xfrm>
              <a:off x="2455197" y="2776012"/>
              <a:ext cx="0" cy="36343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27" name="Line 7">
              <a:extLst>
                <a:ext uri="{FF2B5EF4-FFF2-40B4-BE49-F238E27FC236}">
                  <a16:creationId xmlns:a16="http://schemas.microsoft.com/office/drawing/2014/main" id="{FF66B515-4E5A-4841-AAC1-880C458C0B0E}"/>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28" name="Line 8">
              <a:extLst>
                <a:ext uri="{FF2B5EF4-FFF2-40B4-BE49-F238E27FC236}">
                  <a16:creationId xmlns:a16="http://schemas.microsoft.com/office/drawing/2014/main" id="{3E786AF8-4F03-4648-B58F-480038D09F44}"/>
                </a:ext>
              </a:extLst>
            </p:cNvPr>
            <p:cNvSpPr>
              <a:spLocks noChangeShapeType="1"/>
            </p:cNvSpPr>
            <p:nvPr/>
          </p:nvSpPr>
          <p:spPr bwMode="auto">
            <a:xfrm>
              <a:off x="4313470" y="2776011"/>
              <a:ext cx="0" cy="36343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29" name="Line 9">
              <a:extLst>
                <a:ext uri="{FF2B5EF4-FFF2-40B4-BE49-F238E27FC236}">
                  <a16:creationId xmlns:a16="http://schemas.microsoft.com/office/drawing/2014/main" id="{8EAA8982-292D-4B75-95BC-E8B65203E674}"/>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30" name="Line 10">
              <a:extLst>
                <a:ext uri="{FF2B5EF4-FFF2-40B4-BE49-F238E27FC236}">
                  <a16:creationId xmlns:a16="http://schemas.microsoft.com/office/drawing/2014/main" id="{96D15EE8-FD21-44EA-8A5A-0368D52F98AD}"/>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31" name="Rectangle 11">
              <a:extLst>
                <a:ext uri="{FF2B5EF4-FFF2-40B4-BE49-F238E27FC236}">
                  <a16:creationId xmlns:a16="http://schemas.microsoft.com/office/drawing/2014/main" id="{54DFFCDC-AAFA-44D0-BE43-82C37C25E7E9}"/>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code</a:t>
              </a:r>
              <a:endParaRPr lang="en-US" altLang="zh-CN" sz="2000" b="1" i="1" dirty="0">
                <a:ea typeface="宋体" panose="02010600030101010101" pitchFamily="2" charset="-122"/>
              </a:endParaRPr>
            </a:p>
          </p:txBody>
        </p:sp>
        <p:sp>
          <p:nvSpPr>
            <p:cNvPr id="32" name="Rectangle 12">
              <a:extLst>
                <a:ext uri="{FF2B5EF4-FFF2-40B4-BE49-F238E27FC236}">
                  <a16:creationId xmlns:a16="http://schemas.microsoft.com/office/drawing/2014/main" id="{40604443-5B03-44EA-A738-AE69398B3292}"/>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a:ea typeface="宋体" panose="02010600030101010101" pitchFamily="2" charset="-122"/>
                </a:rPr>
                <a:t>S</a:t>
              </a:r>
              <a:r>
                <a:rPr lang="en-US" altLang="zh-CN" sz="2000" b="1" baseline="-25000" dirty="0">
                  <a:ea typeface="宋体" panose="02010600030101010101" pitchFamily="2" charset="-122"/>
                </a:rPr>
                <a:t>1</a:t>
              </a:r>
              <a:r>
                <a:rPr lang="en-US" altLang="zh-CN" sz="2000" b="1" dirty="0">
                  <a:ea typeface="宋体" panose="02010600030101010101" pitchFamily="2" charset="-122"/>
                </a:rPr>
                <a:t>.</a:t>
              </a:r>
              <a:r>
                <a:rPr lang="en-US" altLang="zh-CN" sz="2000" b="1" i="1" dirty="0">
                  <a:ea typeface="宋体" panose="02010600030101010101" pitchFamily="2" charset="-122"/>
                </a:rPr>
                <a:t>code</a:t>
              </a:r>
            </a:p>
          </p:txBody>
        </p:sp>
        <p:sp>
          <p:nvSpPr>
            <p:cNvPr id="33" name="Rectangle 13">
              <a:extLst>
                <a:ext uri="{FF2B5EF4-FFF2-40B4-BE49-F238E27FC236}">
                  <a16:creationId xmlns:a16="http://schemas.microsoft.com/office/drawing/2014/main" id="{77F70609-8235-411E-843D-967342D222E2}"/>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true</a:t>
              </a:r>
              <a:r>
                <a:rPr lang="en-US" altLang="zh-CN" sz="2000" b="1" dirty="0">
                  <a:ea typeface="宋体" panose="02010600030101010101" pitchFamily="2" charset="-122"/>
                </a:rPr>
                <a:t>:</a:t>
              </a:r>
            </a:p>
          </p:txBody>
        </p:sp>
        <p:sp>
          <p:nvSpPr>
            <p:cNvPr id="34" name="Rectangle 14">
              <a:extLst>
                <a:ext uri="{FF2B5EF4-FFF2-40B4-BE49-F238E27FC236}">
                  <a16:creationId xmlns:a16="http://schemas.microsoft.com/office/drawing/2014/main" id="{95DC77E4-A055-4F2D-8224-D4206CE2F709}"/>
                </a:ext>
              </a:extLst>
            </p:cNvPr>
            <p:cNvSpPr>
              <a:spLocks noChangeArrowheads="1"/>
            </p:cNvSpPr>
            <p:nvPr/>
          </p:nvSpPr>
          <p:spPr bwMode="auto">
            <a:xfrm>
              <a:off x="2717987" y="5645876"/>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dirty="0">
                  <a:ea typeface="宋体" panose="02010600030101010101" pitchFamily="2" charset="-122"/>
                </a:rPr>
                <a:t>. . .</a:t>
              </a:r>
            </a:p>
          </p:txBody>
        </p:sp>
        <p:sp>
          <p:nvSpPr>
            <p:cNvPr id="35" name="Rectangle 15">
              <a:extLst>
                <a:ext uri="{FF2B5EF4-FFF2-40B4-BE49-F238E27FC236}">
                  <a16:creationId xmlns:a16="http://schemas.microsoft.com/office/drawing/2014/main" id="{159ADFCA-250E-45FD-8D61-7A9E1692FAC1}"/>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000" dirty="0"/>
                <a:t>指向</a:t>
              </a: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true</a:t>
              </a:r>
              <a:endParaRPr lang="en-US" altLang="zh-CN" sz="2000" b="1" dirty="0">
                <a:ea typeface="宋体" panose="02010600030101010101" pitchFamily="2" charset="-122"/>
              </a:endParaRPr>
            </a:p>
          </p:txBody>
        </p:sp>
        <p:sp>
          <p:nvSpPr>
            <p:cNvPr id="36" name="Rectangle 16">
              <a:extLst>
                <a:ext uri="{FF2B5EF4-FFF2-40B4-BE49-F238E27FC236}">
                  <a16:creationId xmlns:a16="http://schemas.microsoft.com/office/drawing/2014/main" id="{F0DA91E1-DAF0-48F5-9D0E-7E97B94234D9}"/>
                </a:ext>
              </a:extLst>
            </p:cNvPr>
            <p:cNvSpPr>
              <a:spLocks noChangeArrowheads="1"/>
            </p:cNvSpPr>
            <p:nvPr/>
          </p:nvSpPr>
          <p:spPr bwMode="auto">
            <a:xfrm>
              <a:off x="4216333" y="3037860"/>
              <a:ext cx="2394017"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000" dirty="0"/>
                <a:t>指向</a:t>
              </a: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false</a:t>
              </a:r>
              <a:endParaRPr lang="en-US" altLang="zh-CN" sz="2000" b="1" dirty="0">
                <a:ea typeface="宋体" panose="02010600030101010101" pitchFamily="2" charset="-122"/>
              </a:endParaRPr>
            </a:p>
          </p:txBody>
        </p:sp>
        <p:sp>
          <p:nvSpPr>
            <p:cNvPr id="37" name="Line 17">
              <a:extLst>
                <a:ext uri="{FF2B5EF4-FFF2-40B4-BE49-F238E27FC236}">
                  <a16:creationId xmlns:a16="http://schemas.microsoft.com/office/drawing/2014/main" id="{0672809F-7FEF-4987-BAA9-6EC60B955B7D}"/>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38" name="Line 18">
              <a:extLst>
                <a:ext uri="{FF2B5EF4-FFF2-40B4-BE49-F238E27FC236}">
                  <a16:creationId xmlns:a16="http://schemas.microsoft.com/office/drawing/2014/main" id="{0B99115C-58A7-4529-9AB8-CD3B995A947D}"/>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39" name="Rectangle 13">
              <a:extLst>
                <a:ext uri="{FF2B5EF4-FFF2-40B4-BE49-F238E27FC236}">
                  <a16:creationId xmlns:a16="http://schemas.microsoft.com/office/drawing/2014/main" id="{9FEC3C3E-2313-4E60-933C-B23F32F2D836}"/>
                </a:ext>
              </a:extLst>
            </p:cNvPr>
            <p:cNvSpPr>
              <a:spLocks noChangeArrowheads="1"/>
            </p:cNvSpPr>
            <p:nvPr/>
          </p:nvSpPr>
          <p:spPr bwMode="auto">
            <a:xfrm>
              <a:off x="1006589" y="2621860"/>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S</a:t>
              </a:r>
              <a:r>
                <a:rPr lang="en-US" altLang="zh-CN" sz="2000" b="1" dirty="0" err="1">
                  <a:ea typeface="宋体" panose="02010600030101010101" pitchFamily="2" charset="-122"/>
                </a:rPr>
                <a:t>.</a:t>
              </a:r>
              <a:r>
                <a:rPr lang="en-US" altLang="zh-CN" sz="2000" b="1" i="1" dirty="0" err="1">
                  <a:ea typeface="宋体" panose="02010600030101010101" pitchFamily="2" charset="-122"/>
                </a:rPr>
                <a:t>begin</a:t>
              </a:r>
              <a:r>
                <a:rPr lang="en-US" altLang="zh-CN" sz="2000" b="1" dirty="0">
                  <a:ea typeface="宋体" panose="02010600030101010101" pitchFamily="2" charset="-122"/>
                </a:rPr>
                <a:t>:</a:t>
              </a:r>
            </a:p>
          </p:txBody>
        </p:sp>
        <p:sp>
          <p:nvSpPr>
            <p:cNvPr id="40" name="Rectangle 13">
              <a:extLst>
                <a:ext uri="{FF2B5EF4-FFF2-40B4-BE49-F238E27FC236}">
                  <a16:creationId xmlns:a16="http://schemas.microsoft.com/office/drawing/2014/main" id="{00460ED0-BFB5-4872-B8E2-F752EB2A7CAF}"/>
                </a:ext>
              </a:extLst>
            </p:cNvPr>
            <p:cNvSpPr>
              <a:spLocks noChangeArrowheads="1"/>
            </p:cNvSpPr>
            <p:nvPr/>
          </p:nvSpPr>
          <p:spPr bwMode="auto">
            <a:xfrm>
              <a:off x="892558" y="5525669"/>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S</a:t>
              </a:r>
              <a:r>
                <a:rPr lang="en-US" altLang="zh-CN" sz="2000" b="1" dirty="0" err="1">
                  <a:ea typeface="宋体" panose="02010600030101010101" pitchFamily="2" charset="-122"/>
                </a:rPr>
                <a:t>.</a:t>
              </a:r>
              <a:r>
                <a:rPr lang="en-US" altLang="zh-CN" sz="2000" b="1" i="1" dirty="0" err="1">
                  <a:ea typeface="宋体" panose="02010600030101010101" pitchFamily="2" charset="-122"/>
                </a:rPr>
                <a:t>next</a:t>
              </a:r>
              <a:r>
                <a:rPr lang="en-US" altLang="zh-CN" sz="2000" b="1" dirty="0">
                  <a:ea typeface="宋体" panose="02010600030101010101" pitchFamily="2" charset="-122"/>
                </a:rPr>
                <a:t>:</a:t>
              </a:r>
            </a:p>
          </p:txBody>
        </p:sp>
        <p:sp>
          <p:nvSpPr>
            <p:cNvPr id="41" name="Line 10">
              <a:extLst>
                <a:ext uri="{FF2B5EF4-FFF2-40B4-BE49-F238E27FC236}">
                  <a16:creationId xmlns:a16="http://schemas.microsoft.com/office/drawing/2014/main" id="{CC1F69CF-99A7-4522-B5E8-A8ACE46E9197}"/>
                </a:ext>
              </a:extLst>
            </p:cNvPr>
            <p:cNvSpPr>
              <a:spLocks noChangeShapeType="1"/>
            </p:cNvSpPr>
            <p:nvPr/>
          </p:nvSpPr>
          <p:spPr bwMode="auto">
            <a:xfrm>
              <a:off x="2455196" y="4892328"/>
              <a:ext cx="18466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42" name="Line 10">
              <a:extLst>
                <a:ext uri="{FF2B5EF4-FFF2-40B4-BE49-F238E27FC236}">
                  <a16:creationId xmlns:a16="http://schemas.microsoft.com/office/drawing/2014/main" id="{5DBD6A0E-BB3E-423C-8040-02CDD6578A4C}"/>
                </a:ext>
              </a:extLst>
            </p:cNvPr>
            <p:cNvSpPr>
              <a:spLocks noChangeShapeType="1"/>
            </p:cNvSpPr>
            <p:nvPr/>
          </p:nvSpPr>
          <p:spPr bwMode="auto">
            <a:xfrm>
              <a:off x="2466810" y="5658313"/>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sz="1600" b="1"/>
            </a:p>
          </p:txBody>
        </p:sp>
        <p:sp>
          <p:nvSpPr>
            <p:cNvPr id="43" name="Rectangle 32">
              <a:extLst>
                <a:ext uri="{FF2B5EF4-FFF2-40B4-BE49-F238E27FC236}">
                  <a16:creationId xmlns:a16="http://schemas.microsoft.com/office/drawing/2014/main" id="{6DFEAA04-A599-448A-89A6-9D5D0893411B}"/>
                </a:ext>
              </a:extLst>
            </p:cNvPr>
            <p:cNvSpPr>
              <a:spLocks noChangeArrowheads="1"/>
            </p:cNvSpPr>
            <p:nvPr/>
          </p:nvSpPr>
          <p:spPr bwMode="auto">
            <a:xfrm>
              <a:off x="1006589" y="4789935"/>
              <a:ext cx="13335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err="1">
                  <a:ea typeface="宋体" panose="02010600030101010101" pitchFamily="2" charset="-122"/>
                </a:rPr>
                <a:t>B</a:t>
              </a:r>
              <a:r>
                <a:rPr lang="en-US" altLang="zh-CN" sz="2000" b="1" dirty="0" err="1">
                  <a:ea typeface="宋体" panose="02010600030101010101" pitchFamily="2" charset="-122"/>
                </a:rPr>
                <a:t>.</a:t>
              </a:r>
              <a:r>
                <a:rPr lang="en-US" altLang="zh-CN" sz="2000" b="1" i="1" dirty="0" err="1">
                  <a:ea typeface="宋体" panose="02010600030101010101" pitchFamily="2" charset="-122"/>
                </a:rPr>
                <a:t>false</a:t>
              </a:r>
              <a:r>
                <a:rPr lang="en-US" altLang="zh-CN" sz="2000" b="1" dirty="0">
                  <a:ea typeface="宋体" panose="02010600030101010101" pitchFamily="2" charset="-122"/>
                </a:rPr>
                <a:t>:</a:t>
              </a:r>
            </a:p>
          </p:txBody>
        </p:sp>
        <p:sp>
          <p:nvSpPr>
            <p:cNvPr id="44" name="Rectangle 37">
              <a:extLst>
                <a:ext uri="{FF2B5EF4-FFF2-40B4-BE49-F238E27FC236}">
                  <a16:creationId xmlns:a16="http://schemas.microsoft.com/office/drawing/2014/main" id="{34D60261-C385-42DE-B26C-67556255213D}"/>
                </a:ext>
              </a:extLst>
            </p:cNvPr>
            <p:cNvSpPr>
              <a:spLocks noChangeArrowheads="1"/>
            </p:cNvSpPr>
            <p:nvPr/>
          </p:nvSpPr>
          <p:spPr bwMode="auto">
            <a:xfrm>
              <a:off x="2337110" y="4350573"/>
              <a:ext cx="2090698" cy="4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800" b="1" dirty="0">
                  <a:ea typeface="宋体" panose="02010600030101010101" pitchFamily="2" charset="-122"/>
                </a:rPr>
                <a:t> </a:t>
              </a:r>
              <a:r>
                <a:rPr lang="en-US" altLang="zh-CN" sz="2000" b="1" dirty="0" err="1">
                  <a:ea typeface="宋体" panose="02010600030101010101" pitchFamily="2" charset="-122"/>
                </a:rPr>
                <a:t>goto</a:t>
              </a:r>
              <a:r>
                <a:rPr lang="en-US" altLang="zh-CN" sz="2000" b="1" dirty="0">
                  <a:ea typeface="宋体" panose="02010600030101010101" pitchFamily="2" charset="-122"/>
                </a:rPr>
                <a:t> </a:t>
              </a:r>
              <a:r>
                <a:rPr lang="en-US" altLang="zh-CN" sz="2000" b="1" i="1" dirty="0" err="1">
                  <a:ea typeface="宋体" panose="02010600030101010101" pitchFamily="2" charset="-122"/>
                </a:rPr>
                <a:t>S</a:t>
              </a:r>
              <a:r>
                <a:rPr lang="en-US" altLang="zh-CN" sz="2000" b="1" dirty="0" err="1">
                  <a:ea typeface="宋体" panose="02010600030101010101" pitchFamily="2" charset="-122"/>
                </a:rPr>
                <a:t>.</a:t>
              </a:r>
              <a:r>
                <a:rPr lang="en-US" altLang="zh-CN" sz="2000" b="1" i="1" dirty="0" err="1">
                  <a:ea typeface="宋体" panose="02010600030101010101" pitchFamily="2" charset="-122"/>
                </a:rPr>
                <a:t>next</a:t>
              </a:r>
              <a:endParaRPr lang="en-US" altLang="zh-CN" sz="2000" b="1" i="1" dirty="0">
                <a:ea typeface="宋体" panose="02010600030101010101" pitchFamily="2" charset="-122"/>
              </a:endParaRPr>
            </a:p>
          </p:txBody>
        </p:sp>
        <p:sp>
          <p:nvSpPr>
            <p:cNvPr id="45" name="Rectangle 12">
              <a:extLst>
                <a:ext uri="{FF2B5EF4-FFF2-40B4-BE49-F238E27FC236}">
                  <a16:creationId xmlns:a16="http://schemas.microsoft.com/office/drawing/2014/main" id="{31E82591-8BC6-4D3D-842E-2667DC9D13FB}"/>
                </a:ext>
              </a:extLst>
            </p:cNvPr>
            <p:cNvSpPr>
              <a:spLocks noChangeArrowheads="1"/>
            </p:cNvSpPr>
            <p:nvPr/>
          </p:nvSpPr>
          <p:spPr bwMode="auto">
            <a:xfrm>
              <a:off x="2641805" y="4998873"/>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000" b="1" i="1" dirty="0">
                  <a:ea typeface="宋体" panose="02010600030101010101" pitchFamily="2" charset="-122"/>
                </a:rPr>
                <a:t>S</a:t>
              </a:r>
              <a:r>
                <a:rPr lang="en-US" altLang="zh-CN" sz="2000" b="1" baseline="-25000" dirty="0">
                  <a:ea typeface="宋体" panose="02010600030101010101" pitchFamily="2" charset="-122"/>
                </a:rPr>
                <a:t>2</a:t>
              </a:r>
              <a:r>
                <a:rPr lang="en-US" altLang="zh-CN" sz="2000" b="1" dirty="0">
                  <a:ea typeface="宋体" panose="02010600030101010101" pitchFamily="2" charset="-122"/>
                </a:rPr>
                <a:t>.</a:t>
              </a:r>
              <a:r>
                <a:rPr lang="en-US" altLang="zh-CN" sz="2000" b="1" i="1" dirty="0">
                  <a:ea typeface="宋体" panose="02010600030101010101" pitchFamily="2" charset="-122"/>
                </a:rPr>
                <a:t>code</a:t>
              </a:r>
            </a:p>
          </p:txBody>
        </p:sp>
      </p:grpSp>
      <p:sp>
        <p:nvSpPr>
          <p:cNvPr id="2" name="日期占位符 1">
            <a:extLst>
              <a:ext uri="{FF2B5EF4-FFF2-40B4-BE49-F238E27FC236}">
                <a16:creationId xmlns:a16="http://schemas.microsoft.com/office/drawing/2014/main" id="{2D01D34A-CE9A-FECF-0C4D-BF529C816C46}"/>
              </a:ext>
            </a:extLst>
          </p:cNvPr>
          <p:cNvSpPr>
            <a:spLocks noGrp="1"/>
          </p:cNvSpPr>
          <p:nvPr>
            <p:ph type="dt" sz="half" idx="10"/>
          </p:nvPr>
        </p:nvSpPr>
        <p:spPr/>
        <p:txBody>
          <a:bodyPr/>
          <a:lstStyle/>
          <a:p>
            <a:fld id="{96F820A9-B629-4888-8F08-CD7988B06F0A}"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D58E08FF-3FD9-3B0C-F715-13BA091921D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08EAB1AD-AF80-6D51-034A-A7675A1F8980}"/>
              </a:ext>
            </a:extLst>
          </p:cNvPr>
          <p:cNvSpPr>
            <a:spLocks noGrp="1"/>
          </p:cNvSpPr>
          <p:nvPr>
            <p:ph type="sldNum" sz="quarter" idx="12"/>
          </p:nvPr>
        </p:nvSpPr>
        <p:spPr/>
        <p:txBody>
          <a:bodyPr/>
          <a:lstStyle/>
          <a:p>
            <a:fld id="{094DEB03-EFC6-4C20-8FC8-295189A5386F}" type="slidenum">
              <a:rPr lang="zh-CN" altLang="en-US" smtClean="0"/>
              <a:pPr/>
              <a:t>18</a:t>
            </a:fld>
            <a:endParaRPr lang="zh-CN" altLang="en-US"/>
          </a:p>
        </p:txBody>
      </p:sp>
    </p:spTree>
    <p:extLst>
      <p:ext uri="{BB962C8B-B14F-4D97-AF65-F5344CB8AC3E}">
        <p14:creationId xmlns:p14="http://schemas.microsoft.com/office/powerpoint/2010/main" val="1858505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6D49C24-898E-4333-845B-EA27318C0108}"/>
              </a:ext>
            </a:extLst>
          </p:cNvPr>
          <p:cNvSpPr>
            <a:spLocks noGrp="1" noChangeArrowheads="1"/>
          </p:cNvSpPr>
          <p:nvPr>
            <p:ph type="title"/>
          </p:nvPr>
        </p:nvSpPr>
        <p:spPr/>
        <p:txBody>
          <a:bodyPr/>
          <a:lstStyle/>
          <a:p>
            <a:pPr eaLnBrk="1" hangingPunct="1"/>
            <a:r>
              <a:rPr lang="en-US" altLang="zh-CN" dirty="0"/>
              <a:t>7.4.2 </a:t>
            </a:r>
            <a:r>
              <a:rPr lang="zh-CN" altLang="en-US" dirty="0"/>
              <a:t>控制流语句的翻译</a:t>
            </a:r>
          </a:p>
        </p:txBody>
      </p:sp>
      <p:sp>
        <p:nvSpPr>
          <p:cNvPr id="16387" name="Rectangle 3">
            <a:extLst>
              <a:ext uri="{FF2B5EF4-FFF2-40B4-BE49-F238E27FC236}">
                <a16:creationId xmlns:a16="http://schemas.microsoft.com/office/drawing/2014/main" id="{031D04B3-36C9-4410-A316-6F9C610C422B}"/>
              </a:ext>
            </a:extLst>
          </p:cNvPr>
          <p:cNvSpPr>
            <a:spLocks noGrp="1" noChangeArrowheads="1"/>
          </p:cNvSpPr>
          <p:nvPr>
            <p:ph idx="1"/>
          </p:nvPr>
        </p:nvSpPr>
        <p:spPr/>
        <p:txBody>
          <a:bodyPr/>
          <a:lstStyle/>
          <a:p>
            <a:pPr eaLnBrk="1" hangingPunct="1"/>
            <a:r>
              <a:rPr lang="zh-CN" altLang="en-US"/>
              <a:t>下面的将控制流语句翻译成三地址码的语法制导定义中：</a:t>
            </a:r>
          </a:p>
          <a:p>
            <a:pPr lvl="1" eaLnBrk="1" hangingPunct="1"/>
            <a:r>
              <a:rPr lang="zh-CN" altLang="en-US"/>
              <a:t>函数</a:t>
            </a:r>
            <a:r>
              <a:rPr lang="en-US" altLang="zh-CN" b="1" i="1"/>
              <a:t>newLabel</a:t>
            </a:r>
            <a:r>
              <a:rPr lang="en-US" altLang="zh-CN" b="1"/>
              <a:t>()</a:t>
            </a:r>
            <a:r>
              <a:rPr lang="zh-CN" altLang="en-US"/>
              <a:t>返回一个新的标号。</a:t>
            </a:r>
          </a:p>
          <a:p>
            <a:pPr lvl="1" eaLnBrk="1" hangingPunct="1"/>
            <a:r>
              <a:rPr lang="zh-CN" altLang="en-US"/>
              <a:t>函数</a:t>
            </a:r>
            <a:r>
              <a:rPr lang="en-US" altLang="zh-CN" b="1" i="1"/>
              <a:t>gen</a:t>
            </a:r>
            <a:r>
              <a:rPr lang="zh-CN" altLang="en-US"/>
              <a:t>产生一个三地址指令或标号，并把这个三地址指令或标号的串值作为返回值。</a:t>
            </a:r>
          </a:p>
          <a:p>
            <a:pPr lvl="1" eaLnBrk="1" hangingPunct="1"/>
            <a:r>
              <a:rPr lang="en-US" altLang="zh-CN" b="1"/>
              <a:t>|| </a:t>
            </a:r>
            <a:r>
              <a:rPr lang="zh-CN" altLang="en-US"/>
              <a:t>是串连接符号。</a:t>
            </a:r>
          </a:p>
        </p:txBody>
      </p:sp>
      <p:sp>
        <p:nvSpPr>
          <p:cNvPr id="2" name="日期占位符 1">
            <a:extLst>
              <a:ext uri="{FF2B5EF4-FFF2-40B4-BE49-F238E27FC236}">
                <a16:creationId xmlns:a16="http://schemas.microsoft.com/office/drawing/2014/main" id="{F48D87AB-DF63-F523-6297-F7AE6D6D32BE}"/>
              </a:ext>
            </a:extLst>
          </p:cNvPr>
          <p:cNvSpPr>
            <a:spLocks noGrp="1"/>
          </p:cNvSpPr>
          <p:nvPr>
            <p:ph type="dt" sz="half" idx="10"/>
          </p:nvPr>
        </p:nvSpPr>
        <p:spPr/>
        <p:txBody>
          <a:bodyPr/>
          <a:lstStyle/>
          <a:p>
            <a:fld id="{EB148A13-7C51-4A09-AB1C-F877210B7B86}"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8D586BA-34CE-E5AB-C63F-891330D6E52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56A33B82-80AF-252F-A353-E016106BF080}"/>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D09C8A3-6887-436C-A7F1-973222B9E34B}"/>
              </a:ext>
            </a:extLst>
          </p:cNvPr>
          <p:cNvSpPr>
            <a:spLocks noGrp="1" noChangeArrowheads="1"/>
          </p:cNvSpPr>
          <p:nvPr>
            <p:ph type="title"/>
          </p:nvPr>
        </p:nvSpPr>
        <p:spPr/>
        <p:txBody>
          <a:bodyPr/>
          <a:lstStyle/>
          <a:p>
            <a:pPr eaLnBrk="1" hangingPunct="1"/>
            <a:r>
              <a:rPr lang="en-US" altLang="zh-CN" dirty="0"/>
              <a:t>7.4.2 </a:t>
            </a:r>
            <a:r>
              <a:rPr lang="zh-CN" altLang="en-US" dirty="0"/>
              <a:t>控制流语句的翻译</a:t>
            </a:r>
          </a:p>
        </p:txBody>
      </p:sp>
      <p:sp>
        <p:nvSpPr>
          <p:cNvPr id="17411" name="Rectangle 3">
            <a:extLst>
              <a:ext uri="{FF2B5EF4-FFF2-40B4-BE49-F238E27FC236}">
                <a16:creationId xmlns:a16="http://schemas.microsoft.com/office/drawing/2014/main" id="{915ADEB0-AE61-4FA1-9606-3D67E879D280}"/>
              </a:ext>
            </a:extLst>
          </p:cNvPr>
          <p:cNvSpPr>
            <a:spLocks noGrp="1" noChangeArrowheads="1"/>
          </p:cNvSpPr>
          <p:nvPr>
            <p:ph idx="1"/>
          </p:nvPr>
        </p:nvSpPr>
        <p:spPr/>
        <p:txBody>
          <a:bodyPr/>
          <a:lstStyle/>
          <a:p>
            <a:pPr algn="just" eaLnBrk="1" hangingPunct="1">
              <a:spcBef>
                <a:spcPct val="0"/>
              </a:spcBef>
              <a:buFont typeface="Wingdings" panose="05000000000000000000" pitchFamily="2" charset="2"/>
              <a:buNone/>
            </a:pPr>
            <a:r>
              <a:rPr lang="en-US" altLang="zh-CN" b="1" i="1" dirty="0">
                <a:solidFill>
                  <a:srgbClr val="0070C0"/>
                </a:solidFill>
              </a:rPr>
              <a:t>S </a:t>
            </a:r>
            <a:r>
              <a:rPr lang="en-US" altLang="zh-CN" b="1" dirty="0">
                <a:solidFill>
                  <a:srgbClr val="0070C0"/>
                </a:solidFill>
                <a:sym typeface="Symbol" panose="05050102010706020507" pitchFamily="18" charset="2"/>
              </a:rPr>
              <a:t></a:t>
            </a:r>
            <a:r>
              <a:rPr lang="en-US" altLang="zh-CN" b="1" i="1" dirty="0">
                <a:solidFill>
                  <a:srgbClr val="0070C0"/>
                </a:solidFill>
              </a:rPr>
              <a:t> </a:t>
            </a:r>
            <a:r>
              <a:rPr lang="en-US" altLang="zh-CN" b="1" dirty="0">
                <a:solidFill>
                  <a:srgbClr val="0070C0"/>
                </a:solidFill>
              </a:rPr>
              <a:t>if</a:t>
            </a:r>
            <a:r>
              <a:rPr lang="en-US" altLang="zh-CN" b="1" i="1" dirty="0">
                <a:solidFill>
                  <a:srgbClr val="0070C0"/>
                </a:solidFill>
              </a:rPr>
              <a:t> B </a:t>
            </a:r>
            <a:r>
              <a:rPr lang="en-US" altLang="zh-CN" b="1" dirty="0">
                <a:solidFill>
                  <a:srgbClr val="0070C0"/>
                </a:solidFill>
              </a:rPr>
              <a:t>then</a:t>
            </a:r>
            <a:r>
              <a:rPr lang="en-US" altLang="zh-CN" b="1" i="1" dirty="0">
                <a:solidFill>
                  <a:srgbClr val="0070C0"/>
                </a:solidFill>
              </a:rPr>
              <a:t> S</a:t>
            </a:r>
            <a:r>
              <a:rPr lang="en-US" altLang="zh-CN" b="1" baseline="-30000" dirty="0">
                <a:solidFill>
                  <a:srgbClr val="0070C0"/>
                </a:solidFill>
              </a:rPr>
              <a:t>1</a:t>
            </a:r>
            <a:endParaRPr lang="en-US" altLang="zh-CN" b="1" i="1" dirty="0">
              <a:solidFill>
                <a:srgbClr val="0070C0"/>
              </a:solidFill>
            </a:endParaRPr>
          </a:p>
          <a:p>
            <a:pPr algn="just" eaLnBrk="1" hangingPunct="1">
              <a:spcBef>
                <a:spcPct val="0"/>
              </a:spcBef>
              <a:buFont typeface="Wingdings" panose="05000000000000000000" pitchFamily="2" charset="2"/>
              <a:buNone/>
            </a:pPr>
            <a:endParaRPr lang="en-US" altLang="zh-CN" b="1" dirty="0">
              <a:solidFill>
                <a:schemeClr val="tx2"/>
              </a:solidFill>
            </a:endParaRPr>
          </a:p>
          <a:p>
            <a:pPr algn="just" eaLnBrk="1" hangingPunct="1">
              <a:spcBef>
                <a:spcPct val="0"/>
              </a:spcBef>
              <a:buFont typeface="Wingdings" panose="05000000000000000000" pitchFamily="2" charset="2"/>
              <a:buNone/>
            </a:pPr>
            <a:r>
              <a:rPr lang="zh-CN" altLang="en-US" dirty="0"/>
              <a:t>语义规则：</a:t>
            </a:r>
          </a:p>
          <a:p>
            <a:pPr algn="just" eaLnBrk="1" hangingPunct="1">
              <a:spcBef>
                <a:spcPct val="0"/>
              </a:spcBef>
              <a:buFont typeface="Wingdings" panose="05000000000000000000" pitchFamily="2" charset="2"/>
              <a:buNone/>
            </a:pPr>
            <a:r>
              <a:rPr lang="zh-CN" altLang="en-US" b="1" dirty="0">
                <a:solidFill>
                  <a:srgbClr val="0070C0"/>
                </a:solidFill>
              </a:rPr>
              <a:t>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true</a:t>
            </a:r>
            <a:r>
              <a:rPr lang="en-US" altLang="zh-CN" b="1" dirty="0">
                <a:solidFill>
                  <a:srgbClr val="0070C0"/>
                </a:solidFill>
              </a:rPr>
              <a:t> = </a:t>
            </a:r>
            <a:r>
              <a:rPr lang="en-US" altLang="zh-CN" b="1" i="1" dirty="0" err="1">
                <a:solidFill>
                  <a:srgbClr val="0070C0"/>
                </a:solidFill>
              </a:rPr>
              <a:t>newLabel</a:t>
            </a:r>
            <a:r>
              <a:rPr lang="en-US" altLang="zh-CN" b="1" dirty="0">
                <a:solidFill>
                  <a:srgbClr val="0070C0"/>
                </a:solidFill>
              </a:rPr>
              <a:t>();</a:t>
            </a:r>
          </a:p>
          <a:p>
            <a:pPr algn="just" eaLnBrk="1" hangingPunct="1">
              <a:spcBef>
                <a:spcPct val="0"/>
              </a:spcBef>
              <a:buFont typeface="Wingdings" panose="05000000000000000000" pitchFamily="2" charset="2"/>
              <a:buNone/>
            </a:pPr>
            <a:r>
              <a:rPr lang="en-US" altLang="zh-CN" b="1" dirty="0">
                <a:solidFill>
                  <a:srgbClr val="0070C0"/>
                </a:solidFill>
              </a:rPr>
              <a:t>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false</a:t>
            </a:r>
            <a:r>
              <a:rPr lang="en-US" altLang="zh-CN" b="1" dirty="0">
                <a:solidFill>
                  <a:srgbClr val="0070C0"/>
                </a:solidFill>
              </a:rPr>
              <a:t> = </a:t>
            </a:r>
            <a:r>
              <a:rPr lang="en-US" altLang="zh-CN" b="1" i="1" dirty="0" err="1">
                <a:solidFill>
                  <a:srgbClr val="FF00FF"/>
                </a:solidFill>
              </a:rPr>
              <a:t>S</a:t>
            </a:r>
            <a:r>
              <a:rPr lang="en-US" altLang="zh-CN" b="1" dirty="0" err="1">
                <a:solidFill>
                  <a:srgbClr val="FF00FF"/>
                </a:solidFill>
              </a:rPr>
              <a:t>.</a:t>
            </a:r>
            <a:r>
              <a:rPr lang="en-US" altLang="zh-CN" b="1" i="1" dirty="0" err="1">
                <a:solidFill>
                  <a:srgbClr val="FF00FF"/>
                </a:solidFill>
              </a:rPr>
              <a:t>next</a:t>
            </a:r>
            <a:r>
              <a:rPr lang="en-US" altLang="zh-CN" b="1" dirty="0">
                <a:solidFill>
                  <a:schemeClr val="tx2"/>
                </a:solidFill>
              </a:rPr>
              <a:t>;</a:t>
            </a:r>
          </a:p>
          <a:p>
            <a:pPr algn="just" eaLnBrk="1" hangingPunct="1">
              <a:spcBef>
                <a:spcPct val="0"/>
              </a:spcBef>
              <a:buFont typeface="Wingdings" panose="05000000000000000000" pitchFamily="2" charset="2"/>
              <a:buNone/>
            </a:pPr>
            <a:r>
              <a:rPr lang="en-US" altLang="zh-CN" b="1" dirty="0">
                <a:solidFill>
                  <a:schemeClr val="tx2"/>
                </a:solidFill>
              </a:rPr>
              <a:t>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next</a:t>
            </a:r>
            <a:r>
              <a:rPr lang="en-US" altLang="zh-CN" b="1" dirty="0">
                <a:solidFill>
                  <a:srgbClr val="0070C0"/>
                </a:solidFill>
              </a:rPr>
              <a:t> =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next</a:t>
            </a:r>
            <a:r>
              <a:rPr lang="en-US" altLang="zh-CN" b="1" dirty="0">
                <a:solidFill>
                  <a:srgbClr val="0070C0"/>
                </a:solidFill>
              </a:rPr>
              <a:t>;</a:t>
            </a:r>
          </a:p>
          <a:p>
            <a:pPr algn="just" eaLnBrk="1" hangingPunct="1">
              <a:spcBef>
                <a:spcPct val="0"/>
              </a:spcBef>
              <a:buFont typeface="Wingdings" panose="05000000000000000000" pitchFamily="2" charset="2"/>
              <a:buNone/>
            </a:pPr>
            <a:r>
              <a:rPr lang="en-US" altLang="zh-CN" b="1" dirty="0">
                <a:solidFill>
                  <a:srgbClr val="0070C0"/>
                </a:solidFill>
              </a:rPr>
              <a:t>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code</a:t>
            </a:r>
            <a:r>
              <a:rPr lang="en-US" altLang="zh-CN" b="1" dirty="0">
                <a:solidFill>
                  <a:srgbClr val="0070C0"/>
                </a:solidFill>
              </a:rPr>
              <a:t> =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code</a:t>
            </a:r>
            <a:r>
              <a:rPr lang="en-US" altLang="zh-CN" b="1" dirty="0">
                <a:solidFill>
                  <a:srgbClr val="0070C0"/>
                </a:solidFill>
              </a:rPr>
              <a:t> || </a:t>
            </a:r>
            <a:r>
              <a:rPr lang="en-US" altLang="zh-CN" b="1" i="1" dirty="0">
                <a:solidFill>
                  <a:srgbClr val="0070C0"/>
                </a:solidFill>
              </a:rPr>
              <a:t>gen</a:t>
            </a:r>
            <a:r>
              <a:rPr lang="en-US" altLang="zh-CN" b="1" dirty="0">
                <a:solidFill>
                  <a:srgbClr val="0070C0"/>
                </a:solidFill>
              </a:rPr>
              <a:t>(</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true</a:t>
            </a:r>
            <a:r>
              <a:rPr lang="en-US" altLang="zh-CN" b="1" dirty="0">
                <a:solidFill>
                  <a:srgbClr val="0070C0"/>
                </a:solidFill>
              </a:rPr>
              <a:t>, ‘:’) ||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code</a:t>
            </a:r>
            <a:r>
              <a:rPr lang="en-US" altLang="zh-CN" b="1" dirty="0">
                <a:solidFill>
                  <a:srgbClr val="0070C0"/>
                </a:solidFill>
              </a:rPr>
              <a:t> </a:t>
            </a:r>
          </a:p>
          <a:p>
            <a:pPr eaLnBrk="1" hangingPunct="1"/>
            <a:endParaRPr lang="en-US" altLang="zh-CN" dirty="0"/>
          </a:p>
        </p:txBody>
      </p:sp>
      <p:grpSp>
        <p:nvGrpSpPr>
          <p:cNvPr id="3" name="组合 2">
            <a:extLst>
              <a:ext uri="{FF2B5EF4-FFF2-40B4-BE49-F238E27FC236}">
                <a16:creationId xmlns:a16="http://schemas.microsoft.com/office/drawing/2014/main" id="{F81D4A4C-3481-4D13-9CDD-449461B003B0}"/>
              </a:ext>
            </a:extLst>
          </p:cNvPr>
          <p:cNvGrpSpPr/>
          <p:nvPr/>
        </p:nvGrpSpPr>
        <p:grpSpPr>
          <a:xfrm>
            <a:off x="4699182" y="1257300"/>
            <a:ext cx="4444818" cy="2445900"/>
            <a:chOff x="4699182" y="1257300"/>
            <a:chExt cx="4444818" cy="2445900"/>
          </a:xfrm>
        </p:grpSpPr>
        <p:sp>
          <p:nvSpPr>
            <p:cNvPr id="17426" name="Rectangle 18">
              <a:extLst>
                <a:ext uri="{FF2B5EF4-FFF2-40B4-BE49-F238E27FC236}">
                  <a16:creationId xmlns:a16="http://schemas.microsoft.com/office/drawing/2014/main" id="{1D6AAE6B-C16F-4D38-82BC-9FA6DAF57FC0}"/>
                </a:ext>
              </a:extLst>
            </p:cNvPr>
            <p:cNvSpPr>
              <a:spLocks noChangeArrowheads="1"/>
            </p:cNvSpPr>
            <p:nvPr/>
          </p:nvSpPr>
          <p:spPr bwMode="auto">
            <a:xfrm>
              <a:off x="5861232" y="3249175"/>
              <a:ext cx="1524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(a) if-then</a:t>
              </a:r>
            </a:p>
          </p:txBody>
        </p:sp>
        <p:grpSp>
          <p:nvGrpSpPr>
            <p:cNvPr id="19" name="组合 18">
              <a:extLst>
                <a:ext uri="{FF2B5EF4-FFF2-40B4-BE49-F238E27FC236}">
                  <a16:creationId xmlns:a16="http://schemas.microsoft.com/office/drawing/2014/main" id="{52D7D477-06CC-42E7-B995-BEB9D73E7078}"/>
                </a:ext>
              </a:extLst>
            </p:cNvPr>
            <p:cNvGrpSpPr/>
            <p:nvPr/>
          </p:nvGrpSpPr>
          <p:grpSpPr>
            <a:xfrm>
              <a:off x="4699182" y="1257300"/>
              <a:ext cx="4444818" cy="1916844"/>
              <a:chOff x="892558" y="2480378"/>
              <a:chExt cx="5689842" cy="2453765"/>
            </a:xfrm>
          </p:grpSpPr>
          <p:sp>
            <p:nvSpPr>
              <p:cNvPr id="20" name="Line 6">
                <a:extLst>
                  <a:ext uri="{FF2B5EF4-FFF2-40B4-BE49-F238E27FC236}">
                    <a16:creationId xmlns:a16="http://schemas.microsoft.com/office/drawing/2014/main" id="{51A97575-8083-45E6-A2C9-A8A9CB7AC6C7}"/>
                  </a:ext>
                </a:extLst>
              </p:cNvPr>
              <p:cNvSpPr>
                <a:spLocks noChangeShapeType="1"/>
              </p:cNvSpPr>
              <p:nvPr/>
            </p:nvSpPr>
            <p:spPr bwMode="auto">
              <a:xfrm>
                <a:off x="2455197" y="2776012"/>
                <a:ext cx="0" cy="215813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1" name="Line 7">
                <a:extLst>
                  <a:ext uri="{FF2B5EF4-FFF2-40B4-BE49-F238E27FC236}">
                    <a16:creationId xmlns:a16="http://schemas.microsoft.com/office/drawing/2014/main" id="{A33FBBAC-592D-45AE-BD81-9670906EF7AE}"/>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2" name="Line 8">
                <a:extLst>
                  <a:ext uri="{FF2B5EF4-FFF2-40B4-BE49-F238E27FC236}">
                    <a16:creationId xmlns:a16="http://schemas.microsoft.com/office/drawing/2014/main" id="{C3242C14-04B8-4651-AE67-4397CFF01E2A}"/>
                  </a:ext>
                </a:extLst>
              </p:cNvPr>
              <p:cNvSpPr>
                <a:spLocks noChangeShapeType="1"/>
              </p:cNvSpPr>
              <p:nvPr/>
            </p:nvSpPr>
            <p:spPr bwMode="auto">
              <a:xfrm>
                <a:off x="4313470" y="2776012"/>
                <a:ext cx="0" cy="215813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3" name="Line 9">
                <a:extLst>
                  <a:ext uri="{FF2B5EF4-FFF2-40B4-BE49-F238E27FC236}">
                    <a16:creationId xmlns:a16="http://schemas.microsoft.com/office/drawing/2014/main" id="{579FD18D-09FF-497D-AA81-17C78EE64F02}"/>
                  </a:ext>
                </a:extLst>
              </p:cNvPr>
              <p:cNvSpPr>
                <a:spLocks noChangeShapeType="1"/>
              </p:cNvSpPr>
              <p:nvPr/>
            </p:nvSpPr>
            <p:spPr bwMode="auto">
              <a:xfrm>
                <a:off x="2455197" y="3601677"/>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4" name="Line 10">
                <a:extLst>
                  <a:ext uri="{FF2B5EF4-FFF2-40B4-BE49-F238E27FC236}">
                    <a16:creationId xmlns:a16="http://schemas.microsoft.com/office/drawing/2014/main" id="{29BB3970-2EC6-43E8-8EB4-763F4A86882F}"/>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5" name="Rectangle 11">
                <a:extLst>
                  <a:ext uri="{FF2B5EF4-FFF2-40B4-BE49-F238E27FC236}">
                    <a16:creationId xmlns:a16="http://schemas.microsoft.com/office/drawing/2014/main" id="{9C1A104E-5103-4902-8D74-291B5A50FEE1}"/>
                  </a:ext>
                </a:extLst>
              </p:cNvPr>
              <p:cNvSpPr>
                <a:spLocks noChangeArrowheads="1"/>
              </p:cNvSpPr>
              <p:nvPr/>
            </p:nvSpPr>
            <p:spPr bwMode="auto">
              <a:xfrm>
                <a:off x="2641024" y="2923830"/>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code</a:t>
                </a:r>
                <a:endParaRPr lang="en-US" altLang="zh-CN" sz="2400" b="1" i="1" dirty="0">
                  <a:ea typeface="宋体" panose="02010600030101010101" pitchFamily="2" charset="-122"/>
                </a:endParaRPr>
              </a:p>
            </p:txBody>
          </p:sp>
          <p:sp>
            <p:nvSpPr>
              <p:cNvPr id="26" name="Rectangle 12">
                <a:extLst>
                  <a:ext uri="{FF2B5EF4-FFF2-40B4-BE49-F238E27FC236}">
                    <a16:creationId xmlns:a16="http://schemas.microsoft.com/office/drawing/2014/main" id="{14AE8964-A752-4846-979B-F23D0F7FB07C}"/>
                  </a:ext>
                </a:extLst>
              </p:cNvPr>
              <p:cNvSpPr>
                <a:spLocks noChangeArrowheads="1"/>
              </p:cNvSpPr>
              <p:nvPr/>
            </p:nvSpPr>
            <p:spPr bwMode="auto">
              <a:xfrm>
                <a:off x="2660029" y="374104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a:ea typeface="宋体" panose="02010600030101010101" pitchFamily="2" charset="-122"/>
                  </a:rPr>
                  <a:t>S</a:t>
                </a:r>
                <a:r>
                  <a:rPr lang="en-US" altLang="zh-CN" sz="2400" b="1" baseline="-25000" dirty="0">
                    <a:ea typeface="宋体" panose="02010600030101010101" pitchFamily="2" charset="-122"/>
                  </a:rPr>
                  <a:t>1</a:t>
                </a:r>
                <a:r>
                  <a:rPr lang="en-US" altLang="zh-CN" sz="2400" b="1" dirty="0">
                    <a:ea typeface="宋体" panose="02010600030101010101" pitchFamily="2" charset="-122"/>
                  </a:rPr>
                  <a:t>.</a:t>
                </a:r>
                <a:r>
                  <a:rPr lang="en-US" altLang="zh-CN" sz="2400" b="1" i="1" dirty="0">
                    <a:ea typeface="宋体" panose="02010600030101010101" pitchFamily="2" charset="-122"/>
                  </a:rPr>
                  <a:t>code</a:t>
                </a:r>
              </a:p>
            </p:txBody>
          </p:sp>
          <p:sp>
            <p:nvSpPr>
              <p:cNvPr id="27" name="Rectangle 13">
                <a:extLst>
                  <a:ext uri="{FF2B5EF4-FFF2-40B4-BE49-F238E27FC236}">
                    <a16:creationId xmlns:a16="http://schemas.microsoft.com/office/drawing/2014/main" id="{90F85BFC-C555-4F19-8008-83B4992B918D}"/>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true</a:t>
                </a:r>
                <a:r>
                  <a:rPr lang="en-US" altLang="zh-CN" sz="2400" b="1" dirty="0">
                    <a:ea typeface="宋体" panose="02010600030101010101" pitchFamily="2" charset="-122"/>
                  </a:rPr>
                  <a:t>:</a:t>
                </a:r>
              </a:p>
            </p:txBody>
          </p:sp>
          <p:sp>
            <p:nvSpPr>
              <p:cNvPr id="28" name="Rectangle 14">
                <a:extLst>
                  <a:ext uri="{FF2B5EF4-FFF2-40B4-BE49-F238E27FC236}">
                    <a16:creationId xmlns:a16="http://schemas.microsoft.com/office/drawing/2014/main" id="{5AF4B6CF-919F-4798-B0D3-D8468F0895FB}"/>
                  </a:ext>
                </a:extLst>
              </p:cNvPr>
              <p:cNvSpPr>
                <a:spLocks noChangeArrowheads="1"/>
              </p:cNvSpPr>
              <p:nvPr/>
            </p:nvSpPr>
            <p:spPr bwMode="auto">
              <a:xfrm>
                <a:off x="2750832" y="4288389"/>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 . .</a:t>
                </a:r>
              </a:p>
            </p:txBody>
          </p:sp>
          <p:sp>
            <p:nvSpPr>
              <p:cNvPr id="29" name="Rectangle 15">
                <a:extLst>
                  <a:ext uri="{FF2B5EF4-FFF2-40B4-BE49-F238E27FC236}">
                    <a16:creationId xmlns:a16="http://schemas.microsoft.com/office/drawing/2014/main" id="{33E386A9-2AAC-467D-B9B5-F9D8EE174A54}"/>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dirty="0"/>
                  <a:t>指向</a:t>
                </a: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true</a:t>
                </a:r>
                <a:endParaRPr lang="en-US" altLang="zh-CN" sz="2400" b="1" dirty="0">
                  <a:ea typeface="宋体" panose="02010600030101010101" pitchFamily="2" charset="-122"/>
                </a:endParaRPr>
              </a:p>
            </p:txBody>
          </p:sp>
          <p:sp>
            <p:nvSpPr>
              <p:cNvPr id="30" name="Rectangle 16">
                <a:extLst>
                  <a:ext uri="{FF2B5EF4-FFF2-40B4-BE49-F238E27FC236}">
                    <a16:creationId xmlns:a16="http://schemas.microsoft.com/office/drawing/2014/main" id="{E46F028E-D790-4E5F-BC1C-EB846E13CA55}"/>
                  </a:ext>
                </a:extLst>
              </p:cNvPr>
              <p:cNvSpPr>
                <a:spLocks noChangeArrowheads="1"/>
              </p:cNvSpPr>
              <p:nvPr/>
            </p:nvSpPr>
            <p:spPr bwMode="auto">
              <a:xfrm>
                <a:off x="4216333" y="3037860"/>
                <a:ext cx="2366067" cy="60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dirty="0"/>
                  <a:t>指向</a:t>
                </a: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false</a:t>
                </a:r>
                <a:endParaRPr lang="en-US" altLang="zh-CN" sz="2400" b="1" dirty="0">
                  <a:ea typeface="宋体" panose="02010600030101010101" pitchFamily="2" charset="-122"/>
                </a:endParaRPr>
              </a:p>
            </p:txBody>
          </p:sp>
          <p:sp>
            <p:nvSpPr>
              <p:cNvPr id="31" name="Line 17">
                <a:extLst>
                  <a:ext uri="{FF2B5EF4-FFF2-40B4-BE49-F238E27FC236}">
                    <a16:creationId xmlns:a16="http://schemas.microsoft.com/office/drawing/2014/main" id="{5E651F8E-73D9-414F-88DB-461E3DF5D956}"/>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b="1"/>
              </a:p>
            </p:txBody>
          </p:sp>
          <p:sp>
            <p:nvSpPr>
              <p:cNvPr id="32" name="Line 18">
                <a:extLst>
                  <a:ext uri="{FF2B5EF4-FFF2-40B4-BE49-F238E27FC236}">
                    <a16:creationId xmlns:a16="http://schemas.microsoft.com/office/drawing/2014/main" id="{1084BE0B-A6EA-4052-9BC1-688A3296A945}"/>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b="1"/>
              </a:p>
            </p:txBody>
          </p:sp>
          <p:sp>
            <p:nvSpPr>
              <p:cNvPr id="34" name="Rectangle 13">
                <a:extLst>
                  <a:ext uri="{FF2B5EF4-FFF2-40B4-BE49-F238E27FC236}">
                    <a16:creationId xmlns:a16="http://schemas.microsoft.com/office/drawing/2014/main" id="{7A298C1A-D2FA-4CB3-9FC5-4D68255E3BC0}"/>
                  </a:ext>
                </a:extLst>
              </p:cNvPr>
              <p:cNvSpPr>
                <a:spLocks noChangeArrowheads="1"/>
              </p:cNvSpPr>
              <p:nvPr/>
            </p:nvSpPr>
            <p:spPr bwMode="auto">
              <a:xfrm>
                <a:off x="892558" y="4288389"/>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S</a:t>
                </a:r>
                <a:r>
                  <a:rPr lang="en-US" altLang="zh-CN" sz="2400" b="1" dirty="0" err="1">
                    <a:ea typeface="宋体" panose="02010600030101010101" pitchFamily="2" charset="-122"/>
                  </a:rPr>
                  <a:t>.</a:t>
                </a:r>
                <a:r>
                  <a:rPr lang="en-US" altLang="zh-CN" sz="2400" b="1" i="1" dirty="0" err="1">
                    <a:ea typeface="宋体" panose="02010600030101010101" pitchFamily="2" charset="-122"/>
                  </a:rPr>
                  <a:t>next</a:t>
                </a:r>
                <a:r>
                  <a:rPr lang="en-US" altLang="zh-CN" sz="2400" b="1" dirty="0">
                    <a:ea typeface="宋体" panose="02010600030101010101" pitchFamily="2" charset="-122"/>
                  </a:rPr>
                  <a:t>:</a:t>
                </a:r>
              </a:p>
            </p:txBody>
          </p:sp>
        </p:grpSp>
      </p:grpSp>
      <p:sp>
        <p:nvSpPr>
          <p:cNvPr id="2" name="日期占位符 1">
            <a:extLst>
              <a:ext uri="{FF2B5EF4-FFF2-40B4-BE49-F238E27FC236}">
                <a16:creationId xmlns:a16="http://schemas.microsoft.com/office/drawing/2014/main" id="{C40FCE46-EDF2-E25B-7AD6-EA9B626CD59E}"/>
              </a:ext>
            </a:extLst>
          </p:cNvPr>
          <p:cNvSpPr>
            <a:spLocks noGrp="1"/>
          </p:cNvSpPr>
          <p:nvPr>
            <p:ph type="dt" sz="half" idx="10"/>
          </p:nvPr>
        </p:nvSpPr>
        <p:spPr/>
        <p:txBody>
          <a:bodyPr/>
          <a:lstStyle/>
          <a:p>
            <a:fld id="{4E3034A9-B390-4424-81A3-E5225A7A19F0}"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292CB1FF-B177-A842-664D-344BE0427FE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5" name="灯片编号占位符 4">
            <a:extLst>
              <a:ext uri="{FF2B5EF4-FFF2-40B4-BE49-F238E27FC236}">
                <a16:creationId xmlns:a16="http://schemas.microsoft.com/office/drawing/2014/main" id="{229CC143-0941-8DCB-7B13-F801C882DDE2}"/>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0612E85-E700-48A4-81CE-84C103350C3A}"/>
              </a:ext>
            </a:extLst>
          </p:cNvPr>
          <p:cNvSpPr>
            <a:spLocks noGrp="1" noChangeArrowheads="1"/>
          </p:cNvSpPr>
          <p:nvPr>
            <p:ph type="title"/>
          </p:nvPr>
        </p:nvSpPr>
        <p:spPr/>
        <p:txBody>
          <a:bodyPr/>
          <a:lstStyle/>
          <a:p>
            <a:pPr eaLnBrk="1" hangingPunct="1"/>
            <a:r>
              <a:rPr lang="en-US" altLang="zh-CN" dirty="0"/>
              <a:t>7.4.2 </a:t>
            </a:r>
            <a:r>
              <a:rPr lang="zh-CN" altLang="en-US" dirty="0"/>
              <a:t>控制流语句的翻译</a:t>
            </a:r>
          </a:p>
        </p:txBody>
      </p:sp>
      <p:sp>
        <p:nvSpPr>
          <p:cNvPr id="18435" name="Rectangle 3">
            <a:extLst>
              <a:ext uri="{FF2B5EF4-FFF2-40B4-BE49-F238E27FC236}">
                <a16:creationId xmlns:a16="http://schemas.microsoft.com/office/drawing/2014/main" id="{6A3380BD-81B0-4226-BD40-93705E5A2AE4}"/>
              </a:ext>
            </a:extLst>
          </p:cNvPr>
          <p:cNvSpPr>
            <a:spLocks noGrp="1" noChangeArrowheads="1"/>
          </p:cNvSpPr>
          <p:nvPr>
            <p:ph idx="1"/>
          </p:nvPr>
        </p:nvSpPr>
        <p:spPr>
          <a:xfrm>
            <a:off x="628650" y="1257300"/>
            <a:ext cx="8367432" cy="5493124"/>
          </a:xfrm>
        </p:spPr>
        <p:txBody>
          <a:bodyPr>
            <a:normAutofit/>
          </a:bodyPr>
          <a:lstStyle/>
          <a:p>
            <a:pPr algn="just" eaLnBrk="1" hangingPunct="1">
              <a:spcBef>
                <a:spcPct val="0"/>
              </a:spcBef>
              <a:buFont typeface="Wingdings" panose="05000000000000000000" pitchFamily="2" charset="2"/>
              <a:buNone/>
            </a:pPr>
            <a:r>
              <a:rPr lang="en-US" altLang="zh-CN" b="1" i="1" dirty="0">
                <a:solidFill>
                  <a:srgbClr val="0070C0"/>
                </a:solidFill>
              </a:rPr>
              <a:t>S </a:t>
            </a:r>
            <a:r>
              <a:rPr lang="en-US" altLang="zh-CN" b="1" dirty="0">
                <a:solidFill>
                  <a:srgbClr val="0070C0"/>
                </a:solidFill>
                <a:sym typeface="Symbol" panose="05050102010706020507" pitchFamily="18" charset="2"/>
              </a:rPr>
              <a:t></a:t>
            </a:r>
            <a:r>
              <a:rPr lang="en-US" altLang="zh-CN" b="1" dirty="0">
                <a:solidFill>
                  <a:srgbClr val="0070C0"/>
                </a:solidFill>
              </a:rPr>
              <a:t> if</a:t>
            </a:r>
            <a:r>
              <a:rPr lang="en-US" altLang="zh-CN" b="1" i="1" dirty="0">
                <a:solidFill>
                  <a:srgbClr val="0070C0"/>
                </a:solidFill>
              </a:rPr>
              <a:t> B </a:t>
            </a:r>
            <a:r>
              <a:rPr lang="en-US" altLang="zh-CN" b="1" dirty="0">
                <a:solidFill>
                  <a:srgbClr val="0070C0"/>
                </a:solidFill>
              </a:rPr>
              <a:t>then</a:t>
            </a:r>
            <a:r>
              <a:rPr lang="en-US" altLang="zh-CN" b="1" i="1" dirty="0">
                <a:solidFill>
                  <a:srgbClr val="0070C0"/>
                </a:solidFill>
              </a:rPr>
              <a:t> S</a:t>
            </a:r>
            <a:r>
              <a:rPr lang="en-US" altLang="zh-CN" b="1" baseline="-30000" dirty="0">
                <a:solidFill>
                  <a:srgbClr val="0070C0"/>
                </a:solidFill>
              </a:rPr>
              <a:t>1</a:t>
            </a:r>
            <a:r>
              <a:rPr lang="en-US" altLang="zh-CN" b="1" dirty="0">
                <a:solidFill>
                  <a:srgbClr val="0070C0"/>
                </a:solidFill>
              </a:rPr>
              <a:t> else</a:t>
            </a:r>
            <a:r>
              <a:rPr lang="en-US" altLang="zh-CN" b="1" i="1" dirty="0">
                <a:solidFill>
                  <a:srgbClr val="0070C0"/>
                </a:solidFill>
              </a:rPr>
              <a:t> S</a:t>
            </a:r>
            <a:r>
              <a:rPr lang="en-US" altLang="zh-CN" b="1" baseline="-30000" dirty="0">
                <a:solidFill>
                  <a:srgbClr val="0070C0"/>
                </a:solidFill>
              </a:rPr>
              <a:t>2</a:t>
            </a:r>
            <a:endParaRPr lang="en-US" altLang="zh-CN" b="1" i="1" dirty="0">
              <a:solidFill>
                <a:srgbClr val="0070C0"/>
              </a:solidFill>
            </a:endParaRPr>
          </a:p>
          <a:p>
            <a:pPr algn="just" eaLnBrk="1" hangingPunct="1">
              <a:spcBef>
                <a:spcPct val="0"/>
              </a:spcBef>
              <a:buFont typeface="Wingdings" panose="05000000000000000000" pitchFamily="2" charset="2"/>
              <a:buNone/>
            </a:pPr>
            <a:endParaRPr lang="en-US" altLang="zh-CN" b="1" dirty="0">
              <a:solidFill>
                <a:schemeClr val="tx2"/>
              </a:solidFill>
            </a:endParaRPr>
          </a:p>
          <a:p>
            <a:pPr algn="just" eaLnBrk="1" hangingPunct="1">
              <a:spcBef>
                <a:spcPct val="0"/>
              </a:spcBef>
              <a:buFont typeface="Wingdings" panose="05000000000000000000" pitchFamily="2" charset="2"/>
              <a:buNone/>
            </a:pPr>
            <a:r>
              <a:rPr lang="zh-CN" altLang="en-US" dirty="0"/>
              <a:t>语义规则：</a:t>
            </a:r>
          </a:p>
          <a:p>
            <a:pPr algn="just" eaLnBrk="1" hangingPunct="1">
              <a:spcBef>
                <a:spcPct val="0"/>
              </a:spcBef>
              <a:buFont typeface="Wingdings" panose="05000000000000000000" pitchFamily="2" charset="2"/>
              <a:buNone/>
            </a:pPr>
            <a:r>
              <a:rPr lang="zh-CN" altLang="en-US" b="1" i="1" dirty="0">
                <a:solidFill>
                  <a:schemeClr val="tx2"/>
                </a:solidFill>
              </a:rPr>
              <a:t>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true</a:t>
            </a:r>
            <a:r>
              <a:rPr lang="en-US" altLang="zh-CN" b="1" dirty="0">
                <a:solidFill>
                  <a:srgbClr val="0070C0"/>
                </a:solidFill>
              </a:rPr>
              <a:t> = </a:t>
            </a:r>
            <a:r>
              <a:rPr lang="en-US" altLang="zh-CN" b="1" i="1" dirty="0" err="1">
                <a:solidFill>
                  <a:srgbClr val="0070C0"/>
                </a:solidFill>
              </a:rPr>
              <a:t>newLabel</a:t>
            </a:r>
            <a:r>
              <a:rPr lang="en-US" altLang="zh-CN" b="1" dirty="0">
                <a:solidFill>
                  <a:srgbClr val="0070C0"/>
                </a:solidFill>
              </a:rPr>
              <a:t>();</a:t>
            </a:r>
          </a:p>
          <a:p>
            <a:pPr algn="just" eaLnBrk="1" hangingPunct="1">
              <a:spcBef>
                <a:spcPct val="0"/>
              </a:spcBef>
              <a:buFont typeface="Wingdings" panose="05000000000000000000" pitchFamily="2" charset="2"/>
              <a:buNone/>
            </a:pPr>
            <a:r>
              <a:rPr lang="en-US" altLang="zh-CN" b="1" dirty="0">
                <a:solidFill>
                  <a:srgbClr val="0070C0"/>
                </a:solidFill>
              </a:rPr>
              <a:t>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false</a:t>
            </a:r>
            <a:r>
              <a:rPr lang="en-US" altLang="zh-CN" b="1" dirty="0">
                <a:solidFill>
                  <a:srgbClr val="0070C0"/>
                </a:solidFill>
              </a:rPr>
              <a:t> = </a:t>
            </a:r>
            <a:r>
              <a:rPr lang="en-US" altLang="zh-CN" b="1" i="1" dirty="0" err="1">
                <a:solidFill>
                  <a:srgbClr val="0070C0"/>
                </a:solidFill>
              </a:rPr>
              <a:t>newLabel</a:t>
            </a:r>
            <a:r>
              <a:rPr lang="en-US" altLang="zh-CN" b="1" dirty="0">
                <a:solidFill>
                  <a:srgbClr val="0070C0"/>
                </a:solidFill>
              </a:rPr>
              <a:t>();</a:t>
            </a:r>
          </a:p>
          <a:p>
            <a:pPr algn="just" eaLnBrk="1" hangingPunct="1">
              <a:spcBef>
                <a:spcPct val="0"/>
              </a:spcBef>
              <a:buFont typeface="Wingdings" panose="05000000000000000000" pitchFamily="2" charset="2"/>
              <a:buNone/>
            </a:pPr>
            <a:r>
              <a:rPr lang="en-US" altLang="zh-CN" b="1" dirty="0">
                <a:solidFill>
                  <a:schemeClr val="tx2"/>
                </a:solidFill>
              </a:rPr>
              <a:t>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next</a:t>
            </a:r>
            <a:r>
              <a:rPr lang="en-US" altLang="zh-CN" b="1" dirty="0">
                <a:solidFill>
                  <a:srgbClr val="0070C0"/>
                </a:solidFill>
              </a:rPr>
              <a:t> = </a:t>
            </a:r>
            <a:r>
              <a:rPr lang="en-US" altLang="zh-CN" b="1" i="1" dirty="0" err="1">
                <a:solidFill>
                  <a:srgbClr val="FF00FF"/>
                </a:solidFill>
              </a:rPr>
              <a:t>S</a:t>
            </a:r>
            <a:r>
              <a:rPr lang="en-US" altLang="zh-CN" b="1" dirty="0" err="1">
                <a:solidFill>
                  <a:srgbClr val="FF00FF"/>
                </a:solidFill>
              </a:rPr>
              <a:t>.</a:t>
            </a:r>
            <a:r>
              <a:rPr lang="en-US" altLang="zh-CN" b="1" i="1" dirty="0" err="1">
                <a:solidFill>
                  <a:srgbClr val="FF00FF"/>
                </a:solidFill>
              </a:rPr>
              <a:t>next</a:t>
            </a:r>
            <a:r>
              <a:rPr lang="en-US" altLang="zh-CN" b="1" dirty="0">
                <a:solidFill>
                  <a:schemeClr val="tx2"/>
                </a:solidFill>
              </a:rPr>
              <a:t>;</a:t>
            </a:r>
          </a:p>
          <a:p>
            <a:pPr algn="just" eaLnBrk="1" hangingPunct="1">
              <a:spcBef>
                <a:spcPct val="0"/>
              </a:spcBef>
              <a:buFont typeface="Wingdings" panose="05000000000000000000" pitchFamily="2" charset="2"/>
              <a:buNone/>
            </a:pPr>
            <a:r>
              <a:rPr lang="en-US" altLang="zh-CN" b="1" dirty="0">
                <a:solidFill>
                  <a:srgbClr val="0070C0"/>
                </a:solidFill>
              </a:rPr>
              <a:t> </a:t>
            </a:r>
            <a:r>
              <a:rPr lang="en-US" altLang="zh-CN" b="1" i="1" dirty="0">
                <a:solidFill>
                  <a:srgbClr val="0070C0"/>
                </a:solidFill>
              </a:rPr>
              <a:t>S</a:t>
            </a:r>
            <a:r>
              <a:rPr lang="en-US" altLang="zh-CN" b="1" baseline="-30000" dirty="0">
                <a:solidFill>
                  <a:srgbClr val="0070C0"/>
                </a:solidFill>
              </a:rPr>
              <a:t>2</a:t>
            </a:r>
            <a:r>
              <a:rPr lang="en-US" altLang="zh-CN" b="1" dirty="0">
                <a:solidFill>
                  <a:srgbClr val="0070C0"/>
                </a:solidFill>
              </a:rPr>
              <a:t>.</a:t>
            </a:r>
            <a:r>
              <a:rPr lang="en-US" altLang="zh-CN" b="1" i="1" dirty="0">
                <a:solidFill>
                  <a:srgbClr val="0070C0"/>
                </a:solidFill>
              </a:rPr>
              <a:t>next</a:t>
            </a:r>
            <a:r>
              <a:rPr lang="en-US" altLang="zh-CN" b="1" dirty="0">
                <a:solidFill>
                  <a:srgbClr val="0070C0"/>
                </a:solidFill>
              </a:rPr>
              <a:t> =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next</a:t>
            </a:r>
            <a:r>
              <a:rPr lang="en-US" altLang="zh-CN" b="1" dirty="0">
                <a:solidFill>
                  <a:srgbClr val="0070C0"/>
                </a:solidFill>
              </a:rPr>
              <a:t>;</a:t>
            </a:r>
          </a:p>
          <a:p>
            <a:pPr algn="just" eaLnBrk="1" hangingPunct="1">
              <a:spcBef>
                <a:spcPct val="0"/>
              </a:spcBef>
              <a:buFont typeface="Wingdings" panose="05000000000000000000" pitchFamily="2" charset="2"/>
              <a:buNone/>
            </a:pPr>
            <a:r>
              <a:rPr lang="en-US" altLang="zh-CN" b="1" dirty="0">
                <a:solidFill>
                  <a:srgbClr val="0070C0"/>
                </a:solidFill>
              </a:rPr>
              <a:t>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code</a:t>
            </a:r>
            <a:r>
              <a:rPr lang="en-US" altLang="zh-CN" b="1" dirty="0">
                <a:solidFill>
                  <a:srgbClr val="0070C0"/>
                </a:solidFill>
              </a:rPr>
              <a:t> =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code</a:t>
            </a:r>
            <a:r>
              <a:rPr lang="en-US" altLang="zh-CN" b="1" dirty="0">
                <a:solidFill>
                  <a:srgbClr val="0070C0"/>
                </a:solidFill>
              </a:rPr>
              <a:t> || </a:t>
            </a:r>
            <a:r>
              <a:rPr lang="en-US" altLang="zh-CN" b="1" i="1" dirty="0">
                <a:solidFill>
                  <a:srgbClr val="0070C0"/>
                </a:solidFill>
              </a:rPr>
              <a:t>gen</a:t>
            </a:r>
            <a:r>
              <a:rPr lang="en-US" altLang="zh-CN" b="1" dirty="0">
                <a:solidFill>
                  <a:srgbClr val="0070C0"/>
                </a:solidFill>
              </a:rPr>
              <a:t>(</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true</a:t>
            </a:r>
            <a:r>
              <a:rPr lang="en-US" altLang="zh-CN" b="1" dirty="0">
                <a:solidFill>
                  <a:srgbClr val="0070C0"/>
                </a:solidFill>
              </a:rPr>
              <a:t>, ‘:’) ||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code</a:t>
            </a:r>
            <a:r>
              <a:rPr lang="en-US" altLang="zh-CN" b="1" dirty="0">
                <a:solidFill>
                  <a:srgbClr val="0070C0"/>
                </a:solidFill>
              </a:rPr>
              <a:t> ||</a:t>
            </a:r>
          </a:p>
          <a:p>
            <a:pPr algn="just" eaLnBrk="1" hangingPunct="1">
              <a:spcBef>
                <a:spcPct val="0"/>
              </a:spcBef>
              <a:buFont typeface="Wingdings" panose="05000000000000000000" pitchFamily="2" charset="2"/>
              <a:buNone/>
            </a:pPr>
            <a:r>
              <a:rPr lang="en-US" altLang="zh-CN" b="1" dirty="0">
                <a:solidFill>
                  <a:srgbClr val="0070C0"/>
                </a:solidFill>
              </a:rPr>
              <a:t>         	</a:t>
            </a:r>
            <a:r>
              <a:rPr lang="en-US" altLang="zh-CN" b="1" i="1" dirty="0">
                <a:solidFill>
                  <a:srgbClr val="0070C0"/>
                </a:solidFill>
              </a:rPr>
              <a:t>gen</a:t>
            </a:r>
            <a:r>
              <a:rPr lang="en-US" altLang="zh-CN" b="1" dirty="0">
                <a:solidFill>
                  <a:srgbClr val="0070C0"/>
                </a:solidFill>
              </a:rPr>
              <a:t>(‘</a:t>
            </a:r>
            <a:r>
              <a:rPr lang="en-US" altLang="zh-CN" b="1" dirty="0" err="1">
                <a:solidFill>
                  <a:srgbClr val="0070C0"/>
                </a:solidFill>
              </a:rPr>
              <a:t>goto</a:t>
            </a:r>
            <a:r>
              <a:rPr lang="en-US" altLang="zh-CN" b="1" dirty="0">
                <a:solidFill>
                  <a:srgbClr val="0070C0"/>
                </a:solidFill>
              </a:rPr>
              <a:t>’,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next</a:t>
            </a:r>
            <a:r>
              <a:rPr lang="en-US" altLang="zh-CN" b="1" dirty="0">
                <a:solidFill>
                  <a:srgbClr val="0070C0"/>
                </a:solidFill>
              </a:rPr>
              <a:t>) || </a:t>
            </a:r>
            <a:r>
              <a:rPr lang="en-US" altLang="zh-CN" b="1" i="1" dirty="0">
                <a:solidFill>
                  <a:srgbClr val="0070C0"/>
                </a:solidFill>
              </a:rPr>
              <a:t>gen</a:t>
            </a:r>
            <a:r>
              <a:rPr lang="en-US" altLang="zh-CN" b="1" dirty="0">
                <a:solidFill>
                  <a:srgbClr val="0070C0"/>
                </a:solidFill>
              </a:rPr>
              <a:t>(</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false</a:t>
            </a:r>
            <a:r>
              <a:rPr lang="en-US" altLang="zh-CN" b="1" dirty="0">
                <a:solidFill>
                  <a:srgbClr val="0070C0"/>
                </a:solidFill>
              </a:rPr>
              <a:t>, ‘:’) 		||</a:t>
            </a:r>
            <a:r>
              <a:rPr lang="en-US" altLang="zh-CN" b="1" i="1" dirty="0">
                <a:solidFill>
                  <a:srgbClr val="0070C0"/>
                </a:solidFill>
              </a:rPr>
              <a:t>S</a:t>
            </a:r>
            <a:r>
              <a:rPr lang="en-US" altLang="zh-CN" b="1" baseline="-30000" dirty="0">
                <a:solidFill>
                  <a:srgbClr val="0070C0"/>
                </a:solidFill>
              </a:rPr>
              <a:t>2</a:t>
            </a:r>
            <a:r>
              <a:rPr lang="en-US" altLang="zh-CN" b="1" dirty="0">
                <a:solidFill>
                  <a:srgbClr val="0070C0"/>
                </a:solidFill>
              </a:rPr>
              <a:t>.</a:t>
            </a:r>
            <a:r>
              <a:rPr lang="en-US" altLang="zh-CN" b="1" i="1" dirty="0">
                <a:solidFill>
                  <a:srgbClr val="0070C0"/>
                </a:solidFill>
              </a:rPr>
              <a:t>code</a:t>
            </a:r>
            <a:endParaRPr lang="en-US" altLang="zh-CN" b="1" dirty="0">
              <a:solidFill>
                <a:srgbClr val="0070C0"/>
              </a:solidFill>
            </a:endParaRPr>
          </a:p>
          <a:p>
            <a:pPr eaLnBrk="1" hangingPunct="1"/>
            <a:endParaRPr lang="en-US" altLang="zh-CN" dirty="0">
              <a:solidFill>
                <a:schemeClr val="tx2"/>
              </a:solidFill>
            </a:endParaRPr>
          </a:p>
        </p:txBody>
      </p:sp>
      <p:grpSp>
        <p:nvGrpSpPr>
          <p:cNvPr id="2" name="组合 1">
            <a:extLst>
              <a:ext uri="{FF2B5EF4-FFF2-40B4-BE49-F238E27FC236}">
                <a16:creationId xmlns:a16="http://schemas.microsoft.com/office/drawing/2014/main" id="{9B2CE7C9-B4D4-4E77-9AAE-0EFBB1B88B70}"/>
              </a:ext>
            </a:extLst>
          </p:cNvPr>
          <p:cNvGrpSpPr/>
          <p:nvPr/>
        </p:nvGrpSpPr>
        <p:grpSpPr>
          <a:xfrm>
            <a:off x="4812366" y="1047346"/>
            <a:ext cx="4334216" cy="3508044"/>
            <a:chOff x="4812366" y="1047346"/>
            <a:chExt cx="4334216" cy="3508044"/>
          </a:xfrm>
        </p:grpSpPr>
        <p:sp>
          <p:nvSpPr>
            <p:cNvPr id="18455" name="Rectangle 23">
              <a:extLst>
                <a:ext uri="{FF2B5EF4-FFF2-40B4-BE49-F238E27FC236}">
                  <a16:creationId xmlns:a16="http://schemas.microsoft.com/office/drawing/2014/main" id="{C4382EC2-9D92-46C4-9593-241732F780F8}"/>
                </a:ext>
              </a:extLst>
            </p:cNvPr>
            <p:cNvSpPr>
              <a:spLocks noChangeArrowheads="1"/>
            </p:cNvSpPr>
            <p:nvPr/>
          </p:nvSpPr>
          <p:spPr bwMode="auto">
            <a:xfrm>
              <a:off x="5752771" y="4101365"/>
              <a:ext cx="2286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dirty="0">
                  <a:ea typeface="宋体" panose="02010600030101010101" pitchFamily="2" charset="-122"/>
                </a:rPr>
                <a:t>(b) if-then-else</a:t>
              </a:r>
            </a:p>
          </p:txBody>
        </p:sp>
        <p:grpSp>
          <p:nvGrpSpPr>
            <p:cNvPr id="24" name="组合 23">
              <a:extLst>
                <a:ext uri="{FF2B5EF4-FFF2-40B4-BE49-F238E27FC236}">
                  <a16:creationId xmlns:a16="http://schemas.microsoft.com/office/drawing/2014/main" id="{E9622599-1AA5-4A43-AE3D-38C284B10607}"/>
                </a:ext>
              </a:extLst>
            </p:cNvPr>
            <p:cNvGrpSpPr/>
            <p:nvPr/>
          </p:nvGrpSpPr>
          <p:grpSpPr>
            <a:xfrm>
              <a:off x="4812366" y="1047346"/>
              <a:ext cx="4334216" cy="2978988"/>
              <a:chOff x="892558" y="2480378"/>
              <a:chExt cx="5717792" cy="3929946"/>
            </a:xfrm>
          </p:grpSpPr>
          <p:sp>
            <p:nvSpPr>
              <p:cNvPr id="25" name="Line 6">
                <a:extLst>
                  <a:ext uri="{FF2B5EF4-FFF2-40B4-BE49-F238E27FC236}">
                    <a16:creationId xmlns:a16="http://schemas.microsoft.com/office/drawing/2014/main" id="{66719ED3-403A-4679-AD3A-282120361F30}"/>
                  </a:ext>
                </a:extLst>
              </p:cNvPr>
              <p:cNvSpPr>
                <a:spLocks noChangeShapeType="1"/>
              </p:cNvSpPr>
              <p:nvPr/>
            </p:nvSpPr>
            <p:spPr bwMode="auto">
              <a:xfrm>
                <a:off x="2455197" y="2776012"/>
                <a:ext cx="0" cy="36343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6" name="Line 7">
                <a:extLst>
                  <a:ext uri="{FF2B5EF4-FFF2-40B4-BE49-F238E27FC236}">
                    <a16:creationId xmlns:a16="http://schemas.microsoft.com/office/drawing/2014/main" id="{AB406BA2-C607-491A-A150-D18E37FCE5D4}"/>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7" name="Line 8">
                <a:extLst>
                  <a:ext uri="{FF2B5EF4-FFF2-40B4-BE49-F238E27FC236}">
                    <a16:creationId xmlns:a16="http://schemas.microsoft.com/office/drawing/2014/main" id="{28CD7075-5547-4832-B689-ABBB67485E1C}"/>
                  </a:ext>
                </a:extLst>
              </p:cNvPr>
              <p:cNvSpPr>
                <a:spLocks noChangeShapeType="1"/>
              </p:cNvSpPr>
              <p:nvPr/>
            </p:nvSpPr>
            <p:spPr bwMode="auto">
              <a:xfrm>
                <a:off x="4313470" y="2776011"/>
                <a:ext cx="0" cy="36343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8" name="Line 9">
                <a:extLst>
                  <a:ext uri="{FF2B5EF4-FFF2-40B4-BE49-F238E27FC236}">
                    <a16:creationId xmlns:a16="http://schemas.microsoft.com/office/drawing/2014/main" id="{5F3C326A-9A3E-4A73-B4A2-6980CC61DB0A}"/>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9" name="Line 10">
                <a:extLst>
                  <a:ext uri="{FF2B5EF4-FFF2-40B4-BE49-F238E27FC236}">
                    <a16:creationId xmlns:a16="http://schemas.microsoft.com/office/drawing/2014/main" id="{E94EA157-5727-4D8E-8B0C-ED92991D649A}"/>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30" name="Rectangle 11">
                <a:extLst>
                  <a:ext uri="{FF2B5EF4-FFF2-40B4-BE49-F238E27FC236}">
                    <a16:creationId xmlns:a16="http://schemas.microsoft.com/office/drawing/2014/main" id="{024A5AD1-385F-432F-94BC-A90FAED855F1}"/>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code</a:t>
                </a:r>
                <a:endParaRPr lang="en-US" altLang="zh-CN" sz="2400" b="1" i="1" dirty="0">
                  <a:ea typeface="宋体" panose="02010600030101010101" pitchFamily="2" charset="-122"/>
                </a:endParaRPr>
              </a:p>
            </p:txBody>
          </p:sp>
          <p:sp>
            <p:nvSpPr>
              <p:cNvPr id="31" name="Rectangle 12">
                <a:extLst>
                  <a:ext uri="{FF2B5EF4-FFF2-40B4-BE49-F238E27FC236}">
                    <a16:creationId xmlns:a16="http://schemas.microsoft.com/office/drawing/2014/main" id="{C1900776-E4DD-409D-A0F2-80CD8ABF5260}"/>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a:ea typeface="宋体" panose="02010600030101010101" pitchFamily="2" charset="-122"/>
                  </a:rPr>
                  <a:t>S</a:t>
                </a:r>
                <a:r>
                  <a:rPr lang="en-US" altLang="zh-CN" sz="2400" b="1" baseline="-25000" dirty="0">
                    <a:ea typeface="宋体" panose="02010600030101010101" pitchFamily="2" charset="-122"/>
                  </a:rPr>
                  <a:t>1</a:t>
                </a:r>
                <a:r>
                  <a:rPr lang="en-US" altLang="zh-CN" sz="2400" b="1" dirty="0">
                    <a:ea typeface="宋体" panose="02010600030101010101" pitchFamily="2" charset="-122"/>
                  </a:rPr>
                  <a:t>.</a:t>
                </a:r>
                <a:r>
                  <a:rPr lang="en-US" altLang="zh-CN" sz="2400" b="1" i="1" dirty="0">
                    <a:ea typeface="宋体" panose="02010600030101010101" pitchFamily="2" charset="-122"/>
                  </a:rPr>
                  <a:t>code</a:t>
                </a:r>
              </a:p>
            </p:txBody>
          </p:sp>
          <p:sp>
            <p:nvSpPr>
              <p:cNvPr id="32" name="Rectangle 13">
                <a:extLst>
                  <a:ext uri="{FF2B5EF4-FFF2-40B4-BE49-F238E27FC236}">
                    <a16:creationId xmlns:a16="http://schemas.microsoft.com/office/drawing/2014/main" id="{C61D65B7-85DA-414F-B6E1-C9B963A112A4}"/>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true</a:t>
                </a:r>
                <a:r>
                  <a:rPr lang="en-US" altLang="zh-CN" sz="2400" b="1" dirty="0">
                    <a:ea typeface="宋体" panose="02010600030101010101" pitchFamily="2" charset="-122"/>
                  </a:rPr>
                  <a:t>:</a:t>
                </a:r>
              </a:p>
            </p:txBody>
          </p:sp>
          <p:sp>
            <p:nvSpPr>
              <p:cNvPr id="33" name="Rectangle 14">
                <a:extLst>
                  <a:ext uri="{FF2B5EF4-FFF2-40B4-BE49-F238E27FC236}">
                    <a16:creationId xmlns:a16="http://schemas.microsoft.com/office/drawing/2014/main" id="{E4447313-0BB2-48FC-BC09-8D0DDF67BE7D}"/>
                  </a:ext>
                </a:extLst>
              </p:cNvPr>
              <p:cNvSpPr>
                <a:spLocks noChangeArrowheads="1"/>
              </p:cNvSpPr>
              <p:nvPr/>
            </p:nvSpPr>
            <p:spPr bwMode="auto">
              <a:xfrm>
                <a:off x="2717987" y="5645876"/>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 . .</a:t>
                </a:r>
              </a:p>
            </p:txBody>
          </p:sp>
          <p:sp>
            <p:nvSpPr>
              <p:cNvPr id="34" name="Rectangle 15">
                <a:extLst>
                  <a:ext uri="{FF2B5EF4-FFF2-40B4-BE49-F238E27FC236}">
                    <a16:creationId xmlns:a16="http://schemas.microsoft.com/office/drawing/2014/main" id="{FAE04898-74E2-4F42-8832-9B8E377BF303}"/>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dirty="0"/>
                  <a:t>指向</a:t>
                </a: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true</a:t>
                </a:r>
                <a:endParaRPr lang="en-US" altLang="zh-CN" sz="2400" b="1" dirty="0">
                  <a:ea typeface="宋体" panose="02010600030101010101" pitchFamily="2" charset="-122"/>
                </a:endParaRPr>
              </a:p>
            </p:txBody>
          </p:sp>
          <p:sp>
            <p:nvSpPr>
              <p:cNvPr id="35" name="Rectangle 16">
                <a:extLst>
                  <a:ext uri="{FF2B5EF4-FFF2-40B4-BE49-F238E27FC236}">
                    <a16:creationId xmlns:a16="http://schemas.microsoft.com/office/drawing/2014/main" id="{9C99ADFE-BCD9-491E-A551-AB33DC3D85A9}"/>
                  </a:ext>
                </a:extLst>
              </p:cNvPr>
              <p:cNvSpPr>
                <a:spLocks noChangeArrowheads="1"/>
              </p:cNvSpPr>
              <p:nvPr/>
            </p:nvSpPr>
            <p:spPr bwMode="auto">
              <a:xfrm>
                <a:off x="4216333" y="3037860"/>
                <a:ext cx="2394017"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dirty="0"/>
                  <a:t>指向</a:t>
                </a: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false</a:t>
                </a:r>
                <a:endParaRPr lang="en-US" altLang="zh-CN" sz="2400" b="1" dirty="0">
                  <a:ea typeface="宋体" panose="02010600030101010101" pitchFamily="2" charset="-122"/>
                </a:endParaRPr>
              </a:p>
            </p:txBody>
          </p:sp>
          <p:sp>
            <p:nvSpPr>
              <p:cNvPr id="36" name="Line 17">
                <a:extLst>
                  <a:ext uri="{FF2B5EF4-FFF2-40B4-BE49-F238E27FC236}">
                    <a16:creationId xmlns:a16="http://schemas.microsoft.com/office/drawing/2014/main" id="{8ABAE303-6384-4800-84D2-D8AE60CF7960}"/>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b="1"/>
              </a:p>
            </p:txBody>
          </p:sp>
          <p:sp>
            <p:nvSpPr>
              <p:cNvPr id="37" name="Line 18">
                <a:extLst>
                  <a:ext uri="{FF2B5EF4-FFF2-40B4-BE49-F238E27FC236}">
                    <a16:creationId xmlns:a16="http://schemas.microsoft.com/office/drawing/2014/main" id="{F5680603-A005-4817-B3E3-D8D04FD4696F}"/>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b="1"/>
              </a:p>
            </p:txBody>
          </p:sp>
          <p:sp>
            <p:nvSpPr>
              <p:cNvPr id="39" name="Rectangle 13">
                <a:extLst>
                  <a:ext uri="{FF2B5EF4-FFF2-40B4-BE49-F238E27FC236}">
                    <a16:creationId xmlns:a16="http://schemas.microsoft.com/office/drawing/2014/main" id="{3B466102-15DC-416C-B387-C5AD2588C023}"/>
                  </a:ext>
                </a:extLst>
              </p:cNvPr>
              <p:cNvSpPr>
                <a:spLocks noChangeArrowheads="1"/>
              </p:cNvSpPr>
              <p:nvPr/>
            </p:nvSpPr>
            <p:spPr bwMode="auto">
              <a:xfrm>
                <a:off x="892558" y="5525669"/>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S</a:t>
                </a:r>
                <a:r>
                  <a:rPr lang="en-US" altLang="zh-CN" sz="2400" b="1" dirty="0" err="1">
                    <a:ea typeface="宋体" panose="02010600030101010101" pitchFamily="2" charset="-122"/>
                  </a:rPr>
                  <a:t>.</a:t>
                </a:r>
                <a:r>
                  <a:rPr lang="en-US" altLang="zh-CN" sz="2400" b="1" i="1" dirty="0" err="1">
                    <a:ea typeface="宋体" panose="02010600030101010101" pitchFamily="2" charset="-122"/>
                  </a:rPr>
                  <a:t>next</a:t>
                </a:r>
                <a:r>
                  <a:rPr lang="en-US" altLang="zh-CN" sz="2400" b="1" dirty="0">
                    <a:ea typeface="宋体" panose="02010600030101010101" pitchFamily="2" charset="-122"/>
                  </a:rPr>
                  <a:t>:</a:t>
                </a:r>
              </a:p>
            </p:txBody>
          </p:sp>
          <p:sp>
            <p:nvSpPr>
              <p:cNvPr id="40" name="Line 10">
                <a:extLst>
                  <a:ext uri="{FF2B5EF4-FFF2-40B4-BE49-F238E27FC236}">
                    <a16:creationId xmlns:a16="http://schemas.microsoft.com/office/drawing/2014/main" id="{DBD4CFF4-F801-414C-B2C3-958FB62EC782}"/>
                  </a:ext>
                </a:extLst>
              </p:cNvPr>
              <p:cNvSpPr>
                <a:spLocks noChangeShapeType="1"/>
              </p:cNvSpPr>
              <p:nvPr/>
            </p:nvSpPr>
            <p:spPr bwMode="auto">
              <a:xfrm>
                <a:off x="2455196" y="4892328"/>
                <a:ext cx="18466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41" name="Line 10">
                <a:extLst>
                  <a:ext uri="{FF2B5EF4-FFF2-40B4-BE49-F238E27FC236}">
                    <a16:creationId xmlns:a16="http://schemas.microsoft.com/office/drawing/2014/main" id="{C216E24A-A0FA-45FB-8106-C207A8899C5E}"/>
                  </a:ext>
                </a:extLst>
              </p:cNvPr>
              <p:cNvSpPr>
                <a:spLocks noChangeShapeType="1"/>
              </p:cNvSpPr>
              <p:nvPr/>
            </p:nvSpPr>
            <p:spPr bwMode="auto">
              <a:xfrm>
                <a:off x="2466810" y="5658313"/>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42" name="Rectangle 32">
                <a:extLst>
                  <a:ext uri="{FF2B5EF4-FFF2-40B4-BE49-F238E27FC236}">
                    <a16:creationId xmlns:a16="http://schemas.microsoft.com/office/drawing/2014/main" id="{647DDE74-0AA2-47A1-9D99-88C1D203801A}"/>
                  </a:ext>
                </a:extLst>
              </p:cNvPr>
              <p:cNvSpPr>
                <a:spLocks noChangeArrowheads="1"/>
              </p:cNvSpPr>
              <p:nvPr/>
            </p:nvSpPr>
            <p:spPr bwMode="auto">
              <a:xfrm>
                <a:off x="903117" y="4789934"/>
                <a:ext cx="143697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false</a:t>
                </a:r>
                <a:r>
                  <a:rPr lang="en-US" altLang="zh-CN" sz="2400" b="1" dirty="0">
                    <a:ea typeface="宋体" panose="02010600030101010101" pitchFamily="2" charset="-122"/>
                  </a:rPr>
                  <a:t>:</a:t>
                </a:r>
              </a:p>
            </p:txBody>
          </p:sp>
          <p:sp>
            <p:nvSpPr>
              <p:cNvPr id="43" name="Rectangle 37">
                <a:extLst>
                  <a:ext uri="{FF2B5EF4-FFF2-40B4-BE49-F238E27FC236}">
                    <a16:creationId xmlns:a16="http://schemas.microsoft.com/office/drawing/2014/main" id="{A851ACAE-C42B-4C64-B444-7A06FCB4DBCF}"/>
                  </a:ext>
                </a:extLst>
              </p:cNvPr>
              <p:cNvSpPr>
                <a:spLocks noChangeArrowheads="1"/>
              </p:cNvSpPr>
              <p:nvPr/>
            </p:nvSpPr>
            <p:spPr bwMode="auto">
              <a:xfrm>
                <a:off x="2238859" y="4350574"/>
                <a:ext cx="2256955"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800" b="1" dirty="0">
                    <a:ea typeface="宋体" panose="02010600030101010101" pitchFamily="2" charset="-122"/>
                  </a:rPr>
                  <a:t> </a:t>
                </a:r>
                <a:r>
                  <a:rPr lang="en-US" altLang="zh-CN" sz="2000" b="1" dirty="0" err="1">
                    <a:ea typeface="宋体" panose="02010600030101010101" pitchFamily="2" charset="-122"/>
                  </a:rPr>
                  <a:t>goto</a:t>
                </a:r>
                <a:r>
                  <a:rPr lang="en-US" altLang="zh-CN" sz="2000" b="1" dirty="0">
                    <a:ea typeface="宋体" panose="02010600030101010101" pitchFamily="2" charset="-122"/>
                  </a:rPr>
                  <a:t> </a:t>
                </a:r>
                <a:r>
                  <a:rPr lang="en-US" altLang="zh-CN" sz="2000" b="1" i="1" dirty="0" err="1">
                    <a:ea typeface="宋体" panose="02010600030101010101" pitchFamily="2" charset="-122"/>
                  </a:rPr>
                  <a:t>S</a:t>
                </a:r>
                <a:r>
                  <a:rPr lang="en-US" altLang="zh-CN" sz="2000" b="1" dirty="0" err="1">
                    <a:ea typeface="宋体" panose="02010600030101010101" pitchFamily="2" charset="-122"/>
                  </a:rPr>
                  <a:t>.</a:t>
                </a:r>
                <a:r>
                  <a:rPr lang="en-US" altLang="zh-CN" sz="2000" b="1" i="1" dirty="0" err="1">
                    <a:ea typeface="宋体" panose="02010600030101010101" pitchFamily="2" charset="-122"/>
                  </a:rPr>
                  <a:t>next</a:t>
                </a:r>
                <a:endParaRPr lang="en-US" altLang="zh-CN" sz="2000" b="1" i="1" dirty="0">
                  <a:ea typeface="宋体" panose="02010600030101010101" pitchFamily="2" charset="-122"/>
                </a:endParaRPr>
              </a:p>
            </p:txBody>
          </p:sp>
          <p:sp>
            <p:nvSpPr>
              <p:cNvPr id="44" name="Rectangle 12">
                <a:extLst>
                  <a:ext uri="{FF2B5EF4-FFF2-40B4-BE49-F238E27FC236}">
                    <a16:creationId xmlns:a16="http://schemas.microsoft.com/office/drawing/2014/main" id="{0D884416-48F4-4A7F-A399-5878FCCB212B}"/>
                  </a:ext>
                </a:extLst>
              </p:cNvPr>
              <p:cNvSpPr>
                <a:spLocks noChangeArrowheads="1"/>
              </p:cNvSpPr>
              <p:nvPr/>
            </p:nvSpPr>
            <p:spPr bwMode="auto">
              <a:xfrm>
                <a:off x="2641805" y="4998873"/>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a:ea typeface="宋体" panose="02010600030101010101" pitchFamily="2" charset="-122"/>
                  </a:rPr>
                  <a:t>S</a:t>
                </a:r>
                <a:r>
                  <a:rPr lang="en-US" altLang="zh-CN" sz="2400" b="1" baseline="-25000" dirty="0">
                    <a:ea typeface="宋体" panose="02010600030101010101" pitchFamily="2" charset="-122"/>
                  </a:rPr>
                  <a:t>2</a:t>
                </a:r>
                <a:r>
                  <a:rPr lang="en-US" altLang="zh-CN" sz="2400" b="1" dirty="0">
                    <a:ea typeface="宋体" panose="02010600030101010101" pitchFamily="2" charset="-122"/>
                  </a:rPr>
                  <a:t>.</a:t>
                </a:r>
                <a:r>
                  <a:rPr lang="en-US" altLang="zh-CN" sz="2400" b="1" i="1" dirty="0">
                    <a:ea typeface="宋体" panose="02010600030101010101" pitchFamily="2" charset="-122"/>
                  </a:rPr>
                  <a:t>code</a:t>
                </a:r>
              </a:p>
            </p:txBody>
          </p:sp>
        </p:grpSp>
      </p:grpSp>
      <p:sp>
        <p:nvSpPr>
          <p:cNvPr id="3" name="日期占位符 2">
            <a:extLst>
              <a:ext uri="{FF2B5EF4-FFF2-40B4-BE49-F238E27FC236}">
                <a16:creationId xmlns:a16="http://schemas.microsoft.com/office/drawing/2014/main" id="{C4BB8210-E0F6-66EA-A731-A1F879011A1B}"/>
              </a:ext>
            </a:extLst>
          </p:cNvPr>
          <p:cNvSpPr>
            <a:spLocks noGrp="1"/>
          </p:cNvSpPr>
          <p:nvPr>
            <p:ph type="dt" sz="half" idx="10"/>
          </p:nvPr>
        </p:nvSpPr>
        <p:spPr/>
        <p:txBody>
          <a:bodyPr/>
          <a:lstStyle/>
          <a:p>
            <a:fld id="{FD6F6968-2CF3-4B2E-ACAA-9C3034871392}"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83EE8B20-59A1-0FAE-DD7D-348C46DDFD8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5" name="灯片编号占位符 4">
            <a:extLst>
              <a:ext uri="{FF2B5EF4-FFF2-40B4-BE49-F238E27FC236}">
                <a16:creationId xmlns:a16="http://schemas.microsoft.com/office/drawing/2014/main" id="{63BD28FC-1702-28AE-B9AD-BF19D6B21D2B}"/>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827B17F-26C5-4032-B35A-AE48422B0374}"/>
              </a:ext>
            </a:extLst>
          </p:cNvPr>
          <p:cNvSpPr>
            <a:spLocks noGrp="1" noChangeArrowheads="1"/>
          </p:cNvSpPr>
          <p:nvPr>
            <p:ph type="title"/>
          </p:nvPr>
        </p:nvSpPr>
        <p:spPr/>
        <p:txBody>
          <a:bodyPr/>
          <a:lstStyle/>
          <a:p>
            <a:pPr eaLnBrk="1" hangingPunct="1"/>
            <a:r>
              <a:rPr lang="en-US" altLang="zh-CN" dirty="0"/>
              <a:t>7.4.2 </a:t>
            </a:r>
            <a:r>
              <a:rPr lang="zh-CN" altLang="en-US" dirty="0"/>
              <a:t>控制流语句的翻译</a:t>
            </a:r>
          </a:p>
        </p:txBody>
      </p:sp>
      <p:sp>
        <p:nvSpPr>
          <p:cNvPr id="19459" name="Rectangle 3">
            <a:extLst>
              <a:ext uri="{FF2B5EF4-FFF2-40B4-BE49-F238E27FC236}">
                <a16:creationId xmlns:a16="http://schemas.microsoft.com/office/drawing/2014/main" id="{87C11DE4-2BA8-4A31-AEBB-958613D0DDB0}"/>
              </a:ext>
            </a:extLst>
          </p:cNvPr>
          <p:cNvSpPr>
            <a:spLocks noGrp="1" noChangeArrowheads="1"/>
          </p:cNvSpPr>
          <p:nvPr>
            <p:ph idx="1"/>
          </p:nvPr>
        </p:nvSpPr>
        <p:spPr>
          <a:xfrm>
            <a:off x="628650" y="1257300"/>
            <a:ext cx="8205788" cy="5371564"/>
          </a:xfrm>
        </p:spPr>
        <p:txBody>
          <a:bodyPr>
            <a:normAutofit lnSpcReduction="10000"/>
          </a:bodyPr>
          <a:lstStyle/>
          <a:p>
            <a:pPr algn="just" eaLnBrk="1" hangingPunct="1">
              <a:lnSpc>
                <a:spcPct val="110000"/>
              </a:lnSpc>
              <a:spcBef>
                <a:spcPct val="0"/>
              </a:spcBef>
              <a:buFont typeface="Wingdings" panose="05000000000000000000" pitchFamily="2" charset="2"/>
              <a:buNone/>
            </a:pPr>
            <a:r>
              <a:rPr lang="en-US" altLang="zh-CN" b="1" i="1" dirty="0">
                <a:solidFill>
                  <a:srgbClr val="0070C0"/>
                </a:solidFill>
              </a:rPr>
              <a:t>S </a:t>
            </a:r>
            <a:r>
              <a:rPr lang="en-US" altLang="zh-CN" b="1" dirty="0">
                <a:solidFill>
                  <a:srgbClr val="0070C0"/>
                </a:solidFill>
                <a:sym typeface="Symbol" panose="05050102010706020507" pitchFamily="18" charset="2"/>
              </a:rPr>
              <a:t></a:t>
            </a:r>
            <a:r>
              <a:rPr lang="en-US" altLang="zh-CN" b="1" dirty="0">
                <a:solidFill>
                  <a:srgbClr val="0070C0"/>
                </a:solidFill>
              </a:rPr>
              <a:t> while</a:t>
            </a:r>
            <a:r>
              <a:rPr lang="en-US" altLang="zh-CN" b="1" i="1" dirty="0">
                <a:solidFill>
                  <a:srgbClr val="0070C0"/>
                </a:solidFill>
              </a:rPr>
              <a:t> B</a:t>
            </a:r>
            <a:r>
              <a:rPr lang="en-US" altLang="zh-CN" b="1" dirty="0">
                <a:solidFill>
                  <a:srgbClr val="0070C0"/>
                </a:solidFill>
              </a:rPr>
              <a:t> do</a:t>
            </a:r>
            <a:r>
              <a:rPr lang="en-US" altLang="zh-CN" b="1" i="1" dirty="0">
                <a:solidFill>
                  <a:srgbClr val="0070C0"/>
                </a:solidFill>
              </a:rPr>
              <a:t> S</a:t>
            </a:r>
            <a:r>
              <a:rPr lang="en-US" altLang="zh-CN" b="1" baseline="-30000" dirty="0">
                <a:solidFill>
                  <a:srgbClr val="0070C0"/>
                </a:solidFill>
              </a:rPr>
              <a:t>1</a:t>
            </a:r>
            <a:r>
              <a:rPr lang="en-US" altLang="zh-CN" b="1" dirty="0">
                <a:solidFill>
                  <a:srgbClr val="0070C0"/>
                </a:solidFill>
              </a:rPr>
              <a:t> </a:t>
            </a:r>
          </a:p>
          <a:p>
            <a:pPr algn="just" eaLnBrk="1" hangingPunct="1">
              <a:lnSpc>
                <a:spcPct val="110000"/>
              </a:lnSpc>
              <a:spcBef>
                <a:spcPct val="0"/>
              </a:spcBef>
              <a:buFont typeface="Wingdings" panose="05000000000000000000" pitchFamily="2" charset="2"/>
              <a:buNone/>
            </a:pPr>
            <a:endParaRPr lang="en-US" altLang="zh-CN" b="1" dirty="0">
              <a:solidFill>
                <a:schemeClr val="tx2"/>
              </a:solidFill>
            </a:endParaRPr>
          </a:p>
          <a:p>
            <a:pPr algn="just" eaLnBrk="1" hangingPunct="1">
              <a:lnSpc>
                <a:spcPct val="110000"/>
              </a:lnSpc>
              <a:spcBef>
                <a:spcPct val="0"/>
              </a:spcBef>
              <a:buFont typeface="Wingdings" panose="05000000000000000000" pitchFamily="2" charset="2"/>
              <a:buNone/>
            </a:pPr>
            <a:r>
              <a:rPr lang="zh-CN" altLang="en-US" dirty="0"/>
              <a:t>语义规则：</a:t>
            </a:r>
          </a:p>
          <a:p>
            <a:pPr algn="just" eaLnBrk="1" hangingPunct="1">
              <a:lnSpc>
                <a:spcPct val="110000"/>
              </a:lnSpc>
              <a:spcBef>
                <a:spcPct val="0"/>
              </a:spcBef>
              <a:buFont typeface="Wingdings" panose="05000000000000000000" pitchFamily="2" charset="2"/>
              <a:buNone/>
            </a:pPr>
            <a:r>
              <a:rPr lang="zh-CN" altLang="en-US" b="1" i="1" dirty="0">
                <a:solidFill>
                  <a:schemeClr val="tx2"/>
                </a:solidFill>
              </a:rPr>
              <a:t>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begin</a:t>
            </a:r>
            <a:r>
              <a:rPr lang="en-US" altLang="zh-CN" b="1" dirty="0">
                <a:solidFill>
                  <a:srgbClr val="0070C0"/>
                </a:solidFill>
              </a:rPr>
              <a:t>= </a:t>
            </a:r>
            <a:r>
              <a:rPr lang="en-US" altLang="zh-CN" b="1" i="1" dirty="0" err="1">
                <a:solidFill>
                  <a:srgbClr val="0070C0"/>
                </a:solidFill>
              </a:rPr>
              <a:t>newLabel</a:t>
            </a:r>
            <a:r>
              <a:rPr lang="en-US" altLang="zh-CN" b="1" dirty="0">
                <a:solidFill>
                  <a:srgbClr val="0070C0"/>
                </a:solidFill>
              </a:rPr>
              <a:t>();</a:t>
            </a:r>
          </a:p>
          <a:p>
            <a:pPr algn="just" eaLnBrk="1" hangingPunct="1">
              <a:lnSpc>
                <a:spcPct val="110000"/>
              </a:lnSpc>
              <a:spcBef>
                <a:spcPct val="0"/>
              </a:spcBef>
              <a:buFont typeface="Wingdings" panose="05000000000000000000" pitchFamily="2" charset="2"/>
              <a:buNone/>
            </a:pPr>
            <a:r>
              <a:rPr lang="en-US" altLang="zh-CN" b="1" dirty="0">
                <a:solidFill>
                  <a:srgbClr val="0070C0"/>
                </a:solidFill>
              </a:rPr>
              <a:t>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true</a:t>
            </a:r>
            <a:r>
              <a:rPr lang="en-US" altLang="zh-CN" b="1" dirty="0">
                <a:solidFill>
                  <a:srgbClr val="0070C0"/>
                </a:solidFill>
              </a:rPr>
              <a:t> = </a:t>
            </a:r>
            <a:r>
              <a:rPr lang="en-US" altLang="zh-CN" b="1" i="1" dirty="0" err="1">
                <a:solidFill>
                  <a:srgbClr val="0070C0"/>
                </a:solidFill>
              </a:rPr>
              <a:t>newLabel</a:t>
            </a:r>
            <a:r>
              <a:rPr lang="en-US" altLang="zh-CN" b="1" dirty="0">
                <a:solidFill>
                  <a:srgbClr val="0070C0"/>
                </a:solidFill>
              </a:rPr>
              <a:t>();</a:t>
            </a:r>
          </a:p>
          <a:p>
            <a:pPr algn="just" eaLnBrk="1" hangingPunct="1">
              <a:lnSpc>
                <a:spcPct val="110000"/>
              </a:lnSpc>
              <a:spcBef>
                <a:spcPct val="0"/>
              </a:spcBef>
              <a:buFont typeface="Wingdings" panose="05000000000000000000" pitchFamily="2" charset="2"/>
              <a:buNone/>
            </a:pPr>
            <a:r>
              <a:rPr lang="en-US" altLang="zh-CN" b="1" dirty="0">
                <a:solidFill>
                  <a:srgbClr val="0070C0"/>
                </a:solidFill>
              </a:rPr>
              <a:t>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false</a:t>
            </a:r>
            <a:r>
              <a:rPr lang="en-US" altLang="zh-CN" b="1" dirty="0">
                <a:solidFill>
                  <a:srgbClr val="0070C0"/>
                </a:solidFill>
              </a:rPr>
              <a:t> =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next</a:t>
            </a:r>
            <a:r>
              <a:rPr lang="en-US" altLang="zh-CN" b="1" dirty="0">
                <a:solidFill>
                  <a:srgbClr val="0070C0"/>
                </a:solidFill>
              </a:rPr>
              <a:t>;</a:t>
            </a:r>
          </a:p>
          <a:p>
            <a:pPr algn="just" eaLnBrk="1" hangingPunct="1">
              <a:lnSpc>
                <a:spcPct val="110000"/>
              </a:lnSpc>
              <a:spcBef>
                <a:spcPct val="0"/>
              </a:spcBef>
              <a:buFont typeface="Wingdings" panose="05000000000000000000" pitchFamily="2" charset="2"/>
              <a:buNone/>
            </a:pPr>
            <a:r>
              <a:rPr lang="en-US" altLang="zh-CN" b="1" dirty="0">
                <a:solidFill>
                  <a:schemeClr val="tx2"/>
                </a:solidFill>
              </a:rPr>
              <a:t>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next</a:t>
            </a:r>
            <a:r>
              <a:rPr lang="en-US" altLang="zh-CN" b="1" dirty="0">
                <a:solidFill>
                  <a:srgbClr val="0070C0"/>
                </a:solidFill>
              </a:rPr>
              <a:t> = </a:t>
            </a:r>
            <a:r>
              <a:rPr lang="en-US" altLang="zh-CN" b="1" i="1" dirty="0" err="1">
                <a:solidFill>
                  <a:srgbClr val="FF00FF"/>
                </a:solidFill>
              </a:rPr>
              <a:t>S</a:t>
            </a:r>
            <a:r>
              <a:rPr lang="en-US" altLang="zh-CN" b="1" dirty="0" err="1">
                <a:solidFill>
                  <a:srgbClr val="FF00FF"/>
                </a:solidFill>
              </a:rPr>
              <a:t>.</a:t>
            </a:r>
            <a:r>
              <a:rPr lang="en-US" altLang="zh-CN" b="1" i="1" dirty="0" err="1">
                <a:solidFill>
                  <a:srgbClr val="FF00FF"/>
                </a:solidFill>
              </a:rPr>
              <a:t>begin</a:t>
            </a:r>
            <a:r>
              <a:rPr lang="en-US" altLang="zh-CN" b="1" dirty="0">
                <a:solidFill>
                  <a:schemeClr val="tx2"/>
                </a:solidFill>
              </a:rPr>
              <a:t>;</a:t>
            </a:r>
          </a:p>
          <a:p>
            <a:pPr algn="just" eaLnBrk="1" hangingPunct="1">
              <a:lnSpc>
                <a:spcPct val="110000"/>
              </a:lnSpc>
              <a:spcBef>
                <a:spcPct val="0"/>
              </a:spcBef>
              <a:buFont typeface="Wingdings" panose="05000000000000000000" pitchFamily="2" charset="2"/>
              <a:buNone/>
            </a:pPr>
            <a:r>
              <a:rPr lang="en-US" altLang="zh-CN" b="1" dirty="0">
                <a:solidFill>
                  <a:srgbClr val="0070C0"/>
                </a:solidFill>
              </a:rPr>
              <a:t>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code</a:t>
            </a:r>
            <a:r>
              <a:rPr lang="en-US" altLang="zh-CN" b="1" dirty="0">
                <a:solidFill>
                  <a:srgbClr val="0070C0"/>
                </a:solidFill>
              </a:rPr>
              <a:t> = </a:t>
            </a:r>
            <a:r>
              <a:rPr lang="en-US" altLang="zh-CN" b="1" i="1" dirty="0">
                <a:solidFill>
                  <a:srgbClr val="0070C0"/>
                </a:solidFill>
              </a:rPr>
              <a:t>gen</a:t>
            </a:r>
            <a:r>
              <a:rPr lang="en-US" altLang="zh-CN" b="1" dirty="0">
                <a:solidFill>
                  <a:srgbClr val="0070C0"/>
                </a:solidFill>
              </a:rPr>
              <a:t>(</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begin</a:t>
            </a:r>
            <a:r>
              <a:rPr lang="en-US" altLang="zh-CN" b="1" dirty="0">
                <a:solidFill>
                  <a:srgbClr val="0070C0"/>
                </a:solidFill>
              </a:rPr>
              <a:t>, ‘:’) || </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code</a:t>
            </a:r>
            <a:r>
              <a:rPr lang="en-US" altLang="zh-CN" b="1" dirty="0">
                <a:solidFill>
                  <a:srgbClr val="0070C0"/>
                </a:solidFill>
              </a:rPr>
              <a:t> ||</a:t>
            </a:r>
          </a:p>
          <a:p>
            <a:pPr algn="just" eaLnBrk="1" hangingPunct="1">
              <a:lnSpc>
                <a:spcPct val="110000"/>
              </a:lnSpc>
              <a:spcBef>
                <a:spcPct val="0"/>
              </a:spcBef>
              <a:buFont typeface="Wingdings" panose="05000000000000000000" pitchFamily="2" charset="2"/>
              <a:buNone/>
            </a:pPr>
            <a:r>
              <a:rPr lang="en-US" altLang="zh-CN" b="1" dirty="0">
                <a:solidFill>
                  <a:srgbClr val="0070C0"/>
                </a:solidFill>
              </a:rPr>
              <a:t> 			</a:t>
            </a:r>
            <a:r>
              <a:rPr lang="en-US" altLang="zh-CN" b="1" i="1" dirty="0">
                <a:solidFill>
                  <a:srgbClr val="0070C0"/>
                </a:solidFill>
              </a:rPr>
              <a:t>gen</a:t>
            </a:r>
            <a:r>
              <a:rPr lang="en-US" altLang="zh-CN" b="1" dirty="0">
                <a:solidFill>
                  <a:srgbClr val="0070C0"/>
                </a:solidFill>
              </a:rPr>
              <a:t>(</a:t>
            </a:r>
            <a:r>
              <a:rPr lang="en-US" altLang="zh-CN" b="1" i="1" dirty="0" err="1">
                <a:solidFill>
                  <a:srgbClr val="0070C0"/>
                </a:solidFill>
              </a:rPr>
              <a:t>B</a:t>
            </a:r>
            <a:r>
              <a:rPr lang="en-US" altLang="zh-CN" b="1" dirty="0" err="1">
                <a:solidFill>
                  <a:srgbClr val="0070C0"/>
                </a:solidFill>
              </a:rPr>
              <a:t>.</a:t>
            </a:r>
            <a:r>
              <a:rPr lang="en-US" altLang="zh-CN" b="1" i="1" dirty="0" err="1">
                <a:solidFill>
                  <a:srgbClr val="0070C0"/>
                </a:solidFill>
              </a:rPr>
              <a:t>true</a:t>
            </a:r>
            <a:r>
              <a:rPr lang="en-US" altLang="zh-CN" b="1" dirty="0">
                <a:solidFill>
                  <a:srgbClr val="0070C0"/>
                </a:solidFill>
              </a:rPr>
              <a:t>, ‘:’) ||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code</a:t>
            </a:r>
            <a:endParaRPr lang="en-US" altLang="zh-CN" b="1" dirty="0">
              <a:solidFill>
                <a:srgbClr val="0070C0"/>
              </a:solidFill>
            </a:endParaRPr>
          </a:p>
          <a:p>
            <a:pPr algn="just" eaLnBrk="1" hangingPunct="1">
              <a:lnSpc>
                <a:spcPct val="110000"/>
              </a:lnSpc>
              <a:spcBef>
                <a:spcPct val="0"/>
              </a:spcBef>
              <a:buFont typeface="Wingdings" panose="05000000000000000000" pitchFamily="2" charset="2"/>
              <a:buNone/>
            </a:pPr>
            <a:r>
              <a:rPr lang="en-US" altLang="zh-CN" b="1" dirty="0">
                <a:solidFill>
                  <a:srgbClr val="0070C0"/>
                </a:solidFill>
              </a:rPr>
              <a:t>			|| </a:t>
            </a:r>
            <a:r>
              <a:rPr lang="en-US" altLang="zh-CN" b="1" i="1" dirty="0">
                <a:solidFill>
                  <a:srgbClr val="0070C0"/>
                </a:solidFill>
              </a:rPr>
              <a:t>gen</a:t>
            </a:r>
            <a:r>
              <a:rPr lang="en-US" altLang="zh-CN" b="1" dirty="0">
                <a:solidFill>
                  <a:srgbClr val="0070C0"/>
                </a:solidFill>
              </a:rPr>
              <a:t>(‘</a:t>
            </a:r>
            <a:r>
              <a:rPr lang="en-US" altLang="zh-CN" b="1" dirty="0" err="1">
                <a:solidFill>
                  <a:srgbClr val="0070C0"/>
                </a:solidFill>
              </a:rPr>
              <a:t>goto</a:t>
            </a:r>
            <a:r>
              <a:rPr lang="en-US" altLang="zh-CN" b="1" dirty="0">
                <a:solidFill>
                  <a:srgbClr val="0070C0"/>
                </a:solidFill>
              </a:rPr>
              <a:t>’,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begin</a:t>
            </a:r>
            <a:r>
              <a:rPr lang="en-US" altLang="zh-CN" b="1" dirty="0">
                <a:solidFill>
                  <a:srgbClr val="0070C0"/>
                </a:solidFill>
              </a:rPr>
              <a:t>) </a:t>
            </a:r>
          </a:p>
        </p:txBody>
      </p:sp>
      <p:grpSp>
        <p:nvGrpSpPr>
          <p:cNvPr id="2" name="组合 1">
            <a:extLst>
              <a:ext uri="{FF2B5EF4-FFF2-40B4-BE49-F238E27FC236}">
                <a16:creationId xmlns:a16="http://schemas.microsoft.com/office/drawing/2014/main" id="{E4A5D01C-ABB6-4C3C-8735-36237E874F1D}"/>
              </a:ext>
            </a:extLst>
          </p:cNvPr>
          <p:cNvGrpSpPr/>
          <p:nvPr/>
        </p:nvGrpSpPr>
        <p:grpSpPr>
          <a:xfrm>
            <a:off x="4653129" y="1116097"/>
            <a:ext cx="4490871" cy="2919935"/>
            <a:chOff x="4653129" y="1116097"/>
            <a:chExt cx="4490871" cy="2919935"/>
          </a:xfrm>
        </p:grpSpPr>
        <p:sp>
          <p:nvSpPr>
            <p:cNvPr id="19477" name="Rectangle 21">
              <a:extLst>
                <a:ext uri="{FF2B5EF4-FFF2-40B4-BE49-F238E27FC236}">
                  <a16:creationId xmlns:a16="http://schemas.microsoft.com/office/drawing/2014/main" id="{0719DEB8-E259-4E26-8082-3F6AC648E330}"/>
                </a:ext>
              </a:extLst>
            </p:cNvPr>
            <p:cNvSpPr>
              <a:spLocks noChangeArrowheads="1"/>
            </p:cNvSpPr>
            <p:nvPr/>
          </p:nvSpPr>
          <p:spPr bwMode="auto">
            <a:xfrm>
              <a:off x="5859029" y="3583594"/>
              <a:ext cx="198120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dirty="0">
                  <a:ea typeface="宋体" panose="02010600030101010101" pitchFamily="2" charset="-122"/>
                </a:rPr>
                <a:t>(c) while-do</a:t>
              </a:r>
            </a:p>
          </p:txBody>
        </p:sp>
        <p:grpSp>
          <p:nvGrpSpPr>
            <p:cNvPr id="22" name="组合 21">
              <a:extLst>
                <a:ext uri="{FF2B5EF4-FFF2-40B4-BE49-F238E27FC236}">
                  <a16:creationId xmlns:a16="http://schemas.microsoft.com/office/drawing/2014/main" id="{21A41B07-DD5A-4849-BBFA-2183CDF1679C}"/>
                </a:ext>
              </a:extLst>
            </p:cNvPr>
            <p:cNvGrpSpPr/>
            <p:nvPr/>
          </p:nvGrpSpPr>
          <p:grpSpPr>
            <a:xfrm>
              <a:off x="4653129" y="1116097"/>
              <a:ext cx="4490871" cy="2374547"/>
              <a:chOff x="903116" y="2480378"/>
              <a:chExt cx="5730884" cy="3030204"/>
            </a:xfrm>
          </p:grpSpPr>
          <p:sp>
            <p:nvSpPr>
              <p:cNvPr id="23" name="Line 6">
                <a:extLst>
                  <a:ext uri="{FF2B5EF4-FFF2-40B4-BE49-F238E27FC236}">
                    <a16:creationId xmlns:a16="http://schemas.microsoft.com/office/drawing/2014/main" id="{5187DF5A-A593-4C4C-A8DF-BE1F763E00A3}"/>
                  </a:ext>
                </a:extLst>
              </p:cNvPr>
              <p:cNvSpPr>
                <a:spLocks noChangeShapeType="1"/>
              </p:cNvSpPr>
              <p:nvPr/>
            </p:nvSpPr>
            <p:spPr bwMode="auto">
              <a:xfrm>
                <a:off x="2455197" y="2776012"/>
                <a:ext cx="0" cy="27345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4" name="Line 7">
                <a:extLst>
                  <a:ext uri="{FF2B5EF4-FFF2-40B4-BE49-F238E27FC236}">
                    <a16:creationId xmlns:a16="http://schemas.microsoft.com/office/drawing/2014/main" id="{2A7F6A1B-53C3-477B-A296-15C77F207344}"/>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5" name="Line 8">
                <a:extLst>
                  <a:ext uri="{FF2B5EF4-FFF2-40B4-BE49-F238E27FC236}">
                    <a16:creationId xmlns:a16="http://schemas.microsoft.com/office/drawing/2014/main" id="{5C8F5EBD-F29E-44D2-8C14-866D1EB678B5}"/>
                  </a:ext>
                </a:extLst>
              </p:cNvPr>
              <p:cNvSpPr>
                <a:spLocks noChangeShapeType="1"/>
              </p:cNvSpPr>
              <p:nvPr/>
            </p:nvSpPr>
            <p:spPr bwMode="auto">
              <a:xfrm>
                <a:off x="4313470" y="2776011"/>
                <a:ext cx="0" cy="26557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6" name="Line 9">
                <a:extLst>
                  <a:ext uri="{FF2B5EF4-FFF2-40B4-BE49-F238E27FC236}">
                    <a16:creationId xmlns:a16="http://schemas.microsoft.com/office/drawing/2014/main" id="{2870A12F-3257-43FD-8B78-E1B9421354BC}"/>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7" name="Line 10">
                <a:extLst>
                  <a:ext uri="{FF2B5EF4-FFF2-40B4-BE49-F238E27FC236}">
                    <a16:creationId xmlns:a16="http://schemas.microsoft.com/office/drawing/2014/main" id="{9410A1C5-C916-403F-B9BC-EC7CBD4344DA}"/>
                  </a:ext>
                </a:extLst>
              </p:cNvPr>
              <p:cNvSpPr>
                <a:spLocks noChangeShapeType="1"/>
              </p:cNvSpPr>
              <p:nvPr/>
            </p:nvSpPr>
            <p:spPr bwMode="auto">
              <a:xfrm>
                <a:off x="2478425" y="4372438"/>
                <a:ext cx="1835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8" name="Rectangle 11">
                <a:extLst>
                  <a:ext uri="{FF2B5EF4-FFF2-40B4-BE49-F238E27FC236}">
                    <a16:creationId xmlns:a16="http://schemas.microsoft.com/office/drawing/2014/main" id="{306EBC7D-29B7-4A73-BEE8-95CFB474E833}"/>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code</a:t>
                </a:r>
                <a:endParaRPr lang="en-US" altLang="zh-CN" sz="2400" b="1" i="1" dirty="0">
                  <a:ea typeface="宋体" panose="02010600030101010101" pitchFamily="2" charset="-122"/>
                </a:endParaRPr>
              </a:p>
            </p:txBody>
          </p:sp>
          <p:sp>
            <p:nvSpPr>
              <p:cNvPr id="29" name="Rectangle 12">
                <a:extLst>
                  <a:ext uri="{FF2B5EF4-FFF2-40B4-BE49-F238E27FC236}">
                    <a16:creationId xmlns:a16="http://schemas.microsoft.com/office/drawing/2014/main" id="{BD3EB49B-D8EF-4FE6-A105-520389D621E2}"/>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a:ea typeface="宋体" panose="02010600030101010101" pitchFamily="2" charset="-122"/>
                  </a:rPr>
                  <a:t>S</a:t>
                </a:r>
                <a:r>
                  <a:rPr lang="en-US" altLang="zh-CN" sz="2400" b="1" baseline="-25000" dirty="0">
                    <a:ea typeface="宋体" panose="02010600030101010101" pitchFamily="2" charset="-122"/>
                  </a:rPr>
                  <a:t>1</a:t>
                </a:r>
                <a:r>
                  <a:rPr lang="en-US" altLang="zh-CN" sz="2400" b="1" dirty="0">
                    <a:ea typeface="宋体" panose="02010600030101010101" pitchFamily="2" charset="-122"/>
                  </a:rPr>
                  <a:t>.</a:t>
                </a:r>
                <a:r>
                  <a:rPr lang="en-US" altLang="zh-CN" sz="2400" b="1" i="1" dirty="0">
                    <a:ea typeface="宋体" panose="02010600030101010101" pitchFamily="2" charset="-122"/>
                  </a:rPr>
                  <a:t>code</a:t>
                </a:r>
              </a:p>
            </p:txBody>
          </p:sp>
          <p:sp>
            <p:nvSpPr>
              <p:cNvPr id="30" name="Rectangle 13">
                <a:extLst>
                  <a:ext uri="{FF2B5EF4-FFF2-40B4-BE49-F238E27FC236}">
                    <a16:creationId xmlns:a16="http://schemas.microsoft.com/office/drawing/2014/main" id="{EE71787F-B75D-4F00-97C2-A0FB3D333F6E}"/>
                  </a:ext>
                </a:extLst>
              </p:cNvPr>
              <p:cNvSpPr>
                <a:spLocks noChangeArrowheads="1"/>
              </p:cNvSpPr>
              <p:nvPr/>
            </p:nvSpPr>
            <p:spPr bwMode="auto">
              <a:xfrm>
                <a:off x="903116" y="3474976"/>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true</a:t>
                </a:r>
                <a:r>
                  <a:rPr lang="en-US" altLang="zh-CN" sz="2400" b="1" dirty="0">
                    <a:ea typeface="宋体" panose="02010600030101010101" pitchFamily="2" charset="-122"/>
                  </a:rPr>
                  <a:t>:</a:t>
                </a:r>
              </a:p>
            </p:txBody>
          </p:sp>
          <p:sp>
            <p:nvSpPr>
              <p:cNvPr id="31" name="Rectangle 14">
                <a:extLst>
                  <a:ext uri="{FF2B5EF4-FFF2-40B4-BE49-F238E27FC236}">
                    <a16:creationId xmlns:a16="http://schemas.microsoft.com/office/drawing/2014/main" id="{987AA632-F762-455A-B2C2-EB798FBA7188}"/>
                  </a:ext>
                </a:extLst>
              </p:cNvPr>
              <p:cNvSpPr>
                <a:spLocks noChangeArrowheads="1"/>
              </p:cNvSpPr>
              <p:nvPr/>
            </p:nvSpPr>
            <p:spPr bwMode="auto">
              <a:xfrm>
                <a:off x="2702341" y="4892328"/>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 . .</a:t>
                </a:r>
              </a:p>
            </p:txBody>
          </p:sp>
          <p:sp>
            <p:nvSpPr>
              <p:cNvPr id="32" name="Rectangle 15">
                <a:extLst>
                  <a:ext uri="{FF2B5EF4-FFF2-40B4-BE49-F238E27FC236}">
                    <a16:creationId xmlns:a16="http://schemas.microsoft.com/office/drawing/2014/main" id="{884D0CD2-CAC8-4C3C-8368-974769C0CCF1}"/>
                  </a:ext>
                </a:extLst>
              </p:cNvPr>
              <p:cNvSpPr>
                <a:spLocks noChangeArrowheads="1"/>
              </p:cNvSpPr>
              <p:nvPr/>
            </p:nvSpPr>
            <p:spPr bwMode="auto">
              <a:xfrm>
                <a:off x="4313470" y="2480378"/>
                <a:ext cx="2115898"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dirty="0"/>
                  <a:t>指向</a:t>
                </a: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true</a:t>
                </a:r>
                <a:endParaRPr lang="en-US" altLang="zh-CN" sz="2400" b="1" dirty="0">
                  <a:ea typeface="宋体" panose="02010600030101010101" pitchFamily="2" charset="-122"/>
                </a:endParaRPr>
              </a:p>
            </p:txBody>
          </p:sp>
          <p:sp>
            <p:nvSpPr>
              <p:cNvPr id="33" name="Rectangle 16">
                <a:extLst>
                  <a:ext uri="{FF2B5EF4-FFF2-40B4-BE49-F238E27FC236}">
                    <a16:creationId xmlns:a16="http://schemas.microsoft.com/office/drawing/2014/main" id="{20F2F2D2-0697-4EE4-844F-F8A9979D32E7}"/>
                  </a:ext>
                </a:extLst>
              </p:cNvPr>
              <p:cNvSpPr>
                <a:spLocks noChangeArrowheads="1"/>
              </p:cNvSpPr>
              <p:nvPr/>
            </p:nvSpPr>
            <p:spPr bwMode="auto">
              <a:xfrm>
                <a:off x="4216334" y="3037859"/>
                <a:ext cx="241766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dirty="0"/>
                  <a:t>指向</a:t>
                </a:r>
                <a:r>
                  <a:rPr lang="en-US" altLang="zh-CN" sz="2400" b="1" i="1" dirty="0" err="1">
                    <a:ea typeface="宋体" panose="02010600030101010101" pitchFamily="2" charset="-122"/>
                  </a:rPr>
                  <a:t>B</a:t>
                </a:r>
                <a:r>
                  <a:rPr lang="en-US" altLang="zh-CN" sz="2400" b="1" dirty="0" err="1">
                    <a:ea typeface="宋体" panose="02010600030101010101" pitchFamily="2" charset="-122"/>
                  </a:rPr>
                  <a:t>.</a:t>
                </a:r>
                <a:r>
                  <a:rPr lang="en-US" altLang="zh-CN" sz="2400" b="1" i="1" dirty="0" err="1">
                    <a:ea typeface="宋体" panose="02010600030101010101" pitchFamily="2" charset="-122"/>
                  </a:rPr>
                  <a:t>false</a:t>
                </a:r>
                <a:endParaRPr lang="en-US" altLang="zh-CN" sz="2400" b="1" dirty="0">
                  <a:ea typeface="宋体" panose="02010600030101010101" pitchFamily="2" charset="-122"/>
                </a:endParaRPr>
              </a:p>
            </p:txBody>
          </p:sp>
          <p:sp>
            <p:nvSpPr>
              <p:cNvPr id="34" name="Line 17">
                <a:extLst>
                  <a:ext uri="{FF2B5EF4-FFF2-40B4-BE49-F238E27FC236}">
                    <a16:creationId xmlns:a16="http://schemas.microsoft.com/office/drawing/2014/main" id="{FFEEC027-943D-408F-BEC4-951F32E12B4B}"/>
                  </a:ext>
                </a:extLst>
              </p:cNvPr>
              <p:cNvSpPr>
                <a:spLocks noChangeShapeType="1"/>
              </p:cNvSpPr>
              <p:nvPr/>
            </p:nvSpPr>
            <p:spPr bwMode="auto">
              <a:xfrm flipV="1">
                <a:off x="4140313" y="3523545"/>
                <a:ext cx="878457"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b="1"/>
              </a:p>
            </p:txBody>
          </p:sp>
          <p:sp>
            <p:nvSpPr>
              <p:cNvPr id="35" name="Line 18">
                <a:extLst>
                  <a:ext uri="{FF2B5EF4-FFF2-40B4-BE49-F238E27FC236}">
                    <a16:creationId xmlns:a16="http://schemas.microsoft.com/office/drawing/2014/main" id="{92A230F3-1EA3-4051-BBD4-AB6C1E356638}"/>
                  </a:ext>
                </a:extLst>
              </p:cNvPr>
              <p:cNvSpPr>
                <a:spLocks noChangeShapeType="1"/>
              </p:cNvSpPr>
              <p:nvPr/>
            </p:nvSpPr>
            <p:spPr bwMode="auto">
              <a:xfrm>
                <a:off x="4184658" y="3004073"/>
                <a:ext cx="834111" cy="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algn="ctr"/>
                <a:endParaRPr lang="zh-CN" altLang="en-US" b="1"/>
              </a:p>
            </p:txBody>
          </p:sp>
          <p:sp>
            <p:nvSpPr>
              <p:cNvPr id="36" name="Rectangle 13">
                <a:extLst>
                  <a:ext uri="{FF2B5EF4-FFF2-40B4-BE49-F238E27FC236}">
                    <a16:creationId xmlns:a16="http://schemas.microsoft.com/office/drawing/2014/main" id="{74EE7A3B-C065-42BB-9753-ED73C69F7FF0}"/>
                  </a:ext>
                </a:extLst>
              </p:cNvPr>
              <p:cNvSpPr>
                <a:spLocks noChangeArrowheads="1"/>
              </p:cNvSpPr>
              <p:nvPr/>
            </p:nvSpPr>
            <p:spPr bwMode="auto">
              <a:xfrm>
                <a:off x="1006589" y="2621860"/>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S</a:t>
                </a:r>
                <a:r>
                  <a:rPr lang="en-US" altLang="zh-CN" sz="2400" b="1" dirty="0" err="1">
                    <a:ea typeface="宋体" panose="02010600030101010101" pitchFamily="2" charset="-122"/>
                  </a:rPr>
                  <a:t>.</a:t>
                </a:r>
                <a:r>
                  <a:rPr lang="en-US" altLang="zh-CN" sz="2400" b="1" i="1" dirty="0" err="1">
                    <a:ea typeface="宋体" panose="02010600030101010101" pitchFamily="2" charset="-122"/>
                  </a:rPr>
                  <a:t>begin</a:t>
                </a:r>
                <a:r>
                  <a:rPr lang="en-US" altLang="zh-CN" sz="2400" b="1" dirty="0">
                    <a:ea typeface="宋体" panose="02010600030101010101" pitchFamily="2" charset="-122"/>
                  </a:rPr>
                  <a:t>:</a:t>
                </a:r>
              </a:p>
            </p:txBody>
          </p:sp>
          <p:sp>
            <p:nvSpPr>
              <p:cNvPr id="37" name="Rectangle 13">
                <a:extLst>
                  <a:ext uri="{FF2B5EF4-FFF2-40B4-BE49-F238E27FC236}">
                    <a16:creationId xmlns:a16="http://schemas.microsoft.com/office/drawing/2014/main" id="{ECF6535C-278D-42F6-9EE7-8E25FA4DD513}"/>
                  </a:ext>
                </a:extLst>
              </p:cNvPr>
              <p:cNvSpPr>
                <a:spLocks noChangeArrowheads="1"/>
              </p:cNvSpPr>
              <p:nvPr/>
            </p:nvSpPr>
            <p:spPr bwMode="auto">
              <a:xfrm>
                <a:off x="955368" y="4827811"/>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err="1">
                    <a:ea typeface="宋体" panose="02010600030101010101" pitchFamily="2" charset="-122"/>
                  </a:rPr>
                  <a:t>S</a:t>
                </a:r>
                <a:r>
                  <a:rPr lang="en-US" altLang="zh-CN" sz="2400" b="1" dirty="0" err="1">
                    <a:ea typeface="宋体" panose="02010600030101010101" pitchFamily="2" charset="-122"/>
                  </a:rPr>
                  <a:t>.</a:t>
                </a:r>
                <a:r>
                  <a:rPr lang="en-US" altLang="zh-CN" sz="2400" b="1" i="1" dirty="0" err="1">
                    <a:ea typeface="宋体" panose="02010600030101010101" pitchFamily="2" charset="-122"/>
                  </a:rPr>
                  <a:t>next</a:t>
                </a:r>
                <a:r>
                  <a:rPr lang="en-US" altLang="zh-CN" sz="2400" b="1" dirty="0">
                    <a:ea typeface="宋体" panose="02010600030101010101" pitchFamily="2" charset="-122"/>
                  </a:rPr>
                  <a:t>:</a:t>
                </a:r>
              </a:p>
            </p:txBody>
          </p:sp>
          <p:sp>
            <p:nvSpPr>
              <p:cNvPr id="38" name="Line 10">
                <a:extLst>
                  <a:ext uri="{FF2B5EF4-FFF2-40B4-BE49-F238E27FC236}">
                    <a16:creationId xmlns:a16="http://schemas.microsoft.com/office/drawing/2014/main" id="{E56325AA-E92A-44D9-B50E-2F7D7B380EC3}"/>
                  </a:ext>
                </a:extLst>
              </p:cNvPr>
              <p:cNvSpPr>
                <a:spLocks noChangeShapeType="1"/>
              </p:cNvSpPr>
              <p:nvPr/>
            </p:nvSpPr>
            <p:spPr bwMode="auto">
              <a:xfrm>
                <a:off x="2455196" y="4892328"/>
                <a:ext cx="18466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39" name="Rectangle 37">
                <a:extLst>
                  <a:ext uri="{FF2B5EF4-FFF2-40B4-BE49-F238E27FC236}">
                    <a16:creationId xmlns:a16="http://schemas.microsoft.com/office/drawing/2014/main" id="{918F1164-B4A3-4690-8BDA-9E1E629C0BB5}"/>
                  </a:ext>
                </a:extLst>
              </p:cNvPr>
              <p:cNvSpPr>
                <a:spLocks noChangeArrowheads="1"/>
              </p:cNvSpPr>
              <p:nvPr/>
            </p:nvSpPr>
            <p:spPr bwMode="auto">
              <a:xfrm>
                <a:off x="2139921" y="4350575"/>
                <a:ext cx="2417654"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800" b="1" dirty="0">
                    <a:ea typeface="宋体" panose="02010600030101010101" pitchFamily="2" charset="-122"/>
                  </a:rPr>
                  <a:t> </a:t>
                </a:r>
                <a:r>
                  <a:rPr lang="en-US" altLang="zh-CN" sz="2000" b="1" dirty="0" err="1">
                    <a:ea typeface="宋体" panose="02010600030101010101" pitchFamily="2" charset="-122"/>
                  </a:rPr>
                  <a:t>goto</a:t>
                </a:r>
                <a:r>
                  <a:rPr lang="en-US" altLang="zh-CN" sz="2000" b="1" dirty="0">
                    <a:ea typeface="宋体" panose="02010600030101010101" pitchFamily="2" charset="-122"/>
                  </a:rPr>
                  <a:t> </a:t>
                </a:r>
                <a:r>
                  <a:rPr lang="en-US" altLang="zh-CN" sz="2000" b="1" i="1" dirty="0" err="1">
                    <a:ea typeface="宋体" panose="02010600030101010101" pitchFamily="2" charset="-122"/>
                  </a:rPr>
                  <a:t>S</a:t>
                </a:r>
                <a:r>
                  <a:rPr lang="en-US" altLang="zh-CN" sz="2000" b="1" dirty="0" err="1">
                    <a:ea typeface="宋体" panose="02010600030101010101" pitchFamily="2" charset="-122"/>
                  </a:rPr>
                  <a:t>.</a:t>
                </a:r>
                <a:r>
                  <a:rPr lang="en-US" altLang="zh-CN" sz="2000" b="1" i="1" dirty="0" err="1">
                    <a:ea typeface="宋体" panose="02010600030101010101" pitchFamily="2" charset="-122"/>
                  </a:rPr>
                  <a:t>begin</a:t>
                </a:r>
                <a:endParaRPr lang="en-US" altLang="zh-CN" sz="2000" b="1" i="1" dirty="0">
                  <a:ea typeface="宋体" panose="02010600030101010101" pitchFamily="2" charset="-122"/>
                </a:endParaRPr>
              </a:p>
            </p:txBody>
          </p:sp>
        </p:grpSp>
      </p:grpSp>
      <p:sp>
        <p:nvSpPr>
          <p:cNvPr id="3" name="日期占位符 2">
            <a:extLst>
              <a:ext uri="{FF2B5EF4-FFF2-40B4-BE49-F238E27FC236}">
                <a16:creationId xmlns:a16="http://schemas.microsoft.com/office/drawing/2014/main" id="{4BF86671-E0E1-DB64-54B7-4DCE6A71A320}"/>
              </a:ext>
            </a:extLst>
          </p:cNvPr>
          <p:cNvSpPr>
            <a:spLocks noGrp="1"/>
          </p:cNvSpPr>
          <p:nvPr>
            <p:ph type="dt" sz="half" idx="10"/>
          </p:nvPr>
        </p:nvSpPr>
        <p:spPr/>
        <p:txBody>
          <a:bodyPr/>
          <a:lstStyle/>
          <a:p>
            <a:fld id="{9B19F962-5FE1-4CE2-ABF9-5DD634035421}"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16D6AC58-9EE5-368C-B848-F56EF201CC2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5" name="灯片编号占位符 4">
            <a:extLst>
              <a:ext uri="{FF2B5EF4-FFF2-40B4-BE49-F238E27FC236}">
                <a16:creationId xmlns:a16="http://schemas.microsoft.com/office/drawing/2014/main" id="{20978DE4-C4B6-B37F-CD46-3AE1927414F2}"/>
              </a:ext>
            </a:extLst>
          </p:cNvPr>
          <p:cNvSpPr>
            <a:spLocks noGrp="1"/>
          </p:cNvSpPr>
          <p:nvPr>
            <p:ph type="sldNum" sz="quarter" idx="12"/>
          </p:nvPr>
        </p:nvSpPr>
        <p:spPr/>
        <p:txBody>
          <a:bodyPr/>
          <a:lstStyle/>
          <a:p>
            <a:fld id="{094DEB03-EFC6-4C20-8FC8-295189A5386F}" type="slidenum">
              <a:rPr lang="zh-CN" altLang="en-US" smtClean="0"/>
              <a:pPr/>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ADC9863-E7A7-43A1-B3DD-3CE3A88BD57A}"/>
              </a:ext>
            </a:extLst>
          </p:cNvPr>
          <p:cNvSpPr>
            <a:spLocks noGrp="1" noChangeArrowheads="1"/>
          </p:cNvSpPr>
          <p:nvPr>
            <p:ph type="title"/>
          </p:nvPr>
        </p:nvSpPr>
        <p:spPr/>
        <p:txBody>
          <a:bodyPr/>
          <a:lstStyle/>
          <a:p>
            <a:pPr eaLnBrk="1" hangingPunct="1"/>
            <a:r>
              <a:rPr lang="en-US" altLang="zh-CN" dirty="0"/>
              <a:t>7.4.2 </a:t>
            </a:r>
            <a:r>
              <a:rPr lang="zh-CN" altLang="en-US" dirty="0"/>
              <a:t>控制流语句的翻译</a:t>
            </a:r>
          </a:p>
        </p:txBody>
      </p:sp>
      <p:sp>
        <p:nvSpPr>
          <p:cNvPr id="20483" name="Rectangle 3">
            <a:extLst>
              <a:ext uri="{FF2B5EF4-FFF2-40B4-BE49-F238E27FC236}">
                <a16:creationId xmlns:a16="http://schemas.microsoft.com/office/drawing/2014/main" id="{A6CB46DB-5EC7-491F-8A7D-BBC5F5515B1F}"/>
              </a:ext>
            </a:extLst>
          </p:cNvPr>
          <p:cNvSpPr>
            <a:spLocks noGrp="1" noChangeArrowheads="1"/>
          </p:cNvSpPr>
          <p:nvPr>
            <p:ph idx="1"/>
          </p:nvPr>
        </p:nvSpPr>
        <p:spPr/>
        <p:txBody>
          <a:bodyPr>
            <a:normAutofit/>
          </a:bodyPr>
          <a:lstStyle/>
          <a:p>
            <a:pPr algn="just" eaLnBrk="1" hangingPunct="1">
              <a:spcBef>
                <a:spcPct val="0"/>
              </a:spcBef>
              <a:buFont typeface="Wingdings" panose="05000000000000000000" pitchFamily="2" charset="2"/>
              <a:buNone/>
            </a:pPr>
            <a:r>
              <a:rPr lang="en-US" altLang="zh-CN" b="1" i="1" dirty="0">
                <a:solidFill>
                  <a:srgbClr val="0070C0"/>
                </a:solidFill>
              </a:rPr>
              <a:t>S </a:t>
            </a:r>
            <a:r>
              <a:rPr lang="en-US" altLang="zh-CN" b="1" dirty="0">
                <a:solidFill>
                  <a:srgbClr val="0070C0"/>
                </a:solidFill>
                <a:sym typeface="Symbol" panose="05050102010706020507" pitchFamily="18" charset="2"/>
              </a:rPr>
              <a:t></a:t>
            </a:r>
            <a:r>
              <a:rPr lang="en-US" altLang="zh-CN" b="1" dirty="0">
                <a:solidFill>
                  <a:srgbClr val="0070C0"/>
                </a:solidFill>
              </a:rPr>
              <a:t>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 </a:t>
            </a:r>
            <a:r>
              <a:rPr lang="en-US" altLang="zh-CN" b="1" i="1" dirty="0">
                <a:solidFill>
                  <a:srgbClr val="0070C0"/>
                </a:solidFill>
              </a:rPr>
              <a:t>S</a:t>
            </a:r>
            <a:r>
              <a:rPr lang="en-US" altLang="zh-CN" b="1" baseline="-30000" dirty="0">
                <a:solidFill>
                  <a:srgbClr val="0070C0"/>
                </a:solidFill>
              </a:rPr>
              <a:t>2</a:t>
            </a:r>
            <a:endParaRPr lang="en-US" altLang="zh-CN" b="1" dirty="0">
              <a:solidFill>
                <a:srgbClr val="0070C0"/>
              </a:solidFill>
            </a:endParaRPr>
          </a:p>
          <a:p>
            <a:pPr algn="just" eaLnBrk="1" hangingPunct="1">
              <a:spcBef>
                <a:spcPct val="0"/>
              </a:spcBef>
              <a:buFont typeface="Wingdings" panose="05000000000000000000" pitchFamily="2" charset="2"/>
              <a:buNone/>
            </a:pPr>
            <a:endParaRPr lang="en-US" altLang="zh-CN" dirty="0"/>
          </a:p>
          <a:p>
            <a:pPr algn="just" eaLnBrk="1" hangingPunct="1">
              <a:spcBef>
                <a:spcPct val="0"/>
              </a:spcBef>
              <a:buFont typeface="Wingdings" panose="05000000000000000000" pitchFamily="2" charset="2"/>
              <a:buNone/>
            </a:pPr>
            <a:r>
              <a:rPr lang="zh-CN" altLang="en-US" dirty="0"/>
              <a:t>语义规则：</a:t>
            </a:r>
            <a:r>
              <a:rPr lang="zh-CN" altLang="en-US" b="1" dirty="0">
                <a:solidFill>
                  <a:schemeClr val="tx2"/>
                </a:solidFill>
              </a:rPr>
              <a:t> </a:t>
            </a:r>
          </a:p>
          <a:p>
            <a:pPr algn="just" eaLnBrk="1" hangingPunct="1">
              <a:spcBef>
                <a:spcPct val="0"/>
              </a:spcBef>
              <a:buFont typeface="Wingdings" panose="05000000000000000000" pitchFamily="2" charset="2"/>
              <a:buNone/>
            </a:pPr>
            <a:r>
              <a:rPr lang="zh-CN" altLang="en-US" b="1" dirty="0">
                <a:solidFill>
                  <a:srgbClr val="0070C0"/>
                </a:solidFill>
              </a:rPr>
              <a:t>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next</a:t>
            </a:r>
            <a:r>
              <a:rPr lang="en-US" altLang="zh-CN" b="1" dirty="0">
                <a:solidFill>
                  <a:srgbClr val="0070C0"/>
                </a:solidFill>
              </a:rPr>
              <a:t> = </a:t>
            </a:r>
            <a:r>
              <a:rPr lang="en-US" altLang="zh-CN" b="1" i="1" dirty="0" err="1">
                <a:solidFill>
                  <a:srgbClr val="0070C0"/>
                </a:solidFill>
              </a:rPr>
              <a:t>newLabel</a:t>
            </a:r>
            <a:r>
              <a:rPr lang="en-US" altLang="zh-CN" b="1" dirty="0">
                <a:solidFill>
                  <a:srgbClr val="0070C0"/>
                </a:solidFill>
              </a:rPr>
              <a:t>(); </a:t>
            </a:r>
            <a:r>
              <a:rPr lang="en-US" altLang="zh-CN" b="1" i="1" dirty="0">
                <a:solidFill>
                  <a:srgbClr val="0070C0"/>
                </a:solidFill>
              </a:rPr>
              <a:t>S</a:t>
            </a:r>
            <a:r>
              <a:rPr lang="en-US" altLang="zh-CN" b="1" baseline="-30000" dirty="0">
                <a:solidFill>
                  <a:srgbClr val="0070C0"/>
                </a:solidFill>
              </a:rPr>
              <a:t>2</a:t>
            </a:r>
            <a:r>
              <a:rPr lang="en-US" altLang="zh-CN" b="1" dirty="0">
                <a:solidFill>
                  <a:srgbClr val="0070C0"/>
                </a:solidFill>
              </a:rPr>
              <a:t>.</a:t>
            </a:r>
            <a:r>
              <a:rPr lang="en-US" altLang="zh-CN" b="1" i="1" dirty="0">
                <a:solidFill>
                  <a:srgbClr val="0070C0"/>
                </a:solidFill>
              </a:rPr>
              <a:t>next</a:t>
            </a:r>
            <a:r>
              <a:rPr lang="en-US" altLang="zh-CN" b="1" dirty="0">
                <a:solidFill>
                  <a:srgbClr val="0070C0"/>
                </a:solidFill>
              </a:rPr>
              <a:t> = </a:t>
            </a:r>
            <a:r>
              <a:rPr lang="en-US" altLang="zh-CN" b="1" i="1" dirty="0" err="1">
                <a:solidFill>
                  <a:srgbClr val="FF00FF"/>
                </a:solidFill>
              </a:rPr>
              <a:t>S</a:t>
            </a:r>
            <a:r>
              <a:rPr lang="en-US" altLang="zh-CN" b="1" dirty="0" err="1">
                <a:solidFill>
                  <a:srgbClr val="FF00FF"/>
                </a:solidFill>
              </a:rPr>
              <a:t>.</a:t>
            </a:r>
            <a:r>
              <a:rPr lang="en-US" altLang="zh-CN" b="1" i="1" dirty="0" err="1">
                <a:solidFill>
                  <a:srgbClr val="FF00FF"/>
                </a:solidFill>
              </a:rPr>
              <a:t>next</a:t>
            </a:r>
            <a:r>
              <a:rPr lang="en-US" altLang="zh-CN" b="1" dirty="0">
                <a:solidFill>
                  <a:schemeClr val="tx2"/>
                </a:solidFill>
              </a:rPr>
              <a:t>; </a:t>
            </a:r>
          </a:p>
          <a:p>
            <a:pPr algn="just" eaLnBrk="1" hangingPunct="1">
              <a:spcBef>
                <a:spcPct val="0"/>
              </a:spcBef>
              <a:buFont typeface="Wingdings" panose="05000000000000000000" pitchFamily="2" charset="2"/>
              <a:buNone/>
            </a:pPr>
            <a:r>
              <a:rPr lang="en-US" altLang="zh-CN" b="1" dirty="0">
                <a:solidFill>
                  <a:schemeClr val="tx2"/>
                </a:solidFill>
              </a:rPr>
              <a:t> </a:t>
            </a:r>
            <a:r>
              <a:rPr lang="en-US" altLang="zh-CN" b="1" i="1" dirty="0" err="1">
                <a:solidFill>
                  <a:srgbClr val="0070C0"/>
                </a:solidFill>
              </a:rPr>
              <a:t>S</a:t>
            </a:r>
            <a:r>
              <a:rPr lang="en-US" altLang="zh-CN" b="1" dirty="0" err="1">
                <a:solidFill>
                  <a:srgbClr val="0070C0"/>
                </a:solidFill>
              </a:rPr>
              <a:t>.</a:t>
            </a:r>
            <a:r>
              <a:rPr lang="en-US" altLang="zh-CN" b="1" i="1" dirty="0" err="1">
                <a:solidFill>
                  <a:srgbClr val="0070C0"/>
                </a:solidFill>
              </a:rPr>
              <a:t>code</a:t>
            </a:r>
            <a:r>
              <a:rPr lang="en-US" altLang="zh-CN" b="1" dirty="0">
                <a:solidFill>
                  <a:srgbClr val="0070C0"/>
                </a:solidFill>
              </a:rPr>
              <a:t> = </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code</a:t>
            </a:r>
            <a:r>
              <a:rPr lang="en-US" altLang="zh-CN" b="1" dirty="0">
                <a:solidFill>
                  <a:srgbClr val="0070C0"/>
                </a:solidFill>
              </a:rPr>
              <a:t> || </a:t>
            </a:r>
            <a:r>
              <a:rPr lang="en-US" altLang="zh-CN" b="1" i="1" dirty="0">
                <a:solidFill>
                  <a:srgbClr val="0070C0"/>
                </a:solidFill>
              </a:rPr>
              <a:t>gen</a:t>
            </a:r>
            <a:r>
              <a:rPr lang="en-US" altLang="zh-CN" b="1" dirty="0">
                <a:solidFill>
                  <a:srgbClr val="0070C0"/>
                </a:solidFill>
              </a:rPr>
              <a:t>(</a:t>
            </a:r>
            <a:r>
              <a:rPr lang="en-US" altLang="zh-CN" b="1" i="1" dirty="0">
                <a:solidFill>
                  <a:srgbClr val="0070C0"/>
                </a:solidFill>
              </a:rPr>
              <a:t>S</a:t>
            </a:r>
            <a:r>
              <a:rPr lang="en-US" altLang="zh-CN" b="1" baseline="-30000" dirty="0">
                <a:solidFill>
                  <a:srgbClr val="0070C0"/>
                </a:solidFill>
              </a:rPr>
              <a:t>1</a:t>
            </a:r>
            <a:r>
              <a:rPr lang="en-US" altLang="zh-CN" b="1" dirty="0">
                <a:solidFill>
                  <a:srgbClr val="0070C0"/>
                </a:solidFill>
              </a:rPr>
              <a:t>.</a:t>
            </a:r>
            <a:r>
              <a:rPr lang="en-US" altLang="zh-CN" b="1" i="1" dirty="0">
                <a:solidFill>
                  <a:srgbClr val="0070C0"/>
                </a:solidFill>
              </a:rPr>
              <a:t>next</a:t>
            </a:r>
            <a:r>
              <a:rPr lang="en-US" altLang="zh-CN" b="1" dirty="0">
                <a:solidFill>
                  <a:srgbClr val="0070C0"/>
                </a:solidFill>
              </a:rPr>
              <a:t>, ‘:’) || </a:t>
            </a:r>
            <a:r>
              <a:rPr lang="en-US" altLang="zh-CN" b="1" i="1" dirty="0">
                <a:solidFill>
                  <a:srgbClr val="0070C0"/>
                </a:solidFill>
              </a:rPr>
              <a:t>S</a:t>
            </a:r>
            <a:r>
              <a:rPr lang="en-US" altLang="zh-CN" b="1" baseline="-30000" dirty="0">
                <a:solidFill>
                  <a:srgbClr val="0070C0"/>
                </a:solidFill>
              </a:rPr>
              <a:t>2</a:t>
            </a:r>
            <a:r>
              <a:rPr lang="en-US" altLang="zh-CN" b="1" dirty="0">
                <a:solidFill>
                  <a:srgbClr val="0070C0"/>
                </a:solidFill>
              </a:rPr>
              <a:t>.</a:t>
            </a:r>
            <a:r>
              <a:rPr lang="en-US" altLang="zh-CN" b="1" i="1" dirty="0">
                <a:solidFill>
                  <a:srgbClr val="0070C0"/>
                </a:solidFill>
              </a:rPr>
              <a:t>code</a:t>
            </a:r>
            <a:r>
              <a:rPr lang="en-US" altLang="zh-CN" b="1" dirty="0">
                <a:solidFill>
                  <a:srgbClr val="0070C0"/>
                </a:solidFill>
              </a:rPr>
              <a:t>  </a:t>
            </a:r>
          </a:p>
          <a:p>
            <a:pPr eaLnBrk="1" hangingPunct="1"/>
            <a:endParaRPr lang="en-US" altLang="zh-CN" dirty="0">
              <a:solidFill>
                <a:schemeClr val="tx2"/>
              </a:solidFill>
            </a:endParaRPr>
          </a:p>
        </p:txBody>
      </p:sp>
      <p:grpSp>
        <p:nvGrpSpPr>
          <p:cNvPr id="2" name="组合 1">
            <a:extLst>
              <a:ext uri="{FF2B5EF4-FFF2-40B4-BE49-F238E27FC236}">
                <a16:creationId xmlns:a16="http://schemas.microsoft.com/office/drawing/2014/main" id="{C20F7485-821D-434A-A9EE-344873C0AA50}"/>
              </a:ext>
            </a:extLst>
          </p:cNvPr>
          <p:cNvGrpSpPr/>
          <p:nvPr/>
        </p:nvGrpSpPr>
        <p:grpSpPr>
          <a:xfrm>
            <a:off x="4671187" y="4216531"/>
            <a:ext cx="2645694" cy="2169702"/>
            <a:chOff x="4185412" y="3854581"/>
            <a:chExt cx="2645694" cy="2169702"/>
          </a:xfrm>
        </p:grpSpPr>
        <p:sp>
          <p:nvSpPr>
            <p:cNvPr id="20494" name="Rectangle 14">
              <a:extLst>
                <a:ext uri="{FF2B5EF4-FFF2-40B4-BE49-F238E27FC236}">
                  <a16:creationId xmlns:a16="http://schemas.microsoft.com/office/drawing/2014/main" id="{72A58C01-D53B-475D-9E6E-8BE76F719DCE}"/>
                </a:ext>
              </a:extLst>
            </p:cNvPr>
            <p:cNvSpPr>
              <a:spLocks noChangeArrowheads="1"/>
            </p:cNvSpPr>
            <p:nvPr/>
          </p:nvSpPr>
          <p:spPr bwMode="auto">
            <a:xfrm>
              <a:off x="5307106" y="5571845"/>
              <a:ext cx="152400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a:ea typeface="宋体" panose="02010600030101010101" pitchFamily="2" charset="-122"/>
                </a:rPr>
                <a:t>(d) </a:t>
              </a:r>
              <a:r>
                <a:rPr lang="en-US" altLang="zh-CN" sz="2400" b="1" i="1">
                  <a:ea typeface="宋体" panose="02010600030101010101" pitchFamily="2" charset="-122"/>
                </a:rPr>
                <a:t>S</a:t>
              </a:r>
              <a:r>
                <a:rPr lang="en-US" altLang="zh-CN" sz="2400" b="1" baseline="-25000">
                  <a:ea typeface="宋体" panose="02010600030101010101" pitchFamily="2" charset="-122"/>
                </a:rPr>
                <a:t>1</a:t>
              </a:r>
              <a:r>
                <a:rPr lang="en-US" altLang="zh-CN" sz="2400" b="1">
                  <a:ea typeface="宋体" panose="02010600030101010101" pitchFamily="2" charset="-122"/>
                </a:rPr>
                <a:t>; </a:t>
              </a:r>
              <a:r>
                <a:rPr lang="en-US" altLang="zh-CN" sz="2400" b="1" i="1">
                  <a:ea typeface="宋体" panose="02010600030101010101" pitchFamily="2" charset="-122"/>
                </a:rPr>
                <a:t>S</a:t>
              </a:r>
              <a:r>
                <a:rPr lang="en-US" altLang="zh-CN" sz="2400" b="1" baseline="-25000">
                  <a:ea typeface="宋体" panose="02010600030101010101" pitchFamily="2" charset="-122"/>
                </a:rPr>
                <a:t>2</a:t>
              </a:r>
              <a:endParaRPr lang="en-US" altLang="zh-CN" sz="2400" b="1">
                <a:ea typeface="宋体" panose="02010600030101010101" pitchFamily="2" charset="-122"/>
              </a:endParaRPr>
            </a:p>
          </p:txBody>
        </p:sp>
        <p:grpSp>
          <p:nvGrpSpPr>
            <p:cNvPr id="15" name="组合 14">
              <a:extLst>
                <a:ext uri="{FF2B5EF4-FFF2-40B4-BE49-F238E27FC236}">
                  <a16:creationId xmlns:a16="http://schemas.microsoft.com/office/drawing/2014/main" id="{4A5AB52C-24AC-4138-9548-154CD089148B}"/>
                </a:ext>
              </a:extLst>
            </p:cNvPr>
            <p:cNvGrpSpPr/>
            <p:nvPr/>
          </p:nvGrpSpPr>
          <p:grpSpPr>
            <a:xfrm>
              <a:off x="4185412" y="3854581"/>
              <a:ext cx="2645694" cy="1746119"/>
              <a:chOff x="930568" y="2773901"/>
              <a:chExt cx="3382902" cy="2232665"/>
            </a:xfrm>
          </p:grpSpPr>
          <p:sp>
            <p:nvSpPr>
              <p:cNvPr id="16" name="Line 6">
                <a:extLst>
                  <a:ext uri="{FF2B5EF4-FFF2-40B4-BE49-F238E27FC236}">
                    <a16:creationId xmlns:a16="http://schemas.microsoft.com/office/drawing/2014/main" id="{E4BE4309-F8D3-49CA-9A84-87DD5243CDDD}"/>
                  </a:ext>
                </a:extLst>
              </p:cNvPr>
              <p:cNvSpPr>
                <a:spLocks noChangeShapeType="1"/>
              </p:cNvSpPr>
              <p:nvPr/>
            </p:nvSpPr>
            <p:spPr bwMode="auto">
              <a:xfrm>
                <a:off x="2455197" y="2776012"/>
                <a:ext cx="0" cy="2230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7" name="Line 7">
                <a:extLst>
                  <a:ext uri="{FF2B5EF4-FFF2-40B4-BE49-F238E27FC236}">
                    <a16:creationId xmlns:a16="http://schemas.microsoft.com/office/drawing/2014/main" id="{DEC5B360-0AC3-4625-B782-C41D1AC28F54}"/>
                  </a:ext>
                </a:extLst>
              </p:cNvPr>
              <p:cNvSpPr>
                <a:spLocks noChangeShapeType="1"/>
              </p:cNvSpPr>
              <p:nvPr/>
            </p:nvSpPr>
            <p:spPr bwMode="auto">
              <a:xfrm>
                <a:off x="2455197" y="2773901"/>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8" name="Line 8">
                <a:extLst>
                  <a:ext uri="{FF2B5EF4-FFF2-40B4-BE49-F238E27FC236}">
                    <a16:creationId xmlns:a16="http://schemas.microsoft.com/office/drawing/2014/main" id="{18E9266F-71E7-410D-8A2C-83C2F9D66AA4}"/>
                  </a:ext>
                </a:extLst>
              </p:cNvPr>
              <p:cNvSpPr>
                <a:spLocks noChangeShapeType="1"/>
              </p:cNvSpPr>
              <p:nvPr/>
            </p:nvSpPr>
            <p:spPr bwMode="auto">
              <a:xfrm>
                <a:off x="4313470" y="2776012"/>
                <a:ext cx="0" cy="22305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9" name="Line 9">
                <a:extLst>
                  <a:ext uri="{FF2B5EF4-FFF2-40B4-BE49-F238E27FC236}">
                    <a16:creationId xmlns:a16="http://schemas.microsoft.com/office/drawing/2014/main" id="{B5070B30-1B7E-43F9-8F6E-6E7B67494487}"/>
                  </a:ext>
                </a:extLst>
              </p:cNvPr>
              <p:cNvSpPr>
                <a:spLocks noChangeShapeType="1"/>
              </p:cNvSpPr>
              <p:nvPr/>
            </p:nvSpPr>
            <p:spPr bwMode="auto">
              <a:xfrm>
                <a:off x="2455197" y="3601677"/>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0" name="Line 10">
                <a:extLst>
                  <a:ext uri="{FF2B5EF4-FFF2-40B4-BE49-F238E27FC236}">
                    <a16:creationId xmlns:a16="http://schemas.microsoft.com/office/drawing/2014/main" id="{B17689C2-9061-482D-9114-436F1BBF6AC4}"/>
                  </a:ext>
                </a:extLst>
              </p:cNvPr>
              <p:cNvSpPr>
                <a:spLocks noChangeShapeType="1"/>
              </p:cNvSpPr>
              <p:nvPr/>
            </p:nvSpPr>
            <p:spPr bwMode="auto">
              <a:xfrm>
                <a:off x="2455197" y="4372438"/>
                <a:ext cx="1858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21" name="Rectangle 11">
                <a:extLst>
                  <a:ext uri="{FF2B5EF4-FFF2-40B4-BE49-F238E27FC236}">
                    <a16:creationId xmlns:a16="http://schemas.microsoft.com/office/drawing/2014/main" id="{5F200C5D-E2DD-4C07-8A0C-3D41906A1745}"/>
                  </a:ext>
                </a:extLst>
              </p:cNvPr>
              <p:cNvSpPr>
                <a:spLocks noChangeArrowheads="1"/>
              </p:cNvSpPr>
              <p:nvPr/>
            </p:nvSpPr>
            <p:spPr bwMode="auto">
              <a:xfrm>
                <a:off x="2631521" y="2866334"/>
                <a:ext cx="1520406"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a:ea typeface="宋体" panose="02010600030101010101" pitchFamily="2" charset="-122"/>
                  </a:rPr>
                  <a:t>S</a:t>
                </a:r>
                <a:r>
                  <a:rPr lang="en-US" altLang="zh-CN" sz="2400" b="1" baseline="-25000" dirty="0">
                    <a:ea typeface="宋体" panose="02010600030101010101" pitchFamily="2" charset="-122"/>
                  </a:rPr>
                  <a:t>1</a:t>
                </a:r>
                <a:r>
                  <a:rPr lang="en-US" altLang="zh-CN" sz="2400" b="1" dirty="0">
                    <a:ea typeface="宋体" panose="02010600030101010101" pitchFamily="2" charset="-122"/>
                  </a:rPr>
                  <a:t>.</a:t>
                </a:r>
                <a:r>
                  <a:rPr lang="en-US" altLang="zh-CN" sz="2400" b="1" i="1" dirty="0">
                    <a:ea typeface="宋体" panose="02010600030101010101" pitchFamily="2" charset="-122"/>
                  </a:rPr>
                  <a:t>code</a:t>
                </a:r>
              </a:p>
            </p:txBody>
          </p:sp>
          <p:sp>
            <p:nvSpPr>
              <p:cNvPr id="22" name="Rectangle 12">
                <a:extLst>
                  <a:ext uri="{FF2B5EF4-FFF2-40B4-BE49-F238E27FC236}">
                    <a16:creationId xmlns:a16="http://schemas.microsoft.com/office/drawing/2014/main" id="{66CC8B67-E00C-4784-A49A-8ED75EC42684}"/>
                  </a:ext>
                </a:extLst>
              </p:cNvPr>
              <p:cNvSpPr>
                <a:spLocks noChangeArrowheads="1"/>
              </p:cNvSpPr>
              <p:nvPr/>
            </p:nvSpPr>
            <p:spPr bwMode="auto">
              <a:xfrm>
                <a:off x="2653119" y="3682107"/>
                <a:ext cx="1480284" cy="60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a:ea typeface="宋体" panose="02010600030101010101" pitchFamily="2" charset="-122"/>
                  </a:rPr>
                  <a:t>S</a:t>
                </a:r>
                <a:r>
                  <a:rPr lang="en-US" altLang="zh-CN" sz="2400" b="1" baseline="-25000" dirty="0">
                    <a:ea typeface="宋体" panose="02010600030101010101" pitchFamily="2" charset="-122"/>
                  </a:rPr>
                  <a:t>2</a:t>
                </a:r>
                <a:r>
                  <a:rPr lang="en-US" altLang="zh-CN" sz="2400" b="1" dirty="0">
                    <a:ea typeface="宋体" panose="02010600030101010101" pitchFamily="2" charset="-122"/>
                  </a:rPr>
                  <a:t>.</a:t>
                </a:r>
                <a:r>
                  <a:rPr lang="en-US" altLang="zh-CN" sz="2400" b="1" i="1" dirty="0">
                    <a:ea typeface="宋体" panose="02010600030101010101" pitchFamily="2" charset="-122"/>
                  </a:rPr>
                  <a:t>code</a:t>
                </a:r>
              </a:p>
            </p:txBody>
          </p:sp>
          <p:sp>
            <p:nvSpPr>
              <p:cNvPr id="23" name="Rectangle 14">
                <a:extLst>
                  <a:ext uri="{FF2B5EF4-FFF2-40B4-BE49-F238E27FC236}">
                    <a16:creationId xmlns:a16="http://schemas.microsoft.com/office/drawing/2014/main" id="{19A07BDC-F4A8-4485-BA7F-C0FEBACFCED5}"/>
                  </a:ext>
                </a:extLst>
              </p:cNvPr>
              <p:cNvSpPr>
                <a:spLocks noChangeArrowheads="1"/>
              </p:cNvSpPr>
              <p:nvPr/>
            </p:nvSpPr>
            <p:spPr bwMode="auto">
              <a:xfrm>
                <a:off x="2731825" y="4402626"/>
                <a:ext cx="1305015"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 . .</a:t>
                </a:r>
              </a:p>
            </p:txBody>
          </p:sp>
          <p:sp>
            <p:nvSpPr>
              <p:cNvPr id="24" name="Rectangle 13">
                <a:extLst>
                  <a:ext uri="{FF2B5EF4-FFF2-40B4-BE49-F238E27FC236}">
                    <a16:creationId xmlns:a16="http://schemas.microsoft.com/office/drawing/2014/main" id="{4F0839C4-2A25-4109-A62F-1A5D0DFB8335}"/>
                  </a:ext>
                </a:extLst>
              </p:cNvPr>
              <p:cNvSpPr>
                <a:spLocks noChangeArrowheads="1"/>
              </p:cNvSpPr>
              <p:nvPr/>
            </p:nvSpPr>
            <p:spPr bwMode="auto">
              <a:xfrm>
                <a:off x="930568" y="3456615"/>
                <a:ext cx="1486619" cy="60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i="1" dirty="0">
                    <a:ea typeface="宋体" panose="02010600030101010101" pitchFamily="2" charset="-122"/>
                  </a:rPr>
                  <a:t>S</a:t>
                </a:r>
                <a:r>
                  <a:rPr lang="en-US" altLang="zh-CN" sz="2400" b="1" baseline="-25000" dirty="0">
                    <a:ea typeface="宋体" panose="02010600030101010101" pitchFamily="2" charset="-122"/>
                  </a:rPr>
                  <a:t>1</a:t>
                </a:r>
                <a:r>
                  <a:rPr lang="en-US" altLang="zh-CN" sz="2400" b="1" dirty="0">
                    <a:ea typeface="宋体" panose="02010600030101010101" pitchFamily="2" charset="-122"/>
                  </a:rPr>
                  <a:t>.</a:t>
                </a:r>
                <a:r>
                  <a:rPr lang="en-US" altLang="zh-CN" sz="2400" b="1" i="1" dirty="0">
                    <a:ea typeface="宋体" panose="02010600030101010101" pitchFamily="2" charset="-122"/>
                  </a:rPr>
                  <a:t>next</a:t>
                </a:r>
                <a:r>
                  <a:rPr lang="en-US" altLang="zh-CN" sz="2400" b="1" dirty="0">
                    <a:ea typeface="宋体" panose="02010600030101010101" pitchFamily="2" charset="-122"/>
                  </a:rPr>
                  <a:t>:</a:t>
                </a:r>
              </a:p>
            </p:txBody>
          </p:sp>
        </p:grpSp>
      </p:grpSp>
      <p:sp>
        <p:nvSpPr>
          <p:cNvPr id="3" name="日期占位符 2">
            <a:extLst>
              <a:ext uri="{FF2B5EF4-FFF2-40B4-BE49-F238E27FC236}">
                <a16:creationId xmlns:a16="http://schemas.microsoft.com/office/drawing/2014/main" id="{12F5D21C-E25E-65EF-B1F6-6F62F1B02EAC}"/>
              </a:ext>
            </a:extLst>
          </p:cNvPr>
          <p:cNvSpPr>
            <a:spLocks noGrp="1"/>
          </p:cNvSpPr>
          <p:nvPr>
            <p:ph type="dt" sz="half" idx="10"/>
          </p:nvPr>
        </p:nvSpPr>
        <p:spPr/>
        <p:txBody>
          <a:bodyPr/>
          <a:lstStyle/>
          <a:p>
            <a:fld id="{B2286004-BFA9-4E7C-A2A3-E4BB1A38493C}"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BDC85670-BEBB-CE8E-387D-D8E1ED77103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5" name="灯片编号占位符 4">
            <a:extLst>
              <a:ext uri="{FF2B5EF4-FFF2-40B4-BE49-F238E27FC236}">
                <a16:creationId xmlns:a16="http://schemas.microsoft.com/office/drawing/2014/main" id="{6E4E9165-6E82-65F8-D3FD-A2844A34B6F8}"/>
              </a:ext>
            </a:extLst>
          </p:cNvPr>
          <p:cNvSpPr>
            <a:spLocks noGrp="1"/>
          </p:cNvSpPr>
          <p:nvPr>
            <p:ph type="sldNum" sz="quarter" idx="12"/>
          </p:nvPr>
        </p:nvSpPr>
        <p:spPr/>
        <p:txBody>
          <a:bodyPr/>
          <a:lstStyle/>
          <a:p>
            <a:fld id="{094DEB03-EFC6-4C20-8FC8-295189A5386F}" type="slidenum">
              <a:rPr lang="zh-CN" altLang="en-US" smtClean="0"/>
              <a:pPr/>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7BA3CC3-1BA1-4FF0-8FC4-DF1F6658003A}"/>
              </a:ext>
            </a:extLst>
          </p:cNvPr>
          <p:cNvSpPr>
            <a:spLocks noGrp="1" noChangeArrowheads="1"/>
          </p:cNvSpPr>
          <p:nvPr>
            <p:ph type="title"/>
          </p:nvPr>
        </p:nvSpPr>
        <p:spPr/>
        <p:txBody>
          <a:bodyPr/>
          <a:lstStyle/>
          <a:p>
            <a:pPr eaLnBrk="1" hangingPunct="1"/>
            <a:r>
              <a:rPr lang="en-US" altLang="zh-CN" dirty="0"/>
              <a:t>7.4.3 </a:t>
            </a:r>
            <a:r>
              <a:rPr lang="zh-CN" altLang="en-US" dirty="0"/>
              <a:t>布尔表达式的控制流翻译</a:t>
            </a:r>
          </a:p>
        </p:txBody>
      </p:sp>
      <p:sp>
        <p:nvSpPr>
          <p:cNvPr id="21507" name="Rectangle 3">
            <a:extLst>
              <a:ext uri="{FF2B5EF4-FFF2-40B4-BE49-F238E27FC236}">
                <a16:creationId xmlns:a16="http://schemas.microsoft.com/office/drawing/2014/main" id="{61578F6D-15C8-421E-BB73-515F48386EF7}"/>
              </a:ext>
            </a:extLst>
          </p:cNvPr>
          <p:cNvSpPr>
            <a:spLocks noGrp="1" noChangeArrowheads="1"/>
          </p:cNvSpPr>
          <p:nvPr>
            <p:ph idx="1"/>
          </p:nvPr>
        </p:nvSpPr>
        <p:spPr/>
        <p:txBody>
          <a:bodyPr/>
          <a:lstStyle/>
          <a:p>
            <a:pPr eaLnBrk="1" hangingPunct="1"/>
            <a:r>
              <a:rPr lang="zh-CN" altLang="en-US" dirty="0"/>
              <a:t>下面考虑如何产生</a:t>
            </a:r>
            <a:r>
              <a:rPr lang="en-US" altLang="zh-CN" b="1" i="1" dirty="0" err="1"/>
              <a:t>B.code</a:t>
            </a:r>
            <a:r>
              <a:rPr lang="zh-CN" altLang="en-US" dirty="0"/>
              <a:t>，即控制流中的布尔表达式如何翻译。</a:t>
            </a:r>
          </a:p>
          <a:p>
            <a:pPr eaLnBrk="1" hangingPunct="1"/>
            <a:r>
              <a:rPr lang="zh-CN" altLang="en-US" dirty="0"/>
              <a:t>基本思想：</a:t>
            </a:r>
          </a:p>
          <a:p>
            <a:pPr lvl="1" algn="just" eaLnBrk="1" hangingPunct="1">
              <a:spcBef>
                <a:spcPct val="0"/>
              </a:spcBef>
            </a:pPr>
            <a:r>
              <a:rPr lang="zh-CN" altLang="en-US" dirty="0"/>
              <a:t>如果</a:t>
            </a:r>
            <a:r>
              <a:rPr lang="en-US" altLang="zh-CN" b="1" i="1" dirty="0"/>
              <a:t>B</a:t>
            </a:r>
            <a:r>
              <a:rPr lang="zh-CN" altLang="en-US" dirty="0"/>
              <a:t>是</a:t>
            </a:r>
            <a:r>
              <a:rPr lang="en-US" altLang="zh-CN" b="1" i="1" dirty="0"/>
              <a:t>a </a:t>
            </a:r>
            <a:r>
              <a:rPr lang="en-US" altLang="zh-CN" b="1" dirty="0"/>
              <a:t>&lt; </a:t>
            </a:r>
            <a:r>
              <a:rPr lang="en-US" altLang="zh-CN" b="1" i="1" dirty="0"/>
              <a:t>b</a:t>
            </a:r>
            <a:r>
              <a:rPr lang="zh-CN" altLang="en-US" dirty="0"/>
              <a:t>的形式，</a:t>
            </a:r>
          </a:p>
          <a:p>
            <a:pPr algn="just" eaLnBrk="1" hangingPunct="1">
              <a:spcBef>
                <a:spcPct val="0"/>
              </a:spcBef>
              <a:buFont typeface="Wingdings" panose="05000000000000000000" pitchFamily="2" charset="2"/>
              <a:buNone/>
            </a:pPr>
            <a:r>
              <a:rPr lang="zh-CN" altLang="en-US" sz="2800" dirty="0"/>
              <a:t>	    那么代码是：</a:t>
            </a:r>
            <a:endParaRPr lang="zh-CN" altLang="en-US" sz="2800" dirty="0">
              <a:latin typeface="宋体" panose="02010600030101010101" pitchFamily="2" charset="-122"/>
            </a:endParaRPr>
          </a:p>
          <a:p>
            <a:pPr algn="just" eaLnBrk="1" hangingPunct="1">
              <a:spcBef>
                <a:spcPct val="0"/>
              </a:spcBef>
              <a:buFont typeface="Wingdings" panose="05000000000000000000" pitchFamily="2" charset="2"/>
              <a:buNone/>
            </a:pPr>
            <a:r>
              <a:rPr lang="zh-CN" altLang="en-US" sz="2800" b="1" dirty="0"/>
              <a:t>	</a:t>
            </a:r>
            <a:r>
              <a:rPr lang="zh-CN" altLang="en-US" sz="2800" b="1" dirty="0">
                <a:solidFill>
                  <a:srgbClr val="0070C0"/>
                </a:solidFill>
              </a:rPr>
              <a:t>    </a:t>
            </a:r>
            <a:r>
              <a:rPr lang="en-US" altLang="zh-CN" sz="2800" b="1" dirty="0">
                <a:solidFill>
                  <a:srgbClr val="0070C0"/>
                </a:solidFill>
              </a:rPr>
              <a:t>if </a:t>
            </a:r>
            <a:r>
              <a:rPr lang="en-US" altLang="zh-CN" sz="2800" b="1" i="1" dirty="0">
                <a:solidFill>
                  <a:srgbClr val="0070C0"/>
                </a:solidFill>
              </a:rPr>
              <a:t>a </a:t>
            </a:r>
            <a:r>
              <a:rPr lang="en-US" altLang="zh-CN" sz="2800" b="1" dirty="0">
                <a:solidFill>
                  <a:srgbClr val="0070C0"/>
                </a:solidFill>
              </a:rPr>
              <a:t>&lt; </a:t>
            </a:r>
            <a:r>
              <a:rPr lang="en-US" altLang="zh-CN" sz="2800" b="1" i="1" dirty="0">
                <a:solidFill>
                  <a:srgbClr val="0070C0"/>
                </a:solidFill>
              </a:rPr>
              <a:t>b</a:t>
            </a:r>
            <a:r>
              <a:rPr lang="en-US" altLang="zh-CN" sz="2800" b="1" dirty="0">
                <a:solidFill>
                  <a:srgbClr val="0070C0"/>
                </a:solidFill>
              </a:rPr>
              <a:t> </a:t>
            </a:r>
            <a:r>
              <a:rPr lang="en-US" altLang="zh-CN" sz="2800" b="1" dirty="0" err="1">
                <a:solidFill>
                  <a:srgbClr val="0070C0"/>
                </a:solidFill>
              </a:rPr>
              <a:t>goto</a:t>
            </a:r>
            <a:r>
              <a:rPr lang="en-US" altLang="zh-CN" sz="2800" b="1" dirty="0">
                <a:solidFill>
                  <a:srgbClr val="0070C0"/>
                </a:solidFill>
              </a:rPr>
              <a:t> </a:t>
            </a:r>
            <a:r>
              <a:rPr lang="en-US" altLang="zh-CN" sz="2800" b="1" i="1" dirty="0" err="1">
                <a:solidFill>
                  <a:srgbClr val="0070C0"/>
                </a:solidFill>
              </a:rPr>
              <a:t>B</a:t>
            </a:r>
            <a:r>
              <a:rPr lang="en-US" altLang="zh-CN" sz="2800" b="1" dirty="0" err="1">
                <a:solidFill>
                  <a:srgbClr val="0070C0"/>
                </a:solidFill>
              </a:rPr>
              <a:t>.</a:t>
            </a:r>
            <a:r>
              <a:rPr lang="en-US" altLang="zh-CN" sz="2800" b="1" i="1" dirty="0" err="1">
                <a:solidFill>
                  <a:srgbClr val="0070C0"/>
                </a:solidFill>
              </a:rPr>
              <a:t>true</a:t>
            </a:r>
            <a:endParaRPr lang="en-US" altLang="zh-CN" sz="2800" b="1" dirty="0">
              <a:solidFill>
                <a:srgbClr val="0070C0"/>
              </a:solidFill>
            </a:endParaRPr>
          </a:p>
          <a:p>
            <a:pPr algn="just" eaLnBrk="1" hangingPunct="1">
              <a:spcBef>
                <a:spcPct val="0"/>
              </a:spcBef>
              <a:buFont typeface="Wingdings" panose="05000000000000000000" pitchFamily="2" charset="2"/>
              <a:buNone/>
            </a:pPr>
            <a:r>
              <a:rPr lang="en-US" altLang="zh-CN" sz="2800" b="1" dirty="0">
                <a:solidFill>
                  <a:srgbClr val="0070C0"/>
                </a:solidFill>
              </a:rPr>
              <a:t>	    </a:t>
            </a:r>
            <a:r>
              <a:rPr lang="en-US" altLang="zh-CN" sz="2800" b="1" dirty="0" err="1">
                <a:solidFill>
                  <a:srgbClr val="0070C0"/>
                </a:solidFill>
              </a:rPr>
              <a:t>goto</a:t>
            </a:r>
            <a:r>
              <a:rPr lang="en-US" altLang="zh-CN" sz="2800" b="1" dirty="0">
                <a:solidFill>
                  <a:srgbClr val="0070C0"/>
                </a:solidFill>
              </a:rPr>
              <a:t> </a:t>
            </a:r>
            <a:r>
              <a:rPr lang="en-US" altLang="zh-CN" sz="2800" b="1" i="1" dirty="0" err="1">
                <a:solidFill>
                  <a:srgbClr val="0070C0"/>
                </a:solidFill>
              </a:rPr>
              <a:t>B</a:t>
            </a:r>
            <a:r>
              <a:rPr lang="en-US" altLang="zh-CN" sz="2800" b="1" dirty="0" err="1">
                <a:solidFill>
                  <a:srgbClr val="0070C0"/>
                </a:solidFill>
              </a:rPr>
              <a:t>.</a:t>
            </a:r>
            <a:r>
              <a:rPr lang="en-US" altLang="zh-CN" sz="2800" b="1" i="1" dirty="0" err="1">
                <a:solidFill>
                  <a:srgbClr val="0070C0"/>
                </a:solidFill>
              </a:rPr>
              <a:t>false</a:t>
            </a:r>
            <a:endParaRPr lang="en-US" altLang="zh-CN" sz="2800" b="1" dirty="0">
              <a:solidFill>
                <a:srgbClr val="0070C0"/>
              </a:solidFill>
            </a:endParaRPr>
          </a:p>
          <a:p>
            <a:pPr lvl="1" algn="just" eaLnBrk="1" hangingPunct="1">
              <a:spcBef>
                <a:spcPct val="0"/>
              </a:spcBef>
            </a:pPr>
            <a:r>
              <a:rPr lang="zh-CN" altLang="en-US" dirty="0"/>
              <a:t>用“短路”计算</a:t>
            </a:r>
          </a:p>
          <a:p>
            <a:pPr algn="just" eaLnBrk="1" hangingPunct="1">
              <a:spcBef>
                <a:spcPct val="0"/>
              </a:spcBef>
            </a:pPr>
            <a:r>
              <a:rPr lang="zh-CN" altLang="en-US" dirty="0"/>
              <a:t>控制流中布尔表达式翻译成三地址码的语法制导定义如下：</a:t>
            </a:r>
          </a:p>
          <a:p>
            <a:pPr lvl="1" eaLnBrk="1" hangingPunct="1"/>
            <a:endParaRPr lang="en-US" altLang="zh-CN" dirty="0"/>
          </a:p>
        </p:txBody>
      </p:sp>
      <p:sp>
        <p:nvSpPr>
          <p:cNvPr id="2" name="日期占位符 1">
            <a:extLst>
              <a:ext uri="{FF2B5EF4-FFF2-40B4-BE49-F238E27FC236}">
                <a16:creationId xmlns:a16="http://schemas.microsoft.com/office/drawing/2014/main" id="{27EB9480-71B5-C45D-BFAE-A0107002440A}"/>
              </a:ext>
            </a:extLst>
          </p:cNvPr>
          <p:cNvSpPr>
            <a:spLocks noGrp="1"/>
          </p:cNvSpPr>
          <p:nvPr>
            <p:ph type="dt" sz="half" idx="10"/>
          </p:nvPr>
        </p:nvSpPr>
        <p:spPr/>
        <p:txBody>
          <a:bodyPr/>
          <a:lstStyle/>
          <a:p>
            <a:fld id="{C8D3855B-28B3-47B1-B33B-A0232D242ED2}"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DB4004C-580B-FE1F-B925-4E8E1C7CE82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7A6CEBAC-6BDF-4F92-E5A3-63671BBEFB94}"/>
              </a:ext>
            </a:extLst>
          </p:cNvPr>
          <p:cNvSpPr>
            <a:spLocks noGrp="1"/>
          </p:cNvSpPr>
          <p:nvPr>
            <p:ph type="sldNum" sz="quarter" idx="12"/>
          </p:nvPr>
        </p:nvSpPr>
        <p:spPr/>
        <p:txBody>
          <a:bodyPr/>
          <a:lstStyle/>
          <a:p>
            <a:fld id="{094DEB03-EFC6-4C20-8FC8-295189A5386F}"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2980DCCA-F10F-4ACE-AE24-6670E3CDA4A1}"/>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22531" name="Rectangle 3">
            <a:extLst>
              <a:ext uri="{FF2B5EF4-FFF2-40B4-BE49-F238E27FC236}">
                <a16:creationId xmlns:a16="http://schemas.microsoft.com/office/drawing/2014/main" id="{993606E3-F87C-4734-92A0-A1603B11B91C}"/>
              </a:ext>
            </a:extLst>
          </p:cNvPr>
          <p:cNvSpPr>
            <a:spLocks noGrp="1" noChangeArrowheads="1"/>
          </p:cNvSpPr>
          <p:nvPr>
            <p:ph idx="1"/>
          </p:nvPr>
        </p:nvSpPr>
        <p:spPr>
          <a:xfrm>
            <a:off x="628650" y="1257300"/>
            <a:ext cx="7886700" cy="5371564"/>
          </a:xfrm>
        </p:spPr>
        <p:txBody>
          <a:bodyPr/>
          <a:lstStyle/>
          <a:p>
            <a:pPr algn="just" eaLnBrk="1" hangingPunct="1">
              <a:spcBef>
                <a:spcPct val="0"/>
              </a:spcBef>
              <a:buFont typeface="Wingdings" panose="05000000000000000000" pitchFamily="2" charset="2"/>
              <a:buNone/>
            </a:pPr>
            <a:r>
              <a:rPr lang="en-US" altLang="zh-CN" b="1" i="1" dirty="0"/>
              <a:t>B </a:t>
            </a:r>
            <a:r>
              <a:rPr lang="en-US" altLang="zh-CN" b="1" dirty="0">
                <a:sym typeface="Symbol" panose="05050102010706020507" pitchFamily="18" charset="2"/>
              </a:rPr>
              <a:t></a:t>
            </a:r>
            <a:r>
              <a:rPr lang="en-US" altLang="zh-CN" b="1" dirty="0"/>
              <a:t> </a:t>
            </a:r>
            <a:r>
              <a:rPr lang="en-US" altLang="zh-CN" b="1" i="1" dirty="0"/>
              <a:t>B</a:t>
            </a:r>
            <a:r>
              <a:rPr lang="en-US" altLang="zh-CN" b="1" baseline="-30000" dirty="0"/>
              <a:t>1</a:t>
            </a:r>
            <a:r>
              <a:rPr lang="en-US" altLang="zh-CN" b="1" dirty="0"/>
              <a:t> or </a:t>
            </a:r>
            <a:r>
              <a:rPr lang="en-US" altLang="zh-CN" b="1" i="1" dirty="0"/>
              <a:t>B</a:t>
            </a:r>
            <a:r>
              <a:rPr lang="en-US" altLang="zh-CN" b="1" baseline="-30000" dirty="0"/>
              <a:t>2</a:t>
            </a:r>
          </a:p>
          <a:p>
            <a:pPr algn="just" eaLnBrk="1" hangingPunct="1">
              <a:spcBef>
                <a:spcPct val="0"/>
              </a:spcBef>
              <a:buFont typeface="Wingdings" panose="05000000000000000000" pitchFamily="2" charset="2"/>
              <a:buNone/>
            </a:pPr>
            <a:endParaRPr lang="en-US" altLang="zh-CN" dirty="0"/>
          </a:p>
          <a:p>
            <a:pPr algn="just" eaLnBrk="1" hangingPunct="1">
              <a:spcBef>
                <a:spcPct val="0"/>
              </a:spcBef>
              <a:buFont typeface="Wingdings" panose="05000000000000000000" pitchFamily="2" charset="2"/>
              <a:buNone/>
            </a:pPr>
            <a:r>
              <a:rPr lang="zh-CN" altLang="en-US" dirty="0"/>
              <a:t>语义规则：</a:t>
            </a:r>
          </a:p>
          <a:p>
            <a:pPr algn="just" eaLnBrk="1" hangingPunct="1">
              <a:spcBef>
                <a:spcPct val="0"/>
              </a:spcBef>
              <a:buFont typeface="Wingdings" panose="05000000000000000000" pitchFamily="2" charset="2"/>
              <a:buNone/>
            </a:pPr>
            <a:r>
              <a:rPr lang="zh-CN" altLang="en-US" b="1" i="1" dirty="0"/>
              <a:t> </a:t>
            </a:r>
            <a:r>
              <a:rPr lang="en-US" altLang="zh-CN" b="1" i="1" dirty="0"/>
              <a:t>B</a:t>
            </a:r>
            <a:r>
              <a:rPr lang="en-US" altLang="zh-CN" b="1" baseline="-30000" dirty="0"/>
              <a:t>1</a:t>
            </a:r>
            <a:r>
              <a:rPr lang="en-US" altLang="zh-CN" b="1" dirty="0"/>
              <a:t>.</a:t>
            </a:r>
            <a:r>
              <a:rPr lang="en-US" altLang="zh-CN" b="1" i="1" dirty="0"/>
              <a:t>true</a:t>
            </a:r>
            <a:r>
              <a:rPr lang="en-US" altLang="zh-CN" b="1" dirty="0"/>
              <a:t> = </a:t>
            </a:r>
            <a:r>
              <a:rPr lang="en-US" altLang="zh-CN" b="1" i="1" dirty="0" err="1">
                <a:solidFill>
                  <a:srgbClr val="FF00FF"/>
                </a:solidFill>
              </a:rPr>
              <a:t>B</a:t>
            </a:r>
            <a:r>
              <a:rPr lang="en-US" altLang="zh-CN" b="1" dirty="0" err="1">
                <a:solidFill>
                  <a:srgbClr val="FF00FF"/>
                </a:solidFill>
              </a:rPr>
              <a:t>.</a:t>
            </a:r>
            <a:r>
              <a:rPr lang="en-US" altLang="zh-CN" b="1" i="1" dirty="0" err="1">
                <a:solidFill>
                  <a:srgbClr val="FF00FF"/>
                </a:solidFill>
              </a:rPr>
              <a:t>true</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a:t>B</a:t>
            </a:r>
            <a:r>
              <a:rPr lang="en-US" altLang="zh-CN" b="1" baseline="-30000" dirty="0"/>
              <a:t>1</a:t>
            </a:r>
            <a:r>
              <a:rPr lang="en-US" altLang="zh-CN" b="1" dirty="0"/>
              <a:t>.</a:t>
            </a:r>
            <a:r>
              <a:rPr lang="en-US" altLang="zh-CN" b="1" i="1" dirty="0"/>
              <a:t>false</a:t>
            </a:r>
            <a:r>
              <a:rPr lang="en-US" altLang="zh-CN" b="1" dirty="0"/>
              <a:t> = </a:t>
            </a:r>
            <a:r>
              <a:rPr lang="en-US" altLang="zh-CN" b="1" i="1" dirty="0" err="1"/>
              <a:t>newLabel</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a:t>B</a:t>
            </a:r>
            <a:r>
              <a:rPr lang="en-US" altLang="zh-CN" b="1" baseline="-30000" dirty="0"/>
              <a:t>2</a:t>
            </a:r>
            <a:r>
              <a:rPr lang="en-US" altLang="zh-CN" b="1" dirty="0"/>
              <a:t>.</a:t>
            </a:r>
            <a:r>
              <a:rPr lang="en-US" altLang="zh-CN" b="1" i="1" dirty="0"/>
              <a:t>true</a:t>
            </a:r>
            <a:r>
              <a:rPr lang="en-US" altLang="zh-CN" b="1" dirty="0"/>
              <a:t> = </a:t>
            </a:r>
            <a:r>
              <a:rPr lang="en-US" altLang="zh-CN" b="1" i="1" dirty="0" err="1"/>
              <a:t>B</a:t>
            </a:r>
            <a:r>
              <a:rPr lang="en-US" altLang="zh-CN" b="1" dirty="0" err="1"/>
              <a:t>.</a:t>
            </a:r>
            <a:r>
              <a:rPr lang="en-US" altLang="zh-CN" b="1" i="1" dirty="0" err="1"/>
              <a:t>true</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a:t>B</a:t>
            </a:r>
            <a:r>
              <a:rPr lang="en-US" altLang="zh-CN" b="1" baseline="-30000" dirty="0"/>
              <a:t>2</a:t>
            </a:r>
            <a:r>
              <a:rPr lang="en-US" altLang="zh-CN" b="1" dirty="0"/>
              <a:t>.</a:t>
            </a:r>
            <a:r>
              <a:rPr lang="en-US" altLang="zh-CN" b="1" i="1" dirty="0"/>
              <a:t>false</a:t>
            </a:r>
            <a:r>
              <a:rPr lang="en-US" altLang="zh-CN" b="1" dirty="0"/>
              <a:t> = </a:t>
            </a:r>
            <a:r>
              <a:rPr lang="en-US" altLang="zh-CN" b="1" i="1" dirty="0" err="1"/>
              <a:t>B</a:t>
            </a:r>
            <a:r>
              <a:rPr lang="en-US" altLang="zh-CN" b="1" dirty="0" err="1"/>
              <a:t>.</a:t>
            </a:r>
            <a:r>
              <a:rPr lang="en-US" altLang="zh-CN" b="1" i="1" dirty="0" err="1"/>
              <a:t>false</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err="1"/>
              <a:t>B</a:t>
            </a:r>
            <a:r>
              <a:rPr lang="en-US" altLang="zh-CN" b="1" dirty="0" err="1"/>
              <a:t>.</a:t>
            </a:r>
            <a:r>
              <a:rPr lang="en-US" altLang="zh-CN" b="1" i="1" dirty="0" err="1"/>
              <a:t>code</a:t>
            </a:r>
            <a:r>
              <a:rPr lang="en-US" altLang="zh-CN" b="1" dirty="0"/>
              <a:t> = </a:t>
            </a:r>
            <a:r>
              <a:rPr lang="en-US" altLang="zh-CN" b="1" i="1" dirty="0"/>
              <a:t>B</a:t>
            </a:r>
            <a:r>
              <a:rPr lang="en-US" altLang="zh-CN" b="1" baseline="-30000" dirty="0"/>
              <a:t>1</a:t>
            </a:r>
            <a:r>
              <a:rPr lang="en-US" altLang="zh-CN" b="1" dirty="0"/>
              <a:t>.</a:t>
            </a:r>
            <a:r>
              <a:rPr lang="en-US" altLang="zh-CN" b="1" i="1" dirty="0"/>
              <a:t>code</a:t>
            </a:r>
            <a:r>
              <a:rPr lang="en-US" altLang="zh-CN" b="1" dirty="0"/>
              <a:t> || </a:t>
            </a:r>
            <a:r>
              <a:rPr lang="en-US" altLang="zh-CN" b="1" i="1" dirty="0"/>
              <a:t>gen</a:t>
            </a:r>
            <a:r>
              <a:rPr lang="en-US" altLang="zh-CN" b="1" dirty="0"/>
              <a:t>(</a:t>
            </a:r>
            <a:r>
              <a:rPr lang="en-US" altLang="zh-CN" b="1" i="1" dirty="0"/>
              <a:t>B</a:t>
            </a:r>
            <a:r>
              <a:rPr lang="en-US" altLang="zh-CN" b="1" baseline="-30000" dirty="0"/>
              <a:t>1</a:t>
            </a:r>
            <a:r>
              <a:rPr lang="en-US" altLang="zh-CN" b="1" dirty="0"/>
              <a:t>.</a:t>
            </a:r>
            <a:r>
              <a:rPr lang="en-US" altLang="zh-CN" b="1" i="1" dirty="0"/>
              <a:t>false</a:t>
            </a:r>
            <a:r>
              <a:rPr lang="en-US" altLang="zh-CN" b="1" dirty="0"/>
              <a:t>, ‘:’) ||</a:t>
            </a:r>
          </a:p>
          <a:p>
            <a:pPr algn="just" eaLnBrk="1" hangingPunct="1">
              <a:spcBef>
                <a:spcPct val="0"/>
              </a:spcBef>
              <a:buFont typeface="Wingdings" panose="05000000000000000000" pitchFamily="2" charset="2"/>
              <a:buNone/>
            </a:pPr>
            <a:r>
              <a:rPr lang="en-US" altLang="zh-CN" b="1" dirty="0"/>
              <a:t>                 </a:t>
            </a:r>
            <a:r>
              <a:rPr lang="en-US" altLang="zh-CN" b="1" i="1" dirty="0"/>
              <a:t>B</a:t>
            </a:r>
            <a:r>
              <a:rPr lang="en-US" altLang="zh-CN" b="1" baseline="-30000" dirty="0"/>
              <a:t>2</a:t>
            </a:r>
            <a:r>
              <a:rPr lang="en-US" altLang="zh-CN" b="1" dirty="0"/>
              <a:t>.</a:t>
            </a:r>
            <a:r>
              <a:rPr lang="en-US" altLang="zh-CN" b="1" i="1" dirty="0"/>
              <a:t>code</a:t>
            </a:r>
            <a:r>
              <a:rPr lang="en-US" altLang="zh-CN" b="1" dirty="0"/>
              <a:t> </a:t>
            </a:r>
            <a:endParaRPr lang="en-US" altLang="zh-CN" dirty="0"/>
          </a:p>
        </p:txBody>
      </p:sp>
      <p:grpSp>
        <p:nvGrpSpPr>
          <p:cNvPr id="22532" name="Group 4">
            <a:extLst>
              <a:ext uri="{FF2B5EF4-FFF2-40B4-BE49-F238E27FC236}">
                <a16:creationId xmlns:a16="http://schemas.microsoft.com/office/drawing/2014/main" id="{1A678CE8-2526-4A48-BF00-E5D0E8880F3C}"/>
              </a:ext>
            </a:extLst>
          </p:cNvPr>
          <p:cNvGrpSpPr>
            <a:grpSpLocks/>
          </p:cNvGrpSpPr>
          <p:nvPr/>
        </p:nvGrpSpPr>
        <p:grpSpPr bwMode="auto">
          <a:xfrm>
            <a:off x="5251450" y="2133600"/>
            <a:ext cx="2673350" cy="1066800"/>
            <a:chOff x="3308" y="1344"/>
            <a:chExt cx="1684" cy="672"/>
          </a:xfrm>
        </p:grpSpPr>
        <p:sp>
          <p:nvSpPr>
            <p:cNvPr id="22533" name="Rectangle 5">
              <a:extLst>
                <a:ext uri="{FF2B5EF4-FFF2-40B4-BE49-F238E27FC236}">
                  <a16:creationId xmlns:a16="http://schemas.microsoft.com/office/drawing/2014/main" id="{3C9A5D0F-32FD-4A38-8627-B3002CC5236C}"/>
                </a:ext>
              </a:extLst>
            </p:cNvPr>
            <p:cNvSpPr>
              <a:spLocks noChangeArrowheads="1"/>
            </p:cNvSpPr>
            <p:nvPr/>
          </p:nvSpPr>
          <p:spPr bwMode="auto">
            <a:xfrm>
              <a:off x="4128" y="1344"/>
              <a:ext cx="864"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en-US" altLang="zh-CN" sz="2800" b="1" i="1"/>
                <a:t>B</a:t>
              </a:r>
              <a:r>
                <a:rPr lang="en-US" altLang="zh-CN" sz="2800" b="1" baseline="-25000"/>
                <a:t>1</a:t>
              </a:r>
              <a:r>
                <a:rPr lang="en-US" altLang="zh-CN" sz="2800" b="1"/>
                <a:t>.</a:t>
              </a:r>
              <a:r>
                <a:rPr lang="en-US" altLang="zh-CN" sz="2800" b="1" i="1"/>
                <a:t>code</a:t>
              </a:r>
            </a:p>
          </p:txBody>
        </p:sp>
        <p:sp>
          <p:nvSpPr>
            <p:cNvPr id="22534" name="Rectangle 6">
              <a:extLst>
                <a:ext uri="{FF2B5EF4-FFF2-40B4-BE49-F238E27FC236}">
                  <a16:creationId xmlns:a16="http://schemas.microsoft.com/office/drawing/2014/main" id="{C6A7E8E2-56D8-4C2B-BD7D-3B64906F41F7}"/>
                </a:ext>
              </a:extLst>
            </p:cNvPr>
            <p:cNvSpPr>
              <a:spLocks noChangeArrowheads="1"/>
            </p:cNvSpPr>
            <p:nvPr/>
          </p:nvSpPr>
          <p:spPr bwMode="auto">
            <a:xfrm>
              <a:off x="4128" y="1680"/>
              <a:ext cx="864"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en-US" altLang="zh-CN" sz="2800" b="1" i="1"/>
                <a:t>B</a:t>
              </a:r>
              <a:r>
                <a:rPr lang="en-US" altLang="zh-CN" sz="2800" b="1" baseline="-25000"/>
                <a:t>2</a:t>
              </a:r>
              <a:r>
                <a:rPr lang="en-US" altLang="zh-CN" sz="2800" b="1"/>
                <a:t>.</a:t>
              </a:r>
              <a:r>
                <a:rPr lang="en-US" altLang="zh-CN" sz="2800" b="1" i="1"/>
                <a:t>code</a:t>
              </a:r>
            </a:p>
          </p:txBody>
        </p:sp>
        <p:sp>
          <p:nvSpPr>
            <p:cNvPr id="22535" name="Text Box 7">
              <a:extLst>
                <a:ext uri="{FF2B5EF4-FFF2-40B4-BE49-F238E27FC236}">
                  <a16:creationId xmlns:a16="http://schemas.microsoft.com/office/drawing/2014/main" id="{856C996F-742C-4768-96F7-D1B1C8273C9E}"/>
                </a:ext>
              </a:extLst>
            </p:cNvPr>
            <p:cNvSpPr txBox="1">
              <a:spLocks noChangeArrowheads="1"/>
            </p:cNvSpPr>
            <p:nvPr/>
          </p:nvSpPr>
          <p:spPr bwMode="auto">
            <a:xfrm>
              <a:off x="3308" y="1614"/>
              <a:ext cx="79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i="1" dirty="0"/>
                <a:t>B</a:t>
              </a:r>
              <a:r>
                <a:rPr lang="en-US" altLang="zh-CN" sz="2400" b="1" baseline="-25000" dirty="0"/>
                <a:t>1</a:t>
              </a:r>
              <a:r>
                <a:rPr lang="en-US" altLang="zh-CN" sz="2400" b="1" dirty="0"/>
                <a:t>.</a:t>
              </a:r>
              <a:r>
                <a:rPr lang="en-US" altLang="zh-CN" sz="2400" b="1" i="1" dirty="0"/>
                <a:t>false</a:t>
              </a:r>
              <a:r>
                <a:rPr lang="en-US" altLang="zh-CN" sz="2400" b="1" dirty="0"/>
                <a:t>:</a:t>
              </a:r>
            </a:p>
          </p:txBody>
        </p:sp>
      </p:grpSp>
      <p:sp>
        <p:nvSpPr>
          <p:cNvPr id="2" name="日期占位符 1">
            <a:extLst>
              <a:ext uri="{FF2B5EF4-FFF2-40B4-BE49-F238E27FC236}">
                <a16:creationId xmlns:a16="http://schemas.microsoft.com/office/drawing/2014/main" id="{A80FE5EA-DDB8-D212-B1D8-087F2718E4D5}"/>
              </a:ext>
            </a:extLst>
          </p:cNvPr>
          <p:cNvSpPr>
            <a:spLocks noGrp="1"/>
          </p:cNvSpPr>
          <p:nvPr>
            <p:ph type="dt" sz="half" idx="10"/>
          </p:nvPr>
        </p:nvSpPr>
        <p:spPr/>
        <p:txBody>
          <a:bodyPr/>
          <a:lstStyle/>
          <a:p>
            <a:fld id="{07F0CBE6-5259-41F3-95D2-8A095CA6F708}"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C3006F02-3571-378F-A85F-C2E7461BE11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F90AF201-94EB-3127-8ADC-F4CFD1B63C07}"/>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3DB8639-B6C9-41AF-989F-CDFE718FC915}"/>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23555" name="Rectangle 3">
            <a:extLst>
              <a:ext uri="{FF2B5EF4-FFF2-40B4-BE49-F238E27FC236}">
                <a16:creationId xmlns:a16="http://schemas.microsoft.com/office/drawing/2014/main" id="{A2C08F05-76AF-4B3E-A0E5-01DFA660013B}"/>
              </a:ext>
            </a:extLst>
          </p:cNvPr>
          <p:cNvSpPr>
            <a:spLocks noGrp="1" noChangeArrowheads="1"/>
          </p:cNvSpPr>
          <p:nvPr>
            <p:ph idx="1"/>
          </p:nvPr>
        </p:nvSpPr>
        <p:spPr>
          <a:xfrm>
            <a:off x="628650" y="1257300"/>
            <a:ext cx="7886700" cy="5371564"/>
          </a:xfrm>
        </p:spPr>
        <p:txBody>
          <a:bodyPr/>
          <a:lstStyle/>
          <a:p>
            <a:pPr algn="just" eaLnBrk="1" hangingPunct="1">
              <a:spcBef>
                <a:spcPct val="0"/>
              </a:spcBef>
              <a:buFont typeface="Wingdings" panose="05000000000000000000" pitchFamily="2" charset="2"/>
              <a:buNone/>
            </a:pPr>
            <a:r>
              <a:rPr lang="en-US" altLang="zh-CN" b="1" i="1" dirty="0"/>
              <a:t>B </a:t>
            </a:r>
            <a:r>
              <a:rPr lang="en-US" altLang="zh-CN" b="1" dirty="0">
                <a:sym typeface="Symbol" panose="05050102010706020507" pitchFamily="18" charset="2"/>
              </a:rPr>
              <a:t></a:t>
            </a:r>
            <a:r>
              <a:rPr lang="en-US" altLang="zh-CN" b="1" dirty="0"/>
              <a:t> </a:t>
            </a:r>
            <a:r>
              <a:rPr lang="en-US" altLang="zh-CN" b="1" i="1" dirty="0"/>
              <a:t>B</a:t>
            </a:r>
            <a:r>
              <a:rPr lang="en-US" altLang="zh-CN" b="1" baseline="-30000" dirty="0"/>
              <a:t>1</a:t>
            </a:r>
            <a:r>
              <a:rPr lang="en-US" altLang="zh-CN" b="1" dirty="0"/>
              <a:t> and </a:t>
            </a:r>
            <a:r>
              <a:rPr lang="en-US" altLang="zh-CN" b="1" i="1" dirty="0"/>
              <a:t>B</a:t>
            </a:r>
            <a:r>
              <a:rPr lang="en-US" altLang="zh-CN" b="1" baseline="-30000" dirty="0"/>
              <a:t>2</a:t>
            </a:r>
          </a:p>
          <a:p>
            <a:pPr algn="just" eaLnBrk="1" hangingPunct="1">
              <a:spcBef>
                <a:spcPct val="0"/>
              </a:spcBef>
              <a:buFont typeface="Wingdings" panose="05000000000000000000" pitchFamily="2" charset="2"/>
              <a:buNone/>
            </a:pPr>
            <a:endParaRPr lang="en-US" altLang="zh-CN" dirty="0"/>
          </a:p>
          <a:p>
            <a:pPr algn="just" eaLnBrk="1" hangingPunct="1">
              <a:spcBef>
                <a:spcPct val="0"/>
              </a:spcBef>
              <a:buFont typeface="Wingdings" panose="05000000000000000000" pitchFamily="2" charset="2"/>
              <a:buNone/>
            </a:pPr>
            <a:r>
              <a:rPr lang="zh-CN" altLang="en-US" dirty="0"/>
              <a:t>语义规则：</a:t>
            </a:r>
            <a:endParaRPr lang="zh-CN" altLang="en-US" baseline="-30000" dirty="0"/>
          </a:p>
          <a:p>
            <a:pPr algn="just" eaLnBrk="1" hangingPunct="1">
              <a:spcBef>
                <a:spcPct val="0"/>
              </a:spcBef>
              <a:buFont typeface="Wingdings" panose="05000000000000000000" pitchFamily="2" charset="2"/>
              <a:buNone/>
            </a:pPr>
            <a:r>
              <a:rPr lang="zh-CN" altLang="en-US" b="1" i="1" dirty="0"/>
              <a:t> </a:t>
            </a:r>
            <a:r>
              <a:rPr lang="en-US" altLang="zh-CN" b="1" i="1" dirty="0"/>
              <a:t>B</a:t>
            </a:r>
            <a:r>
              <a:rPr lang="en-US" altLang="zh-CN" b="1" baseline="-30000" dirty="0"/>
              <a:t>1</a:t>
            </a:r>
            <a:r>
              <a:rPr lang="en-US" altLang="zh-CN" b="1" dirty="0"/>
              <a:t>.</a:t>
            </a:r>
            <a:r>
              <a:rPr lang="en-US" altLang="zh-CN" b="1" i="1" dirty="0"/>
              <a:t>true</a:t>
            </a:r>
            <a:r>
              <a:rPr lang="en-US" altLang="zh-CN" b="1" dirty="0"/>
              <a:t> = </a:t>
            </a:r>
            <a:r>
              <a:rPr lang="en-US" altLang="zh-CN" b="1" i="1" dirty="0" err="1"/>
              <a:t>newLabel</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a:t>B</a:t>
            </a:r>
            <a:r>
              <a:rPr lang="en-US" altLang="zh-CN" b="1" baseline="-30000" dirty="0"/>
              <a:t>1</a:t>
            </a:r>
            <a:r>
              <a:rPr lang="en-US" altLang="zh-CN" b="1" dirty="0"/>
              <a:t>.</a:t>
            </a:r>
            <a:r>
              <a:rPr lang="en-US" altLang="zh-CN" b="1" i="1" dirty="0"/>
              <a:t>false</a:t>
            </a:r>
            <a:r>
              <a:rPr lang="en-US" altLang="zh-CN" b="1" dirty="0"/>
              <a:t> = </a:t>
            </a:r>
            <a:r>
              <a:rPr lang="en-US" altLang="zh-CN" b="1" i="1" dirty="0" err="1">
                <a:solidFill>
                  <a:srgbClr val="FF00FF"/>
                </a:solidFill>
              </a:rPr>
              <a:t>B</a:t>
            </a:r>
            <a:r>
              <a:rPr lang="en-US" altLang="zh-CN" b="1" dirty="0" err="1">
                <a:solidFill>
                  <a:srgbClr val="FF00FF"/>
                </a:solidFill>
              </a:rPr>
              <a:t>.</a:t>
            </a:r>
            <a:r>
              <a:rPr lang="en-US" altLang="zh-CN" b="1" i="1" dirty="0" err="1">
                <a:solidFill>
                  <a:srgbClr val="FF00FF"/>
                </a:solidFill>
              </a:rPr>
              <a:t>false</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a:t>B</a:t>
            </a:r>
            <a:r>
              <a:rPr lang="en-US" altLang="zh-CN" b="1" baseline="-30000" dirty="0"/>
              <a:t>2</a:t>
            </a:r>
            <a:r>
              <a:rPr lang="en-US" altLang="zh-CN" b="1" dirty="0"/>
              <a:t>.</a:t>
            </a:r>
            <a:r>
              <a:rPr lang="en-US" altLang="zh-CN" b="1" i="1" dirty="0"/>
              <a:t>true</a:t>
            </a:r>
            <a:r>
              <a:rPr lang="en-US" altLang="zh-CN" b="1" dirty="0"/>
              <a:t> = </a:t>
            </a:r>
            <a:r>
              <a:rPr lang="en-US" altLang="zh-CN" b="1" i="1" dirty="0" err="1"/>
              <a:t>B</a:t>
            </a:r>
            <a:r>
              <a:rPr lang="en-US" altLang="zh-CN" b="1" dirty="0" err="1"/>
              <a:t>.</a:t>
            </a:r>
            <a:r>
              <a:rPr lang="en-US" altLang="zh-CN" b="1" i="1" dirty="0" err="1"/>
              <a:t>true</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a:t>B</a:t>
            </a:r>
            <a:r>
              <a:rPr lang="en-US" altLang="zh-CN" b="1" baseline="-30000" dirty="0"/>
              <a:t>2</a:t>
            </a:r>
            <a:r>
              <a:rPr lang="en-US" altLang="zh-CN" b="1" dirty="0"/>
              <a:t>.</a:t>
            </a:r>
            <a:r>
              <a:rPr lang="en-US" altLang="zh-CN" b="1" i="1" dirty="0"/>
              <a:t>false</a:t>
            </a:r>
            <a:r>
              <a:rPr lang="en-US" altLang="zh-CN" b="1" dirty="0"/>
              <a:t> = </a:t>
            </a:r>
            <a:r>
              <a:rPr lang="en-US" altLang="zh-CN" b="1" i="1" dirty="0" err="1"/>
              <a:t>B</a:t>
            </a:r>
            <a:r>
              <a:rPr lang="en-US" altLang="zh-CN" b="1" dirty="0" err="1"/>
              <a:t>.</a:t>
            </a:r>
            <a:r>
              <a:rPr lang="en-US" altLang="zh-CN" b="1" i="1" dirty="0" err="1"/>
              <a:t>false</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err="1"/>
              <a:t>B</a:t>
            </a:r>
            <a:r>
              <a:rPr lang="en-US" altLang="zh-CN" b="1" dirty="0" err="1"/>
              <a:t>.</a:t>
            </a:r>
            <a:r>
              <a:rPr lang="en-US" altLang="zh-CN" b="1" i="1" dirty="0" err="1"/>
              <a:t>code</a:t>
            </a:r>
            <a:r>
              <a:rPr lang="en-US" altLang="zh-CN" b="1" dirty="0"/>
              <a:t> = </a:t>
            </a:r>
            <a:r>
              <a:rPr lang="en-US" altLang="zh-CN" b="1" i="1" dirty="0"/>
              <a:t>B</a:t>
            </a:r>
            <a:r>
              <a:rPr lang="en-US" altLang="zh-CN" b="1" baseline="-30000" dirty="0"/>
              <a:t>1</a:t>
            </a:r>
            <a:r>
              <a:rPr lang="en-US" altLang="zh-CN" b="1" dirty="0"/>
              <a:t>.</a:t>
            </a:r>
            <a:r>
              <a:rPr lang="en-US" altLang="zh-CN" b="1" i="1" dirty="0"/>
              <a:t>code</a:t>
            </a:r>
            <a:r>
              <a:rPr lang="en-US" altLang="zh-CN" b="1" dirty="0"/>
              <a:t> || </a:t>
            </a:r>
            <a:r>
              <a:rPr lang="en-US" altLang="zh-CN" b="1" i="1" dirty="0"/>
              <a:t>gen</a:t>
            </a:r>
            <a:r>
              <a:rPr lang="en-US" altLang="zh-CN" b="1" dirty="0"/>
              <a:t>(</a:t>
            </a:r>
            <a:r>
              <a:rPr lang="en-US" altLang="zh-CN" b="1" i="1" dirty="0"/>
              <a:t>B</a:t>
            </a:r>
            <a:r>
              <a:rPr lang="en-US" altLang="zh-CN" b="1" baseline="-30000" dirty="0"/>
              <a:t>1</a:t>
            </a:r>
            <a:r>
              <a:rPr lang="en-US" altLang="zh-CN" b="1" dirty="0"/>
              <a:t>.</a:t>
            </a:r>
            <a:r>
              <a:rPr lang="en-US" altLang="zh-CN" b="1" i="1" dirty="0"/>
              <a:t>true</a:t>
            </a:r>
            <a:r>
              <a:rPr lang="en-US" altLang="zh-CN" b="1" dirty="0"/>
              <a:t>, ‘:’) || </a:t>
            </a:r>
          </a:p>
          <a:p>
            <a:pPr algn="just" eaLnBrk="1" hangingPunct="1">
              <a:spcBef>
                <a:spcPct val="0"/>
              </a:spcBef>
              <a:buFont typeface="Wingdings" panose="05000000000000000000" pitchFamily="2" charset="2"/>
              <a:buNone/>
            </a:pPr>
            <a:r>
              <a:rPr lang="en-US" altLang="zh-CN" b="1" i="1" dirty="0"/>
              <a:t>                 B</a:t>
            </a:r>
            <a:r>
              <a:rPr lang="en-US" altLang="zh-CN" b="1" baseline="-30000" dirty="0"/>
              <a:t>2</a:t>
            </a:r>
            <a:r>
              <a:rPr lang="en-US" altLang="zh-CN" b="1" dirty="0"/>
              <a:t>.</a:t>
            </a:r>
            <a:r>
              <a:rPr lang="en-US" altLang="zh-CN" b="1" i="1" dirty="0"/>
              <a:t>code</a:t>
            </a:r>
            <a:r>
              <a:rPr lang="en-US" altLang="zh-CN" b="1" dirty="0"/>
              <a:t> </a:t>
            </a:r>
            <a:endParaRPr lang="en-US" altLang="zh-CN" dirty="0"/>
          </a:p>
        </p:txBody>
      </p:sp>
      <p:grpSp>
        <p:nvGrpSpPr>
          <p:cNvPr id="23556" name="Group 4">
            <a:extLst>
              <a:ext uri="{FF2B5EF4-FFF2-40B4-BE49-F238E27FC236}">
                <a16:creationId xmlns:a16="http://schemas.microsoft.com/office/drawing/2014/main" id="{630105EE-0CC4-493A-B74F-38F05D014846}"/>
              </a:ext>
            </a:extLst>
          </p:cNvPr>
          <p:cNvGrpSpPr>
            <a:grpSpLocks/>
          </p:cNvGrpSpPr>
          <p:nvPr/>
        </p:nvGrpSpPr>
        <p:grpSpPr bwMode="auto">
          <a:xfrm>
            <a:off x="5291138" y="2133600"/>
            <a:ext cx="2633663" cy="1066800"/>
            <a:chOff x="3333" y="1344"/>
            <a:chExt cx="1659" cy="672"/>
          </a:xfrm>
        </p:grpSpPr>
        <p:sp>
          <p:nvSpPr>
            <p:cNvPr id="23557" name="Rectangle 5">
              <a:extLst>
                <a:ext uri="{FF2B5EF4-FFF2-40B4-BE49-F238E27FC236}">
                  <a16:creationId xmlns:a16="http://schemas.microsoft.com/office/drawing/2014/main" id="{299B24A1-2BFA-4C31-AFF9-D27DF7F2A06C}"/>
                </a:ext>
              </a:extLst>
            </p:cNvPr>
            <p:cNvSpPr>
              <a:spLocks noChangeArrowheads="1"/>
            </p:cNvSpPr>
            <p:nvPr/>
          </p:nvSpPr>
          <p:spPr bwMode="auto">
            <a:xfrm>
              <a:off x="4128" y="1344"/>
              <a:ext cx="864"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en-US" altLang="zh-CN" sz="2800" b="1" i="1"/>
                <a:t>B</a:t>
              </a:r>
              <a:r>
                <a:rPr lang="en-US" altLang="zh-CN" sz="2800" b="1" baseline="-25000"/>
                <a:t>1</a:t>
              </a:r>
              <a:r>
                <a:rPr lang="en-US" altLang="zh-CN" sz="2800" b="1"/>
                <a:t>.</a:t>
              </a:r>
              <a:r>
                <a:rPr lang="en-US" altLang="zh-CN" sz="2800" b="1" i="1"/>
                <a:t>code</a:t>
              </a:r>
            </a:p>
          </p:txBody>
        </p:sp>
        <p:sp>
          <p:nvSpPr>
            <p:cNvPr id="23558" name="Rectangle 6">
              <a:extLst>
                <a:ext uri="{FF2B5EF4-FFF2-40B4-BE49-F238E27FC236}">
                  <a16:creationId xmlns:a16="http://schemas.microsoft.com/office/drawing/2014/main" id="{57CB4D7F-D3CB-4FE3-A28D-B05EADFAB7A6}"/>
                </a:ext>
              </a:extLst>
            </p:cNvPr>
            <p:cNvSpPr>
              <a:spLocks noChangeArrowheads="1"/>
            </p:cNvSpPr>
            <p:nvPr/>
          </p:nvSpPr>
          <p:spPr bwMode="auto">
            <a:xfrm>
              <a:off x="4128" y="1680"/>
              <a:ext cx="864"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en-US" altLang="zh-CN" sz="2800" b="1" i="1"/>
                <a:t>B</a:t>
              </a:r>
              <a:r>
                <a:rPr lang="en-US" altLang="zh-CN" sz="2800" b="1" baseline="-25000"/>
                <a:t>2</a:t>
              </a:r>
              <a:r>
                <a:rPr lang="en-US" altLang="zh-CN" sz="2800" b="1"/>
                <a:t>.</a:t>
              </a:r>
              <a:r>
                <a:rPr lang="en-US" altLang="zh-CN" sz="2800" b="1" i="1"/>
                <a:t>code</a:t>
              </a:r>
            </a:p>
          </p:txBody>
        </p:sp>
        <p:sp>
          <p:nvSpPr>
            <p:cNvPr id="23559" name="Text Box 7">
              <a:extLst>
                <a:ext uri="{FF2B5EF4-FFF2-40B4-BE49-F238E27FC236}">
                  <a16:creationId xmlns:a16="http://schemas.microsoft.com/office/drawing/2014/main" id="{45138486-1363-482D-833F-F7D800A12F10}"/>
                </a:ext>
              </a:extLst>
            </p:cNvPr>
            <p:cNvSpPr txBox="1">
              <a:spLocks noChangeArrowheads="1"/>
            </p:cNvSpPr>
            <p:nvPr/>
          </p:nvSpPr>
          <p:spPr bwMode="auto">
            <a:xfrm>
              <a:off x="3333" y="1602"/>
              <a:ext cx="745"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i="1" dirty="0"/>
                <a:t>B</a:t>
              </a:r>
              <a:r>
                <a:rPr lang="en-US" altLang="zh-CN" sz="2400" b="1" baseline="-25000" dirty="0"/>
                <a:t>1</a:t>
              </a:r>
              <a:r>
                <a:rPr lang="en-US" altLang="zh-CN" sz="2400" b="1" dirty="0"/>
                <a:t>.</a:t>
              </a:r>
              <a:r>
                <a:rPr lang="en-US" altLang="zh-CN" sz="2400" b="1" i="1" dirty="0"/>
                <a:t>true</a:t>
              </a:r>
              <a:r>
                <a:rPr lang="en-US" altLang="zh-CN" sz="2400" b="1" dirty="0"/>
                <a:t>:</a:t>
              </a:r>
            </a:p>
          </p:txBody>
        </p:sp>
      </p:grpSp>
      <p:sp>
        <p:nvSpPr>
          <p:cNvPr id="2" name="日期占位符 1">
            <a:extLst>
              <a:ext uri="{FF2B5EF4-FFF2-40B4-BE49-F238E27FC236}">
                <a16:creationId xmlns:a16="http://schemas.microsoft.com/office/drawing/2014/main" id="{457EDBF9-25B6-628A-1666-3D2A4FC80427}"/>
              </a:ext>
            </a:extLst>
          </p:cNvPr>
          <p:cNvSpPr>
            <a:spLocks noGrp="1"/>
          </p:cNvSpPr>
          <p:nvPr>
            <p:ph type="dt" sz="half" idx="10"/>
          </p:nvPr>
        </p:nvSpPr>
        <p:spPr/>
        <p:txBody>
          <a:bodyPr/>
          <a:lstStyle/>
          <a:p>
            <a:fld id="{339E8B0F-D93C-4AF0-85BD-A31B45FEF3DE}"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2757AFB4-0ACC-22EB-DD70-F9FF2EC962F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B14BE513-ED60-D7B3-8D7F-36F5015CF864}"/>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500F528-1C03-4021-A458-365B64D5E577}"/>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24579" name="Rectangle 3">
            <a:extLst>
              <a:ext uri="{FF2B5EF4-FFF2-40B4-BE49-F238E27FC236}">
                <a16:creationId xmlns:a16="http://schemas.microsoft.com/office/drawing/2014/main" id="{1E2A2E4F-4864-4DEC-83DD-B76CC0A8CF13}"/>
              </a:ext>
            </a:extLst>
          </p:cNvPr>
          <p:cNvSpPr>
            <a:spLocks noGrp="1" noChangeArrowheads="1"/>
          </p:cNvSpPr>
          <p:nvPr>
            <p:ph idx="1"/>
          </p:nvPr>
        </p:nvSpPr>
        <p:spPr/>
        <p:txBody>
          <a:bodyPr>
            <a:normAutofit/>
          </a:bodyPr>
          <a:lstStyle/>
          <a:p>
            <a:pPr algn="just" eaLnBrk="1" hangingPunct="1">
              <a:spcBef>
                <a:spcPct val="0"/>
              </a:spcBef>
              <a:buFont typeface="Wingdings" panose="05000000000000000000" pitchFamily="2" charset="2"/>
              <a:buNone/>
            </a:pPr>
            <a:r>
              <a:rPr lang="en-US" altLang="zh-CN" b="1" i="1" dirty="0"/>
              <a:t>B </a:t>
            </a:r>
            <a:r>
              <a:rPr lang="en-US" altLang="zh-CN" b="1" dirty="0">
                <a:sym typeface="Symbol" panose="05050102010706020507" pitchFamily="18" charset="2"/>
              </a:rPr>
              <a:t></a:t>
            </a:r>
            <a:r>
              <a:rPr lang="en-US" altLang="zh-CN" b="1" dirty="0"/>
              <a:t> not </a:t>
            </a:r>
            <a:r>
              <a:rPr lang="en-US" altLang="zh-CN" b="1" i="1" dirty="0"/>
              <a:t>B</a:t>
            </a:r>
            <a:r>
              <a:rPr lang="en-US" altLang="zh-CN" b="1" baseline="-30000" dirty="0"/>
              <a:t>1</a:t>
            </a:r>
            <a:endParaRPr lang="en-US" altLang="zh-CN" b="1" dirty="0"/>
          </a:p>
          <a:p>
            <a:pPr algn="just" eaLnBrk="1" hangingPunct="1">
              <a:spcBef>
                <a:spcPct val="0"/>
              </a:spcBef>
              <a:buFont typeface="Wingdings" panose="05000000000000000000" pitchFamily="2" charset="2"/>
              <a:buNone/>
            </a:pPr>
            <a:endParaRPr lang="en-US" altLang="zh-CN" b="1" dirty="0"/>
          </a:p>
          <a:p>
            <a:pPr algn="just" eaLnBrk="1" hangingPunct="1">
              <a:spcBef>
                <a:spcPct val="0"/>
              </a:spcBef>
              <a:buFont typeface="Wingdings" panose="05000000000000000000" pitchFamily="2" charset="2"/>
              <a:buNone/>
            </a:pPr>
            <a:r>
              <a:rPr lang="zh-CN" altLang="en-US" dirty="0"/>
              <a:t>语义规则：</a:t>
            </a:r>
          </a:p>
          <a:p>
            <a:pPr algn="just" eaLnBrk="1" hangingPunct="1">
              <a:spcBef>
                <a:spcPct val="0"/>
              </a:spcBef>
              <a:buFont typeface="Wingdings" panose="05000000000000000000" pitchFamily="2" charset="2"/>
              <a:buNone/>
            </a:pPr>
            <a:r>
              <a:rPr lang="zh-CN" altLang="en-US" b="1" i="1" dirty="0"/>
              <a:t> </a:t>
            </a:r>
            <a:r>
              <a:rPr lang="en-US" altLang="zh-CN" b="1" i="1" dirty="0"/>
              <a:t>B</a:t>
            </a:r>
            <a:r>
              <a:rPr lang="en-US" altLang="zh-CN" b="1" baseline="-30000" dirty="0"/>
              <a:t>1</a:t>
            </a:r>
            <a:r>
              <a:rPr lang="en-US" altLang="zh-CN" b="1" dirty="0"/>
              <a:t>.</a:t>
            </a:r>
            <a:r>
              <a:rPr lang="en-US" altLang="zh-CN" b="1" i="1" dirty="0"/>
              <a:t>true</a:t>
            </a:r>
            <a:r>
              <a:rPr lang="en-US" altLang="zh-CN" b="1" dirty="0"/>
              <a:t> = </a:t>
            </a:r>
            <a:r>
              <a:rPr lang="en-US" altLang="zh-CN" b="1" i="1" dirty="0" err="1"/>
              <a:t>B</a:t>
            </a:r>
            <a:r>
              <a:rPr lang="en-US" altLang="zh-CN" b="1" dirty="0" err="1"/>
              <a:t>.</a:t>
            </a:r>
            <a:r>
              <a:rPr lang="en-US" altLang="zh-CN" b="1" i="1" dirty="0" err="1"/>
              <a:t>false</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a:t>B</a:t>
            </a:r>
            <a:r>
              <a:rPr lang="en-US" altLang="zh-CN" b="1" baseline="-30000" dirty="0"/>
              <a:t>1</a:t>
            </a:r>
            <a:r>
              <a:rPr lang="en-US" altLang="zh-CN" b="1" dirty="0"/>
              <a:t>.</a:t>
            </a:r>
            <a:r>
              <a:rPr lang="en-US" altLang="zh-CN" b="1" i="1" dirty="0"/>
              <a:t>false</a:t>
            </a:r>
            <a:r>
              <a:rPr lang="en-US" altLang="zh-CN" b="1" dirty="0"/>
              <a:t> = </a:t>
            </a:r>
            <a:r>
              <a:rPr lang="en-US" altLang="zh-CN" b="1" i="1" dirty="0" err="1"/>
              <a:t>B</a:t>
            </a:r>
            <a:r>
              <a:rPr lang="en-US" altLang="zh-CN" b="1" dirty="0" err="1"/>
              <a:t>.</a:t>
            </a:r>
            <a:r>
              <a:rPr lang="en-US" altLang="zh-CN" b="1" i="1" dirty="0" err="1"/>
              <a:t>true</a:t>
            </a:r>
            <a:r>
              <a:rPr lang="en-US" altLang="zh-CN" b="1" dirty="0"/>
              <a:t>;</a:t>
            </a:r>
          </a:p>
          <a:p>
            <a:pPr algn="just" eaLnBrk="1" hangingPunct="1">
              <a:spcBef>
                <a:spcPct val="0"/>
              </a:spcBef>
              <a:buFont typeface="Wingdings" panose="05000000000000000000" pitchFamily="2" charset="2"/>
              <a:buNone/>
            </a:pPr>
            <a:r>
              <a:rPr lang="en-US" altLang="zh-CN" b="1" dirty="0"/>
              <a:t> </a:t>
            </a:r>
            <a:r>
              <a:rPr lang="en-US" altLang="zh-CN" b="1" i="1" dirty="0" err="1"/>
              <a:t>B</a:t>
            </a:r>
            <a:r>
              <a:rPr lang="en-US" altLang="zh-CN" b="1" dirty="0" err="1"/>
              <a:t>.</a:t>
            </a:r>
            <a:r>
              <a:rPr lang="en-US" altLang="zh-CN" b="1" i="1" dirty="0" err="1"/>
              <a:t>code</a:t>
            </a:r>
            <a:r>
              <a:rPr lang="en-US" altLang="zh-CN" b="1" dirty="0"/>
              <a:t> = </a:t>
            </a:r>
            <a:r>
              <a:rPr lang="en-US" altLang="zh-CN" b="1" i="1" dirty="0"/>
              <a:t>B</a:t>
            </a:r>
            <a:r>
              <a:rPr lang="en-US" altLang="zh-CN" b="1" baseline="-30000" dirty="0"/>
              <a:t>1</a:t>
            </a:r>
            <a:r>
              <a:rPr lang="en-US" altLang="zh-CN" b="1" dirty="0"/>
              <a:t>.</a:t>
            </a:r>
            <a:r>
              <a:rPr lang="en-US" altLang="zh-CN" b="1" i="1" dirty="0"/>
              <a:t>code</a:t>
            </a:r>
            <a:r>
              <a:rPr lang="en-US" altLang="zh-CN" b="1" dirty="0"/>
              <a:t> </a:t>
            </a:r>
          </a:p>
          <a:p>
            <a:pPr algn="just" eaLnBrk="1" hangingPunct="1">
              <a:spcBef>
                <a:spcPct val="0"/>
              </a:spcBef>
              <a:buFont typeface="Wingdings" panose="05000000000000000000" pitchFamily="2" charset="2"/>
              <a:buNone/>
            </a:pPr>
            <a:endParaRPr lang="en-US" altLang="zh-CN" b="1" dirty="0"/>
          </a:p>
          <a:p>
            <a:pPr eaLnBrk="1" hangingPunct="1"/>
            <a:endParaRPr lang="en-US" altLang="zh-CN" dirty="0"/>
          </a:p>
        </p:txBody>
      </p:sp>
      <p:sp>
        <p:nvSpPr>
          <p:cNvPr id="2" name="日期占位符 1">
            <a:extLst>
              <a:ext uri="{FF2B5EF4-FFF2-40B4-BE49-F238E27FC236}">
                <a16:creationId xmlns:a16="http://schemas.microsoft.com/office/drawing/2014/main" id="{73036ECA-46E2-3307-D1D9-DAEEC134B597}"/>
              </a:ext>
            </a:extLst>
          </p:cNvPr>
          <p:cNvSpPr>
            <a:spLocks noGrp="1"/>
          </p:cNvSpPr>
          <p:nvPr>
            <p:ph type="dt" sz="half" idx="10"/>
          </p:nvPr>
        </p:nvSpPr>
        <p:spPr/>
        <p:txBody>
          <a:bodyPr/>
          <a:lstStyle/>
          <a:p>
            <a:fld id="{1FC15A0E-8E40-4307-AC1B-AD8E32836B44}"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0C032873-1D1A-F7AD-58F5-F0573B4A94F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8D670D71-648C-63BF-4B8E-E2B45336AD80}"/>
              </a:ext>
            </a:extLst>
          </p:cNvPr>
          <p:cNvSpPr>
            <a:spLocks noGrp="1"/>
          </p:cNvSpPr>
          <p:nvPr>
            <p:ph type="sldNum" sz="quarter" idx="12"/>
          </p:nvPr>
        </p:nvSpPr>
        <p:spPr/>
        <p:txBody>
          <a:bodyPr/>
          <a:lstStyle/>
          <a:p>
            <a:fld id="{094DEB03-EFC6-4C20-8FC8-295189A5386F}"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C0C58FD-AEFB-4D04-83B3-30043FE93FF4}"/>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25603" name="Rectangle 3">
            <a:extLst>
              <a:ext uri="{FF2B5EF4-FFF2-40B4-BE49-F238E27FC236}">
                <a16:creationId xmlns:a16="http://schemas.microsoft.com/office/drawing/2014/main" id="{79A51FBF-F5F9-4CC8-B9AC-11C6AD56237F}"/>
              </a:ext>
            </a:extLst>
          </p:cNvPr>
          <p:cNvSpPr>
            <a:spLocks noGrp="1" noChangeArrowheads="1"/>
          </p:cNvSpPr>
          <p:nvPr>
            <p:ph idx="1"/>
          </p:nvPr>
        </p:nvSpPr>
        <p:spPr/>
        <p:txBody>
          <a:bodyPr/>
          <a:lstStyle/>
          <a:p>
            <a:pPr algn="just" eaLnBrk="1" hangingPunct="1">
              <a:spcBef>
                <a:spcPct val="0"/>
              </a:spcBef>
              <a:buFont typeface="Wingdings" panose="05000000000000000000" pitchFamily="2" charset="2"/>
              <a:buNone/>
            </a:pPr>
            <a:r>
              <a:rPr lang="en-US" altLang="zh-CN" b="1" i="1"/>
              <a:t>B </a:t>
            </a:r>
            <a:r>
              <a:rPr lang="en-US" altLang="zh-CN" b="1">
                <a:sym typeface="Symbol" panose="05050102010706020507" pitchFamily="18" charset="2"/>
              </a:rPr>
              <a:t></a:t>
            </a:r>
            <a:r>
              <a:rPr lang="en-US" altLang="zh-CN" b="1"/>
              <a:t> (</a:t>
            </a:r>
            <a:r>
              <a:rPr lang="en-US" altLang="zh-CN" b="1" i="1"/>
              <a:t>B</a:t>
            </a:r>
            <a:r>
              <a:rPr lang="en-US" altLang="zh-CN" b="1" baseline="-30000"/>
              <a:t>1</a:t>
            </a:r>
            <a:r>
              <a:rPr lang="en-US" altLang="zh-CN" b="1" i="1"/>
              <a:t> </a:t>
            </a:r>
            <a:r>
              <a:rPr lang="en-US" altLang="zh-CN" b="1"/>
              <a:t>) </a:t>
            </a:r>
          </a:p>
          <a:p>
            <a:pPr algn="just" eaLnBrk="1" hangingPunct="1">
              <a:spcBef>
                <a:spcPct val="0"/>
              </a:spcBef>
              <a:buFont typeface="Wingdings" panose="05000000000000000000" pitchFamily="2" charset="2"/>
              <a:buNone/>
            </a:pPr>
            <a:endParaRPr lang="en-US" altLang="zh-CN" b="1"/>
          </a:p>
          <a:p>
            <a:pPr algn="just" eaLnBrk="1" hangingPunct="1">
              <a:spcBef>
                <a:spcPct val="0"/>
              </a:spcBef>
              <a:buFont typeface="Wingdings" panose="05000000000000000000" pitchFamily="2" charset="2"/>
              <a:buNone/>
            </a:pPr>
            <a:r>
              <a:rPr lang="zh-CN" altLang="en-US"/>
              <a:t>语义规则：</a:t>
            </a:r>
          </a:p>
          <a:p>
            <a:pPr algn="just" eaLnBrk="1" hangingPunct="1">
              <a:spcBef>
                <a:spcPct val="0"/>
              </a:spcBef>
              <a:buFont typeface="Wingdings" panose="05000000000000000000" pitchFamily="2" charset="2"/>
              <a:buNone/>
            </a:pPr>
            <a:r>
              <a:rPr lang="zh-CN" altLang="en-US" b="1"/>
              <a:t> </a:t>
            </a:r>
            <a:r>
              <a:rPr lang="en-US" altLang="zh-CN" b="1" i="1"/>
              <a:t>B</a:t>
            </a:r>
            <a:r>
              <a:rPr lang="en-US" altLang="zh-CN" b="1" baseline="-30000"/>
              <a:t>1</a:t>
            </a:r>
            <a:r>
              <a:rPr lang="en-US" altLang="zh-CN" b="1"/>
              <a:t>.</a:t>
            </a:r>
            <a:r>
              <a:rPr lang="en-US" altLang="zh-CN" b="1" i="1"/>
              <a:t>true</a:t>
            </a:r>
            <a:r>
              <a:rPr lang="en-US" altLang="zh-CN" b="1"/>
              <a:t> = </a:t>
            </a:r>
            <a:r>
              <a:rPr lang="en-US" altLang="zh-CN" b="1" i="1"/>
              <a:t>B</a:t>
            </a:r>
            <a:r>
              <a:rPr lang="en-US" altLang="zh-CN" b="1"/>
              <a:t>.</a:t>
            </a:r>
            <a:r>
              <a:rPr lang="en-US" altLang="zh-CN" b="1" i="1"/>
              <a:t>true</a:t>
            </a:r>
            <a:r>
              <a:rPr lang="en-US" altLang="zh-CN" b="1"/>
              <a:t>;</a:t>
            </a:r>
          </a:p>
          <a:p>
            <a:pPr algn="just" eaLnBrk="1" hangingPunct="1">
              <a:spcBef>
                <a:spcPct val="0"/>
              </a:spcBef>
              <a:buFont typeface="Wingdings" panose="05000000000000000000" pitchFamily="2" charset="2"/>
              <a:buNone/>
            </a:pPr>
            <a:r>
              <a:rPr lang="en-US" altLang="zh-CN" b="1"/>
              <a:t> </a:t>
            </a:r>
            <a:r>
              <a:rPr lang="en-US" altLang="zh-CN" b="1" i="1"/>
              <a:t>B</a:t>
            </a:r>
            <a:r>
              <a:rPr lang="en-US" altLang="zh-CN" b="1" baseline="-30000"/>
              <a:t>1</a:t>
            </a:r>
            <a:r>
              <a:rPr lang="en-US" altLang="zh-CN" b="1"/>
              <a:t>.</a:t>
            </a:r>
            <a:r>
              <a:rPr lang="en-US" altLang="zh-CN" b="1" i="1"/>
              <a:t>false</a:t>
            </a:r>
            <a:r>
              <a:rPr lang="en-US" altLang="zh-CN" b="1"/>
              <a:t> = </a:t>
            </a:r>
            <a:r>
              <a:rPr lang="en-US" altLang="zh-CN" b="1" i="1"/>
              <a:t>B</a:t>
            </a:r>
            <a:r>
              <a:rPr lang="en-US" altLang="zh-CN" b="1"/>
              <a:t>.</a:t>
            </a:r>
            <a:r>
              <a:rPr lang="en-US" altLang="zh-CN" b="1" i="1"/>
              <a:t>false</a:t>
            </a:r>
            <a:r>
              <a:rPr lang="en-US" altLang="zh-CN" b="1"/>
              <a:t>;</a:t>
            </a:r>
          </a:p>
          <a:p>
            <a:pPr algn="just" eaLnBrk="1" hangingPunct="1">
              <a:spcBef>
                <a:spcPct val="0"/>
              </a:spcBef>
              <a:buFont typeface="Wingdings" panose="05000000000000000000" pitchFamily="2" charset="2"/>
              <a:buNone/>
            </a:pPr>
            <a:r>
              <a:rPr lang="en-US" altLang="zh-CN" b="1"/>
              <a:t> </a:t>
            </a:r>
            <a:r>
              <a:rPr lang="en-US" altLang="zh-CN" b="1" i="1"/>
              <a:t>B</a:t>
            </a:r>
            <a:r>
              <a:rPr lang="en-US" altLang="zh-CN" b="1"/>
              <a:t>.</a:t>
            </a:r>
            <a:r>
              <a:rPr lang="en-US" altLang="zh-CN" b="1" i="1"/>
              <a:t>code</a:t>
            </a:r>
            <a:r>
              <a:rPr lang="en-US" altLang="zh-CN" b="1"/>
              <a:t> = </a:t>
            </a:r>
            <a:r>
              <a:rPr lang="en-US" altLang="zh-CN" b="1" i="1"/>
              <a:t>B</a:t>
            </a:r>
            <a:r>
              <a:rPr lang="en-US" altLang="zh-CN" b="1" baseline="-30000"/>
              <a:t>1</a:t>
            </a:r>
            <a:r>
              <a:rPr lang="en-US" altLang="zh-CN" b="1"/>
              <a:t>.</a:t>
            </a:r>
            <a:r>
              <a:rPr lang="en-US" altLang="zh-CN" b="1" i="1"/>
              <a:t>code</a:t>
            </a:r>
            <a:r>
              <a:rPr lang="en-US" altLang="zh-CN" b="1"/>
              <a:t> </a:t>
            </a:r>
          </a:p>
          <a:p>
            <a:pPr algn="just" eaLnBrk="1" hangingPunct="1">
              <a:spcBef>
                <a:spcPct val="0"/>
              </a:spcBef>
              <a:buFont typeface="Wingdings" panose="05000000000000000000" pitchFamily="2" charset="2"/>
              <a:buNone/>
            </a:pPr>
            <a:endParaRPr lang="en-US" altLang="zh-CN" b="1"/>
          </a:p>
          <a:p>
            <a:pPr eaLnBrk="1" hangingPunct="1"/>
            <a:endParaRPr lang="en-US" altLang="zh-CN"/>
          </a:p>
        </p:txBody>
      </p:sp>
      <p:sp>
        <p:nvSpPr>
          <p:cNvPr id="2" name="日期占位符 1">
            <a:extLst>
              <a:ext uri="{FF2B5EF4-FFF2-40B4-BE49-F238E27FC236}">
                <a16:creationId xmlns:a16="http://schemas.microsoft.com/office/drawing/2014/main" id="{49EDDF56-80F1-6CC9-7FF5-D20360494557}"/>
              </a:ext>
            </a:extLst>
          </p:cNvPr>
          <p:cNvSpPr>
            <a:spLocks noGrp="1"/>
          </p:cNvSpPr>
          <p:nvPr>
            <p:ph type="dt" sz="half" idx="10"/>
          </p:nvPr>
        </p:nvSpPr>
        <p:spPr/>
        <p:txBody>
          <a:bodyPr/>
          <a:lstStyle/>
          <a:p>
            <a:fld id="{D2EE565C-C876-4CC7-852D-C43ADB6BAD4A}"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87EB1CF-F0F7-CBC3-0AED-5702AC7726F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57E42D32-26D8-19B3-E6D3-1F9EAB065472}"/>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9812E07-18BC-4C83-9C02-07C3595B3622}"/>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26627" name="Rectangle 3">
            <a:extLst>
              <a:ext uri="{FF2B5EF4-FFF2-40B4-BE49-F238E27FC236}">
                <a16:creationId xmlns:a16="http://schemas.microsoft.com/office/drawing/2014/main" id="{CAE51A8C-4A17-4C93-9F63-B81E775C4B2B}"/>
              </a:ext>
            </a:extLst>
          </p:cNvPr>
          <p:cNvSpPr>
            <a:spLocks noGrp="1" noChangeArrowheads="1"/>
          </p:cNvSpPr>
          <p:nvPr>
            <p:ph idx="1"/>
          </p:nvPr>
        </p:nvSpPr>
        <p:spPr/>
        <p:txBody>
          <a:bodyPr/>
          <a:lstStyle/>
          <a:p>
            <a:pPr algn="just" eaLnBrk="1" hangingPunct="1">
              <a:lnSpc>
                <a:spcPct val="90000"/>
              </a:lnSpc>
              <a:spcBef>
                <a:spcPct val="0"/>
              </a:spcBef>
              <a:buFont typeface="Wingdings" panose="05000000000000000000" pitchFamily="2" charset="2"/>
              <a:buNone/>
            </a:pPr>
            <a:r>
              <a:rPr lang="en-US" altLang="zh-CN" b="1" i="1" dirty="0"/>
              <a:t>B </a:t>
            </a:r>
            <a:r>
              <a:rPr lang="en-US" altLang="zh-CN" b="1" dirty="0">
                <a:sym typeface="Symbol" panose="05050102010706020507" pitchFamily="18" charset="2"/>
              </a:rPr>
              <a:t></a:t>
            </a:r>
            <a:r>
              <a:rPr lang="en-US" altLang="zh-CN" b="1" dirty="0"/>
              <a:t> </a:t>
            </a:r>
            <a:r>
              <a:rPr lang="en-US" altLang="zh-CN" b="1" i="1" dirty="0"/>
              <a:t>E</a:t>
            </a:r>
            <a:r>
              <a:rPr lang="en-US" altLang="zh-CN" b="1" baseline="-30000" dirty="0"/>
              <a:t>1</a:t>
            </a:r>
            <a:r>
              <a:rPr lang="en-US" altLang="zh-CN" b="1" dirty="0"/>
              <a:t> </a:t>
            </a:r>
            <a:r>
              <a:rPr lang="en-US" altLang="zh-CN" b="1" dirty="0" err="1"/>
              <a:t>relop</a:t>
            </a:r>
            <a:r>
              <a:rPr lang="en-US" altLang="zh-CN" b="1" dirty="0"/>
              <a:t> </a:t>
            </a:r>
            <a:r>
              <a:rPr lang="en-US" altLang="zh-CN" b="1" i="1" dirty="0"/>
              <a:t>E</a:t>
            </a:r>
            <a:r>
              <a:rPr lang="en-US" altLang="zh-CN" b="1" baseline="-30000" dirty="0"/>
              <a:t>2</a:t>
            </a:r>
          </a:p>
          <a:p>
            <a:pPr algn="just" eaLnBrk="1" hangingPunct="1">
              <a:lnSpc>
                <a:spcPct val="90000"/>
              </a:lnSpc>
              <a:spcBef>
                <a:spcPct val="0"/>
              </a:spcBef>
              <a:buFont typeface="Wingdings" panose="05000000000000000000" pitchFamily="2" charset="2"/>
              <a:buNone/>
            </a:pPr>
            <a:endParaRPr lang="en-US" altLang="zh-CN" b="1" dirty="0"/>
          </a:p>
          <a:p>
            <a:pPr algn="just" eaLnBrk="1" hangingPunct="1">
              <a:lnSpc>
                <a:spcPct val="90000"/>
              </a:lnSpc>
              <a:spcBef>
                <a:spcPct val="0"/>
              </a:spcBef>
              <a:buFont typeface="Wingdings" panose="05000000000000000000" pitchFamily="2" charset="2"/>
              <a:buNone/>
            </a:pPr>
            <a:endParaRPr lang="en-US" altLang="zh-CN" b="1" dirty="0"/>
          </a:p>
          <a:p>
            <a:pPr algn="just" eaLnBrk="1" hangingPunct="1">
              <a:lnSpc>
                <a:spcPct val="90000"/>
              </a:lnSpc>
              <a:spcBef>
                <a:spcPct val="0"/>
              </a:spcBef>
              <a:buFont typeface="Wingdings" panose="05000000000000000000" pitchFamily="2" charset="2"/>
              <a:buNone/>
            </a:pPr>
            <a:endParaRPr lang="en-US" altLang="zh-CN" b="1" dirty="0"/>
          </a:p>
          <a:p>
            <a:pPr algn="just" eaLnBrk="1" hangingPunct="1">
              <a:lnSpc>
                <a:spcPct val="90000"/>
              </a:lnSpc>
              <a:spcBef>
                <a:spcPct val="0"/>
              </a:spcBef>
              <a:buFont typeface="Wingdings" panose="05000000000000000000" pitchFamily="2" charset="2"/>
              <a:buNone/>
            </a:pPr>
            <a:r>
              <a:rPr lang="zh-CN" altLang="en-US" dirty="0"/>
              <a:t>语义规则：</a:t>
            </a:r>
          </a:p>
          <a:p>
            <a:pPr algn="just" eaLnBrk="1" hangingPunct="1">
              <a:lnSpc>
                <a:spcPct val="90000"/>
              </a:lnSpc>
              <a:spcBef>
                <a:spcPct val="0"/>
              </a:spcBef>
              <a:buFont typeface="Wingdings" panose="05000000000000000000" pitchFamily="2" charset="2"/>
              <a:buNone/>
            </a:pPr>
            <a:r>
              <a:rPr lang="en-US" altLang="zh-CN" b="1" i="1" dirty="0" err="1"/>
              <a:t>B</a:t>
            </a:r>
            <a:r>
              <a:rPr lang="en-US" altLang="zh-CN" b="1" dirty="0" err="1"/>
              <a:t>.</a:t>
            </a:r>
            <a:r>
              <a:rPr lang="en-US" altLang="zh-CN" b="1" i="1" dirty="0" err="1"/>
              <a:t>code</a:t>
            </a:r>
            <a:r>
              <a:rPr lang="en-US" altLang="zh-CN" b="1" dirty="0"/>
              <a:t> = </a:t>
            </a:r>
            <a:r>
              <a:rPr lang="en-US" altLang="zh-CN" b="1" i="1" dirty="0"/>
              <a:t>E</a:t>
            </a:r>
            <a:r>
              <a:rPr lang="en-US" altLang="zh-CN" b="1" baseline="-25000" dirty="0"/>
              <a:t>1</a:t>
            </a:r>
            <a:r>
              <a:rPr lang="en-US" altLang="zh-CN" b="1" dirty="0"/>
              <a:t>.</a:t>
            </a:r>
            <a:r>
              <a:rPr lang="en-US" altLang="zh-CN" b="1" i="1" dirty="0"/>
              <a:t>code</a:t>
            </a:r>
            <a:r>
              <a:rPr lang="en-US" altLang="zh-CN" b="1" dirty="0"/>
              <a:t> || </a:t>
            </a:r>
            <a:r>
              <a:rPr lang="en-US" altLang="zh-CN" b="1" i="1" dirty="0"/>
              <a:t>E</a:t>
            </a:r>
            <a:r>
              <a:rPr lang="en-US" altLang="zh-CN" b="1" baseline="-25000" dirty="0"/>
              <a:t>2</a:t>
            </a:r>
            <a:r>
              <a:rPr lang="en-US" altLang="zh-CN" b="1" dirty="0"/>
              <a:t>.</a:t>
            </a:r>
            <a:r>
              <a:rPr lang="en-US" altLang="zh-CN" b="1" i="1" dirty="0"/>
              <a:t>code </a:t>
            </a:r>
            <a:r>
              <a:rPr lang="en-US" altLang="zh-CN" b="1" dirty="0"/>
              <a:t>|| </a:t>
            </a:r>
          </a:p>
          <a:p>
            <a:pPr algn="just" eaLnBrk="1" hangingPunct="1">
              <a:lnSpc>
                <a:spcPct val="90000"/>
              </a:lnSpc>
              <a:spcBef>
                <a:spcPct val="0"/>
              </a:spcBef>
              <a:buFont typeface="Wingdings" panose="05000000000000000000" pitchFamily="2" charset="2"/>
              <a:buNone/>
            </a:pPr>
            <a:r>
              <a:rPr lang="en-US" altLang="zh-CN" b="1" dirty="0"/>
              <a:t>               </a:t>
            </a:r>
            <a:r>
              <a:rPr lang="en-US" altLang="zh-CN" b="1" i="1" dirty="0"/>
              <a:t>gen</a:t>
            </a:r>
            <a:r>
              <a:rPr lang="en-US" altLang="zh-CN" b="1" dirty="0"/>
              <a:t>(‘if’, </a:t>
            </a:r>
            <a:r>
              <a:rPr lang="en-US" altLang="zh-CN" b="1" i="1" dirty="0"/>
              <a:t>E</a:t>
            </a:r>
            <a:r>
              <a:rPr lang="en-US" altLang="zh-CN" b="1" baseline="-30000" dirty="0"/>
              <a:t>1</a:t>
            </a:r>
            <a:r>
              <a:rPr lang="en-US" altLang="zh-CN" b="1" dirty="0"/>
              <a:t>.</a:t>
            </a:r>
            <a:r>
              <a:rPr lang="en-US" altLang="zh-CN" b="1" i="1" dirty="0"/>
              <a:t>place</a:t>
            </a:r>
            <a:r>
              <a:rPr lang="en-US" altLang="zh-CN" b="1" dirty="0"/>
              <a:t>, relop.</a:t>
            </a:r>
            <a:r>
              <a:rPr lang="en-US" altLang="zh-CN" b="1" i="1" dirty="0"/>
              <a:t>op</a:t>
            </a:r>
            <a:r>
              <a:rPr lang="en-US" altLang="zh-CN" b="1" dirty="0"/>
              <a:t>,</a:t>
            </a:r>
            <a:r>
              <a:rPr lang="en-US" altLang="zh-CN" b="1" i="1" dirty="0"/>
              <a:t>E</a:t>
            </a:r>
            <a:r>
              <a:rPr lang="en-US" altLang="zh-CN" b="1" baseline="-30000" dirty="0"/>
              <a:t>2</a:t>
            </a:r>
            <a:r>
              <a:rPr lang="en-US" altLang="zh-CN" b="1" dirty="0"/>
              <a:t>.</a:t>
            </a:r>
            <a:r>
              <a:rPr lang="en-US" altLang="zh-CN" b="1" i="1" dirty="0"/>
              <a:t>place</a:t>
            </a:r>
            <a:r>
              <a:rPr lang="en-US" altLang="zh-CN" b="1" dirty="0"/>
              <a:t>,</a:t>
            </a:r>
          </a:p>
          <a:p>
            <a:pPr algn="just" eaLnBrk="1" hangingPunct="1">
              <a:lnSpc>
                <a:spcPct val="90000"/>
              </a:lnSpc>
              <a:spcBef>
                <a:spcPct val="0"/>
              </a:spcBef>
              <a:buFont typeface="Wingdings" panose="05000000000000000000" pitchFamily="2" charset="2"/>
              <a:buNone/>
            </a:pPr>
            <a:r>
              <a:rPr lang="en-US" altLang="zh-CN" b="1" dirty="0"/>
              <a:t>		            ‘</a:t>
            </a:r>
            <a:r>
              <a:rPr lang="en-US" altLang="zh-CN" b="1" dirty="0" err="1"/>
              <a:t>goto</a:t>
            </a:r>
            <a:r>
              <a:rPr lang="en-US" altLang="zh-CN" b="1" dirty="0"/>
              <a:t>’, </a:t>
            </a:r>
            <a:r>
              <a:rPr lang="en-US" altLang="zh-CN" b="1" i="1" dirty="0" err="1"/>
              <a:t>B</a:t>
            </a:r>
            <a:r>
              <a:rPr lang="en-US" altLang="zh-CN" b="1" dirty="0" err="1"/>
              <a:t>.</a:t>
            </a:r>
            <a:r>
              <a:rPr lang="en-US" altLang="zh-CN" b="1" i="1" dirty="0" err="1"/>
              <a:t>true</a:t>
            </a:r>
            <a:r>
              <a:rPr lang="en-US" altLang="zh-CN" b="1" dirty="0"/>
              <a:t>) || </a:t>
            </a:r>
          </a:p>
          <a:p>
            <a:pPr algn="just" eaLnBrk="1" hangingPunct="1">
              <a:lnSpc>
                <a:spcPct val="90000"/>
              </a:lnSpc>
              <a:spcBef>
                <a:spcPct val="0"/>
              </a:spcBef>
              <a:buFont typeface="Wingdings" panose="05000000000000000000" pitchFamily="2" charset="2"/>
              <a:buNone/>
            </a:pPr>
            <a:r>
              <a:rPr lang="en-US" altLang="zh-CN" b="1" dirty="0"/>
              <a:t>               </a:t>
            </a:r>
            <a:r>
              <a:rPr lang="en-US" altLang="zh-CN" b="1" i="1" dirty="0"/>
              <a:t>gen</a:t>
            </a:r>
            <a:r>
              <a:rPr lang="en-US" altLang="zh-CN" b="1" dirty="0"/>
              <a:t>(‘</a:t>
            </a:r>
            <a:r>
              <a:rPr lang="en-US" altLang="zh-CN" b="1" dirty="0" err="1"/>
              <a:t>goto</a:t>
            </a:r>
            <a:r>
              <a:rPr lang="en-US" altLang="zh-CN" b="1" dirty="0"/>
              <a:t>’, </a:t>
            </a:r>
            <a:r>
              <a:rPr lang="en-US" altLang="zh-CN" b="1" i="1" dirty="0" err="1"/>
              <a:t>B</a:t>
            </a:r>
            <a:r>
              <a:rPr lang="en-US" altLang="zh-CN" b="1" dirty="0" err="1"/>
              <a:t>.</a:t>
            </a:r>
            <a:r>
              <a:rPr lang="en-US" altLang="zh-CN" b="1" i="1" dirty="0" err="1"/>
              <a:t>false</a:t>
            </a:r>
            <a:r>
              <a:rPr lang="en-US" altLang="zh-CN" b="1" dirty="0"/>
              <a:t>) </a:t>
            </a:r>
          </a:p>
          <a:p>
            <a:pPr algn="just" eaLnBrk="1" hangingPunct="1">
              <a:lnSpc>
                <a:spcPct val="90000"/>
              </a:lnSpc>
              <a:spcBef>
                <a:spcPct val="0"/>
              </a:spcBef>
              <a:buFont typeface="Wingdings" panose="05000000000000000000" pitchFamily="2" charset="2"/>
              <a:buNone/>
            </a:pPr>
            <a:endParaRPr lang="en-US" altLang="zh-CN" sz="2800" b="1" i="1" dirty="0"/>
          </a:p>
          <a:p>
            <a:pPr eaLnBrk="1" hangingPunct="1">
              <a:lnSpc>
                <a:spcPct val="90000"/>
              </a:lnSpc>
            </a:pPr>
            <a:endParaRPr lang="en-US" altLang="zh-CN" dirty="0"/>
          </a:p>
        </p:txBody>
      </p:sp>
      <p:grpSp>
        <p:nvGrpSpPr>
          <p:cNvPr id="26628" name="Group 4">
            <a:extLst>
              <a:ext uri="{FF2B5EF4-FFF2-40B4-BE49-F238E27FC236}">
                <a16:creationId xmlns:a16="http://schemas.microsoft.com/office/drawing/2014/main" id="{F28834AC-C9C5-4A3A-AE10-CF62666022AC}"/>
              </a:ext>
            </a:extLst>
          </p:cNvPr>
          <p:cNvGrpSpPr>
            <a:grpSpLocks/>
          </p:cNvGrpSpPr>
          <p:nvPr/>
        </p:nvGrpSpPr>
        <p:grpSpPr bwMode="auto">
          <a:xfrm>
            <a:off x="6087035" y="1429871"/>
            <a:ext cx="1905000" cy="2133600"/>
            <a:chOff x="3408" y="912"/>
            <a:chExt cx="1200" cy="1344"/>
          </a:xfrm>
        </p:grpSpPr>
        <p:sp>
          <p:nvSpPr>
            <p:cNvPr id="26629" name="Rectangle 5">
              <a:extLst>
                <a:ext uri="{FF2B5EF4-FFF2-40B4-BE49-F238E27FC236}">
                  <a16:creationId xmlns:a16="http://schemas.microsoft.com/office/drawing/2014/main" id="{4E352687-6C9C-46BC-81E5-D5DDA86CF609}"/>
                </a:ext>
              </a:extLst>
            </p:cNvPr>
            <p:cNvSpPr>
              <a:spLocks noChangeArrowheads="1"/>
            </p:cNvSpPr>
            <p:nvPr/>
          </p:nvSpPr>
          <p:spPr bwMode="auto">
            <a:xfrm>
              <a:off x="3408" y="1584"/>
              <a:ext cx="1200"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en-US" altLang="zh-CN" sz="2800" b="1"/>
                <a:t>if…</a:t>
              </a:r>
              <a:endParaRPr lang="en-US" altLang="zh-CN" sz="2800" b="1" i="1"/>
            </a:p>
          </p:txBody>
        </p:sp>
        <p:grpSp>
          <p:nvGrpSpPr>
            <p:cNvPr id="26630" name="Group 6">
              <a:extLst>
                <a:ext uri="{FF2B5EF4-FFF2-40B4-BE49-F238E27FC236}">
                  <a16:creationId xmlns:a16="http://schemas.microsoft.com/office/drawing/2014/main" id="{219892BA-81EE-4ABB-AC10-F8C27666FD03}"/>
                </a:ext>
              </a:extLst>
            </p:cNvPr>
            <p:cNvGrpSpPr>
              <a:grpSpLocks/>
            </p:cNvGrpSpPr>
            <p:nvPr/>
          </p:nvGrpSpPr>
          <p:grpSpPr bwMode="auto">
            <a:xfrm>
              <a:off x="3408" y="912"/>
              <a:ext cx="1200" cy="1344"/>
              <a:chOff x="3408" y="912"/>
              <a:chExt cx="1200" cy="1344"/>
            </a:xfrm>
          </p:grpSpPr>
          <p:sp>
            <p:nvSpPr>
              <p:cNvPr id="26631" name="Rectangle 7">
                <a:extLst>
                  <a:ext uri="{FF2B5EF4-FFF2-40B4-BE49-F238E27FC236}">
                    <a16:creationId xmlns:a16="http://schemas.microsoft.com/office/drawing/2014/main" id="{0F308234-8CDA-430A-A6E2-E0928BE2BF50}"/>
                  </a:ext>
                </a:extLst>
              </p:cNvPr>
              <p:cNvSpPr>
                <a:spLocks noChangeArrowheads="1"/>
              </p:cNvSpPr>
              <p:nvPr/>
            </p:nvSpPr>
            <p:spPr bwMode="auto">
              <a:xfrm>
                <a:off x="3408" y="1920"/>
                <a:ext cx="1200"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en-US" altLang="zh-CN" sz="2800" b="1"/>
                  <a:t>goto </a:t>
                </a:r>
                <a:r>
                  <a:rPr lang="en-US" altLang="zh-CN" sz="2800" b="1" i="1"/>
                  <a:t>B</a:t>
                </a:r>
                <a:r>
                  <a:rPr lang="en-US" altLang="zh-CN" sz="2800" b="1"/>
                  <a:t>.</a:t>
                </a:r>
                <a:r>
                  <a:rPr lang="en-US" altLang="zh-CN" sz="2800" b="1" i="1"/>
                  <a:t>false</a:t>
                </a:r>
              </a:p>
            </p:txBody>
          </p:sp>
          <p:sp>
            <p:nvSpPr>
              <p:cNvPr id="26632" name="Rectangle 8">
                <a:extLst>
                  <a:ext uri="{FF2B5EF4-FFF2-40B4-BE49-F238E27FC236}">
                    <a16:creationId xmlns:a16="http://schemas.microsoft.com/office/drawing/2014/main" id="{0BCBDAB3-F301-45BC-A1B1-455718AEFB94}"/>
                  </a:ext>
                </a:extLst>
              </p:cNvPr>
              <p:cNvSpPr>
                <a:spLocks noChangeArrowheads="1"/>
              </p:cNvSpPr>
              <p:nvPr/>
            </p:nvSpPr>
            <p:spPr bwMode="auto">
              <a:xfrm>
                <a:off x="3408" y="1248"/>
                <a:ext cx="1200"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en-US" altLang="zh-CN" sz="2800" b="1" i="1"/>
                  <a:t>E</a:t>
                </a:r>
                <a:r>
                  <a:rPr lang="en-US" altLang="zh-CN" sz="2800" b="1" baseline="-25000"/>
                  <a:t>2</a:t>
                </a:r>
                <a:r>
                  <a:rPr lang="en-US" altLang="zh-CN" sz="2800" b="1"/>
                  <a:t>.</a:t>
                </a:r>
                <a:r>
                  <a:rPr lang="en-US" altLang="zh-CN" sz="2800" b="1" i="1"/>
                  <a:t>code</a:t>
                </a:r>
              </a:p>
            </p:txBody>
          </p:sp>
          <p:sp>
            <p:nvSpPr>
              <p:cNvPr id="26633" name="Rectangle 9">
                <a:extLst>
                  <a:ext uri="{FF2B5EF4-FFF2-40B4-BE49-F238E27FC236}">
                    <a16:creationId xmlns:a16="http://schemas.microsoft.com/office/drawing/2014/main" id="{C704A68A-970B-424B-8ABE-E961F04D8D94}"/>
                  </a:ext>
                </a:extLst>
              </p:cNvPr>
              <p:cNvSpPr>
                <a:spLocks noChangeArrowheads="1"/>
              </p:cNvSpPr>
              <p:nvPr/>
            </p:nvSpPr>
            <p:spPr bwMode="auto">
              <a:xfrm>
                <a:off x="3408" y="912"/>
                <a:ext cx="1200"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en-US" altLang="zh-CN" sz="2800" b="1" i="1"/>
                  <a:t>E</a:t>
                </a:r>
                <a:r>
                  <a:rPr lang="en-US" altLang="zh-CN" sz="2800" b="1" baseline="-25000"/>
                  <a:t>1</a:t>
                </a:r>
                <a:r>
                  <a:rPr lang="en-US" altLang="zh-CN" sz="2800" b="1"/>
                  <a:t>.</a:t>
                </a:r>
                <a:r>
                  <a:rPr lang="en-US" altLang="zh-CN" sz="2800" b="1" i="1"/>
                  <a:t>code</a:t>
                </a:r>
              </a:p>
            </p:txBody>
          </p:sp>
        </p:grpSp>
      </p:grpSp>
      <p:sp>
        <p:nvSpPr>
          <p:cNvPr id="2" name="日期占位符 1">
            <a:extLst>
              <a:ext uri="{FF2B5EF4-FFF2-40B4-BE49-F238E27FC236}">
                <a16:creationId xmlns:a16="http://schemas.microsoft.com/office/drawing/2014/main" id="{2B993461-AC04-85ED-A15E-F59B17FC067C}"/>
              </a:ext>
            </a:extLst>
          </p:cNvPr>
          <p:cNvSpPr>
            <a:spLocks noGrp="1"/>
          </p:cNvSpPr>
          <p:nvPr>
            <p:ph type="dt" sz="half" idx="10"/>
          </p:nvPr>
        </p:nvSpPr>
        <p:spPr/>
        <p:txBody>
          <a:bodyPr/>
          <a:lstStyle/>
          <a:p>
            <a:fld id="{8B49BA21-D4A4-4E95-AB50-F5A14924E6F7}"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16B57A7E-88B1-66BC-C7AE-145AD973620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BCEB16DB-A784-FAE0-44FF-6336DE69C173}"/>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E4CAFB2-2089-433F-B0FC-483819B5FEDD}"/>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27651" name="Rectangle 3">
            <a:extLst>
              <a:ext uri="{FF2B5EF4-FFF2-40B4-BE49-F238E27FC236}">
                <a16:creationId xmlns:a16="http://schemas.microsoft.com/office/drawing/2014/main" id="{CBD9E159-A2B3-4541-BF79-A71A6173B277}"/>
              </a:ext>
            </a:extLst>
          </p:cNvPr>
          <p:cNvSpPr>
            <a:spLocks noGrp="1" noChangeArrowheads="1"/>
          </p:cNvSpPr>
          <p:nvPr>
            <p:ph idx="1"/>
          </p:nvPr>
        </p:nvSpPr>
        <p:spPr/>
        <p:txBody>
          <a:bodyPr/>
          <a:lstStyle/>
          <a:p>
            <a:pPr algn="just" eaLnBrk="1" hangingPunct="1">
              <a:spcBef>
                <a:spcPct val="0"/>
              </a:spcBef>
              <a:buFont typeface="Wingdings" panose="05000000000000000000" pitchFamily="2" charset="2"/>
              <a:buNone/>
            </a:pPr>
            <a:r>
              <a:rPr lang="en-US" altLang="zh-CN" b="1" i="1"/>
              <a:t>B </a:t>
            </a:r>
            <a:r>
              <a:rPr lang="en-US" altLang="zh-CN" b="1">
                <a:sym typeface="Symbol" panose="05050102010706020507" pitchFamily="18" charset="2"/>
              </a:rPr>
              <a:t></a:t>
            </a:r>
            <a:r>
              <a:rPr lang="en-US" altLang="zh-CN" b="1"/>
              <a:t> true</a:t>
            </a:r>
          </a:p>
          <a:p>
            <a:pPr algn="just" eaLnBrk="1" hangingPunct="1">
              <a:spcBef>
                <a:spcPct val="0"/>
              </a:spcBef>
              <a:buFont typeface="Wingdings" panose="05000000000000000000" pitchFamily="2" charset="2"/>
              <a:buNone/>
            </a:pPr>
            <a:r>
              <a:rPr lang="zh-CN" altLang="en-US"/>
              <a:t>语义规则：</a:t>
            </a:r>
          </a:p>
          <a:p>
            <a:pPr algn="just" eaLnBrk="1" hangingPunct="1">
              <a:spcBef>
                <a:spcPct val="0"/>
              </a:spcBef>
              <a:buFont typeface="Wingdings" panose="05000000000000000000" pitchFamily="2" charset="2"/>
              <a:buNone/>
            </a:pPr>
            <a:r>
              <a:rPr lang="en-US" altLang="zh-CN" b="1" i="1"/>
              <a:t>B</a:t>
            </a:r>
            <a:r>
              <a:rPr lang="en-US" altLang="zh-CN" b="1"/>
              <a:t>.</a:t>
            </a:r>
            <a:r>
              <a:rPr lang="en-US" altLang="zh-CN" b="1" i="1"/>
              <a:t>code</a:t>
            </a:r>
            <a:r>
              <a:rPr lang="en-US" altLang="zh-CN" b="1"/>
              <a:t> = </a:t>
            </a:r>
            <a:r>
              <a:rPr lang="en-US" altLang="zh-CN" b="1" i="1"/>
              <a:t>gen</a:t>
            </a:r>
            <a:r>
              <a:rPr lang="en-US" altLang="zh-CN" b="1"/>
              <a:t>(‘goto’, </a:t>
            </a:r>
            <a:r>
              <a:rPr lang="en-US" altLang="zh-CN" b="1" i="1"/>
              <a:t>B</a:t>
            </a:r>
            <a:r>
              <a:rPr lang="en-US" altLang="zh-CN" b="1"/>
              <a:t>.</a:t>
            </a:r>
            <a:r>
              <a:rPr lang="en-US" altLang="zh-CN" b="1" i="1"/>
              <a:t>true</a:t>
            </a:r>
            <a:r>
              <a:rPr lang="en-US" altLang="zh-CN" b="1"/>
              <a:t>)</a:t>
            </a:r>
          </a:p>
          <a:p>
            <a:pPr algn="just" eaLnBrk="1" hangingPunct="1">
              <a:spcBef>
                <a:spcPct val="0"/>
              </a:spcBef>
              <a:buFont typeface="Wingdings" panose="05000000000000000000" pitchFamily="2" charset="2"/>
              <a:buNone/>
            </a:pPr>
            <a:endParaRPr lang="en-US" altLang="zh-CN" b="1"/>
          </a:p>
          <a:p>
            <a:pPr algn="just" eaLnBrk="1" hangingPunct="1">
              <a:spcBef>
                <a:spcPct val="0"/>
              </a:spcBef>
              <a:buFont typeface="Wingdings" panose="05000000000000000000" pitchFamily="2" charset="2"/>
              <a:buNone/>
            </a:pPr>
            <a:r>
              <a:rPr lang="en-US" altLang="zh-CN" b="1" i="1"/>
              <a:t>B </a:t>
            </a:r>
            <a:r>
              <a:rPr lang="en-US" altLang="zh-CN" b="1">
                <a:sym typeface="Symbol" panose="05050102010706020507" pitchFamily="18" charset="2"/>
              </a:rPr>
              <a:t></a:t>
            </a:r>
            <a:r>
              <a:rPr lang="en-US" altLang="zh-CN" b="1"/>
              <a:t> false</a:t>
            </a:r>
          </a:p>
          <a:p>
            <a:pPr algn="just" eaLnBrk="1" hangingPunct="1">
              <a:spcBef>
                <a:spcPct val="0"/>
              </a:spcBef>
              <a:buFont typeface="Wingdings" panose="05000000000000000000" pitchFamily="2" charset="2"/>
              <a:buNone/>
            </a:pPr>
            <a:r>
              <a:rPr lang="zh-CN" altLang="en-US"/>
              <a:t>语义规则：</a:t>
            </a:r>
          </a:p>
          <a:p>
            <a:pPr algn="just" eaLnBrk="1" hangingPunct="1">
              <a:spcBef>
                <a:spcPct val="0"/>
              </a:spcBef>
              <a:buFont typeface="Wingdings" panose="05000000000000000000" pitchFamily="2" charset="2"/>
              <a:buNone/>
            </a:pPr>
            <a:r>
              <a:rPr lang="en-US" altLang="zh-CN" b="1" i="1"/>
              <a:t>B</a:t>
            </a:r>
            <a:r>
              <a:rPr lang="en-US" altLang="zh-CN" b="1"/>
              <a:t>.</a:t>
            </a:r>
            <a:r>
              <a:rPr lang="en-US" altLang="zh-CN" b="1" i="1"/>
              <a:t>code</a:t>
            </a:r>
            <a:r>
              <a:rPr lang="en-US" altLang="zh-CN" b="1"/>
              <a:t> = </a:t>
            </a:r>
            <a:r>
              <a:rPr lang="en-US" altLang="zh-CN" b="1" i="1"/>
              <a:t>gen</a:t>
            </a:r>
            <a:r>
              <a:rPr lang="en-US" altLang="zh-CN" b="1"/>
              <a:t>(‘goto’, </a:t>
            </a:r>
            <a:r>
              <a:rPr lang="en-US" altLang="zh-CN" b="1" i="1"/>
              <a:t>B</a:t>
            </a:r>
            <a:r>
              <a:rPr lang="en-US" altLang="zh-CN" b="1"/>
              <a:t>.</a:t>
            </a:r>
            <a:r>
              <a:rPr lang="en-US" altLang="zh-CN" b="1" i="1"/>
              <a:t>false</a:t>
            </a:r>
            <a:r>
              <a:rPr lang="en-US" altLang="zh-CN" b="1"/>
              <a:t>)</a:t>
            </a:r>
          </a:p>
          <a:p>
            <a:pPr eaLnBrk="1" hangingPunct="1"/>
            <a:endParaRPr lang="en-US" altLang="zh-CN"/>
          </a:p>
        </p:txBody>
      </p:sp>
      <p:sp>
        <p:nvSpPr>
          <p:cNvPr id="2" name="日期占位符 1">
            <a:extLst>
              <a:ext uri="{FF2B5EF4-FFF2-40B4-BE49-F238E27FC236}">
                <a16:creationId xmlns:a16="http://schemas.microsoft.com/office/drawing/2014/main" id="{F41CC28F-BF44-A597-A051-014A03F900CE}"/>
              </a:ext>
            </a:extLst>
          </p:cNvPr>
          <p:cNvSpPr>
            <a:spLocks noGrp="1"/>
          </p:cNvSpPr>
          <p:nvPr>
            <p:ph type="dt" sz="half" idx="10"/>
          </p:nvPr>
        </p:nvSpPr>
        <p:spPr/>
        <p:txBody>
          <a:bodyPr/>
          <a:lstStyle/>
          <a:p>
            <a:fld id="{92725C05-710D-45CA-9B66-B9B5D07962FE}"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E1D54061-D488-AC57-30C7-F9068855A21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AE803B73-182A-CCC7-4B1C-682E5B7C24A7}"/>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4248914-94FE-44E7-85AA-595338CD7A6D}"/>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28675" name="Rectangle 3">
            <a:extLst>
              <a:ext uri="{FF2B5EF4-FFF2-40B4-BE49-F238E27FC236}">
                <a16:creationId xmlns:a16="http://schemas.microsoft.com/office/drawing/2014/main" id="{BF12A1E6-6979-48A0-956C-A9A0AB3F92AB}"/>
              </a:ext>
            </a:extLst>
          </p:cNvPr>
          <p:cNvSpPr>
            <a:spLocks noGrp="1" noChangeArrowheads="1"/>
          </p:cNvSpPr>
          <p:nvPr>
            <p:ph idx="1"/>
          </p:nvPr>
        </p:nvSpPr>
        <p:spPr/>
        <p:txBody>
          <a:bodyPr/>
          <a:lstStyle/>
          <a:p>
            <a:pPr algn="just" eaLnBrk="1" hangingPunct="1">
              <a:spcBef>
                <a:spcPct val="0"/>
              </a:spcBef>
              <a:buFont typeface="Wingdings" panose="05000000000000000000" pitchFamily="2" charset="2"/>
              <a:buNone/>
            </a:pPr>
            <a:r>
              <a:rPr lang="zh-CN" altLang="en-US" dirty="0">
                <a:latin typeface="宋体" panose="02010600030101010101" pitchFamily="2" charset="-122"/>
              </a:rPr>
              <a:t>例：下面的布尔表达式是控制流中的条件，请按前面的语法制导定义将其翻译成三地址码。</a:t>
            </a:r>
          </a:p>
          <a:p>
            <a:pPr algn="just" eaLnBrk="1" hangingPunct="1">
              <a:spcBef>
                <a:spcPct val="0"/>
              </a:spcBef>
              <a:buFont typeface="Wingdings" panose="05000000000000000000" pitchFamily="2" charset="2"/>
              <a:buNone/>
            </a:pPr>
            <a:r>
              <a:rPr lang="zh-CN" altLang="en-US" b="1" dirty="0">
                <a:latin typeface="宋体" panose="02010600030101010101" pitchFamily="2" charset="-122"/>
              </a:rPr>
              <a:t>	</a:t>
            </a:r>
            <a:r>
              <a:rPr lang="en-US" altLang="zh-CN" b="1" i="1" dirty="0"/>
              <a:t>a </a:t>
            </a:r>
            <a:r>
              <a:rPr lang="en-US" altLang="zh-CN" b="1" dirty="0"/>
              <a:t>&lt; </a:t>
            </a:r>
            <a:r>
              <a:rPr lang="en-US" altLang="zh-CN" b="1" i="1" dirty="0"/>
              <a:t>b</a:t>
            </a:r>
            <a:r>
              <a:rPr lang="en-US" altLang="zh-CN" b="1" dirty="0"/>
              <a:t> or </a:t>
            </a:r>
            <a:r>
              <a:rPr lang="en-US" altLang="zh-CN" b="1" i="1" dirty="0"/>
              <a:t>c </a:t>
            </a:r>
            <a:r>
              <a:rPr lang="en-US" altLang="zh-CN" b="1" dirty="0"/>
              <a:t>&lt; </a:t>
            </a:r>
            <a:r>
              <a:rPr lang="en-US" altLang="zh-CN" b="1" i="1" dirty="0"/>
              <a:t>d</a:t>
            </a:r>
            <a:r>
              <a:rPr lang="en-US" altLang="zh-CN" b="1" dirty="0"/>
              <a:t> and </a:t>
            </a:r>
            <a:r>
              <a:rPr lang="en-US" altLang="zh-CN" b="1" i="1" dirty="0"/>
              <a:t>e </a:t>
            </a:r>
            <a:r>
              <a:rPr lang="en-US" altLang="zh-CN" b="1" dirty="0"/>
              <a:t>&lt; </a:t>
            </a:r>
            <a:r>
              <a:rPr lang="en-US" altLang="zh-CN" b="1" i="1" dirty="0"/>
              <a:t>f</a:t>
            </a:r>
            <a:endParaRPr lang="en-US" altLang="zh-CN" b="1" dirty="0"/>
          </a:p>
          <a:p>
            <a:pPr algn="just" eaLnBrk="1" hangingPunct="1">
              <a:spcBef>
                <a:spcPct val="0"/>
              </a:spcBef>
              <a:buFont typeface="Wingdings" panose="05000000000000000000" pitchFamily="2" charset="2"/>
              <a:buNone/>
            </a:pPr>
            <a:endParaRPr lang="en-US" altLang="zh-CN" dirty="0"/>
          </a:p>
        </p:txBody>
      </p:sp>
      <p:sp>
        <p:nvSpPr>
          <p:cNvPr id="2" name="日期占位符 1">
            <a:extLst>
              <a:ext uri="{FF2B5EF4-FFF2-40B4-BE49-F238E27FC236}">
                <a16:creationId xmlns:a16="http://schemas.microsoft.com/office/drawing/2014/main" id="{FA6741F7-2177-FAD4-6347-412813BBA0D4}"/>
              </a:ext>
            </a:extLst>
          </p:cNvPr>
          <p:cNvSpPr>
            <a:spLocks noGrp="1"/>
          </p:cNvSpPr>
          <p:nvPr>
            <p:ph type="dt" sz="half" idx="10"/>
          </p:nvPr>
        </p:nvSpPr>
        <p:spPr/>
        <p:txBody>
          <a:bodyPr/>
          <a:lstStyle/>
          <a:p>
            <a:fld id="{01D98EC2-0CA0-48B1-8EE4-E221BB376E09}"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BFC613F1-732D-3E54-54C1-C9909F71C91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26982398-53CD-1208-FC8B-08B5217B3E01}"/>
              </a:ext>
            </a:extLst>
          </p:cNvPr>
          <p:cNvSpPr>
            <a:spLocks noGrp="1"/>
          </p:cNvSpPr>
          <p:nvPr>
            <p:ph type="sldNum" sz="quarter" idx="12"/>
          </p:nvPr>
        </p:nvSpPr>
        <p:spPr/>
        <p:txBody>
          <a:bodyPr/>
          <a:lstStyle/>
          <a:p>
            <a:fld id="{094DEB03-EFC6-4C20-8FC8-295189A5386F}" type="slidenum">
              <a:rPr lang="zh-CN" altLang="en-US" smtClean="0"/>
              <a:pPr/>
              <a:t>31</a:t>
            </a:fld>
            <a:endParaRPr lang="zh-CN" altLang="en-US"/>
          </a:p>
        </p:txBody>
      </p:sp>
      <p:pic>
        <p:nvPicPr>
          <p:cNvPr id="5" name="图片 4" descr="图标&#10;&#10;描述已自动生成">
            <a:extLst>
              <a:ext uri="{FF2B5EF4-FFF2-40B4-BE49-F238E27FC236}">
                <a16:creationId xmlns:a16="http://schemas.microsoft.com/office/drawing/2014/main" id="{A73C1AF2-8783-B723-4D5D-7D942803E9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D55E745-9310-4D93-B9E7-23012BE7E61A}"/>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29699" name="Rectangle 3">
            <a:extLst>
              <a:ext uri="{FF2B5EF4-FFF2-40B4-BE49-F238E27FC236}">
                <a16:creationId xmlns:a16="http://schemas.microsoft.com/office/drawing/2014/main" id="{5B14F8C6-6521-4D93-BDE3-796715E7934E}"/>
              </a:ext>
            </a:extLst>
          </p:cNvPr>
          <p:cNvSpPr>
            <a:spLocks noGrp="1" noChangeArrowheads="1"/>
          </p:cNvSpPr>
          <p:nvPr>
            <p:ph idx="1"/>
          </p:nvPr>
        </p:nvSpPr>
        <p:spPr/>
        <p:txBody>
          <a:bodyPr>
            <a:normAutofit/>
          </a:bodyPr>
          <a:lstStyle/>
          <a:p>
            <a:pPr eaLnBrk="1" hangingPunct="1"/>
            <a:r>
              <a:rPr lang="en-US" altLang="zh-CN" sz="3600" b="1" i="1" dirty="0"/>
              <a:t>a </a:t>
            </a:r>
            <a:r>
              <a:rPr lang="en-US" altLang="zh-CN" sz="3600" b="1" dirty="0"/>
              <a:t>&lt; </a:t>
            </a:r>
            <a:r>
              <a:rPr lang="en-US" altLang="zh-CN" sz="3600" b="1" i="1" dirty="0"/>
              <a:t>b</a:t>
            </a:r>
            <a:r>
              <a:rPr lang="en-US" altLang="zh-CN" sz="3600" b="1" dirty="0"/>
              <a:t> </a:t>
            </a:r>
            <a:r>
              <a:rPr lang="en-US" altLang="zh-CN" sz="3600" b="1" dirty="0">
                <a:solidFill>
                  <a:srgbClr val="FF00FF"/>
                </a:solidFill>
              </a:rPr>
              <a:t>or</a:t>
            </a:r>
            <a:r>
              <a:rPr lang="en-US" altLang="zh-CN" sz="3600" b="1" dirty="0"/>
              <a:t> </a:t>
            </a:r>
            <a:r>
              <a:rPr lang="en-US" altLang="zh-CN" sz="3600" b="1" i="1" dirty="0"/>
              <a:t>c </a:t>
            </a:r>
            <a:r>
              <a:rPr lang="en-US" altLang="zh-CN" sz="3600" b="1" dirty="0"/>
              <a:t>&lt; </a:t>
            </a:r>
            <a:r>
              <a:rPr lang="en-US" altLang="zh-CN" sz="3600" b="1" i="1" dirty="0"/>
              <a:t>d</a:t>
            </a:r>
            <a:r>
              <a:rPr lang="en-US" altLang="zh-CN" sz="3600" b="1" dirty="0"/>
              <a:t> and </a:t>
            </a:r>
            <a:r>
              <a:rPr lang="en-US" altLang="zh-CN" sz="3600" b="1" i="1" dirty="0"/>
              <a:t>e </a:t>
            </a:r>
            <a:r>
              <a:rPr lang="en-US" altLang="zh-CN" sz="3600" b="1" dirty="0"/>
              <a:t>&lt; </a:t>
            </a:r>
            <a:r>
              <a:rPr lang="en-US" altLang="zh-CN" sz="3600" b="1" i="1" dirty="0"/>
              <a:t>f</a:t>
            </a:r>
          </a:p>
        </p:txBody>
      </p:sp>
      <p:grpSp>
        <p:nvGrpSpPr>
          <p:cNvPr id="29700" name="Group 4">
            <a:extLst>
              <a:ext uri="{FF2B5EF4-FFF2-40B4-BE49-F238E27FC236}">
                <a16:creationId xmlns:a16="http://schemas.microsoft.com/office/drawing/2014/main" id="{0BD3B7EB-A1E2-4665-AA64-8A04716291E5}"/>
              </a:ext>
            </a:extLst>
          </p:cNvPr>
          <p:cNvGrpSpPr>
            <a:grpSpLocks/>
          </p:cNvGrpSpPr>
          <p:nvPr/>
        </p:nvGrpSpPr>
        <p:grpSpPr bwMode="auto">
          <a:xfrm>
            <a:off x="1136650" y="2362200"/>
            <a:ext cx="4121150" cy="1219200"/>
            <a:chOff x="716" y="1584"/>
            <a:chExt cx="2596" cy="768"/>
          </a:xfrm>
        </p:grpSpPr>
        <p:sp>
          <p:nvSpPr>
            <p:cNvPr id="29701" name="Rectangle 5">
              <a:extLst>
                <a:ext uri="{FF2B5EF4-FFF2-40B4-BE49-F238E27FC236}">
                  <a16:creationId xmlns:a16="http://schemas.microsoft.com/office/drawing/2014/main" id="{99723CFD-A149-4BA3-867D-411164BD3C54}"/>
                </a:ext>
              </a:extLst>
            </p:cNvPr>
            <p:cNvSpPr>
              <a:spLocks noChangeArrowheads="1"/>
            </p:cNvSpPr>
            <p:nvPr/>
          </p:nvSpPr>
          <p:spPr bwMode="auto">
            <a:xfrm>
              <a:off x="1536" y="1584"/>
              <a:ext cx="1776" cy="38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dirty="0">
                  <a:solidFill>
                    <a:srgbClr val="008000"/>
                  </a:solidFill>
                </a:rPr>
                <a:t>B1</a:t>
              </a:r>
              <a:r>
                <a:rPr lang="en-US" altLang="zh-CN" sz="2800" b="1" dirty="0"/>
                <a:t> [a&lt;b]</a:t>
              </a:r>
            </a:p>
          </p:txBody>
        </p:sp>
        <p:sp>
          <p:nvSpPr>
            <p:cNvPr id="29702" name="Rectangle 6">
              <a:extLst>
                <a:ext uri="{FF2B5EF4-FFF2-40B4-BE49-F238E27FC236}">
                  <a16:creationId xmlns:a16="http://schemas.microsoft.com/office/drawing/2014/main" id="{3B04F885-7AA9-4EB2-A8A2-391A8B4C28FB}"/>
                </a:ext>
              </a:extLst>
            </p:cNvPr>
            <p:cNvSpPr>
              <a:spLocks noChangeArrowheads="1"/>
            </p:cNvSpPr>
            <p:nvPr/>
          </p:nvSpPr>
          <p:spPr bwMode="auto">
            <a:xfrm>
              <a:off x="1536" y="1968"/>
              <a:ext cx="1776" cy="38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a:solidFill>
                    <a:srgbClr val="008000"/>
                  </a:solidFill>
                </a:rPr>
                <a:t>B2</a:t>
              </a:r>
              <a:r>
                <a:rPr lang="en-US" altLang="zh-CN" sz="2800" b="1"/>
                <a:t> [c&lt;d and e&lt;f ]</a:t>
              </a:r>
            </a:p>
          </p:txBody>
        </p:sp>
        <p:sp>
          <p:nvSpPr>
            <p:cNvPr id="29703" name="Text Box 7">
              <a:extLst>
                <a:ext uri="{FF2B5EF4-FFF2-40B4-BE49-F238E27FC236}">
                  <a16:creationId xmlns:a16="http://schemas.microsoft.com/office/drawing/2014/main" id="{F442288C-622D-4E23-9B00-0F54D53FA804}"/>
                </a:ext>
              </a:extLst>
            </p:cNvPr>
            <p:cNvSpPr txBox="1">
              <a:spLocks noChangeArrowheads="1"/>
            </p:cNvSpPr>
            <p:nvPr/>
          </p:nvSpPr>
          <p:spPr bwMode="auto">
            <a:xfrm>
              <a:off x="716" y="1872"/>
              <a:ext cx="8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a:t>B1.false:</a:t>
              </a:r>
            </a:p>
          </p:txBody>
        </p:sp>
      </p:grpSp>
      <p:sp>
        <p:nvSpPr>
          <p:cNvPr id="9" name="文本框 8">
            <a:extLst>
              <a:ext uri="{FF2B5EF4-FFF2-40B4-BE49-F238E27FC236}">
                <a16:creationId xmlns:a16="http://schemas.microsoft.com/office/drawing/2014/main" id="{3046942C-292B-48D2-BCCF-BB10DAA94389}"/>
              </a:ext>
            </a:extLst>
          </p:cNvPr>
          <p:cNvSpPr txBox="1"/>
          <p:nvPr/>
        </p:nvSpPr>
        <p:spPr>
          <a:xfrm>
            <a:off x="5730686" y="2710190"/>
            <a:ext cx="627250" cy="523220"/>
          </a:xfrm>
          <a:prstGeom prst="rect">
            <a:avLst/>
          </a:prstGeom>
          <a:noFill/>
        </p:spPr>
        <p:txBody>
          <a:bodyPr wrap="square">
            <a:spAutoFit/>
          </a:bodyPr>
          <a:lstStyle/>
          <a:p>
            <a:r>
              <a:rPr lang="en-US" altLang="zh-CN" sz="2800" b="1" dirty="0">
                <a:solidFill>
                  <a:srgbClr val="008000"/>
                </a:solidFill>
              </a:rPr>
              <a:t>B</a:t>
            </a:r>
            <a:endParaRPr lang="zh-CN" altLang="en-US" sz="2800" dirty="0"/>
          </a:p>
        </p:txBody>
      </p:sp>
      <p:sp>
        <p:nvSpPr>
          <p:cNvPr id="2" name="日期占位符 1">
            <a:extLst>
              <a:ext uri="{FF2B5EF4-FFF2-40B4-BE49-F238E27FC236}">
                <a16:creationId xmlns:a16="http://schemas.microsoft.com/office/drawing/2014/main" id="{1CA04EAB-6FCA-B153-3A1A-44AE3EAB079A}"/>
              </a:ext>
            </a:extLst>
          </p:cNvPr>
          <p:cNvSpPr>
            <a:spLocks noGrp="1"/>
          </p:cNvSpPr>
          <p:nvPr>
            <p:ph type="dt" sz="half" idx="10"/>
          </p:nvPr>
        </p:nvSpPr>
        <p:spPr/>
        <p:txBody>
          <a:bodyPr/>
          <a:lstStyle/>
          <a:p>
            <a:fld id="{10D50B86-84F1-4777-9FB8-DC03509BC95C}"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B0D8628D-2A2E-DE53-8695-9A3B37A1E78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976DFE35-4A6F-25B3-8A12-F9B2E5436661}"/>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B870F7C-097E-4641-8DAD-D5D68AE25F2C}"/>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0723" name="Rectangle 3">
            <a:extLst>
              <a:ext uri="{FF2B5EF4-FFF2-40B4-BE49-F238E27FC236}">
                <a16:creationId xmlns:a16="http://schemas.microsoft.com/office/drawing/2014/main" id="{C59D50E8-E4E6-4408-A8D8-4F6D3A5F066C}"/>
              </a:ext>
            </a:extLst>
          </p:cNvPr>
          <p:cNvSpPr>
            <a:spLocks noGrp="1" noChangeArrowheads="1"/>
          </p:cNvSpPr>
          <p:nvPr>
            <p:ph idx="1"/>
          </p:nvPr>
        </p:nvSpPr>
        <p:spPr/>
        <p:txBody>
          <a:bodyPr>
            <a:normAutofit/>
          </a:bodyPr>
          <a:lstStyle/>
          <a:p>
            <a:pPr eaLnBrk="1" hangingPunct="1"/>
            <a:r>
              <a:rPr lang="en-US" altLang="zh-CN" sz="3600" b="1" i="1" dirty="0"/>
              <a:t>a </a:t>
            </a:r>
            <a:r>
              <a:rPr lang="en-US" altLang="zh-CN" sz="3600" b="1" dirty="0">
                <a:solidFill>
                  <a:srgbClr val="FF00FF"/>
                </a:solidFill>
              </a:rPr>
              <a:t>&lt;</a:t>
            </a:r>
            <a:r>
              <a:rPr lang="en-US" altLang="zh-CN" sz="3600" b="1" dirty="0"/>
              <a:t> </a:t>
            </a:r>
            <a:r>
              <a:rPr lang="en-US" altLang="zh-CN" sz="3600" b="1" i="1" dirty="0"/>
              <a:t>b</a:t>
            </a:r>
            <a:r>
              <a:rPr lang="en-US" altLang="zh-CN" sz="3600" b="1" dirty="0"/>
              <a:t> or </a:t>
            </a:r>
            <a:r>
              <a:rPr lang="en-US" altLang="zh-CN" sz="3600" b="1" i="1" dirty="0"/>
              <a:t>c </a:t>
            </a:r>
            <a:r>
              <a:rPr lang="en-US" altLang="zh-CN" sz="3600" b="1" dirty="0"/>
              <a:t>&lt; </a:t>
            </a:r>
            <a:r>
              <a:rPr lang="en-US" altLang="zh-CN" sz="3600" b="1" i="1" dirty="0"/>
              <a:t>d</a:t>
            </a:r>
            <a:r>
              <a:rPr lang="en-US" altLang="zh-CN" sz="3600" b="1" dirty="0"/>
              <a:t> </a:t>
            </a:r>
            <a:r>
              <a:rPr lang="en-US" altLang="zh-CN" sz="3600" b="1" dirty="0">
                <a:solidFill>
                  <a:srgbClr val="FF00FF"/>
                </a:solidFill>
              </a:rPr>
              <a:t>and</a:t>
            </a:r>
            <a:r>
              <a:rPr lang="en-US" altLang="zh-CN" sz="3600" b="1" dirty="0"/>
              <a:t> </a:t>
            </a:r>
            <a:r>
              <a:rPr lang="en-US" altLang="zh-CN" sz="3600" b="1" i="1" dirty="0"/>
              <a:t>e </a:t>
            </a:r>
            <a:r>
              <a:rPr lang="en-US" altLang="zh-CN" sz="3600" b="1" dirty="0"/>
              <a:t>&lt; </a:t>
            </a:r>
            <a:r>
              <a:rPr lang="en-US" altLang="zh-CN" sz="3600" b="1" i="1" dirty="0"/>
              <a:t>f</a:t>
            </a:r>
          </a:p>
          <a:p>
            <a:pPr eaLnBrk="1" hangingPunct="1"/>
            <a:endParaRPr lang="en-US" altLang="zh-CN" sz="3600" dirty="0"/>
          </a:p>
        </p:txBody>
      </p:sp>
      <p:grpSp>
        <p:nvGrpSpPr>
          <p:cNvPr id="30724" name="Group 4">
            <a:extLst>
              <a:ext uri="{FF2B5EF4-FFF2-40B4-BE49-F238E27FC236}">
                <a16:creationId xmlns:a16="http://schemas.microsoft.com/office/drawing/2014/main" id="{187897E6-F4B2-4A9E-B603-D368AC780D0F}"/>
              </a:ext>
            </a:extLst>
          </p:cNvPr>
          <p:cNvGrpSpPr>
            <a:grpSpLocks/>
          </p:cNvGrpSpPr>
          <p:nvPr/>
        </p:nvGrpSpPr>
        <p:grpSpPr bwMode="auto">
          <a:xfrm>
            <a:off x="1190438" y="2286000"/>
            <a:ext cx="5264150" cy="2286000"/>
            <a:chOff x="716" y="1584"/>
            <a:chExt cx="3316" cy="1440"/>
          </a:xfrm>
        </p:grpSpPr>
        <p:sp>
          <p:nvSpPr>
            <p:cNvPr id="30725" name="Rectangle 5">
              <a:extLst>
                <a:ext uri="{FF2B5EF4-FFF2-40B4-BE49-F238E27FC236}">
                  <a16:creationId xmlns:a16="http://schemas.microsoft.com/office/drawing/2014/main" id="{1DE2E8BD-F306-490D-8275-10D46698043B}"/>
                </a:ext>
              </a:extLst>
            </p:cNvPr>
            <p:cNvSpPr>
              <a:spLocks noChangeArrowheads="1"/>
            </p:cNvSpPr>
            <p:nvPr/>
          </p:nvSpPr>
          <p:spPr bwMode="auto">
            <a:xfrm>
              <a:off x="1536" y="1584"/>
              <a:ext cx="2496" cy="48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Font typeface="Wingdings" panose="05000000000000000000" pitchFamily="2" charset="2"/>
                <a:buNone/>
              </a:pPr>
              <a:r>
                <a:rPr lang="en-US" altLang="zh-CN" sz="2400" b="1"/>
                <a:t>if (a&lt;b) goto B1.true(B.true)</a:t>
              </a:r>
            </a:p>
            <a:p>
              <a:pPr eaLnBrk="1" hangingPunct="1">
                <a:spcBef>
                  <a:spcPct val="0"/>
                </a:spcBef>
                <a:buFont typeface="Wingdings" panose="05000000000000000000" pitchFamily="2" charset="2"/>
                <a:buNone/>
              </a:pPr>
              <a:r>
                <a:rPr lang="en-US" altLang="zh-CN" sz="2400" b="1"/>
                <a:t>goto B1.false</a:t>
              </a:r>
            </a:p>
          </p:txBody>
        </p:sp>
        <p:sp>
          <p:nvSpPr>
            <p:cNvPr id="30726" name="Rectangle 6">
              <a:extLst>
                <a:ext uri="{FF2B5EF4-FFF2-40B4-BE49-F238E27FC236}">
                  <a16:creationId xmlns:a16="http://schemas.microsoft.com/office/drawing/2014/main" id="{58799A7C-5CB8-4A90-8696-01456FC6F6FF}"/>
                </a:ext>
              </a:extLst>
            </p:cNvPr>
            <p:cNvSpPr>
              <a:spLocks noChangeArrowheads="1"/>
            </p:cNvSpPr>
            <p:nvPr/>
          </p:nvSpPr>
          <p:spPr bwMode="auto">
            <a:xfrm>
              <a:off x="1536" y="2064"/>
              <a:ext cx="2496" cy="96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endParaRPr lang="zh-CN" altLang="zh-CN" sz="2800" b="1"/>
            </a:p>
          </p:txBody>
        </p:sp>
        <p:sp>
          <p:nvSpPr>
            <p:cNvPr id="30727" name="Text Box 7">
              <a:extLst>
                <a:ext uri="{FF2B5EF4-FFF2-40B4-BE49-F238E27FC236}">
                  <a16:creationId xmlns:a16="http://schemas.microsoft.com/office/drawing/2014/main" id="{E55415DF-23B3-40D6-B06F-FABED1AE81F6}"/>
                </a:ext>
              </a:extLst>
            </p:cNvPr>
            <p:cNvSpPr txBox="1">
              <a:spLocks noChangeArrowheads="1"/>
            </p:cNvSpPr>
            <p:nvPr/>
          </p:nvSpPr>
          <p:spPr bwMode="auto">
            <a:xfrm>
              <a:off x="716" y="2016"/>
              <a:ext cx="8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a:t>B1.false:</a:t>
              </a:r>
            </a:p>
          </p:txBody>
        </p:sp>
        <p:grpSp>
          <p:nvGrpSpPr>
            <p:cNvPr id="30728" name="Group 8">
              <a:extLst>
                <a:ext uri="{FF2B5EF4-FFF2-40B4-BE49-F238E27FC236}">
                  <a16:creationId xmlns:a16="http://schemas.microsoft.com/office/drawing/2014/main" id="{4BD928A7-365C-42BA-81B9-1B9FD3EAD9E6}"/>
                </a:ext>
              </a:extLst>
            </p:cNvPr>
            <p:cNvGrpSpPr>
              <a:grpSpLocks/>
            </p:cNvGrpSpPr>
            <p:nvPr/>
          </p:nvGrpSpPr>
          <p:grpSpPr bwMode="auto">
            <a:xfrm>
              <a:off x="1628" y="2160"/>
              <a:ext cx="1684" cy="768"/>
              <a:chOff x="2780" y="1680"/>
              <a:chExt cx="1684" cy="768"/>
            </a:xfrm>
          </p:grpSpPr>
          <p:sp>
            <p:nvSpPr>
              <p:cNvPr id="30729" name="Rectangle 9">
                <a:extLst>
                  <a:ext uri="{FF2B5EF4-FFF2-40B4-BE49-F238E27FC236}">
                    <a16:creationId xmlns:a16="http://schemas.microsoft.com/office/drawing/2014/main" id="{D2044853-919E-45D6-80ED-35925912BD78}"/>
                  </a:ext>
                </a:extLst>
              </p:cNvPr>
              <p:cNvSpPr>
                <a:spLocks noChangeArrowheads="1"/>
              </p:cNvSpPr>
              <p:nvPr/>
            </p:nvSpPr>
            <p:spPr bwMode="auto">
              <a:xfrm>
                <a:off x="3600" y="1680"/>
                <a:ext cx="864" cy="38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400" b="1">
                    <a:solidFill>
                      <a:srgbClr val="008000"/>
                    </a:solidFill>
                  </a:rPr>
                  <a:t>B3</a:t>
                </a:r>
                <a:r>
                  <a:rPr lang="en-US" altLang="zh-CN" sz="2400" b="1"/>
                  <a:t> [c&lt;d]</a:t>
                </a:r>
              </a:p>
            </p:txBody>
          </p:sp>
          <p:sp>
            <p:nvSpPr>
              <p:cNvPr id="30730" name="Rectangle 10">
                <a:extLst>
                  <a:ext uri="{FF2B5EF4-FFF2-40B4-BE49-F238E27FC236}">
                    <a16:creationId xmlns:a16="http://schemas.microsoft.com/office/drawing/2014/main" id="{BD8D47B9-1EB1-4594-A8F0-733021900EEC}"/>
                  </a:ext>
                </a:extLst>
              </p:cNvPr>
              <p:cNvSpPr>
                <a:spLocks noChangeArrowheads="1"/>
              </p:cNvSpPr>
              <p:nvPr/>
            </p:nvSpPr>
            <p:spPr bwMode="auto">
              <a:xfrm>
                <a:off x="3600" y="2064"/>
                <a:ext cx="864" cy="38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400" b="1">
                    <a:solidFill>
                      <a:srgbClr val="008000"/>
                    </a:solidFill>
                  </a:rPr>
                  <a:t>B4</a:t>
                </a:r>
                <a:r>
                  <a:rPr lang="en-US" altLang="zh-CN" sz="2400" b="1"/>
                  <a:t> [e&lt;f ]</a:t>
                </a:r>
              </a:p>
            </p:txBody>
          </p:sp>
          <p:sp>
            <p:nvSpPr>
              <p:cNvPr id="30731" name="Text Box 11">
                <a:extLst>
                  <a:ext uri="{FF2B5EF4-FFF2-40B4-BE49-F238E27FC236}">
                    <a16:creationId xmlns:a16="http://schemas.microsoft.com/office/drawing/2014/main" id="{548FE64A-ED20-4F58-942E-0B17E693CBA2}"/>
                  </a:ext>
                </a:extLst>
              </p:cNvPr>
              <p:cNvSpPr txBox="1">
                <a:spLocks noChangeArrowheads="1"/>
              </p:cNvSpPr>
              <p:nvPr/>
            </p:nvSpPr>
            <p:spPr bwMode="auto">
              <a:xfrm>
                <a:off x="2780" y="1980"/>
                <a:ext cx="79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dirty="0"/>
                  <a:t>B3.true:</a:t>
                </a:r>
              </a:p>
            </p:txBody>
          </p:sp>
        </p:grpSp>
      </p:grpSp>
      <p:sp>
        <p:nvSpPr>
          <p:cNvPr id="13" name="文本框 12">
            <a:extLst>
              <a:ext uri="{FF2B5EF4-FFF2-40B4-BE49-F238E27FC236}">
                <a16:creationId xmlns:a16="http://schemas.microsoft.com/office/drawing/2014/main" id="{7629870B-6BFC-477B-8803-A70C2393CB7A}"/>
              </a:ext>
            </a:extLst>
          </p:cNvPr>
          <p:cNvSpPr txBox="1"/>
          <p:nvPr/>
        </p:nvSpPr>
        <p:spPr>
          <a:xfrm>
            <a:off x="6511738" y="2405390"/>
            <a:ext cx="627250" cy="523220"/>
          </a:xfrm>
          <a:prstGeom prst="rect">
            <a:avLst/>
          </a:prstGeom>
          <a:noFill/>
        </p:spPr>
        <p:txBody>
          <a:bodyPr wrap="square">
            <a:spAutoFit/>
          </a:bodyPr>
          <a:lstStyle/>
          <a:p>
            <a:r>
              <a:rPr lang="en-US" altLang="zh-CN" sz="2800" b="1" dirty="0">
                <a:solidFill>
                  <a:srgbClr val="008000"/>
                </a:solidFill>
              </a:rPr>
              <a:t>B1</a:t>
            </a:r>
            <a:endParaRPr lang="zh-CN" altLang="en-US" sz="2800" dirty="0"/>
          </a:p>
        </p:txBody>
      </p:sp>
      <p:sp>
        <p:nvSpPr>
          <p:cNvPr id="14" name="文本框 13">
            <a:extLst>
              <a:ext uri="{FF2B5EF4-FFF2-40B4-BE49-F238E27FC236}">
                <a16:creationId xmlns:a16="http://schemas.microsoft.com/office/drawing/2014/main" id="{3C542601-24B3-44C4-BE3C-D255901775EF}"/>
              </a:ext>
            </a:extLst>
          </p:cNvPr>
          <p:cNvSpPr txBox="1"/>
          <p:nvPr/>
        </p:nvSpPr>
        <p:spPr>
          <a:xfrm>
            <a:off x="6511738" y="3548390"/>
            <a:ext cx="627250" cy="523220"/>
          </a:xfrm>
          <a:prstGeom prst="rect">
            <a:avLst/>
          </a:prstGeom>
          <a:noFill/>
        </p:spPr>
        <p:txBody>
          <a:bodyPr wrap="square">
            <a:spAutoFit/>
          </a:bodyPr>
          <a:lstStyle/>
          <a:p>
            <a:r>
              <a:rPr lang="en-US" altLang="zh-CN" sz="2800" b="1" dirty="0">
                <a:solidFill>
                  <a:srgbClr val="008000"/>
                </a:solidFill>
              </a:rPr>
              <a:t>B2</a:t>
            </a:r>
            <a:endParaRPr lang="zh-CN" altLang="en-US" sz="2800" dirty="0"/>
          </a:p>
        </p:txBody>
      </p:sp>
      <p:grpSp>
        <p:nvGrpSpPr>
          <p:cNvPr id="4" name="组合 3">
            <a:extLst>
              <a:ext uri="{FF2B5EF4-FFF2-40B4-BE49-F238E27FC236}">
                <a16:creationId xmlns:a16="http://schemas.microsoft.com/office/drawing/2014/main" id="{C33EB4AC-AD64-4719-9315-C2D423B1A96E}"/>
              </a:ext>
            </a:extLst>
          </p:cNvPr>
          <p:cNvGrpSpPr/>
          <p:nvPr/>
        </p:nvGrpSpPr>
        <p:grpSpPr>
          <a:xfrm>
            <a:off x="7296850" y="2289968"/>
            <a:ext cx="1161349" cy="2290763"/>
            <a:chOff x="7296850" y="2289968"/>
            <a:chExt cx="1161349" cy="2290763"/>
          </a:xfrm>
        </p:grpSpPr>
        <p:sp>
          <p:nvSpPr>
            <p:cNvPr id="15" name="文本框 14">
              <a:extLst>
                <a:ext uri="{FF2B5EF4-FFF2-40B4-BE49-F238E27FC236}">
                  <a16:creationId xmlns:a16="http://schemas.microsoft.com/office/drawing/2014/main" id="{9C85F32D-8714-4FE9-B0FF-DA18838D6A81}"/>
                </a:ext>
              </a:extLst>
            </p:cNvPr>
            <p:cNvSpPr txBox="1"/>
            <p:nvPr/>
          </p:nvSpPr>
          <p:spPr>
            <a:xfrm>
              <a:off x="7830949" y="3153430"/>
              <a:ext cx="627250" cy="523220"/>
            </a:xfrm>
            <a:prstGeom prst="rect">
              <a:avLst/>
            </a:prstGeom>
            <a:noFill/>
          </p:spPr>
          <p:txBody>
            <a:bodyPr wrap="square">
              <a:spAutoFit/>
            </a:bodyPr>
            <a:lstStyle/>
            <a:p>
              <a:r>
                <a:rPr lang="en-US" altLang="zh-CN" sz="2800" b="1" dirty="0">
                  <a:solidFill>
                    <a:srgbClr val="008000"/>
                  </a:solidFill>
                </a:rPr>
                <a:t>B</a:t>
              </a:r>
              <a:endParaRPr lang="zh-CN" altLang="en-US" sz="2800" dirty="0"/>
            </a:p>
          </p:txBody>
        </p:sp>
        <p:sp>
          <p:nvSpPr>
            <p:cNvPr id="3" name="右大括号 2">
              <a:extLst>
                <a:ext uri="{FF2B5EF4-FFF2-40B4-BE49-F238E27FC236}">
                  <a16:creationId xmlns:a16="http://schemas.microsoft.com/office/drawing/2014/main" id="{9F6F6FDF-A9C4-48C0-AFA0-34C9B3630A08}"/>
                </a:ext>
              </a:extLst>
            </p:cNvPr>
            <p:cNvSpPr/>
            <p:nvPr/>
          </p:nvSpPr>
          <p:spPr>
            <a:xfrm>
              <a:off x="7296850" y="2289968"/>
              <a:ext cx="376237" cy="2290763"/>
            </a:xfrm>
            <a:prstGeom prst="rightBrace">
              <a:avLst>
                <a:gd name="adj1" fmla="val 64029"/>
                <a:gd name="adj2" fmla="val 50000"/>
              </a:avLst>
            </a:prstGeom>
            <a:ln w="28575">
              <a:solidFill>
                <a:schemeClr val="accent6">
                  <a:lumMod val="75000"/>
                </a:schemeClr>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grpSp>
      <p:sp>
        <p:nvSpPr>
          <p:cNvPr id="2" name="日期占位符 1">
            <a:extLst>
              <a:ext uri="{FF2B5EF4-FFF2-40B4-BE49-F238E27FC236}">
                <a16:creationId xmlns:a16="http://schemas.microsoft.com/office/drawing/2014/main" id="{1300DF20-8697-DCC3-F369-4C864182D907}"/>
              </a:ext>
            </a:extLst>
          </p:cNvPr>
          <p:cNvSpPr>
            <a:spLocks noGrp="1"/>
          </p:cNvSpPr>
          <p:nvPr>
            <p:ph type="dt" sz="half" idx="10"/>
          </p:nvPr>
        </p:nvSpPr>
        <p:spPr/>
        <p:txBody>
          <a:bodyPr/>
          <a:lstStyle/>
          <a:p>
            <a:fld id="{03FF7316-F235-47E8-8209-C2365C046734}"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0B475781-5564-7A9A-3FB7-CD3EAF699FF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40BA813C-869D-8285-1ECF-12CBC2A60765}"/>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A54D8BC-59D0-44EC-8022-C5AAEFC3982E}"/>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1747" name="Rectangle 3">
            <a:extLst>
              <a:ext uri="{FF2B5EF4-FFF2-40B4-BE49-F238E27FC236}">
                <a16:creationId xmlns:a16="http://schemas.microsoft.com/office/drawing/2014/main" id="{7F609FC2-342A-47B7-A140-43B3983FCF69}"/>
              </a:ext>
            </a:extLst>
          </p:cNvPr>
          <p:cNvSpPr>
            <a:spLocks noGrp="1" noChangeArrowheads="1"/>
          </p:cNvSpPr>
          <p:nvPr>
            <p:ph idx="1"/>
          </p:nvPr>
        </p:nvSpPr>
        <p:spPr/>
        <p:txBody>
          <a:bodyPr>
            <a:normAutofit/>
          </a:bodyPr>
          <a:lstStyle/>
          <a:p>
            <a:pPr eaLnBrk="1" hangingPunct="1"/>
            <a:r>
              <a:rPr lang="en-US" altLang="zh-CN" sz="3600" b="1" i="1" dirty="0"/>
              <a:t>a </a:t>
            </a:r>
            <a:r>
              <a:rPr lang="en-US" altLang="zh-CN" sz="3600" b="1" dirty="0"/>
              <a:t>&lt; </a:t>
            </a:r>
            <a:r>
              <a:rPr lang="en-US" altLang="zh-CN" sz="3600" b="1" i="1" dirty="0"/>
              <a:t>b</a:t>
            </a:r>
            <a:r>
              <a:rPr lang="en-US" altLang="zh-CN" sz="3600" b="1" dirty="0"/>
              <a:t> or </a:t>
            </a:r>
            <a:r>
              <a:rPr lang="en-US" altLang="zh-CN" sz="3600" b="1" i="1" dirty="0"/>
              <a:t>c </a:t>
            </a:r>
            <a:r>
              <a:rPr lang="en-US" altLang="zh-CN" sz="3600" b="1" dirty="0">
                <a:solidFill>
                  <a:srgbClr val="FF00FF"/>
                </a:solidFill>
              </a:rPr>
              <a:t>&lt;</a:t>
            </a:r>
            <a:r>
              <a:rPr lang="en-US" altLang="zh-CN" sz="3600" b="1" dirty="0"/>
              <a:t> </a:t>
            </a:r>
            <a:r>
              <a:rPr lang="en-US" altLang="zh-CN" sz="3600" b="1" i="1" dirty="0"/>
              <a:t>d</a:t>
            </a:r>
            <a:r>
              <a:rPr lang="en-US" altLang="zh-CN" sz="3600" b="1" dirty="0"/>
              <a:t> and </a:t>
            </a:r>
            <a:r>
              <a:rPr lang="en-US" altLang="zh-CN" sz="3600" b="1" i="1" dirty="0"/>
              <a:t>e </a:t>
            </a:r>
            <a:r>
              <a:rPr lang="en-US" altLang="zh-CN" sz="3600" b="1" dirty="0">
                <a:solidFill>
                  <a:srgbClr val="FF00FF"/>
                </a:solidFill>
              </a:rPr>
              <a:t>&lt;</a:t>
            </a:r>
            <a:r>
              <a:rPr lang="en-US" altLang="zh-CN" sz="3600" b="1" dirty="0"/>
              <a:t> </a:t>
            </a:r>
            <a:r>
              <a:rPr lang="en-US" altLang="zh-CN" sz="3600" b="1" i="1" dirty="0"/>
              <a:t>f</a:t>
            </a:r>
          </a:p>
          <a:p>
            <a:pPr eaLnBrk="1" hangingPunct="1"/>
            <a:endParaRPr lang="en-US" altLang="zh-CN" sz="3600" dirty="0"/>
          </a:p>
        </p:txBody>
      </p:sp>
      <p:grpSp>
        <p:nvGrpSpPr>
          <p:cNvPr id="31748" name="Group 4">
            <a:extLst>
              <a:ext uri="{FF2B5EF4-FFF2-40B4-BE49-F238E27FC236}">
                <a16:creationId xmlns:a16="http://schemas.microsoft.com/office/drawing/2014/main" id="{50853F55-5615-4AC9-B289-F0DA86700752}"/>
              </a:ext>
            </a:extLst>
          </p:cNvPr>
          <p:cNvGrpSpPr>
            <a:grpSpLocks/>
          </p:cNvGrpSpPr>
          <p:nvPr/>
        </p:nvGrpSpPr>
        <p:grpSpPr bwMode="auto">
          <a:xfrm>
            <a:off x="98611" y="2312193"/>
            <a:ext cx="7135813" cy="3048000"/>
            <a:chOff x="716" y="1584"/>
            <a:chExt cx="4495" cy="1920"/>
          </a:xfrm>
        </p:grpSpPr>
        <p:sp>
          <p:nvSpPr>
            <p:cNvPr id="31749" name="Rectangle 5">
              <a:extLst>
                <a:ext uri="{FF2B5EF4-FFF2-40B4-BE49-F238E27FC236}">
                  <a16:creationId xmlns:a16="http://schemas.microsoft.com/office/drawing/2014/main" id="{1D2EBCF2-DA68-4257-8B8C-72B1BF8E5FA4}"/>
                </a:ext>
              </a:extLst>
            </p:cNvPr>
            <p:cNvSpPr>
              <a:spLocks noChangeArrowheads="1"/>
            </p:cNvSpPr>
            <p:nvPr/>
          </p:nvSpPr>
          <p:spPr bwMode="auto">
            <a:xfrm>
              <a:off x="1536" y="1584"/>
              <a:ext cx="3675" cy="48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Font typeface="Wingdings" panose="05000000000000000000" pitchFamily="2" charset="2"/>
                <a:buNone/>
              </a:pPr>
              <a:r>
                <a:rPr lang="en-US" altLang="zh-CN" sz="2400" b="1"/>
                <a:t>if (a&lt;b) goto B1.true(B.true)</a:t>
              </a:r>
            </a:p>
            <a:p>
              <a:pPr eaLnBrk="1" hangingPunct="1">
                <a:spcBef>
                  <a:spcPct val="0"/>
                </a:spcBef>
                <a:buFont typeface="Wingdings" panose="05000000000000000000" pitchFamily="2" charset="2"/>
                <a:buNone/>
              </a:pPr>
              <a:r>
                <a:rPr lang="en-US" altLang="zh-CN" sz="2400" b="1"/>
                <a:t>goto B1.false</a:t>
              </a:r>
            </a:p>
          </p:txBody>
        </p:sp>
        <p:sp>
          <p:nvSpPr>
            <p:cNvPr id="31750" name="Rectangle 6">
              <a:extLst>
                <a:ext uri="{FF2B5EF4-FFF2-40B4-BE49-F238E27FC236}">
                  <a16:creationId xmlns:a16="http://schemas.microsoft.com/office/drawing/2014/main" id="{D22E282C-9AB1-48E9-AD0D-7FD19D41FF83}"/>
                </a:ext>
              </a:extLst>
            </p:cNvPr>
            <p:cNvSpPr>
              <a:spLocks noChangeArrowheads="1"/>
            </p:cNvSpPr>
            <p:nvPr/>
          </p:nvSpPr>
          <p:spPr bwMode="auto">
            <a:xfrm>
              <a:off x="1536" y="2064"/>
              <a:ext cx="3675" cy="144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endParaRPr lang="zh-CN" altLang="zh-CN" sz="2800" b="1"/>
            </a:p>
          </p:txBody>
        </p:sp>
        <p:sp>
          <p:nvSpPr>
            <p:cNvPr id="31751" name="Text Box 7">
              <a:extLst>
                <a:ext uri="{FF2B5EF4-FFF2-40B4-BE49-F238E27FC236}">
                  <a16:creationId xmlns:a16="http://schemas.microsoft.com/office/drawing/2014/main" id="{8FC68186-EE76-4E1A-A61A-EC57CDB2501D}"/>
                </a:ext>
              </a:extLst>
            </p:cNvPr>
            <p:cNvSpPr txBox="1">
              <a:spLocks noChangeArrowheads="1"/>
            </p:cNvSpPr>
            <p:nvPr/>
          </p:nvSpPr>
          <p:spPr bwMode="auto">
            <a:xfrm>
              <a:off x="716" y="2016"/>
              <a:ext cx="8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a:t>B1.false:</a:t>
              </a:r>
            </a:p>
          </p:txBody>
        </p:sp>
        <p:grpSp>
          <p:nvGrpSpPr>
            <p:cNvPr id="31752" name="Group 8">
              <a:extLst>
                <a:ext uri="{FF2B5EF4-FFF2-40B4-BE49-F238E27FC236}">
                  <a16:creationId xmlns:a16="http://schemas.microsoft.com/office/drawing/2014/main" id="{A6C0930B-2C64-4DFF-ADAC-237F9EFDA490}"/>
                </a:ext>
              </a:extLst>
            </p:cNvPr>
            <p:cNvGrpSpPr>
              <a:grpSpLocks/>
            </p:cNvGrpSpPr>
            <p:nvPr/>
          </p:nvGrpSpPr>
          <p:grpSpPr bwMode="auto">
            <a:xfrm>
              <a:off x="1532" y="2160"/>
              <a:ext cx="3316" cy="1152"/>
              <a:chOff x="1628" y="3024"/>
              <a:chExt cx="3316" cy="1152"/>
            </a:xfrm>
          </p:grpSpPr>
          <p:sp>
            <p:nvSpPr>
              <p:cNvPr id="31753" name="Rectangle 9">
                <a:extLst>
                  <a:ext uri="{FF2B5EF4-FFF2-40B4-BE49-F238E27FC236}">
                    <a16:creationId xmlns:a16="http://schemas.microsoft.com/office/drawing/2014/main" id="{1B09F00A-D44B-4831-83CB-157032A8D821}"/>
                  </a:ext>
                </a:extLst>
              </p:cNvPr>
              <p:cNvSpPr>
                <a:spLocks noChangeArrowheads="1"/>
              </p:cNvSpPr>
              <p:nvPr/>
            </p:nvSpPr>
            <p:spPr bwMode="auto">
              <a:xfrm>
                <a:off x="2448" y="3024"/>
                <a:ext cx="2496" cy="48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Font typeface="Wingdings" panose="05000000000000000000" pitchFamily="2" charset="2"/>
                  <a:buNone/>
                </a:pPr>
                <a:r>
                  <a:rPr lang="en-US" altLang="zh-CN" sz="2400" b="1"/>
                  <a:t>if (c&lt;d) goto B3.true</a:t>
                </a:r>
              </a:p>
              <a:p>
                <a:pPr eaLnBrk="1" hangingPunct="1">
                  <a:spcBef>
                    <a:spcPct val="0"/>
                  </a:spcBef>
                  <a:buFont typeface="Wingdings" panose="05000000000000000000" pitchFamily="2" charset="2"/>
                  <a:buNone/>
                </a:pPr>
                <a:r>
                  <a:rPr lang="en-US" altLang="zh-CN" sz="2400" b="1"/>
                  <a:t>goto B3.false(B2.false,B.false)</a:t>
                </a:r>
              </a:p>
            </p:txBody>
          </p:sp>
          <p:sp>
            <p:nvSpPr>
              <p:cNvPr id="31754" name="Rectangle 10">
                <a:extLst>
                  <a:ext uri="{FF2B5EF4-FFF2-40B4-BE49-F238E27FC236}">
                    <a16:creationId xmlns:a16="http://schemas.microsoft.com/office/drawing/2014/main" id="{29707187-06A2-4DE3-A2BA-B07709583DA6}"/>
                  </a:ext>
                </a:extLst>
              </p:cNvPr>
              <p:cNvSpPr>
                <a:spLocks noChangeArrowheads="1"/>
              </p:cNvSpPr>
              <p:nvPr/>
            </p:nvSpPr>
            <p:spPr bwMode="auto">
              <a:xfrm>
                <a:off x="2448" y="3504"/>
                <a:ext cx="2496" cy="672"/>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Font typeface="Wingdings" panose="05000000000000000000" pitchFamily="2" charset="2"/>
                  <a:buNone/>
                </a:pPr>
                <a:r>
                  <a:rPr lang="en-US" altLang="zh-CN" sz="2400" b="1"/>
                  <a:t>if (e&lt;f) goto B4.true</a:t>
                </a:r>
              </a:p>
              <a:p>
                <a:pPr eaLnBrk="1" hangingPunct="1">
                  <a:spcBef>
                    <a:spcPct val="0"/>
                  </a:spcBef>
                  <a:buFont typeface="Wingdings" panose="05000000000000000000" pitchFamily="2" charset="2"/>
                  <a:buNone/>
                </a:pPr>
                <a:r>
                  <a:rPr lang="en-US" altLang="zh-CN" sz="2400" b="1"/>
                  <a:t>                     (B2.true, B.true)</a:t>
                </a:r>
              </a:p>
              <a:p>
                <a:pPr eaLnBrk="1" hangingPunct="1">
                  <a:spcBef>
                    <a:spcPct val="0"/>
                  </a:spcBef>
                  <a:buFont typeface="Wingdings" panose="05000000000000000000" pitchFamily="2" charset="2"/>
                  <a:buNone/>
                </a:pPr>
                <a:r>
                  <a:rPr lang="en-US" altLang="zh-CN" sz="2400" b="1"/>
                  <a:t>goto B4.false(B2.false,B.false)</a:t>
                </a:r>
              </a:p>
            </p:txBody>
          </p:sp>
          <p:sp>
            <p:nvSpPr>
              <p:cNvPr id="31755" name="Text Box 11">
                <a:extLst>
                  <a:ext uri="{FF2B5EF4-FFF2-40B4-BE49-F238E27FC236}">
                    <a16:creationId xmlns:a16="http://schemas.microsoft.com/office/drawing/2014/main" id="{3E3BD4D4-4ADF-4D83-8FDC-0471B0F42C45}"/>
                  </a:ext>
                </a:extLst>
              </p:cNvPr>
              <p:cNvSpPr txBox="1">
                <a:spLocks noChangeArrowheads="1"/>
              </p:cNvSpPr>
              <p:nvPr/>
            </p:nvSpPr>
            <p:spPr bwMode="auto">
              <a:xfrm>
                <a:off x="1628" y="3456"/>
                <a:ext cx="79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dirty="0"/>
                  <a:t>B3.true:</a:t>
                </a:r>
              </a:p>
            </p:txBody>
          </p:sp>
        </p:grpSp>
      </p:grpSp>
      <p:sp>
        <p:nvSpPr>
          <p:cNvPr id="12" name="文本框 11">
            <a:extLst>
              <a:ext uri="{FF2B5EF4-FFF2-40B4-BE49-F238E27FC236}">
                <a16:creationId xmlns:a16="http://schemas.microsoft.com/office/drawing/2014/main" id="{42848016-F4E8-4B75-BB4E-4E612A86CEA2}"/>
              </a:ext>
            </a:extLst>
          </p:cNvPr>
          <p:cNvSpPr txBox="1"/>
          <p:nvPr/>
        </p:nvSpPr>
        <p:spPr>
          <a:xfrm>
            <a:off x="7237416" y="2393483"/>
            <a:ext cx="627250" cy="523220"/>
          </a:xfrm>
          <a:prstGeom prst="rect">
            <a:avLst/>
          </a:prstGeom>
          <a:noFill/>
        </p:spPr>
        <p:txBody>
          <a:bodyPr wrap="square">
            <a:spAutoFit/>
          </a:bodyPr>
          <a:lstStyle/>
          <a:p>
            <a:r>
              <a:rPr lang="en-US" altLang="zh-CN" sz="2800" b="1" dirty="0">
                <a:solidFill>
                  <a:srgbClr val="008000"/>
                </a:solidFill>
              </a:rPr>
              <a:t>B1</a:t>
            </a:r>
            <a:endParaRPr lang="zh-CN" altLang="en-US" sz="2800" dirty="0"/>
          </a:p>
        </p:txBody>
      </p:sp>
      <p:sp>
        <p:nvSpPr>
          <p:cNvPr id="13" name="文本框 12">
            <a:extLst>
              <a:ext uri="{FF2B5EF4-FFF2-40B4-BE49-F238E27FC236}">
                <a16:creationId xmlns:a16="http://schemas.microsoft.com/office/drawing/2014/main" id="{8F88051B-A272-44A4-98CE-3539256147B9}"/>
              </a:ext>
            </a:extLst>
          </p:cNvPr>
          <p:cNvSpPr txBox="1"/>
          <p:nvPr/>
        </p:nvSpPr>
        <p:spPr>
          <a:xfrm>
            <a:off x="7237416" y="3874292"/>
            <a:ext cx="627250" cy="523220"/>
          </a:xfrm>
          <a:prstGeom prst="rect">
            <a:avLst/>
          </a:prstGeom>
          <a:noFill/>
        </p:spPr>
        <p:txBody>
          <a:bodyPr wrap="square">
            <a:spAutoFit/>
          </a:bodyPr>
          <a:lstStyle/>
          <a:p>
            <a:r>
              <a:rPr lang="en-US" altLang="zh-CN" sz="2800" b="1" dirty="0">
                <a:solidFill>
                  <a:srgbClr val="008000"/>
                </a:solidFill>
              </a:rPr>
              <a:t>B2</a:t>
            </a:r>
            <a:endParaRPr lang="zh-CN" altLang="en-US" sz="2800" dirty="0"/>
          </a:p>
        </p:txBody>
      </p:sp>
      <p:grpSp>
        <p:nvGrpSpPr>
          <p:cNvPr id="14" name="组合 13">
            <a:extLst>
              <a:ext uri="{FF2B5EF4-FFF2-40B4-BE49-F238E27FC236}">
                <a16:creationId xmlns:a16="http://schemas.microsoft.com/office/drawing/2014/main" id="{785AC32F-71CF-4A92-9441-7D9EE1945B4C}"/>
              </a:ext>
            </a:extLst>
          </p:cNvPr>
          <p:cNvGrpSpPr/>
          <p:nvPr/>
        </p:nvGrpSpPr>
        <p:grpSpPr>
          <a:xfrm>
            <a:off x="7826562" y="2359817"/>
            <a:ext cx="1161349" cy="2876551"/>
            <a:chOff x="7296850" y="2289968"/>
            <a:chExt cx="1161349" cy="2290763"/>
          </a:xfrm>
        </p:grpSpPr>
        <p:sp>
          <p:nvSpPr>
            <p:cNvPr id="15" name="文本框 14">
              <a:extLst>
                <a:ext uri="{FF2B5EF4-FFF2-40B4-BE49-F238E27FC236}">
                  <a16:creationId xmlns:a16="http://schemas.microsoft.com/office/drawing/2014/main" id="{9FCFB544-276B-48A0-9FC7-D51563E9487C}"/>
                </a:ext>
              </a:extLst>
            </p:cNvPr>
            <p:cNvSpPr txBox="1"/>
            <p:nvPr/>
          </p:nvSpPr>
          <p:spPr>
            <a:xfrm>
              <a:off x="7830949" y="3153430"/>
              <a:ext cx="627250" cy="523220"/>
            </a:xfrm>
            <a:prstGeom prst="rect">
              <a:avLst/>
            </a:prstGeom>
            <a:noFill/>
          </p:spPr>
          <p:txBody>
            <a:bodyPr wrap="square">
              <a:spAutoFit/>
            </a:bodyPr>
            <a:lstStyle/>
            <a:p>
              <a:r>
                <a:rPr lang="en-US" altLang="zh-CN" sz="2800" b="1" dirty="0">
                  <a:solidFill>
                    <a:srgbClr val="008000"/>
                  </a:solidFill>
                </a:rPr>
                <a:t>B</a:t>
              </a:r>
              <a:endParaRPr lang="zh-CN" altLang="en-US" sz="2800" dirty="0"/>
            </a:p>
          </p:txBody>
        </p:sp>
        <p:sp>
          <p:nvSpPr>
            <p:cNvPr id="16" name="右大括号 15">
              <a:extLst>
                <a:ext uri="{FF2B5EF4-FFF2-40B4-BE49-F238E27FC236}">
                  <a16:creationId xmlns:a16="http://schemas.microsoft.com/office/drawing/2014/main" id="{4CE8D45C-DFCC-4462-B8A8-5AD5A6797BF4}"/>
                </a:ext>
              </a:extLst>
            </p:cNvPr>
            <p:cNvSpPr/>
            <p:nvPr/>
          </p:nvSpPr>
          <p:spPr>
            <a:xfrm>
              <a:off x="7296850" y="2289968"/>
              <a:ext cx="376237" cy="2290763"/>
            </a:xfrm>
            <a:prstGeom prst="rightBrace">
              <a:avLst>
                <a:gd name="adj1" fmla="val 64029"/>
                <a:gd name="adj2" fmla="val 50000"/>
              </a:avLst>
            </a:prstGeom>
            <a:ln w="28575">
              <a:solidFill>
                <a:schemeClr val="accent6">
                  <a:lumMod val="75000"/>
                </a:schemeClr>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grpSp>
      <p:sp>
        <p:nvSpPr>
          <p:cNvPr id="17" name="文本框 16">
            <a:extLst>
              <a:ext uri="{FF2B5EF4-FFF2-40B4-BE49-F238E27FC236}">
                <a16:creationId xmlns:a16="http://schemas.microsoft.com/office/drawing/2014/main" id="{7DE8451E-75DF-4519-9CA4-966C89305D22}"/>
              </a:ext>
            </a:extLst>
          </p:cNvPr>
          <p:cNvSpPr txBox="1"/>
          <p:nvPr/>
        </p:nvSpPr>
        <p:spPr>
          <a:xfrm>
            <a:off x="6654986" y="3322155"/>
            <a:ext cx="627250" cy="461665"/>
          </a:xfrm>
          <a:prstGeom prst="rect">
            <a:avLst/>
          </a:prstGeom>
          <a:noFill/>
        </p:spPr>
        <p:txBody>
          <a:bodyPr wrap="square">
            <a:spAutoFit/>
          </a:bodyPr>
          <a:lstStyle/>
          <a:p>
            <a:r>
              <a:rPr lang="en-US" altLang="zh-CN" sz="2400" b="1" dirty="0">
                <a:solidFill>
                  <a:srgbClr val="008000"/>
                </a:solidFill>
              </a:rPr>
              <a:t>B3</a:t>
            </a:r>
            <a:endParaRPr lang="zh-CN" altLang="en-US" sz="2400" dirty="0"/>
          </a:p>
        </p:txBody>
      </p:sp>
      <p:sp>
        <p:nvSpPr>
          <p:cNvPr id="18" name="文本框 17">
            <a:extLst>
              <a:ext uri="{FF2B5EF4-FFF2-40B4-BE49-F238E27FC236}">
                <a16:creationId xmlns:a16="http://schemas.microsoft.com/office/drawing/2014/main" id="{610B4397-FEEA-4592-BB86-87B1F3773703}"/>
              </a:ext>
            </a:extLst>
          </p:cNvPr>
          <p:cNvSpPr txBox="1"/>
          <p:nvPr/>
        </p:nvSpPr>
        <p:spPr>
          <a:xfrm>
            <a:off x="6655359" y="4279744"/>
            <a:ext cx="627250" cy="461665"/>
          </a:xfrm>
          <a:prstGeom prst="rect">
            <a:avLst/>
          </a:prstGeom>
          <a:noFill/>
        </p:spPr>
        <p:txBody>
          <a:bodyPr wrap="square">
            <a:spAutoFit/>
          </a:bodyPr>
          <a:lstStyle/>
          <a:p>
            <a:r>
              <a:rPr lang="en-US" altLang="zh-CN" sz="2400" b="1" dirty="0">
                <a:solidFill>
                  <a:srgbClr val="008000"/>
                </a:solidFill>
              </a:rPr>
              <a:t>B4</a:t>
            </a:r>
            <a:endParaRPr lang="zh-CN" altLang="en-US" sz="2400" dirty="0"/>
          </a:p>
        </p:txBody>
      </p:sp>
      <p:sp>
        <p:nvSpPr>
          <p:cNvPr id="2" name="日期占位符 1">
            <a:extLst>
              <a:ext uri="{FF2B5EF4-FFF2-40B4-BE49-F238E27FC236}">
                <a16:creationId xmlns:a16="http://schemas.microsoft.com/office/drawing/2014/main" id="{EAFA05D7-0B09-81DE-C235-62F30D383DF5}"/>
              </a:ext>
            </a:extLst>
          </p:cNvPr>
          <p:cNvSpPr>
            <a:spLocks noGrp="1"/>
          </p:cNvSpPr>
          <p:nvPr>
            <p:ph type="dt" sz="half" idx="10"/>
          </p:nvPr>
        </p:nvSpPr>
        <p:spPr/>
        <p:txBody>
          <a:bodyPr/>
          <a:lstStyle/>
          <a:p>
            <a:fld id="{701B784E-78AD-4FBD-921F-248ADF228E03}"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7F5C6C45-D524-E18C-6AD1-0CC867E4E8A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8AEC94A2-2B09-7D89-DA20-4D02C2F8383A}"/>
              </a:ext>
            </a:extLst>
          </p:cNvPr>
          <p:cNvSpPr>
            <a:spLocks noGrp="1"/>
          </p:cNvSpPr>
          <p:nvPr>
            <p:ph type="sldNum" sz="quarter" idx="12"/>
          </p:nvPr>
        </p:nvSpPr>
        <p:spPr/>
        <p:txBody>
          <a:bodyPr/>
          <a:lstStyle/>
          <a:p>
            <a:fld id="{094DEB03-EFC6-4C20-8FC8-295189A5386F}" type="slidenum">
              <a:rPr lang="zh-CN" altLang="en-US" smtClean="0"/>
              <a:pPr/>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C4EC90F-81EF-4E32-8B3C-095FFFD3DA9E}"/>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2771" name="Rectangle 3">
            <a:extLst>
              <a:ext uri="{FF2B5EF4-FFF2-40B4-BE49-F238E27FC236}">
                <a16:creationId xmlns:a16="http://schemas.microsoft.com/office/drawing/2014/main" id="{634CB5D4-3B11-4095-BD9F-3E11943F1918}"/>
              </a:ext>
            </a:extLst>
          </p:cNvPr>
          <p:cNvSpPr>
            <a:spLocks noGrp="1" noChangeArrowheads="1"/>
          </p:cNvSpPr>
          <p:nvPr>
            <p:ph idx="1"/>
          </p:nvPr>
        </p:nvSpPr>
        <p:spPr/>
        <p:txBody>
          <a:bodyPr>
            <a:normAutofit/>
          </a:bodyPr>
          <a:lstStyle/>
          <a:p>
            <a:pPr algn="just" eaLnBrk="1" hangingPunct="1">
              <a:spcBef>
                <a:spcPct val="0"/>
              </a:spcBef>
              <a:buFont typeface="Wingdings" panose="05000000000000000000" pitchFamily="2" charset="2"/>
              <a:buNone/>
            </a:pPr>
            <a:r>
              <a:rPr lang="zh-CN" altLang="en-US" dirty="0">
                <a:latin typeface="宋体" panose="02010600030101010101" pitchFamily="2" charset="-122"/>
              </a:rPr>
              <a:t>答案：</a:t>
            </a:r>
          </a:p>
          <a:p>
            <a:pPr algn="just" eaLnBrk="1" hangingPunct="1">
              <a:spcBef>
                <a:spcPct val="0"/>
              </a:spcBef>
              <a:buFont typeface="Wingdings" panose="05000000000000000000" pitchFamily="2" charset="2"/>
              <a:buNone/>
            </a:pPr>
            <a:r>
              <a:rPr lang="zh-CN" altLang="en-US" b="1" dirty="0"/>
              <a:t>			</a:t>
            </a:r>
            <a:r>
              <a:rPr lang="en-US" altLang="zh-CN" b="1" dirty="0">
                <a:solidFill>
                  <a:schemeClr val="accent1"/>
                </a:solidFill>
              </a:rPr>
              <a:t>if (</a:t>
            </a:r>
            <a:r>
              <a:rPr lang="en-US" altLang="zh-CN" b="1" i="1" dirty="0">
                <a:solidFill>
                  <a:schemeClr val="accent1"/>
                </a:solidFill>
              </a:rPr>
              <a:t>a </a:t>
            </a:r>
            <a:r>
              <a:rPr lang="en-US" altLang="zh-CN" b="1" dirty="0">
                <a:solidFill>
                  <a:schemeClr val="accent1"/>
                </a:solidFill>
              </a:rPr>
              <a:t>&lt; </a:t>
            </a:r>
            <a:r>
              <a:rPr lang="en-US" altLang="zh-CN" b="1" i="1" dirty="0">
                <a:solidFill>
                  <a:schemeClr val="accent1"/>
                </a:solidFill>
              </a:rPr>
              <a:t>b</a:t>
            </a: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B.true</a:t>
            </a:r>
            <a:endParaRPr lang="en-US" altLang="zh-CN" b="1" dirty="0">
              <a:solidFill>
                <a:schemeClr val="accent1"/>
              </a:solidFill>
            </a:endParaRP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B1.false</a:t>
            </a:r>
          </a:p>
          <a:p>
            <a:pPr algn="just" eaLnBrk="1" hangingPunct="1">
              <a:spcBef>
                <a:spcPct val="0"/>
              </a:spcBef>
              <a:buFont typeface="Wingdings" panose="05000000000000000000" pitchFamily="2" charset="2"/>
              <a:buNone/>
            </a:pPr>
            <a:r>
              <a:rPr lang="en-US" altLang="zh-CN" b="1" dirty="0">
                <a:solidFill>
                  <a:schemeClr val="accent1"/>
                </a:solidFill>
              </a:rPr>
              <a:t>B1.false:	if (</a:t>
            </a:r>
            <a:r>
              <a:rPr lang="en-US" altLang="zh-CN" b="1" i="1" dirty="0">
                <a:solidFill>
                  <a:schemeClr val="accent1"/>
                </a:solidFill>
              </a:rPr>
              <a:t>c </a:t>
            </a:r>
            <a:r>
              <a:rPr lang="en-US" altLang="zh-CN" b="1" dirty="0">
                <a:solidFill>
                  <a:schemeClr val="accent1"/>
                </a:solidFill>
              </a:rPr>
              <a:t>&lt; </a:t>
            </a:r>
            <a:r>
              <a:rPr lang="en-US" altLang="zh-CN" b="1" i="1" dirty="0">
                <a:solidFill>
                  <a:schemeClr val="accent1"/>
                </a:solidFill>
              </a:rPr>
              <a:t>d</a:t>
            </a:r>
            <a:r>
              <a:rPr lang="en-US" altLang="zh-CN" b="1" dirty="0">
                <a:solidFill>
                  <a:schemeClr val="accent1"/>
                </a:solidFill>
              </a:rPr>
              <a:t>)</a:t>
            </a:r>
            <a:r>
              <a:rPr lang="en-US" altLang="zh-CN" b="1" i="1" dirty="0">
                <a:solidFill>
                  <a:schemeClr val="accent1"/>
                </a:solidFill>
              </a:rPr>
              <a:t> </a:t>
            </a:r>
            <a:r>
              <a:rPr lang="en-US" altLang="zh-CN" b="1" dirty="0" err="1">
                <a:solidFill>
                  <a:schemeClr val="accent1"/>
                </a:solidFill>
              </a:rPr>
              <a:t>goto</a:t>
            </a:r>
            <a:r>
              <a:rPr lang="en-US" altLang="zh-CN" b="1" dirty="0">
                <a:solidFill>
                  <a:schemeClr val="accent1"/>
                </a:solidFill>
              </a:rPr>
              <a:t> B3.true</a:t>
            </a: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B.false</a:t>
            </a:r>
            <a:endParaRPr lang="en-US" altLang="zh-CN" b="1" dirty="0">
              <a:solidFill>
                <a:schemeClr val="accent1"/>
              </a:solidFill>
            </a:endParaRPr>
          </a:p>
          <a:p>
            <a:pPr algn="just" eaLnBrk="1" hangingPunct="1">
              <a:spcBef>
                <a:spcPct val="0"/>
              </a:spcBef>
              <a:buFont typeface="Wingdings" panose="05000000000000000000" pitchFamily="2" charset="2"/>
              <a:buNone/>
            </a:pPr>
            <a:r>
              <a:rPr lang="en-US" altLang="zh-CN" b="1" dirty="0">
                <a:solidFill>
                  <a:schemeClr val="accent1"/>
                </a:solidFill>
              </a:rPr>
              <a:t>B3.true:	if (</a:t>
            </a:r>
            <a:r>
              <a:rPr lang="en-US" altLang="zh-CN" b="1" i="1" dirty="0">
                <a:solidFill>
                  <a:schemeClr val="accent1"/>
                </a:solidFill>
              </a:rPr>
              <a:t>e </a:t>
            </a:r>
            <a:r>
              <a:rPr lang="en-US" altLang="zh-CN" b="1" dirty="0">
                <a:solidFill>
                  <a:schemeClr val="accent1"/>
                </a:solidFill>
              </a:rPr>
              <a:t>&lt; </a:t>
            </a:r>
            <a:r>
              <a:rPr lang="en-US" altLang="zh-CN" b="1" i="1" dirty="0">
                <a:solidFill>
                  <a:schemeClr val="accent1"/>
                </a:solidFill>
              </a:rPr>
              <a:t>f)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B.true</a:t>
            </a:r>
            <a:endParaRPr lang="en-US" altLang="zh-CN" b="1" dirty="0">
              <a:solidFill>
                <a:schemeClr val="accent1"/>
              </a:solidFill>
            </a:endParaRP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B.false</a:t>
            </a:r>
            <a:endParaRPr lang="en-US" altLang="zh-CN" b="1" dirty="0">
              <a:solidFill>
                <a:schemeClr val="accent1"/>
              </a:solidFill>
            </a:endParaRPr>
          </a:p>
          <a:p>
            <a:pPr eaLnBrk="1" hangingPunct="1"/>
            <a:endParaRPr lang="en-US" altLang="zh-CN" dirty="0"/>
          </a:p>
        </p:txBody>
      </p:sp>
      <p:sp>
        <p:nvSpPr>
          <p:cNvPr id="2" name="日期占位符 1">
            <a:extLst>
              <a:ext uri="{FF2B5EF4-FFF2-40B4-BE49-F238E27FC236}">
                <a16:creationId xmlns:a16="http://schemas.microsoft.com/office/drawing/2014/main" id="{F2F97AB4-27E3-66DF-9EC8-28C5B400E0C6}"/>
              </a:ext>
            </a:extLst>
          </p:cNvPr>
          <p:cNvSpPr>
            <a:spLocks noGrp="1"/>
          </p:cNvSpPr>
          <p:nvPr>
            <p:ph type="dt" sz="half" idx="10"/>
          </p:nvPr>
        </p:nvSpPr>
        <p:spPr/>
        <p:txBody>
          <a:bodyPr/>
          <a:lstStyle/>
          <a:p>
            <a:fld id="{94FBCAF3-4218-4C39-A258-40A57D6213AD}"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2D9EB08-C89A-D41E-6098-25B3AA50539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24C201B4-9901-1E0C-6E1F-654434910B9E}"/>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CC5888D-F883-4A35-91CF-9CFC1C31D2BF}"/>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4819" name="Rectangle 3">
            <a:extLst>
              <a:ext uri="{FF2B5EF4-FFF2-40B4-BE49-F238E27FC236}">
                <a16:creationId xmlns:a16="http://schemas.microsoft.com/office/drawing/2014/main" id="{0AF26428-6BEA-40DE-A43D-3D8D88DAEBEA}"/>
              </a:ext>
            </a:extLst>
          </p:cNvPr>
          <p:cNvSpPr>
            <a:spLocks noGrp="1" noChangeArrowheads="1"/>
          </p:cNvSpPr>
          <p:nvPr>
            <p:ph idx="1"/>
          </p:nvPr>
        </p:nvSpPr>
        <p:spPr>
          <a:xfrm>
            <a:off x="628650" y="1257300"/>
            <a:ext cx="7886700" cy="5371564"/>
          </a:xfrm>
        </p:spPr>
        <p:txBody>
          <a:bodyPr>
            <a:normAutofit/>
          </a:bodyPr>
          <a:lstStyle/>
          <a:p>
            <a:pPr algn="just" eaLnBrk="1" hangingPunct="1">
              <a:spcBef>
                <a:spcPct val="0"/>
              </a:spcBef>
              <a:buFont typeface="Wingdings" panose="05000000000000000000" pitchFamily="2" charset="2"/>
              <a:buNone/>
            </a:pPr>
            <a:r>
              <a:rPr lang="zh-CN" altLang="en-US" dirty="0">
                <a:latin typeface="宋体" panose="02010600030101010101" pitchFamily="2" charset="-122"/>
              </a:rPr>
              <a:t>答案：标号修改为</a:t>
            </a:r>
            <a:r>
              <a:rPr lang="en-US" altLang="zh-CN" b="1" dirty="0">
                <a:cs typeface="Times New Roman" panose="02020603050405020304" pitchFamily="18" charset="0"/>
              </a:rPr>
              <a:t>Li</a:t>
            </a:r>
            <a:r>
              <a:rPr lang="zh-CN" altLang="en-US" dirty="0">
                <a:latin typeface="宋体" panose="02010600030101010101" pitchFamily="2" charset="-122"/>
              </a:rPr>
              <a:t>形式</a:t>
            </a:r>
          </a:p>
          <a:p>
            <a:pPr algn="just" eaLnBrk="1" hangingPunct="1">
              <a:spcBef>
                <a:spcPct val="0"/>
              </a:spcBef>
              <a:buFont typeface="Wingdings" panose="05000000000000000000" pitchFamily="2" charset="2"/>
              <a:buNone/>
            </a:pPr>
            <a:r>
              <a:rPr lang="zh-CN" altLang="en-US" b="1" dirty="0">
                <a:solidFill>
                  <a:schemeClr val="accent1"/>
                </a:solidFill>
              </a:rPr>
              <a:t>			</a:t>
            </a:r>
            <a:r>
              <a:rPr lang="en-US" altLang="zh-CN" b="1" dirty="0">
                <a:solidFill>
                  <a:schemeClr val="accent1"/>
                </a:solidFill>
              </a:rPr>
              <a:t>if (</a:t>
            </a:r>
            <a:r>
              <a:rPr lang="en-US" altLang="zh-CN" b="1" i="1" dirty="0">
                <a:solidFill>
                  <a:schemeClr val="accent1"/>
                </a:solidFill>
              </a:rPr>
              <a:t>a </a:t>
            </a:r>
            <a:r>
              <a:rPr lang="en-US" altLang="zh-CN" b="1" dirty="0">
                <a:solidFill>
                  <a:schemeClr val="accent1"/>
                </a:solidFill>
              </a:rPr>
              <a:t>&lt; </a:t>
            </a:r>
            <a:r>
              <a:rPr lang="en-US" altLang="zh-CN" b="1" i="1" dirty="0">
                <a:solidFill>
                  <a:schemeClr val="accent1"/>
                </a:solidFill>
              </a:rPr>
              <a:t>b</a:t>
            </a: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Ltrue</a:t>
            </a:r>
            <a:r>
              <a:rPr lang="en-US" altLang="zh-CN" b="1" dirty="0">
                <a:solidFill>
                  <a:schemeClr val="accent1"/>
                </a:solidFill>
              </a:rPr>
              <a:t>			</a:t>
            </a: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L1</a:t>
            </a:r>
          </a:p>
          <a:p>
            <a:pPr algn="just" eaLnBrk="1" hangingPunct="1">
              <a:spcBef>
                <a:spcPct val="0"/>
              </a:spcBef>
              <a:buFont typeface="Wingdings" panose="05000000000000000000" pitchFamily="2" charset="2"/>
              <a:buNone/>
            </a:pPr>
            <a:r>
              <a:rPr lang="en-US" altLang="zh-CN" b="1" dirty="0">
                <a:solidFill>
                  <a:schemeClr val="accent1"/>
                </a:solidFill>
              </a:rPr>
              <a:t>L1:		if (</a:t>
            </a:r>
            <a:r>
              <a:rPr lang="en-US" altLang="zh-CN" b="1" i="1" dirty="0">
                <a:solidFill>
                  <a:schemeClr val="accent1"/>
                </a:solidFill>
              </a:rPr>
              <a:t>c </a:t>
            </a:r>
            <a:r>
              <a:rPr lang="en-US" altLang="zh-CN" b="1" dirty="0">
                <a:solidFill>
                  <a:schemeClr val="accent1"/>
                </a:solidFill>
              </a:rPr>
              <a:t>&lt; </a:t>
            </a:r>
            <a:r>
              <a:rPr lang="en-US" altLang="zh-CN" b="1" i="1" dirty="0">
                <a:solidFill>
                  <a:schemeClr val="accent1"/>
                </a:solidFill>
              </a:rPr>
              <a:t>d</a:t>
            </a:r>
            <a:r>
              <a:rPr lang="en-US" altLang="zh-CN" b="1" dirty="0">
                <a:solidFill>
                  <a:schemeClr val="accent1"/>
                </a:solidFill>
              </a:rPr>
              <a:t>)</a:t>
            </a:r>
            <a:r>
              <a:rPr lang="en-US" altLang="zh-CN" b="1" i="1" dirty="0">
                <a:solidFill>
                  <a:schemeClr val="accent1"/>
                </a:solidFill>
              </a:rPr>
              <a:t> </a:t>
            </a:r>
            <a:r>
              <a:rPr lang="en-US" altLang="zh-CN" b="1" dirty="0" err="1">
                <a:solidFill>
                  <a:schemeClr val="accent1"/>
                </a:solidFill>
              </a:rPr>
              <a:t>goto</a:t>
            </a:r>
            <a:r>
              <a:rPr lang="en-US" altLang="zh-CN" b="1" dirty="0">
                <a:solidFill>
                  <a:schemeClr val="accent1"/>
                </a:solidFill>
              </a:rPr>
              <a:t> L2</a:t>
            </a: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Lfalse</a:t>
            </a:r>
            <a:endParaRPr lang="en-US" altLang="zh-CN" b="1" dirty="0">
              <a:solidFill>
                <a:schemeClr val="accent1"/>
              </a:solidFill>
            </a:endParaRPr>
          </a:p>
          <a:p>
            <a:pPr algn="just" eaLnBrk="1" hangingPunct="1">
              <a:spcBef>
                <a:spcPct val="0"/>
              </a:spcBef>
              <a:buFont typeface="Wingdings" panose="05000000000000000000" pitchFamily="2" charset="2"/>
              <a:buNone/>
            </a:pPr>
            <a:r>
              <a:rPr lang="en-US" altLang="zh-CN" b="1" dirty="0">
                <a:solidFill>
                  <a:schemeClr val="accent1"/>
                </a:solidFill>
              </a:rPr>
              <a:t>L2:		if (</a:t>
            </a:r>
            <a:r>
              <a:rPr lang="en-US" altLang="zh-CN" b="1" i="1" dirty="0">
                <a:solidFill>
                  <a:schemeClr val="accent1"/>
                </a:solidFill>
              </a:rPr>
              <a:t>e </a:t>
            </a:r>
            <a:r>
              <a:rPr lang="en-US" altLang="zh-CN" b="1" dirty="0">
                <a:solidFill>
                  <a:schemeClr val="accent1"/>
                </a:solidFill>
              </a:rPr>
              <a:t>&lt; </a:t>
            </a:r>
            <a:r>
              <a:rPr lang="en-US" altLang="zh-CN" b="1" i="1" dirty="0">
                <a:solidFill>
                  <a:schemeClr val="accent1"/>
                </a:solidFill>
              </a:rPr>
              <a:t>f)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Ltrue</a:t>
            </a:r>
            <a:endParaRPr lang="en-US" altLang="zh-CN" b="1" dirty="0">
              <a:solidFill>
                <a:schemeClr val="accent1"/>
              </a:solidFill>
            </a:endParaRP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Lfalse</a:t>
            </a:r>
            <a:endParaRPr lang="en-US" altLang="zh-CN" b="1" dirty="0">
              <a:solidFill>
                <a:schemeClr val="accent1"/>
              </a:solidFill>
            </a:endParaRPr>
          </a:p>
          <a:p>
            <a:pPr algn="just" eaLnBrk="1" hangingPunct="1">
              <a:spcBef>
                <a:spcPct val="0"/>
              </a:spcBef>
              <a:buFont typeface="Wingdings" panose="05000000000000000000" pitchFamily="2" charset="2"/>
              <a:buNone/>
            </a:pPr>
            <a:r>
              <a:rPr lang="en-US" altLang="zh-CN" b="1" dirty="0" err="1">
                <a:solidFill>
                  <a:schemeClr val="accent1"/>
                </a:solidFill>
              </a:rPr>
              <a:t>Ltrue</a:t>
            </a:r>
            <a:r>
              <a:rPr lang="en-US" altLang="zh-CN" b="1" dirty="0">
                <a:solidFill>
                  <a:schemeClr val="accent1"/>
                </a:solidFill>
              </a:rPr>
              <a:t>:	…</a:t>
            </a:r>
          </a:p>
          <a:p>
            <a:pPr algn="just" eaLnBrk="1" hangingPunct="1">
              <a:spcBef>
                <a:spcPct val="0"/>
              </a:spcBef>
              <a:buFont typeface="Wingdings" panose="05000000000000000000" pitchFamily="2" charset="2"/>
              <a:buNone/>
            </a:pPr>
            <a:r>
              <a:rPr lang="en-US" altLang="zh-CN" b="1" dirty="0">
                <a:solidFill>
                  <a:schemeClr val="accent1"/>
                </a:solidFill>
              </a:rPr>
              <a:t>			… (e.g.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Lnext</a:t>
            </a:r>
            <a:r>
              <a:rPr lang="en-US" altLang="zh-CN" b="1" dirty="0">
                <a:solidFill>
                  <a:schemeClr val="accent1"/>
                </a:solidFill>
              </a:rPr>
              <a:t>)</a:t>
            </a:r>
          </a:p>
          <a:p>
            <a:pPr algn="just" eaLnBrk="1" hangingPunct="1">
              <a:spcBef>
                <a:spcPct val="0"/>
              </a:spcBef>
              <a:buFont typeface="Wingdings" panose="05000000000000000000" pitchFamily="2" charset="2"/>
              <a:buNone/>
            </a:pPr>
            <a:r>
              <a:rPr lang="en-US" altLang="zh-CN" b="1" dirty="0" err="1">
                <a:solidFill>
                  <a:schemeClr val="accent1"/>
                </a:solidFill>
              </a:rPr>
              <a:t>Lfalse</a:t>
            </a:r>
            <a:r>
              <a:rPr lang="en-US" altLang="zh-CN" b="1" dirty="0">
                <a:solidFill>
                  <a:schemeClr val="accent1"/>
                </a:solidFill>
              </a:rPr>
              <a:t>:	…</a:t>
            </a:r>
          </a:p>
          <a:p>
            <a:pPr eaLnBrk="1" hangingPunct="1"/>
            <a:endParaRPr lang="en-US" altLang="zh-CN" dirty="0"/>
          </a:p>
        </p:txBody>
      </p:sp>
      <p:sp>
        <p:nvSpPr>
          <p:cNvPr id="2" name="日期占位符 1">
            <a:extLst>
              <a:ext uri="{FF2B5EF4-FFF2-40B4-BE49-F238E27FC236}">
                <a16:creationId xmlns:a16="http://schemas.microsoft.com/office/drawing/2014/main" id="{AA716497-1D9F-8DFC-090D-D4B02C826110}"/>
              </a:ext>
            </a:extLst>
          </p:cNvPr>
          <p:cNvSpPr>
            <a:spLocks noGrp="1"/>
          </p:cNvSpPr>
          <p:nvPr>
            <p:ph type="dt" sz="half" idx="10"/>
          </p:nvPr>
        </p:nvSpPr>
        <p:spPr/>
        <p:txBody>
          <a:bodyPr/>
          <a:lstStyle/>
          <a:p>
            <a:fld id="{24FB87FA-059B-4D86-B8AF-6712714FEA9A}"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F99F537-0343-3992-A5B4-7472ACBD46C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EFF0FFD7-8404-BB28-317A-1C4055F6EA33}"/>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CC5888D-F883-4A35-91CF-9CFC1C31D2BF}"/>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4819" name="Rectangle 3">
            <a:extLst>
              <a:ext uri="{FF2B5EF4-FFF2-40B4-BE49-F238E27FC236}">
                <a16:creationId xmlns:a16="http://schemas.microsoft.com/office/drawing/2014/main" id="{0AF26428-6BEA-40DE-A43D-3D8D88DAEBEA}"/>
              </a:ext>
            </a:extLst>
          </p:cNvPr>
          <p:cNvSpPr>
            <a:spLocks noGrp="1" noChangeArrowheads="1"/>
          </p:cNvSpPr>
          <p:nvPr>
            <p:ph idx="1"/>
          </p:nvPr>
        </p:nvSpPr>
        <p:spPr>
          <a:xfrm>
            <a:off x="628650" y="1257300"/>
            <a:ext cx="7886700" cy="5371564"/>
          </a:xfrm>
        </p:spPr>
        <p:txBody>
          <a:bodyPr>
            <a:normAutofit/>
          </a:bodyPr>
          <a:lstStyle/>
          <a:p>
            <a:pPr algn="just" eaLnBrk="1" hangingPunct="1">
              <a:spcBef>
                <a:spcPct val="0"/>
              </a:spcBef>
              <a:buFont typeface="Wingdings" panose="05000000000000000000" pitchFamily="2" charset="2"/>
              <a:buNone/>
            </a:pPr>
            <a:r>
              <a:rPr lang="zh-CN" altLang="en-US" dirty="0">
                <a:latin typeface="宋体" panose="02010600030101010101" pitchFamily="2" charset="-122"/>
              </a:rPr>
              <a:t>答案：标号修改为</a:t>
            </a:r>
            <a:r>
              <a:rPr lang="en-US" altLang="zh-CN" b="1" dirty="0">
                <a:cs typeface="Times New Roman" panose="02020603050405020304" pitchFamily="18" charset="0"/>
              </a:rPr>
              <a:t>Li</a:t>
            </a:r>
            <a:r>
              <a:rPr lang="zh-CN" altLang="en-US" dirty="0">
                <a:latin typeface="宋体" panose="02010600030101010101" pitchFamily="2" charset="-122"/>
              </a:rPr>
              <a:t>形式</a:t>
            </a:r>
          </a:p>
          <a:p>
            <a:pPr algn="just" eaLnBrk="1" hangingPunct="1">
              <a:spcBef>
                <a:spcPct val="0"/>
              </a:spcBef>
              <a:buFont typeface="Wingdings" panose="05000000000000000000" pitchFamily="2" charset="2"/>
              <a:buNone/>
            </a:pPr>
            <a:r>
              <a:rPr lang="zh-CN" altLang="en-US" b="1" dirty="0">
                <a:solidFill>
                  <a:schemeClr val="accent1"/>
                </a:solidFill>
              </a:rPr>
              <a:t>			</a:t>
            </a:r>
            <a:r>
              <a:rPr lang="en-US" altLang="zh-CN" b="1" dirty="0">
                <a:solidFill>
                  <a:schemeClr val="accent1"/>
                </a:solidFill>
              </a:rPr>
              <a:t>if (</a:t>
            </a:r>
            <a:r>
              <a:rPr lang="en-US" altLang="zh-CN" b="1" i="1" dirty="0">
                <a:solidFill>
                  <a:schemeClr val="accent1"/>
                </a:solidFill>
              </a:rPr>
              <a:t>a </a:t>
            </a:r>
            <a:r>
              <a:rPr lang="en-US" altLang="zh-CN" b="1" dirty="0">
                <a:solidFill>
                  <a:schemeClr val="accent1"/>
                </a:solidFill>
              </a:rPr>
              <a:t>&lt; </a:t>
            </a:r>
            <a:r>
              <a:rPr lang="en-US" altLang="zh-CN" b="1" i="1" dirty="0">
                <a:solidFill>
                  <a:schemeClr val="accent1"/>
                </a:solidFill>
              </a:rPr>
              <a:t>b</a:t>
            </a: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L3			</a:t>
            </a: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L1</a:t>
            </a:r>
          </a:p>
          <a:p>
            <a:pPr algn="just" eaLnBrk="1" hangingPunct="1">
              <a:spcBef>
                <a:spcPct val="0"/>
              </a:spcBef>
              <a:buFont typeface="Wingdings" panose="05000000000000000000" pitchFamily="2" charset="2"/>
              <a:buNone/>
            </a:pPr>
            <a:r>
              <a:rPr lang="en-US" altLang="zh-CN" b="1" dirty="0">
                <a:solidFill>
                  <a:schemeClr val="accent1"/>
                </a:solidFill>
              </a:rPr>
              <a:t>L1:		if (</a:t>
            </a:r>
            <a:r>
              <a:rPr lang="en-US" altLang="zh-CN" b="1" i="1" dirty="0">
                <a:solidFill>
                  <a:schemeClr val="accent1"/>
                </a:solidFill>
              </a:rPr>
              <a:t>c </a:t>
            </a:r>
            <a:r>
              <a:rPr lang="en-US" altLang="zh-CN" b="1" dirty="0">
                <a:solidFill>
                  <a:schemeClr val="accent1"/>
                </a:solidFill>
              </a:rPr>
              <a:t>&lt; </a:t>
            </a:r>
            <a:r>
              <a:rPr lang="en-US" altLang="zh-CN" b="1" i="1" dirty="0">
                <a:solidFill>
                  <a:schemeClr val="accent1"/>
                </a:solidFill>
              </a:rPr>
              <a:t>d</a:t>
            </a:r>
            <a:r>
              <a:rPr lang="en-US" altLang="zh-CN" b="1" dirty="0">
                <a:solidFill>
                  <a:schemeClr val="accent1"/>
                </a:solidFill>
              </a:rPr>
              <a:t>)</a:t>
            </a:r>
            <a:r>
              <a:rPr lang="en-US" altLang="zh-CN" b="1" i="1" dirty="0">
                <a:solidFill>
                  <a:schemeClr val="accent1"/>
                </a:solidFill>
              </a:rPr>
              <a:t> </a:t>
            </a:r>
            <a:r>
              <a:rPr lang="en-US" altLang="zh-CN" b="1" dirty="0" err="1">
                <a:solidFill>
                  <a:schemeClr val="accent1"/>
                </a:solidFill>
              </a:rPr>
              <a:t>goto</a:t>
            </a:r>
            <a:r>
              <a:rPr lang="en-US" altLang="zh-CN" b="1" dirty="0">
                <a:solidFill>
                  <a:schemeClr val="accent1"/>
                </a:solidFill>
              </a:rPr>
              <a:t> L2</a:t>
            </a: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L4</a:t>
            </a:r>
          </a:p>
          <a:p>
            <a:pPr algn="just" eaLnBrk="1" hangingPunct="1">
              <a:spcBef>
                <a:spcPct val="0"/>
              </a:spcBef>
              <a:buFont typeface="Wingdings" panose="05000000000000000000" pitchFamily="2" charset="2"/>
              <a:buNone/>
            </a:pPr>
            <a:r>
              <a:rPr lang="en-US" altLang="zh-CN" b="1" dirty="0">
                <a:solidFill>
                  <a:schemeClr val="accent1"/>
                </a:solidFill>
              </a:rPr>
              <a:t>L2:		if (</a:t>
            </a:r>
            <a:r>
              <a:rPr lang="en-US" altLang="zh-CN" b="1" i="1" dirty="0">
                <a:solidFill>
                  <a:schemeClr val="accent1"/>
                </a:solidFill>
              </a:rPr>
              <a:t>e </a:t>
            </a:r>
            <a:r>
              <a:rPr lang="en-US" altLang="zh-CN" b="1" dirty="0">
                <a:solidFill>
                  <a:schemeClr val="accent1"/>
                </a:solidFill>
              </a:rPr>
              <a:t>&lt; </a:t>
            </a:r>
            <a:r>
              <a:rPr lang="en-US" altLang="zh-CN" b="1" i="1" dirty="0">
                <a:solidFill>
                  <a:schemeClr val="accent1"/>
                </a:solidFill>
              </a:rPr>
              <a:t>f) </a:t>
            </a:r>
            <a:r>
              <a:rPr lang="en-US" altLang="zh-CN" b="1" dirty="0" err="1">
                <a:solidFill>
                  <a:schemeClr val="accent1"/>
                </a:solidFill>
              </a:rPr>
              <a:t>goto</a:t>
            </a:r>
            <a:r>
              <a:rPr lang="en-US" altLang="zh-CN" b="1" dirty="0">
                <a:solidFill>
                  <a:schemeClr val="accent1"/>
                </a:solidFill>
              </a:rPr>
              <a:t> L3</a:t>
            </a:r>
          </a:p>
          <a:p>
            <a:pPr algn="just" eaLnBrk="1" hangingPunct="1">
              <a:spcBef>
                <a:spcPct val="0"/>
              </a:spcBef>
              <a:buFont typeface="Wingdings" panose="05000000000000000000" pitchFamily="2" charset="2"/>
              <a:buNone/>
            </a:pPr>
            <a:r>
              <a:rPr lang="en-US" altLang="zh-CN" b="1" dirty="0">
                <a:solidFill>
                  <a:schemeClr val="accent1"/>
                </a:solidFill>
              </a:rPr>
              <a:t>			</a:t>
            </a:r>
            <a:r>
              <a:rPr lang="en-US" altLang="zh-CN" b="1" dirty="0" err="1">
                <a:solidFill>
                  <a:schemeClr val="accent1"/>
                </a:solidFill>
              </a:rPr>
              <a:t>goto</a:t>
            </a:r>
            <a:r>
              <a:rPr lang="en-US" altLang="zh-CN" b="1" dirty="0">
                <a:solidFill>
                  <a:schemeClr val="accent1"/>
                </a:solidFill>
              </a:rPr>
              <a:t> L4</a:t>
            </a:r>
          </a:p>
          <a:p>
            <a:pPr algn="just" eaLnBrk="1" hangingPunct="1">
              <a:spcBef>
                <a:spcPct val="0"/>
              </a:spcBef>
              <a:buFont typeface="Wingdings" panose="05000000000000000000" pitchFamily="2" charset="2"/>
              <a:buNone/>
            </a:pPr>
            <a:r>
              <a:rPr lang="en-US" altLang="zh-CN" b="1" dirty="0">
                <a:solidFill>
                  <a:schemeClr val="accent1"/>
                </a:solidFill>
              </a:rPr>
              <a:t>L3:		…</a:t>
            </a:r>
          </a:p>
          <a:p>
            <a:pPr algn="just" eaLnBrk="1" hangingPunct="1">
              <a:spcBef>
                <a:spcPct val="0"/>
              </a:spcBef>
              <a:buFont typeface="Wingdings" panose="05000000000000000000" pitchFamily="2" charset="2"/>
              <a:buNone/>
            </a:pPr>
            <a:r>
              <a:rPr lang="en-US" altLang="zh-CN" b="1" dirty="0">
                <a:solidFill>
                  <a:schemeClr val="accent1"/>
                </a:solidFill>
              </a:rPr>
              <a:t>			… (e.g. </a:t>
            </a:r>
            <a:r>
              <a:rPr lang="en-US" altLang="zh-CN" b="1" dirty="0" err="1">
                <a:solidFill>
                  <a:schemeClr val="accent1"/>
                </a:solidFill>
              </a:rPr>
              <a:t>goto</a:t>
            </a:r>
            <a:r>
              <a:rPr lang="en-US" altLang="zh-CN" b="1" dirty="0">
                <a:solidFill>
                  <a:schemeClr val="accent1"/>
                </a:solidFill>
              </a:rPr>
              <a:t> </a:t>
            </a:r>
            <a:r>
              <a:rPr lang="en-US" altLang="zh-CN" b="1" dirty="0" err="1">
                <a:solidFill>
                  <a:schemeClr val="accent1"/>
                </a:solidFill>
              </a:rPr>
              <a:t>Lnext</a:t>
            </a:r>
            <a:r>
              <a:rPr lang="en-US" altLang="zh-CN" b="1" dirty="0">
                <a:solidFill>
                  <a:schemeClr val="accent1"/>
                </a:solidFill>
              </a:rPr>
              <a:t>)</a:t>
            </a:r>
          </a:p>
          <a:p>
            <a:pPr algn="just" eaLnBrk="1" hangingPunct="1">
              <a:spcBef>
                <a:spcPct val="0"/>
              </a:spcBef>
              <a:buFont typeface="Wingdings" panose="05000000000000000000" pitchFamily="2" charset="2"/>
              <a:buNone/>
            </a:pPr>
            <a:r>
              <a:rPr lang="en-US" altLang="zh-CN" b="1" dirty="0">
                <a:solidFill>
                  <a:schemeClr val="accent1"/>
                </a:solidFill>
              </a:rPr>
              <a:t>L4:		…</a:t>
            </a:r>
          </a:p>
          <a:p>
            <a:pPr eaLnBrk="1" hangingPunct="1"/>
            <a:endParaRPr lang="en-US" altLang="zh-CN" dirty="0"/>
          </a:p>
        </p:txBody>
      </p:sp>
      <p:sp>
        <p:nvSpPr>
          <p:cNvPr id="7" name="文本框 6">
            <a:extLst>
              <a:ext uri="{FF2B5EF4-FFF2-40B4-BE49-F238E27FC236}">
                <a16:creationId xmlns:a16="http://schemas.microsoft.com/office/drawing/2014/main" id="{34AA1308-09E4-420A-9DCF-0A93132FCC4D}"/>
              </a:ext>
            </a:extLst>
          </p:cNvPr>
          <p:cNvSpPr txBox="1"/>
          <p:nvPr/>
        </p:nvSpPr>
        <p:spPr>
          <a:xfrm>
            <a:off x="4167188" y="2207925"/>
            <a:ext cx="4572000" cy="584775"/>
          </a:xfrm>
          <a:prstGeom prst="rect">
            <a:avLst/>
          </a:prstGeom>
          <a:noFill/>
        </p:spPr>
        <p:txBody>
          <a:bodyPr wrap="square">
            <a:spAutoFit/>
          </a:bodyPr>
          <a:lstStyle/>
          <a:p>
            <a:r>
              <a:rPr kumimoji="0" lang="en-US" altLang="zh-CN" sz="3200" b="0" i="0" u="none" strike="noStrike" kern="1200" cap="none" spc="0" normalizeH="0" baseline="0" noProof="0" dirty="0">
                <a:ln>
                  <a:noFill/>
                </a:ln>
                <a:solidFill>
                  <a:srgbClr val="FF0000"/>
                </a:solidFill>
                <a:effectLst/>
                <a:uLnTx/>
                <a:uFillTx/>
                <a:latin typeface="Times New Roman"/>
                <a:ea typeface="黑体"/>
                <a:cs typeface="+mn-cs"/>
              </a:rPr>
              <a:t>----</a:t>
            </a:r>
            <a:r>
              <a:rPr kumimoji="0" lang="zh-CN" altLang="en-US" sz="3200" b="0" i="0" u="none" strike="noStrike" kern="1200" cap="none" spc="0" normalizeH="0" baseline="0" noProof="0" dirty="0">
                <a:ln>
                  <a:noFill/>
                </a:ln>
                <a:solidFill>
                  <a:srgbClr val="FF0000"/>
                </a:solidFill>
                <a:effectLst/>
                <a:uLnTx/>
                <a:uFillTx/>
                <a:latin typeface="Times New Roman"/>
                <a:ea typeface="黑体"/>
              </a:rPr>
              <a:t>多余，可优化去掉</a:t>
            </a:r>
            <a:endParaRPr lang="zh-CN" altLang="en-US" dirty="0">
              <a:solidFill>
                <a:srgbClr val="FF0000"/>
              </a:solidFill>
            </a:endParaRPr>
          </a:p>
        </p:txBody>
      </p:sp>
      <p:sp>
        <p:nvSpPr>
          <p:cNvPr id="2" name="日期占位符 1">
            <a:extLst>
              <a:ext uri="{FF2B5EF4-FFF2-40B4-BE49-F238E27FC236}">
                <a16:creationId xmlns:a16="http://schemas.microsoft.com/office/drawing/2014/main" id="{AA519040-EC3D-8B8D-4653-50582E91FCF4}"/>
              </a:ext>
            </a:extLst>
          </p:cNvPr>
          <p:cNvSpPr>
            <a:spLocks noGrp="1"/>
          </p:cNvSpPr>
          <p:nvPr>
            <p:ph type="dt" sz="half" idx="10"/>
          </p:nvPr>
        </p:nvSpPr>
        <p:spPr/>
        <p:txBody>
          <a:bodyPr/>
          <a:lstStyle/>
          <a:p>
            <a:fld id="{E2FB7568-6F2B-4ABD-97E3-02B5239FC8C7}"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7EEAE47-A2DF-C158-D995-88559F9E5C8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73D8DB94-667F-3675-21D7-417EFAF61B13}"/>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Tree>
    <p:extLst>
      <p:ext uri="{BB962C8B-B14F-4D97-AF65-F5344CB8AC3E}">
        <p14:creationId xmlns:p14="http://schemas.microsoft.com/office/powerpoint/2010/main" val="233797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319C159-29DD-4123-84C9-F38A715AB050}"/>
              </a:ext>
            </a:extLst>
          </p:cNvPr>
          <p:cNvSpPr>
            <a:spLocks noGrp="1" noChangeArrowheads="1"/>
          </p:cNvSpPr>
          <p:nvPr>
            <p:ph type="title"/>
          </p:nvPr>
        </p:nvSpPr>
        <p:spPr/>
        <p:txBody>
          <a:bodyPr>
            <a:normAutofit/>
          </a:bodyPr>
          <a:lstStyle/>
          <a:p>
            <a:r>
              <a:rPr lang="en-US" altLang="zh-CN" dirty="0"/>
              <a:t>7.4.3 </a:t>
            </a:r>
            <a:r>
              <a:rPr lang="zh-CN" altLang="en-US" dirty="0"/>
              <a:t>布尔表达式的控制流翻译</a:t>
            </a:r>
          </a:p>
        </p:txBody>
      </p:sp>
      <p:sp>
        <p:nvSpPr>
          <p:cNvPr id="35843" name="Rectangle 3">
            <a:extLst>
              <a:ext uri="{FF2B5EF4-FFF2-40B4-BE49-F238E27FC236}">
                <a16:creationId xmlns:a16="http://schemas.microsoft.com/office/drawing/2014/main" id="{DCA92B09-F38B-4E9A-ACF4-49BF5CE925AE}"/>
              </a:ext>
            </a:extLst>
          </p:cNvPr>
          <p:cNvSpPr>
            <a:spLocks noGrp="1" noChangeArrowheads="1"/>
          </p:cNvSpPr>
          <p:nvPr>
            <p:ph idx="1"/>
          </p:nvPr>
        </p:nvSpPr>
        <p:spPr>
          <a:xfrm>
            <a:off x="628650" y="1257300"/>
            <a:ext cx="7886700" cy="5371564"/>
          </a:xfrm>
        </p:spPr>
        <p:txBody>
          <a:bodyPr>
            <a:normAutofit/>
          </a:bodyPr>
          <a:lstStyle/>
          <a:p>
            <a:pPr>
              <a:lnSpc>
                <a:spcPct val="110000"/>
              </a:lnSpc>
            </a:pPr>
            <a:r>
              <a:rPr lang="zh-CN" altLang="en-US" dirty="0"/>
              <a:t>另一种去掉多余代码的办法为假转方式 </a:t>
            </a:r>
            <a:endParaRPr lang="en-US" altLang="zh-CN" dirty="0"/>
          </a:p>
          <a:p>
            <a:pPr>
              <a:lnSpc>
                <a:spcPct val="110000"/>
              </a:lnSpc>
            </a:pPr>
            <a:r>
              <a:rPr lang="en-US" altLang="zh-CN" b="1" i="1" dirty="0"/>
              <a:t>a </a:t>
            </a:r>
            <a:r>
              <a:rPr lang="en-US" altLang="zh-CN" b="1" dirty="0"/>
              <a:t>&lt; </a:t>
            </a:r>
            <a:r>
              <a:rPr lang="en-US" altLang="zh-CN" b="1" i="1" dirty="0"/>
              <a:t>b</a:t>
            </a:r>
            <a:r>
              <a:rPr lang="en-US" altLang="zh-CN" b="1" dirty="0"/>
              <a:t> </a:t>
            </a:r>
            <a:r>
              <a:rPr lang="zh-CN" altLang="en-US" dirty="0"/>
              <a:t>翻译成：</a:t>
            </a:r>
            <a:r>
              <a:rPr lang="en-US" altLang="zh-CN" b="1" dirty="0"/>
              <a:t>if</a:t>
            </a:r>
            <a:r>
              <a:rPr lang="en-US" altLang="zh-CN" dirty="0"/>
              <a:t> </a:t>
            </a:r>
            <a:r>
              <a:rPr lang="en-US" altLang="zh-CN" b="1" i="1" dirty="0"/>
              <a:t>a</a:t>
            </a:r>
            <a:r>
              <a:rPr lang="en-US" altLang="zh-CN" dirty="0"/>
              <a:t> </a:t>
            </a:r>
            <a:r>
              <a:rPr lang="en-US" altLang="zh-CN" b="1" dirty="0">
                <a:sym typeface="Symbol" panose="05050102010706020507" pitchFamily="18" charset="2"/>
              </a:rPr>
              <a:t></a:t>
            </a:r>
            <a:r>
              <a:rPr lang="en-US" altLang="zh-CN" dirty="0">
                <a:sym typeface="Symbol" panose="05050102010706020507" pitchFamily="18" charset="2"/>
              </a:rPr>
              <a:t> </a:t>
            </a:r>
            <a:r>
              <a:rPr lang="en-US" altLang="zh-CN" b="1" i="1" dirty="0">
                <a:sym typeface="Symbol" panose="05050102010706020507" pitchFamily="18" charset="2"/>
              </a:rPr>
              <a:t>b</a:t>
            </a:r>
            <a:r>
              <a:rPr lang="en-US" altLang="zh-CN" dirty="0">
                <a:sym typeface="Symbol" panose="05050102010706020507" pitchFamily="18" charset="2"/>
              </a:rPr>
              <a:t> </a:t>
            </a:r>
            <a:r>
              <a:rPr lang="en-US" altLang="zh-CN" b="1" dirty="0" err="1">
                <a:sym typeface="Symbol" panose="05050102010706020507" pitchFamily="18" charset="2"/>
              </a:rPr>
              <a:t>goto</a:t>
            </a:r>
            <a:r>
              <a:rPr lang="en-US" altLang="zh-CN" b="1" dirty="0">
                <a:sym typeface="Symbol" panose="05050102010706020507" pitchFamily="18" charset="2"/>
              </a:rPr>
              <a:t> </a:t>
            </a:r>
            <a:r>
              <a:rPr lang="en-US" altLang="zh-CN" b="1" i="1" dirty="0" err="1">
                <a:sym typeface="Symbol" panose="05050102010706020507" pitchFamily="18" charset="2"/>
              </a:rPr>
              <a:t>B</a:t>
            </a:r>
            <a:r>
              <a:rPr lang="en-US" altLang="zh-CN" b="1" dirty="0" err="1">
                <a:sym typeface="Symbol" panose="05050102010706020507" pitchFamily="18" charset="2"/>
              </a:rPr>
              <a:t>.</a:t>
            </a:r>
            <a:r>
              <a:rPr lang="en-US" altLang="zh-CN" b="1" i="1" dirty="0" err="1">
                <a:sym typeface="Symbol" panose="05050102010706020507" pitchFamily="18" charset="2"/>
              </a:rPr>
              <a:t>false</a:t>
            </a:r>
            <a:endParaRPr lang="en-US" altLang="zh-CN" b="1" i="1" dirty="0">
              <a:sym typeface="Symbol" panose="05050102010706020507" pitchFamily="18" charset="2"/>
            </a:endParaRPr>
          </a:p>
        </p:txBody>
      </p:sp>
      <p:sp>
        <p:nvSpPr>
          <p:cNvPr id="9" name="文本框 8">
            <a:extLst>
              <a:ext uri="{FF2B5EF4-FFF2-40B4-BE49-F238E27FC236}">
                <a16:creationId xmlns:a16="http://schemas.microsoft.com/office/drawing/2014/main" id="{0D146788-BB4C-445E-8334-C4F46FA54A00}"/>
              </a:ext>
            </a:extLst>
          </p:cNvPr>
          <p:cNvSpPr txBox="1"/>
          <p:nvPr/>
        </p:nvSpPr>
        <p:spPr>
          <a:xfrm>
            <a:off x="752475" y="2898927"/>
            <a:ext cx="7886700" cy="3644203"/>
          </a:xfrm>
          <a:prstGeom prst="rect">
            <a:avLst/>
          </a:prstGeom>
          <a:noFill/>
        </p:spPr>
        <p:txBody>
          <a:bodyPr wrap="square">
            <a:spAutoFit/>
          </a:bodyPr>
          <a:lstStyle/>
          <a:p>
            <a:pPr marL="228600" marR="0" lvl="0" indent="-228600" algn="just" defTabSz="914400" rtl="0" eaLnBrk="1" fontAlgn="auto" latinLnBrk="0" hangingPunct="1">
              <a:lnSpc>
                <a:spcPct val="110000"/>
              </a:lnSpc>
              <a:spcBef>
                <a:spcPct val="0"/>
              </a:spcBef>
              <a:spcAft>
                <a:spcPts val="0"/>
              </a:spcAft>
              <a:buClrTx/>
              <a:buSzTx/>
              <a:buFont typeface="Wingdings" panose="05000000000000000000" pitchFamily="2" charset="2"/>
              <a:buNone/>
              <a:tabLst/>
              <a:defRPr/>
            </a:pPr>
            <a:r>
              <a:rPr kumimoji="0" lang="zh-CN" altLang="en-US"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if (</a:t>
            </a:r>
            <a:r>
              <a:rPr kumimoji="0" lang="en-US" altLang="zh-CN" sz="3000" b="1" i="1" u="none" strike="noStrike" kern="1200" cap="none" spc="0" normalizeH="0" baseline="0" noProof="0" dirty="0">
                <a:ln>
                  <a:noFill/>
                </a:ln>
                <a:solidFill>
                  <a:schemeClr val="accent1"/>
                </a:solidFill>
                <a:effectLst/>
                <a:uLnTx/>
                <a:uFillTx/>
                <a:latin typeface="Times New Roman"/>
                <a:ea typeface="黑体"/>
                <a:cs typeface="+mn-cs"/>
              </a:rPr>
              <a:t>a </a:t>
            </a:r>
            <a:r>
              <a:rPr kumimoji="0" lang="en-US" altLang="zh-CN" sz="2800" b="1" i="0" u="none" strike="noStrike" kern="1200" cap="none" spc="0" normalizeH="0" baseline="0" noProof="0" dirty="0">
                <a:ln>
                  <a:noFill/>
                </a:ln>
                <a:solidFill>
                  <a:schemeClr val="accent1"/>
                </a:solidFill>
                <a:effectLst/>
                <a:uLnTx/>
                <a:uFillTx/>
                <a:latin typeface="Times New Roman"/>
                <a:ea typeface="黑体"/>
                <a:cs typeface="+mn-cs"/>
                <a:sym typeface="Symbol" panose="05050102010706020507" pitchFamily="18" charset="2"/>
              </a:rPr>
              <a:t></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1" u="none" strike="noStrike" kern="1200" cap="none" spc="0" normalizeH="0" baseline="0" noProof="0" dirty="0">
                <a:ln>
                  <a:noFill/>
                </a:ln>
                <a:solidFill>
                  <a:schemeClr val="accent1"/>
                </a:solidFill>
                <a:effectLst/>
                <a:uLnTx/>
                <a:uFillTx/>
                <a:latin typeface="Times New Roman"/>
                <a:ea typeface="黑体"/>
                <a:cs typeface="+mn-cs"/>
              </a:rPr>
              <a:t>b</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goto</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L1</a:t>
            </a:r>
          </a:p>
          <a:p>
            <a:pPr marL="228600" marR="0" lvl="0" indent="-228600" algn="just" defTabSz="914400" rtl="0" eaLnBrk="1" fontAlgn="auto" latinLnBrk="0" hangingPunct="1">
              <a:lnSpc>
                <a:spcPct val="110000"/>
              </a:lnSpc>
              <a:spcBef>
                <a:spcPct val="0"/>
              </a:spcBef>
              <a:spcAft>
                <a:spcPts val="0"/>
              </a:spcAft>
              <a:buClrTx/>
              <a:buSzTx/>
              <a:buFont typeface="Wingdings" panose="05000000000000000000" pitchFamily="2" charset="2"/>
              <a:buNone/>
              <a:tabLst/>
              <a:defRPr/>
            </a:pPr>
            <a:r>
              <a:rPr lang="en-US" altLang="zh-CN" sz="3000" b="1" dirty="0" err="1">
                <a:solidFill>
                  <a:schemeClr val="accent1"/>
                </a:solidFill>
                <a:latin typeface="Times New Roman"/>
                <a:ea typeface="黑体"/>
              </a:rPr>
              <a:t>Ltrue</a:t>
            </a:r>
            <a:r>
              <a:rPr lang="en-US" altLang="zh-CN" sz="3000" b="1" dirty="0">
                <a:solidFill>
                  <a:schemeClr val="accent1"/>
                </a:solidFill>
                <a:latin typeface="Times New Roman"/>
                <a:ea typeface="黑体"/>
              </a:rPr>
              <a:t>:	…</a:t>
            </a:r>
          </a:p>
          <a:p>
            <a:pPr marL="228600" marR="0" lvl="0" indent="-228600" algn="just" defTabSz="914400" rtl="0" eaLnBrk="1" fontAlgn="auto" latinLnBrk="0" hangingPunct="1">
              <a:lnSpc>
                <a:spcPct val="110000"/>
              </a:lnSpc>
              <a:spcBef>
                <a:spcPct val="0"/>
              </a:spcBef>
              <a:spcAft>
                <a:spcPts val="0"/>
              </a:spcAft>
              <a:buClrTx/>
              <a:buSzTx/>
              <a:buFont typeface="Wingdings" panose="05000000000000000000" pitchFamily="2" charset="2"/>
              <a:buNone/>
              <a:tabLst/>
              <a:defRPr/>
            </a:pP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 (e.g.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goto</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Lnext</a:t>
            </a:r>
            <a:r>
              <a:rPr lang="en-US" altLang="zh-CN" sz="3000" b="1" dirty="0">
                <a:solidFill>
                  <a:schemeClr val="accent1"/>
                </a:solidFill>
                <a:latin typeface="Times New Roman"/>
                <a:ea typeface="黑体"/>
              </a:rPr>
              <a:t>)</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p>
          <a:p>
            <a:pPr marL="228600" marR="0" lvl="0" indent="-228600" algn="just" defTabSz="914400" rtl="0" eaLnBrk="1" fontAlgn="auto" latinLnBrk="0" hangingPunct="1">
              <a:lnSpc>
                <a:spcPct val="110000"/>
              </a:lnSpc>
              <a:spcBef>
                <a:spcPct val="0"/>
              </a:spcBef>
              <a:spcAft>
                <a:spcPts val="0"/>
              </a:spcAft>
              <a:buClrTx/>
              <a:buSzTx/>
              <a:buFont typeface="Wingdings" panose="05000000000000000000" pitchFamily="2" charset="2"/>
              <a:buNone/>
              <a:tabLst/>
              <a:defRPr/>
            </a:pP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L1:		if (</a:t>
            </a:r>
            <a:r>
              <a:rPr kumimoji="0" lang="en-US" altLang="zh-CN" sz="3000" b="1" i="1" u="none" strike="noStrike" kern="1200" cap="none" spc="0" normalizeH="0" baseline="0" noProof="0" dirty="0">
                <a:ln>
                  <a:noFill/>
                </a:ln>
                <a:solidFill>
                  <a:schemeClr val="accent1"/>
                </a:solidFill>
                <a:effectLst/>
                <a:uLnTx/>
                <a:uFillTx/>
                <a:latin typeface="Times New Roman"/>
                <a:ea typeface="黑体"/>
                <a:cs typeface="+mn-cs"/>
              </a:rPr>
              <a:t>c </a:t>
            </a:r>
            <a:r>
              <a:rPr kumimoji="0" lang="en-US" altLang="zh-CN" sz="3200" b="1" i="0" u="none" strike="noStrike" kern="1200" cap="none" spc="0" normalizeH="0" baseline="0" noProof="0" dirty="0">
                <a:ln>
                  <a:noFill/>
                </a:ln>
                <a:solidFill>
                  <a:schemeClr val="accent1"/>
                </a:solidFill>
                <a:effectLst/>
                <a:uLnTx/>
                <a:uFillTx/>
                <a:latin typeface="Times New Roman"/>
                <a:ea typeface="黑体"/>
                <a:cs typeface="+mn-cs"/>
                <a:sym typeface="Symbol" panose="05050102010706020507" pitchFamily="18" charset="2"/>
              </a:rPr>
              <a:t></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1" u="none" strike="noStrike" kern="1200" cap="none" spc="0" normalizeH="0" baseline="0" noProof="0" dirty="0">
                <a:ln>
                  <a:noFill/>
                </a:ln>
                <a:solidFill>
                  <a:schemeClr val="accent1"/>
                </a:solidFill>
                <a:effectLst/>
                <a:uLnTx/>
                <a:uFillTx/>
                <a:latin typeface="Times New Roman"/>
                <a:ea typeface="黑体"/>
                <a:cs typeface="+mn-cs"/>
              </a:rPr>
              <a:t>d</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a:t>
            </a:r>
            <a:r>
              <a:rPr kumimoji="0" lang="en-US" altLang="zh-CN" sz="3000" b="1" i="1"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goto</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Lfalse</a:t>
            </a:r>
            <a:endPar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endParaRPr>
          </a:p>
          <a:p>
            <a:pPr marL="228600" marR="0" lvl="0" indent="-228600" algn="just" defTabSz="914400" rtl="0" eaLnBrk="1" fontAlgn="auto" latinLnBrk="0" hangingPunct="1">
              <a:lnSpc>
                <a:spcPct val="110000"/>
              </a:lnSpc>
              <a:spcBef>
                <a:spcPct val="0"/>
              </a:spcBef>
              <a:spcAft>
                <a:spcPts val="0"/>
              </a:spcAft>
              <a:buClrTx/>
              <a:buSzTx/>
              <a:buFont typeface="Wingdings" panose="05000000000000000000" pitchFamily="2" charset="2"/>
              <a:buNone/>
              <a:tabLst/>
              <a:defRPr/>
            </a:pP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L2:		if (</a:t>
            </a:r>
            <a:r>
              <a:rPr kumimoji="0" lang="en-US" altLang="zh-CN" sz="3000" b="1" i="1" u="none" strike="noStrike" kern="1200" cap="none" spc="0" normalizeH="0" baseline="0" noProof="0" dirty="0">
                <a:ln>
                  <a:noFill/>
                </a:ln>
                <a:solidFill>
                  <a:schemeClr val="accent1"/>
                </a:solidFill>
                <a:effectLst/>
                <a:uLnTx/>
                <a:uFillTx/>
                <a:latin typeface="Times New Roman"/>
                <a:ea typeface="黑体"/>
                <a:cs typeface="+mn-cs"/>
              </a:rPr>
              <a:t>e </a:t>
            </a:r>
            <a:r>
              <a:rPr kumimoji="0" lang="en-US" altLang="zh-CN" sz="2800" b="1" i="0" u="none" strike="noStrike" kern="1200" cap="none" spc="0" normalizeH="0" baseline="0" noProof="0" dirty="0">
                <a:ln>
                  <a:noFill/>
                </a:ln>
                <a:solidFill>
                  <a:schemeClr val="accent1"/>
                </a:solidFill>
                <a:effectLst/>
                <a:uLnTx/>
                <a:uFillTx/>
                <a:latin typeface="Times New Roman"/>
                <a:ea typeface="黑体"/>
                <a:cs typeface="+mn-cs"/>
                <a:sym typeface="Symbol" panose="05050102010706020507" pitchFamily="18" charset="2"/>
              </a:rPr>
              <a:t></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1" u="none" strike="noStrike" kern="1200" cap="none" spc="0" normalizeH="0" baseline="0" noProof="0" dirty="0">
                <a:ln>
                  <a:noFill/>
                </a:ln>
                <a:solidFill>
                  <a:schemeClr val="accent1"/>
                </a:solidFill>
                <a:effectLst/>
                <a:uLnTx/>
                <a:uFillTx/>
                <a:latin typeface="Times New Roman"/>
                <a:ea typeface="黑体"/>
                <a:cs typeface="+mn-cs"/>
              </a:rPr>
              <a:t>f)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goto</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Lfalse</a:t>
            </a:r>
            <a:endPar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endParaRPr>
          </a:p>
          <a:p>
            <a:pPr marL="228600" marR="0" lvl="0" indent="-228600" algn="just" defTabSz="914400" rtl="0" eaLnBrk="1" fontAlgn="auto" latinLnBrk="0" hangingPunct="1">
              <a:lnSpc>
                <a:spcPct val="110000"/>
              </a:lnSpc>
              <a:spcBef>
                <a:spcPct val="0"/>
              </a:spcBef>
              <a:spcAft>
                <a:spcPts val="0"/>
              </a:spcAft>
              <a:buClrTx/>
              <a:buSzTx/>
              <a:buFont typeface="Wingdings" panose="05000000000000000000" pitchFamily="2" charset="2"/>
              <a:buNone/>
              <a:tabLst/>
              <a:defRPr/>
            </a:pP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goto</a:t>
            </a:r>
            <a:r>
              <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rPr>
              <a:t> </a:t>
            </a:r>
            <a:r>
              <a:rPr kumimoji="0" lang="en-US" altLang="zh-CN" sz="3000" b="1" i="0" u="none" strike="noStrike" kern="1200" cap="none" spc="0" normalizeH="0" baseline="0" noProof="0" dirty="0" err="1">
                <a:ln>
                  <a:noFill/>
                </a:ln>
                <a:solidFill>
                  <a:schemeClr val="accent1"/>
                </a:solidFill>
                <a:effectLst/>
                <a:uLnTx/>
                <a:uFillTx/>
                <a:latin typeface="Times New Roman"/>
                <a:ea typeface="黑体"/>
                <a:cs typeface="+mn-cs"/>
              </a:rPr>
              <a:t>Ltrue</a:t>
            </a:r>
            <a:endPar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endParaRPr>
          </a:p>
          <a:p>
            <a:pPr marL="228600" marR="0" lvl="0" indent="-228600" algn="just" defTabSz="914400" rtl="0" eaLnBrk="1" fontAlgn="auto" latinLnBrk="0" hangingPunct="1">
              <a:lnSpc>
                <a:spcPct val="110000"/>
              </a:lnSpc>
              <a:spcBef>
                <a:spcPct val="0"/>
              </a:spcBef>
              <a:spcAft>
                <a:spcPts val="0"/>
              </a:spcAft>
              <a:buClrTx/>
              <a:buSzTx/>
              <a:buFont typeface="Wingdings" panose="05000000000000000000" pitchFamily="2" charset="2"/>
              <a:buNone/>
              <a:tabLst/>
              <a:defRPr/>
            </a:pPr>
            <a:r>
              <a:rPr lang="en-US" altLang="zh-CN" sz="3000" b="1" dirty="0" err="1">
                <a:solidFill>
                  <a:schemeClr val="accent1"/>
                </a:solidFill>
                <a:latin typeface="Times New Roman"/>
                <a:ea typeface="黑体"/>
              </a:rPr>
              <a:t>Lfalse</a:t>
            </a:r>
            <a:r>
              <a:rPr lang="en-US" altLang="zh-CN" sz="3000" b="1" dirty="0">
                <a:solidFill>
                  <a:schemeClr val="accent1"/>
                </a:solidFill>
                <a:latin typeface="Times New Roman"/>
                <a:ea typeface="黑体"/>
              </a:rPr>
              <a:t>:	…</a:t>
            </a:r>
            <a:endParaRPr kumimoji="0" lang="en-US" altLang="zh-CN" sz="3000" b="1" i="0" u="none" strike="noStrike" kern="1200" cap="none" spc="0" normalizeH="0" baseline="0" noProof="0" dirty="0">
              <a:ln>
                <a:noFill/>
              </a:ln>
              <a:solidFill>
                <a:schemeClr val="accent1"/>
              </a:solidFill>
              <a:effectLst/>
              <a:uLnTx/>
              <a:uFillTx/>
              <a:latin typeface="Times New Roman"/>
              <a:ea typeface="黑体"/>
              <a:cs typeface="+mn-cs"/>
            </a:endParaRPr>
          </a:p>
        </p:txBody>
      </p:sp>
      <p:sp>
        <p:nvSpPr>
          <p:cNvPr id="2" name="日期占位符 1">
            <a:extLst>
              <a:ext uri="{FF2B5EF4-FFF2-40B4-BE49-F238E27FC236}">
                <a16:creationId xmlns:a16="http://schemas.microsoft.com/office/drawing/2014/main" id="{FDD7BE5A-A120-6958-2171-0A91396F66C9}"/>
              </a:ext>
            </a:extLst>
          </p:cNvPr>
          <p:cNvSpPr>
            <a:spLocks noGrp="1"/>
          </p:cNvSpPr>
          <p:nvPr>
            <p:ph type="dt" sz="half" idx="10"/>
          </p:nvPr>
        </p:nvSpPr>
        <p:spPr/>
        <p:txBody>
          <a:bodyPr/>
          <a:lstStyle/>
          <a:p>
            <a:fld id="{CCC72DFE-C0AD-42E2-B117-05BD0624B3A3}"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0E4390A-1E32-2F44-ED80-4CEA23D00D0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02A6766B-63B2-E08F-3960-274B33D2B101}"/>
              </a:ext>
            </a:extLst>
          </p:cNvPr>
          <p:cNvSpPr>
            <a:spLocks noGrp="1"/>
          </p:cNvSpPr>
          <p:nvPr>
            <p:ph type="sldNum" sz="quarter" idx="12"/>
          </p:nvPr>
        </p:nvSpPr>
        <p:spPr/>
        <p:txBody>
          <a:bodyPr/>
          <a:lstStyle/>
          <a:p>
            <a:fld id="{094DEB03-EFC6-4C20-8FC8-295189A5386F}" type="slidenum">
              <a:rPr lang="zh-CN" altLang="en-US" smtClean="0"/>
              <a:pPr/>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EF7AB98-A4CE-4D1D-8828-7578440D373E}"/>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6867" name="Rectangle 3">
            <a:extLst>
              <a:ext uri="{FF2B5EF4-FFF2-40B4-BE49-F238E27FC236}">
                <a16:creationId xmlns:a16="http://schemas.microsoft.com/office/drawing/2014/main" id="{8F5A7E14-1548-49AC-86B5-2700E71D715E}"/>
              </a:ext>
            </a:extLst>
          </p:cNvPr>
          <p:cNvSpPr>
            <a:spLocks noGrp="1" noChangeArrowheads="1"/>
          </p:cNvSpPr>
          <p:nvPr>
            <p:ph idx="1"/>
          </p:nvPr>
        </p:nvSpPr>
        <p:spPr/>
        <p:txBody>
          <a:bodyPr/>
          <a:lstStyle/>
          <a:p>
            <a:pPr eaLnBrk="1" hangingPunct="1"/>
            <a:r>
              <a:rPr lang="zh-CN" altLang="en-US" dirty="0"/>
              <a:t>例：为下列语句产生三地址码</a:t>
            </a:r>
          </a:p>
          <a:p>
            <a:pPr lvl="1" eaLnBrk="1" hangingPunct="1">
              <a:buFont typeface="Wingdings" panose="05000000000000000000" pitchFamily="2" charset="2"/>
              <a:buNone/>
            </a:pPr>
            <a:r>
              <a:rPr lang="en-US" altLang="zh-CN" b="1" dirty="0"/>
              <a:t>while (a &lt; b) {</a:t>
            </a:r>
          </a:p>
          <a:p>
            <a:pPr lvl="1" eaLnBrk="1" hangingPunct="1">
              <a:buFont typeface="Wingdings" panose="05000000000000000000" pitchFamily="2" charset="2"/>
              <a:buNone/>
            </a:pPr>
            <a:r>
              <a:rPr lang="en-US" altLang="zh-CN" b="1" dirty="0"/>
              <a:t>  if (c &lt; d) x = y + z;</a:t>
            </a:r>
          </a:p>
          <a:p>
            <a:pPr lvl="1" eaLnBrk="1" hangingPunct="1">
              <a:buFont typeface="Wingdings" panose="05000000000000000000" pitchFamily="2" charset="2"/>
              <a:buNone/>
            </a:pPr>
            <a:r>
              <a:rPr lang="en-US" altLang="zh-CN" b="1" dirty="0"/>
              <a:t>  else x = y – z; </a:t>
            </a:r>
          </a:p>
          <a:p>
            <a:pPr lvl="1" eaLnBrk="1" hangingPunct="1">
              <a:buFont typeface="Wingdings" panose="05000000000000000000" pitchFamily="2" charset="2"/>
              <a:buNone/>
            </a:pPr>
            <a:r>
              <a:rPr lang="en-US" altLang="zh-CN" b="1" dirty="0"/>
              <a:t>} </a:t>
            </a:r>
          </a:p>
        </p:txBody>
      </p:sp>
      <p:sp>
        <p:nvSpPr>
          <p:cNvPr id="2" name="日期占位符 1">
            <a:extLst>
              <a:ext uri="{FF2B5EF4-FFF2-40B4-BE49-F238E27FC236}">
                <a16:creationId xmlns:a16="http://schemas.microsoft.com/office/drawing/2014/main" id="{D7B8EBBC-9174-B923-03D3-735891FD3616}"/>
              </a:ext>
            </a:extLst>
          </p:cNvPr>
          <p:cNvSpPr>
            <a:spLocks noGrp="1"/>
          </p:cNvSpPr>
          <p:nvPr>
            <p:ph type="dt" sz="half" idx="10"/>
          </p:nvPr>
        </p:nvSpPr>
        <p:spPr/>
        <p:txBody>
          <a:bodyPr/>
          <a:lstStyle/>
          <a:p>
            <a:fld id="{5BEDFA34-FADE-48C4-89E7-8EA46FA0D22D}"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B250E13-A943-70F1-6BB0-4098D3D4647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57252DEC-BE9C-9EF8-987A-F015719179CF}"/>
              </a:ext>
            </a:extLst>
          </p:cNvPr>
          <p:cNvSpPr>
            <a:spLocks noGrp="1"/>
          </p:cNvSpPr>
          <p:nvPr>
            <p:ph type="sldNum" sz="quarter" idx="12"/>
          </p:nvPr>
        </p:nvSpPr>
        <p:spPr/>
        <p:txBody>
          <a:bodyPr/>
          <a:lstStyle/>
          <a:p>
            <a:fld id="{094DEB03-EFC6-4C20-8FC8-295189A5386F}" type="slidenum">
              <a:rPr lang="zh-CN" altLang="en-US" smtClean="0"/>
              <a:pPr/>
              <a:t>39</a:t>
            </a:fld>
            <a:endParaRPr lang="zh-CN" altLang="en-US"/>
          </a:p>
        </p:txBody>
      </p:sp>
      <p:pic>
        <p:nvPicPr>
          <p:cNvPr id="5" name="图片 4" descr="图标&#10;&#10;描述已自动生成">
            <a:extLst>
              <a:ext uri="{FF2B5EF4-FFF2-40B4-BE49-F238E27FC236}">
                <a16:creationId xmlns:a16="http://schemas.microsoft.com/office/drawing/2014/main" id="{C6AB5D43-6EC3-0519-5CD1-7C57BD491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BEDCBC9-4CB0-4D26-B0AF-0157AEE6A4DE}"/>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7892" name="Rectangle 4">
            <a:extLst>
              <a:ext uri="{FF2B5EF4-FFF2-40B4-BE49-F238E27FC236}">
                <a16:creationId xmlns:a16="http://schemas.microsoft.com/office/drawing/2014/main" id="{6BD86575-A3EE-4F86-9A85-B40A19B3F93B}"/>
              </a:ext>
            </a:extLst>
          </p:cNvPr>
          <p:cNvSpPr>
            <a:spLocks noChangeArrowheads="1"/>
          </p:cNvSpPr>
          <p:nvPr/>
        </p:nvSpPr>
        <p:spPr bwMode="auto">
          <a:xfrm>
            <a:off x="2828364" y="1531377"/>
            <a:ext cx="3487271" cy="5334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dirty="0">
                <a:solidFill>
                  <a:srgbClr val="008000"/>
                </a:solidFill>
              </a:rPr>
              <a:t>B</a:t>
            </a:r>
            <a:r>
              <a:rPr lang="en-US" altLang="zh-CN" sz="2800" b="1" dirty="0"/>
              <a:t> [a &lt; b]</a:t>
            </a:r>
          </a:p>
        </p:txBody>
      </p:sp>
      <p:sp>
        <p:nvSpPr>
          <p:cNvPr id="37893" name="Rectangle 5">
            <a:extLst>
              <a:ext uri="{FF2B5EF4-FFF2-40B4-BE49-F238E27FC236}">
                <a16:creationId xmlns:a16="http://schemas.microsoft.com/office/drawing/2014/main" id="{85DAB950-73B0-4891-B6D2-94ECC3779B3F}"/>
              </a:ext>
            </a:extLst>
          </p:cNvPr>
          <p:cNvSpPr>
            <a:spLocks noChangeArrowheads="1"/>
          </p:cNvSpPr>
          <p:nvPr/>
        </p:nvSpPr>
        <p:spPr bwMode="auto">
          <a:xfrm>
            <a:off x="2828364" y="2066364"/>
            <a:ext cx="3487271" cy="18288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dirty="0">
                <a:solidFill>
                  <a:srgbClr val="008000"/>
                </a:solidFill>
              </a:rPr>
              <a:t>S</a:t>
            </a:r>
            <a:r>
              <a:rPr lang="en-US" altLang="zh-CN" sz="2800" b="1" baseline="-25000" dirty="0">
                <a:solidFill>
                  <a:srgbClr val="008000"/>
                </a:solidFill>
              </a:rPr>
              <a:t>1</a:t>
            </a:r>
            <a:r>
              <a:rPr lang="en-US" altLang="zh-CN" sz="2800" b="1" dirty="0"/>
              <a:t> [ if(c&lt;d) x=</a:t>
            </a:r>
            <a:r>
              <a:rPr lang="en-US" altLang="zh-CN" sz="2800" b="1" dirty="0" err="1"/>
              <a:t>y+z</a:t>
            </a:r>
            <a:r>
              <a:rPr lang="en-US" altLang="zh-CN" sz="2800" b="1" dirty="0"/>
              <a:t>;</a:t>
            </a:r>
          </a:p>
          <a:p>
            <a:pPr eaLnBrk="1" hangingPunct="1">
              <a:buFont typeface="Wingdings" panose="05000000000000000000" pitchFamily="2" charset="2"/>
              <a:buNone/>
            </a:pPr>
            <a:r>
              <a:rPr lang="en-US" altLang="zh-CN" sz="2800" b="1" dirty="0"/>
              <a:t>       else x=y-z;]</a:t>
            </a:r>
          </a:p>
          <a:p>
            <a:pPr eaLnBrk="1" hangingPunct="1">
              <a:buFont typeface="Wingdings" panose="05000000000000000000" pitchFamily="2" charset="2"/>
              <a:buNone/>
            </a:pPr>
            <a:r>
              <a:rPr lang="en-US" altLang="zh-CN" sz="2800" b="1" dirty="0" err="1"/>
              <a:t>goto</a:t>
            </a:r>
            <a:r>
              <a:rPr lang="en-US" altLang="zh-CN" sz="2800" b="1" dirty="0"/>
              <a:t> </a:t>
            </a:r>
            <a:r>
              <a:rPr lang="en-US" altLang="zh-CN" sz="2800" b="1" dirty="0" err="1"/>
              <a:t>S.begin</a:t>
            </a:r>
            <a:endParaRPr lang="en-US" altLang="zh-CN" sz="2800" b="1" dirty="0"/>
          </a:p>
        </p:txBody>
      </p:sp>
      <p:sp>
        <p:nvSpPr>
          <p:cNvPr id="37894" name="Text Box 6">
            <a:extLst>
              <a:ext uri="{FF2B5EF4-FFF2-40B4-BE49-F238E27FC236}">
                <a16:creationId xmlns:a16="http://schemas.microsoft.com/office/drawing/2014/main" id="{5CA4D515-D203-41B9-9638-71C3C5D74AF5}"/>
              </a:ext>
            </a:extLst>
          </p:cNvPr>
          <p:cNvSpPr txBox="1">
            <a:spLocks noChangeArrowheads="1"/>
          </p:cNvSpPr>
          <p:nvPr/>
        </p:nvSpPr>
        <p:spPr bwMode="auto">
          <a:xfrm>
            <a:off x="1285236" y="1531377"/>
            <a:ext cx="1430498"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S.begin</a:t>
            </a:r>
            <a:r>
              <a:rPr lang="en-US" altLang="zh-CN" sz="2800" b="1" dirty="0"/>
              <a:t>:</a:t>
            </a:r>
          </a:p>
        </p:txBody>
      </p:sp>
      <p:sp>
        <p:nvSpPr>
          <p:cNvPr id="37895" name="Text Box 7">
            <a:extLst>
              <a:ext uri="{FF2B5EF4-FFF2-40B4-BE49-F238E27FC236}">
                <a16:creationId xmlns:a16="http://schemas.microsoft.com/office/drawing/2014/main" id="{9D12A841-91D7-4C4B-9A20-2A1201AA0294}"/>
              </a:ext>
            </a:extLst>
          </p:cNvPr>
          <p:cNvSpPr txBox="1">
            <a:spLocks noChangeArrowheads="1"/>
          </p:cNvSpPr>
          <p:nvPr/>
        </p:nvSpPr>
        <p:spPr bwMode="auto">
          <a:xfrm>
            <a:off x="1285236" y="2064777"/>
            <a:ext cx="1268594"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B.true</a:t>
            </a:r>
            <a:r>
              <a:rPr lang="en-US" altLang="zh-CN" sz="2800" b="1" dirty="0"/>
              <a:t>:</a:t>
            </a:r>
          </a:p>
        </p:txBody>
      </p:sp>
      <p:sp>
        <p:nvSpPr>
          <p:cNvPr id="2" name="日期占位符 1">
            <a:extLst>
              <a:ext uri="{FF2B5EF4-FFF2-40B4-BE49-F238E27FC236}">
                <a16:creationId xmlns:a16="http://schemas.microsoft.com/office/drawing/2014/main" id="{E1230BD1-B6BA-715B-001C-5736AF671238}"/>
              </a:ext>
            </a:extLst>
          </p:cNvPr>
          <p:cNvSpPr>
            <a:spLocks noGrp="1"/>
          </p:cNvSpPr>
          <p:nvPr>
            <p:ph type="dt" sz="half" idx="10"/>
          </p:nvPr>
        </p:nvSpPr>
        <p:spPr/>
        <p:txBody>
          <a:bodyPr/>
          <a:lstStyle/>
          <a:p>
            <a:fld id="{1DE9C313-8B5B-4A15-B19F-32243BC87F6E}"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66EEFC70-0DE1-652C-6D57-ECA41DBCA28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AD475D75-5A27-84BB-996A-A3E22FD5B04C}"/>
              </a:ext>
            </a:extLst>
          </p:cNvPr>
          <p:cNvSpPr>
            <a:spLocks noGrp="1"/>
          </p:cNvSpPr>
          <p:nvPr>
            <p:ph type="sldNum" sz="quarter" idx="12"/>
          </p:nvPr>
        </p:nvSpPr>
        <p:spPr/>
        <p:txBody>
          <a:bodyPr/>
          <a:lstStyle/>
          <a:p>
            <a:fld id="{094DEB03-EFC6-4C20-8FC8-295189A5386F}" type="slidenum">
              <a:rPr lang="zh-CN" altLang="en-US" smtClean="0"/>
              <a:pPr/>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79DBD17-9860-484B-A55E-79ADA58701C9}"/>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8917" name="Rectangle 5">
            <a:extLst>
              <a:ext uri="{FF2B5EF4-FFF2-40B4-BE49-F238E27FC236}">
                <a16:creationId xmlns:a16="http://schemas.microsoft.com/office/drawing/2014/main" id="{28249827-A802-49B5-936D-571D37E78E0D}"/>
              </a:ext>
            </a:extLst>
          </p:cNvPr>
          <p:cNvSpPr>
            <a:spLocks noChangeArrowheads="1"/>
          </p:cNvSpPr>
          <p:nvPr/>
        </p:nvSpPr>
        <p:spPr bwMode="auto">
          <a:xfrm>
            <a:off x="2875430" y="1517931"/>
            <a:ext cx="3393140" cy="1144588"/>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dirty="0"/>
              <a:t>if (a&lt;b) </a:t>
            </a:r>
            <a:r>
              <a:rPr lang="en-US" altLang="zh-CN" sz="2800" b="1" dirty="0" err="1"/>
              <a:t>goto</a:t>
            </a:r>
            <a:r>
              <a:rPr lang="en-US" altLang="zh-CN" sz="2800" b="1" dirty="0"/>
              <a:t> </a:t>
            </a:r>
            <a:r>
              <a:rPr lang="en-US" altLang="zh-CN" sz="2800" b="1" dirty="0" err="1"/>
              <a:t>B.true</a:t>
            </a:r>
            <a:endParaRPr lang="en-US" altLang="zh-CN" sz="2800" b="1" dirty="0"/>
          </a:p>
          <a:p>
            <a:pPr eaLnBrk="1" hangingPunct="1">
              <a:buFont typeface="Wingdings" panose="05000000000000000000" pitchFamily="2" charset="2"/>
              <a:buNone/>
            </a:pPr>
            <a:r>
              <a:rPr lang="en-US" altLang="zh-CN" sz="2800" b="1" dirty="0" err="1"/>
              <a:t>goto</a:t>
            </a:r>
            <a:r>
              <a:rPr lang="en-US" altLang="zh-CN" sz="2800" b="1" dirty="0"/>
              <a:t> </a:t>
            </a:r>
            <a:r>
              <a:rPr lang="en-US" altLang="zh-CN" sz="2800" b="1" dirty="0" err="1"/>
              <a:t>B.false</a:t>
            </a:r>
            <a:r>
              <a:rPr lang="en-US" altLang="zh-CN" sz="2800" b="1" dirty="0"/>
              <a:t>(</a:t>
            </a:r>
            <a:r>
              <a:rPr lang="en-US" altLang="zh-CN" sz="2800" b="1" dirty="0" err="1"/>
              <a:t>S.next</a:t>
            </a:r>
            <a:r>
              <a:rPr lang="en-US" altLang="zh-CN" sz="2800" b="1" dirty="0"/>
              <a:t>)</a:t>
            </a:r>
          </a:p>
        </p:txBody>
      </p:sp>
      <p:sp>
        <p:nvSpPr>
          <p:cNvPr id="38918" name="Rectangle 6">
            <a:extLst>
              <a:ext uri="{FF2B5EF4-FFF2-40B4-BE49-F238E27FC236}">
                <a16:creationId xmlns:a16="http://schemas.microsoft.com/office/drawing/2014/main" id="{4F9764CA-8B7F-4687-9002-6221832BC216}"/>
              </a:ext>
            </a:extLst>
          </p:cNvPr>
          <p:cNvSpPr>
            <a:spLocks noChangeArrowheads="1"/>
          </p:cNvSpPr>
          <p:nvPr/>
        </p:nvSpPr>
        <p:spPr bwMode="auto">
          <a:xfrm>
            <a:off x="2875430" y="2662518"/>
            <a:ext cx="3393140" cy="182880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dirty="0">
                <a:solidFill>
                  <a:srgbClr val="008000"/>
                </a:solidFill>
              </a:rPr>
              <a:t>S</a:t>
            </a:r>
            <a:r>
              <a:rPr lang="en-US" altLang="zh-CN" sz="2800" b="1" baseline="-25000" dirty="0">
                <a:solidFill>
                  <a:srgbClr val="008000"/>
                </a:solidFill>
              </a:rPr>
              <a:t>1</a:t>
            </a:r>
            <a:r>
              <a:rPr lang="en-US" altLang="zh-CN" sz="2800" b="1" dirty="0"/>
              <a:t> [ if(c&lt;d) x=</a:t>
            </a:r>
            <a:r>
              <a:rPr lang="en-US" altLang="zh-CN" sz="2800" b="1" dirty="0" err="1"/>
              <a:t>y+z</a:t>
            </a:r>
            <a:r>
              <a:rPr lang="en-US" altLang="zh-CN" sz="2800" b="1" dirty="0"/>
              <a:t>;</a:t>
            </a:r>
          </a:p>
          <a:p>
            <a:pPr eaLnBrk="1" hangingPunct="1">
              <a:buFont typeface="Wingdings" panose="05000000000000000000" pitchFamily="2" charset="2"/>
              <a:buNone/>
            </a:pPr>
            <a:r>
              <a:rPr lang="en-US" altLang="zh-CN" sz="2800" b="1" dirty="0"/>
              <a:t>       else x=y-z;]</a:t>
            </a:r>
          </a:p>
          <a:p>
            <a:pPr eaLnBrk="1" hangingPunct="1">
              <a:buFont typeface="Wingdings" panose="05000000000000000000" pitchFamily="2" charset="2"/>
              <a:buNone/>
            </a:pPr>
            <a:r>
              <a:rPr lang="en-US" altLang="zh-CN" sz="2800" b="1" dirty="0" err="1"/>
              <a:t>goto</a:t>
            </a:r>
            <a:r>
              <a:rPr lang="en-US" altLang="zh-CN" sz="2800" b="1" dirty="0"/>
              <a:t> </a:t>
            </a:r>
            <a:r>
              <a:rPr lang="en-US" altLang="zh-CN" sz="2800" b="1" dirty="0" err="1"/>
              <a:t>S.begin</a:t>
            </a:r>
            <a:endParaRPr lang="en-US" altLang="zh-CN" sz="2800" b="1" dirty="0"/>
          </a:p>
        </p:txBody>
      </p:sp>
      <p:sp>
        <p:nvSpPr>
          <p:cNvPr id="38919" name="Text Box 7">
            <a:extLst>
              <a:ext uri="{FF2B5EF4-FFF2-40B4-BE49-F238E27FC236}">
                <a16:creationId xmlns:a16="http://schemas.microsoft.com/office/drawing/2014/main" id="{A2AA0C5C-7683-4ED9-A417-74B8C4B1D9CF}"/>
              </a:ext>
            </a:extLst>
          </p:cNvPr>
          <p:cNvSpPr txBox="1">
            <a:spLocks noChangeArrowheads="1"/>
          </p:cNvSpPr>
          <p:nvPr/>
        </p:nvSpPr>
        <p:spPr bwMode="auto">
          <a:xfrm>
            <a:off x="1314124" y="1645444"/>
            <a:ext cx="1430338"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S.begin</a:t>
            </a:r>
            <a:r>
              <a:rPr lang="en-US" altLang="zh-CN" sz="2800" b="1" dirty="0"/>
              <a:t>:</a:t>
            </a:r>
          </a:p>
        </p:txBody>
      </p:sp>
      <p:sp>
        <p:nvSpPr>
          <p:cNvPr id="38920" name="Text Box 8">
            <a:extLst>
              <a:ext uri="{FF2B5EF4-FFF2-40B4-BE49-F238E27FC236}">
                <a16:creationId xmlns:a16="http://schemas.microsoft.com/office/drawing/2014/main" id="{A67E1290-A37B-43C7-AFE4-F274804129C8}"/>
              </a:ext>
            </a:extLst>
          </p:cNvPr>
          <p:cNvSpPr txBox="1">
            <a:spLocks noChangeArrowheads="1"/>
          </p:cNvSpPr>
          <p:nvPr/>
        </p:nvSpPr>
        <p:spPr bwMode="auto">
          <a:xfrm>
            <a:off x="1314124" y="2662518"/>
            <a:ext cx="126841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B.true</a:t>
            </a:r>
            <a:r>
              <a:rPr lang="en-US" altLang="zh-CN" sz="2800" b="1" dirty="0"/>
              <a:t>:</a:t>
            </a:r>
          </a:p>
        </p:txBody>
      </p:sp>
      <p:sp>
        <p:nvSpPr>
          <p:cNvPr id="2" name="日期占位符 1">
            <a:extLst>
              <a:ext uri="{FF2B5EF4-FFF2-40B4-BE49-F238E27FC236}">
                <a16:creationId xmlns:a16="http://schemas.microsoft.com/office/drawing/2014/main" id="{D8C2A91F-407F-35C2-1D63-3CBAECB60E85}"/>
              </a:ext>
            </a:extLst>
          </p:cNvPr>
          <p:cNvSpPr>
            <a:spLocks noGrp="1"/>
          </p:cNvSpPr>
          <p:nvPr>
            <p:ph type="dt" sz="half" idx="10"/>
          </p:nvPr>
        </p:nvSpPr>
        <p:spPr/>
        <p:txBody>
          <a:bodyPr/>
          <a:lstStyle/>
          <a:p>
            <a:fld id="{347F8590-C612-44B2-AE93-12A72DE531BB}"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5D945F5A-DE8A-2439-9E09-8B66958FCD7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49BF2B88-E6E7-B2D7-AE06-77D5EAA122F0}"/>
              </a:ext>
            </a:extLst>
          </p:cNvPr>
          <p:cNvSpPr>
            <a:spLocks noGrp="1"/>
          </p:cNvSpPr>
          <p:nvPr>
            <p:ph type="sldNum" sz="quarter" idx="12"/>
          </p:nvPr>
        </p:nvSpPr>
        <p:spPr/>
        <p:txBody>
          <a:bodyPr/>
          <a:lstStyle/>
          <a:p>
            <a:fld id="{094DEB03-EFC6-4C20-8FC8-295189A5386F}" type="slidenum">
              <a:rPr lang="zh-CN" altLang="en-US" smtClean="0"/>
              <a:pPr/>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F98E07D-49B8-45F4-8484-A38F81A13F20}"/>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39940" name="Rectangle 4">
            <a:extLst>
              <a:ext uri="{FF2B5EF4-FFF2-40B4-BE49-F238E27FC236}">
                <a16:creationId xmlns:a16="http://schemas.microsoft.com/office/drawing/2014/main" id="{736BE07B-0D1D-4C96-BD3C-8C88C5243399}"/>
              </a:ext>
            </a:extLst>
          </p:cNvPr>
          <p:cNvSpPr>
            <a:spLocks noChangeArrowheads="1"/>
          </p:cNvSpPr>
          <p:nvPr/>
        </p:nvSpPr>
        <p:spPr bwMode="auto">
          <a:xfrm>
            <a:off x="2550459" y="1558272"/>
            <a:ext cx="5181600" cy="1144587"/>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a:t>if (a&lt;b) goto B.true</a:t>
            </a:r>
          </a:p>
          <a:p>
            <a:pPr eaLnBrk="1" hangingPunct="1">
              <a:buFont typeface="Wingdings" panose="05000000000000000000" pitchFamily="2" charset="2"/>
              <a:buNone/>
            </a:pPr>
            <a:r>
              <a:rPr lang="en-US" altLang="zh-CN" sz="2800" b="1"/>
              <a:t>goto S.next</a:t>
            </a:r>
          </a:p>
        </p:txBody>
      </p:sp>
      <p:sp>
        <p:nvSpPr>
          <p:cNvPr id="39941" name="Rectangle 5">
            <a:extLst>
              <a:ext uri="{FF2B5EF4-FFF2-40B4-BE49-F238E27FC236}">
                <a16:creationId xmlns:a16="http://schemas.microsoft.com/office/drawing/2014/main" id="{E128CB8E-3B86-42BA-B764-7D7903FCE5BE}"/>
              </a:ext>
            </a:extLst>
          </p:cNvPr>
          <p:cNvSpPr>
            <a:spLocks noChangeArrowheads="1"/>
          </p:cNvSpPr>
          <p:nvPr/>
        </p:nvSpPr>
        <p:spPr bwMode="auto">
          <a:xfrm>
            <a:off x="2550459" y="2702859"/>
            <a:ext cx="5181600" cy="3199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r>
              <a:rPr lang="en-US" altLang="zh-CN" sz="2800" b="1" dirty="0" err="1"/>
              <a:t>goto</a:t>
            </a:r>
            <a:r>
              <a:rPr lang="en-US" altLang="zh-CN" sz="2800" b="1" dirty="0"/>
              <a:t> </a:t>
            </a:r>
            <a:r>
              <a:rPr lang="en-US" altLang="zh-CN" sz="2800" b="1" dirty="0" err="1"/>
              <a:t>S.begin</a:t>
            </a:r>
            <a:endParaRPr lang="en-US" altLang="zh-CN" sz="2800" b="1" dirty="0"/>
          </a:p>
        </p:txBody>
      </p:sp>
      <p:sp>
        <p:nvSpPr>
          <p:cNvPr id="39942" name="Text Box 6">
            <a:extLst>
              <a:ext uri="{FF2B5EF4-FFF2-40B4-BE49-F238E27FC236}">
                <a16:creationId xmlns:a16="http://schemas.microsoft.com/office/drawing/2014/main" id="{7DCB6826-798F-4233-80B2-8C87CA4DE9C9}"/>
              </a:ext>
            </a:extLst>
          </p:cNvPr>
          <p:cNvSpPr txBox="1">
            <a:spLocks noChangeArrowheads="1"/>
          </p:cNvSpPr>
          <p:nvPr/>
        </p:nvSpPr>
        <p:spPr bwMode="auto">
          <a:xfrm>
            <a:off x="1008882" y="1558272"/>
            <a:ext cx="1430498"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S.begin</a:t>
            </a:r>
            <a:r>
              <a:rPr lang="en-US" altLang="zh-CN" sz="2800" b="1" dirty="0"/>
              <a:t>:</a:t>
            </a:r>
          </a:p>
        </p:txBody>
      </p:sp>
      <p:sp>
        <p:nvSpPr>
          <p:cNvPr id="39943" name="Text Box 7">
            <a:extLst>
              <a:ext uri="{FF2B5EF4-FFF2-40B4-BE49-F238E27FC236}">
                <a16:creationId xmlns:a16="http://schemas.microsoft.com/office/drawing/2014/main" id="{BF12004E-8C19-4D8C-AF12-53F730198631}"/>
              </a:ext>
            </a:extLst>
          </p:cNvPr>
          <p:cNvSpPr txBox="1">
            <a:spLocks noChangeArrowheads="1"/>
          </p:cNvSpPr>
          <p:nvPr/>
        </p:nvSpPr>
        <p:spPr bwMode="auto">
          <a:xfrm>
            <a:off x="1008882" y="2641071"/>
            <a:ext cx="1268594"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B.true</a:t>
            </a:r>
            <a:r>
              <a:rPr lang="en-US" altLang="zh-CN" sz="2800" b="1" dirty="0"/>
              <a:t>:</a:t>
            </a:r>
          </a:p>
        </p:txBody>
      </p:sp>
      <p:grpSp>
        <p:nvGrpSpPr>
          <p:cNvPr id="39944" name="Group 8">
            <a:extLst>
              <a:ext uri="{FF2B5EF4-FFF2-40B4-BE49-F238E27FC236}">
                <a16:creationId xmlns:a16="http://schemas.microsoft.com/office/drawing/2014/main" id="{2EA1CA25-5480-487D-B440-E7BDAFA46361}"/>
              </a:ext>
            </a:extLst>
          </p:cNvPr>
          <p:cNvGrpSpPr>
            <a:grpSpLocks/>
          </p:cNvGrpSpPr>
          <p:nvPr/>
        </p:nvGrpSpPr>
        <p:grpSpPr bwMode="auto">
          <a:xfrm>
            <a:off x="2599393" y="2903772"/>
            <a:ext cx="4924509" cy="2133600"/>
            <a:chOff x="3258" y="2112"/>
            <a:chExt cx="2598" cy="1344"/>
          </a:xfrm>
        </p:grpSpPr>
        <p:sp>
          <p:nvSpPr>
            <p:cNvPr id="39945" name="Rectangle 9">
              <a:extLst>
                <a:ext uri="{FF2B5EF4-FFF2-40B4-BE49-F238E27FC236}">
                  <a16:creationId xmlns:a16="http://schemas.microsoft.com/office/drawing/2014/main" id="{24D206D6-A33B-41F2-BF0A-E64FB2A821C1}"/>
                </a:ext>
              </a:extLst>
            </p:cNvPr>
            <p:cNvSpPr>
              <a:spLocks noChangeArrowheads="1"/>
            </p:cNvSpPr>
            <p:nvPr/>
          </p:nvSpPr>
          <p:spPr bwMode="auto">
            <a:xfrm>
              <a:off x="4080" y="2448"/>
              <a:ext cx="1776"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a:solidFill>
                    <a:srgbClr val="008000"/>
                  </a:solidFill>
                </a:rPr>
                <a:t>S</a:t>
              </a:r>
              <a:r>
                <a:rPr lang="en-US" altLang="zh-CN" sz="2800" b="1" baseline="-25000">
                  <a:solidFill>
                    <a:srgbClr val="008000"/>
                  </a:solidFill>
                </a:rPr>
                <a:t>2</a:t>
              </a:r>
              <a:r>
                <a:rPr lang="en-US" altLang="zh-CN" sz="2800" b="1"/>
                <a:t>[x=y+z]</a:t>
              </a:r>
              <a:endParaRPr lang="en-US" altLang="zh-CN" sz="2800" b="1" baseline="-25000"/>
            </a:p>
          </p:txBody>
        </p:sp>
        <p:sp>
          <p:nvSpPr>
            <p:cNvPr id="39946" name="Rectangle 10">
              <a:extLst>
                <a:ext uri="{FF2B5EF4-FFF2-40B4-BE49-F238E27FC236}">
                  <a16:creationId xmlns:a16="http://schemas.microsoft.com/office/drawing/2014/main" id="{9154332A-E480-4FCE-8D8C-1F325DE20C6A}"/>
                </a:ext>
              </a:extLst>
            </p:cNvPr>
            <p:cNvSpPr>
              <a:spLocks noChangeArrowheads="1"/>
            </p:cNvSpPr>
            <p:nvPr/>
          </p:nvSpPr>
          <p:spPr bwMode="auto">
            <a:xfrm>
              <a:off x="4080" y="2112"/>
              <a:ext cx="1776"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a:solidFill>
                    <a:srgbClr val="008000"/>
                  </a:solidFill>
                </a:rPr>
                <a:t>B</a:t>
              </a:r>
              <a:r>
                <a:rPr lang="en-US" altLang="zh-CN" sz="2800" b="1" baseline="-25000">
                  <a:solidFill>
                    <a:srgbClr val="008000"/>
                  </a:solidFill>
                </a:rPr>
                <a:t>1</a:t>
              </a:r>
              <a:r>
                <a:rPr lang="en-US" altLang="zh-CN" sz="2800" b="1"/>
                <a:t>[c&lt;d]</a:t>
              </a:r>
            </a:p>
          </p:txBody>
        </p:sp>
        <p:sp>
          <p:nvSpPr>
            <p:cNvPr id="39947" name="Rectangle 11">
              <a:extLst>
                <a:ext uri="{FF2B5EF4-FFF2-40B4-BE49-F238E27FC236}">
                  <a16:creationId xmlns:a16="http://schemas.microsoft.com/office/drawing/2014/main" id="{424ED7B5-8FB3-4503-86D5-5792C83584CD}"/>
                </a:ext>
              </a:extLst>
            </p:cNvPr>
            <p:cNvSpPr>
              <a:spLocks noChangeArrowheads="1"/>
            </p:cNvSpPr>
            <p:nvPr/>
          </p:nvSpPr>
          <p:spPr bwMode="auto">
            <a:xfrm>
              <a:off x="4080" y="3120"/>
              <a:ext cx="1776"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a:solidFill>
                    <a:srgbClr val="008000"/>
                  </a:solidFill>
                </a:rPr>
                <a:t>S</a:t>
              </a:r>
              <a:r>
                <a:rPr lang="en-US" altLang="zh-CN" sz="2800" b="1" baseline="-25000">
                  <a:solidFill>
                    <a:srgbClr val="008000"/>
                  </a:solidFill>
                </a:rPr>
                <a:t>3</a:t>
              </a:r>
              <a:r>
                <a:rPr lang="en-US" altLang="zh-CN" sz="2800" b="1"/>
                <a:t>[x=y-z]</a:t>
              </a:r>
              <a:endParaRPr lang="en-US" altLang="zh-CN" sz="2800" b="1" baseline="-25000"/>
            </a:p>
          </p:txBody>
        </p:sp>
        <p:sp>
          <p:nvSpPr>
            <p:cNvPr id="39948" name="Text Box 12">
              <a:extLst>
                <a:ext uri="{FF2B5EF4-FFF2-40B4-BE49-F238E27FC236}">
                  <a16:creationId xmlns:a16="http://schemas.microsoft.com/office/drawing/2014/main" id="{5FC9B437-307B-46AE-A627-683A75C56687}"/>
                </a:ext>
              </a:extLst>
            </p:cNvPr>
            <p:cNvSpPr txBox="1">
              <a:spLocks noChangeArrowheads="1"/>
            </p:cNvSpPr>
            <p:nvPr/>
          </p:nvSpPr>
          <p:spPr bwMode="auto">
            <a:xfrm>
              <a:off x="3258" y="2344"/>
              <a:ext cx="875"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a:t>B</a:t>
              </a:r>
              <a:r>
                <a:rPr lang="en-US" altLang="zh-CN" sz="2800" b="1" baseline="-25000" dirty="0"/>
                <a:t>1</a:t>
              </a:r>
              <a:r>
                <a:rPr lang="en-US" altLang="zh-CN" sz="2800" b="1" dirty="0"/>
                <a:t>.true:</a:t>
              </a:r>
            </a:p>
          </p:txBody>
        </p:sp>
        <p:sp>
          <p:nvSpPr>
            <p:cNvPr id="39949" name="Text Box 13">
              <a:extLst>
                <a:ext uri="{FF2B5EF4-FFF2-40B4-BE49-F238E27FC236}">
                  <a16:creationId xmlns:a16="http://schemas.microsoft.com/office/drawing/2014/main" id="{5F782A13-9272-4EE7-93E4-3B58D681FF15}"/>
                </a:ext>
              </a:extLst>
            </p:cNvPr>
            <p:cNvSpPr txBox="1">
              <a:spLocks noChangeArrowheads="1"/>
            </p:cNvSpPr>
            <p:nvPr/>
          </p:nvSpPr>
          <p:spPr bwMode="auto">
            <a:xfrm>
              <a:off x="3258" y="3034"/>
              <a:ext cx="912"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a:t>B</a:t>
              </a:r>
              <a:r>
                <a:rPr lang="en-US" altLang="zh-CN" sz="2800" b="1" baseline="-25000" dirty="0"/>
                <a:t>1</a:t>
              </a:r>
              <a:r>
                <a:rPr lang="en-US" altLang="zh-CN" sz="2800" b="1" dirty="0"/>
                <a:t>.false:</a:t>
              </a:r>
            </a:p>
          </p:txBody>
        </p:sp>
        <p:sp>
          <p:nvSpPr>
            <p:cNvPr id="39950" name="Rectangle 14">
              <a:extLst>
                <a:ext uri="{FF2B5EF4-FFF2-40B4-BE49-F238E27FC236}">
                  <a16:creationId xmlns:a16="http://schemas.microsoft.com/office/drawing/2014/main" id="{66F59D06-373A-4BB7-BB78-431E43C92B26}"/>
                </a:ext>
              </a:extLst>
            </p:cNvPr>
            <p:cNvSpPr>
              <a:spLocks noChangeArrowheads="1"/>
            </p:cNvSpPr>
            <p:nvPr/>
          </p:nvSpPr>
          <p:spPr bwMode="auto">
            <a:xfrm>
              <a:off x="4080" y="2784"/>
              <a:ext cx="1776"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a:t>goto S</a:t>
              </a:r>
              <a:r>
                <a:rPr lang="en-US" altLang="zh-CN" sz="2800" b="1" baseline="-25000"/>
                <a:t>1</a:t>
              </a:r>
              <a:r>
                <a:rPr lang="en-US" altLang="zh-CN" sz="2800" b="1"/>
                <a:t>.next(S.begin) </a:t>
              </a:r>
              <a:endParaRPr lang="en-US" altLang="zh-CN" sz="2800" b="1" baseline="-25000"/>
            </a:p>
          </p:txBody>
        </p:sp>
      </p:grpSp>
      <p:sp>
        <p:nvSpPr>
          <p:cNvPr id="2" name="日期占位符 1">
            <a:extLst>
              <a:ext uri="{FF2B5EF4-FFF2-40B4-BE49-F238E27FC236}">
                <a16:creationId xmlns:a16="http://schemas.microsoft.com/office/drawing/2014/main" id="{1FF39CAE-D412-3D52-4C75-E832464279CC}"/>
              </a:ext>
            </a:extLst>
          </p:cNvPr>
          <p:cNvSpPr>
            <a:spLocks noGrp="1"/>
          </p:cNvSpPr>
          <p:nvPr>
            <p:ph type="dt" sz="half" idx="10"/>
          </p:nvPr>
        </p:nvSpPr>
        <p:spPr/>
        <p:txBody>
          <a:bodyPr/>
          <a:lstStyle/>
          <a:p>
            <a:fld id="{0506898C-46CE-4825-BA79-304BCBE4BC2E}"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ED8BD05A-C59D-572C-1A8F-BF17C16243E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4C2B0C9E-2C08-BFAC-0331-2C65A07971F8}"/>
              </a:ext>
            </a:extLst>
          </p:cNvPr>
          <p:cNvSpPr>
            <a:spLocks noGrp="1"/>
          </p:cNvSpPr>
          <p:nvPr>
            <p:ph type="sldNum" sz="quarter" idx="12"/>
          </p:nvPr>
        </p:nvSpPr>
        <p:spPr/>
        <p:txBody>
          <a:bodyPr/>
          <a:lstStyle/>
          <a:p>
            <a:fld id="{094DEB03-EFC6-4C20-8FC8-295189A5386F}" type="slidenum">
              <a:rPr lang="zh-CN" altLang="en-US" smtClean="0"/>
              <a:pPr/>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D843391-8AD5-4E9E-9566-AC17F26E393A}"/>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40964" name="Rectangle 4">
            <a:extLst>
              <a:ext uri="{FF2B5EF4-FFF2-40B4-BE49-F238E27FC236}">
                <a16:creationId xmlns:a16="http://schemas.microsoft.com/office/drawing/2014/main" id="{5E2AB368-FDE2-4557-8E85-C7E04779E6D1}"/>
              </a:ext>
            </a:extLst>
          </p:cNvPr>
          <p:cNvSpPr>
            <a:spLocks noChangeArrowheads="1"/>
          </p:cNvSpPr>
          <p:nvPr/>
        </p:nvSpPr>
        <p:spPr bwMode="auto">
          <a:xfrm>
            <a:off x="2563905" y="1182269"/>
            <a:ext cx="4912659" cy="1144587"/>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en-US" altLang="zh-CN" sz="2800" b="1"/>
              <a:t>if (a&lt;b) goto B.true</a:t>
            </a:r>
          </a:p>
          <a:p>
            <a:pPr eaLnBrk="1" hangingPunct="1">
              <a:buFont typeface="Wingdings" panose="05000000000000000000" pitchFamily="2" charset="2"/>
              <a:buNone/>
            </a:pPr>
            <a:r>
              <a:rPr lang="en-US" altLang="zh-CN" sz="2800" b="1"/>
              <a:t>goto S.next</a:t>
            </a:r>
          </a:p>
        </p:txBody>
      </p:sp>
      <p:sp>
        <p:nvSpPr>
          <p:cNvPr id="40965" name="Rectangle 5">
            <a:extLst>
              <a:ext uri="{FF2B5EF4-FFF2-40B4-BE49-F238E27FC236}">
                <a16:creationId xmlns:a16="http://schemas.microsoft.com/office/drawing/2014/main" id="{86CB00FF-2B7F-4174-B4ED-5D792B18D6E0}"/>
              </a:ext>
            </a:extLst>
          </p:cNvPr>
          <p:cNvSpPr>
            <a:spLocks noChangeArrowheads="1"/>
          </p:cNvSpPr>
          <p:nvPr/>
        </p:nvSpPr>
        <p:spPr bwMode="auto">
          <a:xfrm>
            <a:off x="2563905" y="2326855"/>
            <a:ext cx="4912659" cy="4302009"/>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r>
              <a:rPr lang="en-US" altLang="zh-CN" sz="2800" b="1" dirty="0" err="1"/>
              <a:t>goto</a:t>
            </a:r>
            <a:r>
              <a:rPr lang="en-US" altLang="zh-CN" sz="2800" b="1" dirty="0"/>
              <a:t> </a:t>
            </a:r>
            <a:r>
              <a:rPr lang="en-US" altLang="zh-CN" sz="2800" b="1" dirty="0" err="1"/>
              <a:t>S.begin</a:t>
            </a:r>
            <a:endParaRPr lang="en-US" altLang="zh-CN" sz="2800" b="1" dirty="0"/>
          </a:p>
        </p:txBody>
      </p:sp>
      <p:sp>
        <p:nvSpPr>
          <p:cNvPr id="40966" name="Text Box 6">
            <a:extLst>
              <a:ext uri="{FF2B5EF4-FFF2-40B4-BE49-F238E27FC236}">
                <a16:creationId xmlns:a16="http://schemas.microsoft.com/office/drawing/2014/main" id="{B84DD750-0769-41E8-86EB-C3DD0C148FB5}"/>
              </a:ext>
            </a:extLst>
          </p:cNvPr>
          <p:cNvSpPr txBox="1">
            <a:spLocks noChangeArrowheads="1"/>
          </p:cNvSpPr>
          <p:nvPr/>
        </p:nvSpPr>
        <p:spPr bwMode="auto">
          <a:xfrm>
            <a:off x="1033466" y="1152961"/>
            <a:ext cx="1430498"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S.begin</a:t>
            </a:r>
            <a:r>
              <a:rPr lang="en-US" altLang="zh-CN" sz="2800" b="1" dirty="0"/>
              <a:t>:</a:t>
            </a:r>
          </a:p>
        </p:txBody>
      </p:sp>
      <p:sp>
        <p:nvSpPr>
          <p:cNvPr id="40967" name="Text Box 7">
            <a:extLst>
              <a:ext uri="{FF2B5EF4-FFF2-40B4-BE49-F238E27FC236}">
                <a16:creationId xmlns:a16="http://schemas.microsoft.com/office/drawing/2014/main" id="{9D478CBB-9863-4329-9661-24EA26E794E3}"/>
              </a:ext>
            </a:extLst>
          </p:cNvPr>
          <p:cNvSpPr txBox="1">
            <a:spLocks noChangeArrowheads="1"/>
          </p:cNvSpPr>
          <p:nvPr/>
        </p:nvSpPr>
        <p:spPr bwMode="auto">
          <a:xfrm>
            <a:off x="1033139" y="2315179"/>
            <a:ext cx="1268594"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err="1"/>
              <a:t>B.true</a:t>
            </a:r>
            <a:r>
              <a:rPr lang="en-US" altLang="zh-CN" sz="2800" b="1" dirty="0"/>
              <a:t>:</a:t>
            </a:r>
          </a:p>
        </p:txBody>
      </p:sp>
      <p:grpSp>
        <p:nvGrpSpPr>
          <p:cNvPr id="40968" name="Group 8">
            <a:extLst>
              <a:ext uri="{FF2B5EF4-FFF2-40B4-BE49-F238E27FC236}">
                <a16:creationId xmlns:a16="http://schemas.microsoft.com/office/drawing/2014/main" id="{D3A60380-8D76-4868-B39A-7DE6E665ACFC}"/>
              </a:ext>
            </a:extLst>
          </p:cNvPr>
          <p:cNvGrpSpPr>
            <a:grpSpLocks/>
          </p:cNvGrpSpPr>
          <p:nvPr/>
        </p:nvGrpSpPr>
        <p:grpSpPr bwMode="auto">
          <a:xfrm>
            <a:off x="2607496" y="2403055"/>
            <a:ext cx="4740481" cy="3500203"/>
            <a:chOff x="3103" y="2208"/>
            <a:chExt cx="2533" cy="1728"/>
          </a:xfrm>
        </p:grpSpPr>
        <p:sp>
          <p:nvSpPr>
            <p:cNvPr id="40969" name="Rectangle 9">
              <a:extLst>
                <a:ext uri="{FF2B5EF4-FFF2-40B4-BE49-F238E27FC236}">
                  <a16:creationId xmlns:a16="http://schemas.microsoft.com/office/drawing/2014/main" id="{92BF1D02-0414-4736-98FF-3206D7BE6DD2}"/>
                </a:ext>
              </a:extLst>
            </p:cNvPr>
            <p:cNvSpPr>
              <a:spLocks noChangeArrowheads="1"/>
            </p:cNvSpPr>
            <p:nvPr/>
          </p:nvSpPr>
          <p:spPr bwMode="auto">
            <a:xfrm>
              <a:off x="3908" y="2640"/>
              <a:ext cx="1728" cy="432"/>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Font typeface="Wingdings" panose="05000000000000000000" pitchFamily="2" charset="2"/>
                <a:buNone/>
              </a:pPr>
              <a:r>
                <a:rPr lang="en-US" altLang="zh-CN" sz="2800" b="1"/>
                <a:t>t</a:t>
              </a:r>
              <a:r>
                <a:rPr lang="en-US" altLang="zh-CN" sz="2800" b="1" baseline="-25000"/>
                <a:t>1</a:t>
              </a:r>
              <a:r>
                <a:rPr lang="en-US" altLang="zh-CN" sz="2800" b="1"/>
                <a:t>= y+z</a:t>
              </a:r>
            </a:p>
            <a:p>
              <a:pPr eaLnBrk="1" hangingPunct="1">
                <a:spcBef>
                  <a:spcPct val="0"/>
                </a:spcBef>
                <a:buFont typeface="Wingdings" panose="05000000000000000000" pitchFamily="2" charset="2"/>
                <a:buNone/>
              </a:pPr>
              <a:r>
                <a:rPr lang="en-US" altLang="zh-CN" sz="2800" b="1"/>
                <a:t>x = t</a:t>
              </a:r>
              <a:r>
                <a:rPr lang="en-US" altLang="zh-CN" sz="2800" b="1" baseline="-25000"/>
                <a:t>1</a:t>
              </a:r>
            </a:p>
          </p:txBody>
        </p:sp>
        <p:sp>
          <p:nvSpPr>
            <p:cNvPr id="40970" name="Rectangle 10">
              <a:extLst>
                <a:ext uri="{FF2B5EF4-FFF2-40B4-BE49-F238E27FC236}">
                  <a16:creationId xmlns:a16="http://schemas.microsoft.com/office/drawing/2014/main" id="{0693CDC7-BA8C-413A-8914-E539FB09A98A}"/>
                </a:ext>
              </a:extLst>
            </p:cNvPr>
            <p:cNvSpPr>
              <a:spLocks noChangeArrowheads="1"/>
            </p:cNvSpPr>
            <p:nvPr/>
          </p:nvSpPr>
          <p:spPr bwMode="auto">
            <a:xfrm>
              <a:off x="3908" y="2208"/>
              <a:ext cx="1728" cy="432"/>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Font typeface="Wingdings" panose="05000000000000000000" pitchFamily="2" charset="2"/>
                <a:buNone/>
              </a:pPr>
              <a:r>
                <a:rPr lang="en-US" altLang="zh-CN" sz="2800" b="1" dirty="0"/>
                <a:t>if (c&lt;d) </a:t>
              </a:r>
              <a:r>
                <a:rPr lang="en-US" altLang="zh-CN" sz="2800" b="1" dirty="0" err="1"/>
                <a:t>goto</a:t>
              </a:r>
              <a:r>
                <a:rPr lang="en-US" altLang="zh-CN" sz="2800" b="1" dirty="0"/>
                <a:t> B</a:t>
              </a:r>
              <a:r>
                <a:rPr lang="en-US" altLang="zh-CN" sz="2800" b="1" baseline="-25000" dirty="0"/>
                <a:t>1</a:t>
              </a:r>
              <a:r>
                <a:rPr lang="en-US" altLang="zh-CN" sz="2800" b="1" dirty="0"/>
                <a:t>.true</a:t>
              </a:r>
            </a:p>
            <a:p>
              <a:pPr eaLnBrk="1" hangingPunct="1">
                <a:spcBef>
                  <a:spcPct val="0"/>
                </a:spcBef>
                <a:buFont typeface="Wingdings" panose="05000000000000000000" pitchFamily="2" charset="2"/>
                <a:buNone/>
              </a:pPr>
              <a:r>
                <a:rPr lang="en-US" altLang="zh-CN" sz="2800" b="1" dirty="0" err="1"/>
                <a:t>goto</a:t>
              </a:r>
              <a:r>
                <a:rPr lang="en-US" altLang="zh-CN" sz="2800" b="1" dirty="0"/>
                <a:t> B</a:t>
              </a:r>
              <a:r>
                <a:rPr lang="en-US" altLang="zh-CN" sz="2800" b="1" baseline="-25000" dirty="0"/>
                <a:t>1</a:t>
              </a:r>
              <a:r>
                <a:rPr lang="en-US" altLang="zh-CN" sz="2800" b="1" dirty="0"/>
                <a:t>.false</a:t>
              </a:r>
            </a:p>
          </p:txBody>
        </p:sp>
        <p:sp>
          <p:nvSpPr>
            <p:cNvPr id="40971" name="Text Box 11">
              <a:extLst>
                <a:ext uri="{FF2B5EF4-FFF2-40B4-BE49-F238E27FC236}">
                  <a16:creationId xmlns:a16="http://schemas.microsoft.com/office/drawing/2014/main" id="{E52E31B7-5C87-42BD-82A1-D8B9B38CD1F6}"/>
                </a:ext>
              </a:extLst>
            </p:cNvPr>
            <p:cNvSpPr txBox="1">
              <a:spLocks noChangeArrowheads="1"/>
            </p:cNvSpPr>
            <p:nvPr/>
          </p:nvSpPr>
          <p:spPr bwMode="auto">
            <a:xfrm>
              <a:off x="3140" y="2592"/>
              <a:ext cx="875"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a:t>B</a:t>
              </a:r>
              <a:r>
                <a:rPr lang="en-US" altLang="zh-CN" sz="2800" b="1" baseline="-25000"/>
                <a:t>1</a:t>
              </a:r>
              <a:r>
                <a:rPr lang="en-US" altLang="zh-CN" sz="2800" b="1"/>
                <a:t>.true:</a:t>
              </a:r>
            </a:p>
          </p:txBody>
        </p:sp>
        <p:sp>
          <p:nvSpPr>
            <p:cNvPr id="40972" name="Text Box 12">
              <a:extLst>
                <a:ext uri="{FF2B5EF4-FFF2-40B4-BE49-F238E27FC236}">
                  <a16:creationId xmlns:a16="http://schemas.microsoft.com/office/drawing/2014/main" id="{FEC7AABF-96C9-4E3D-8FB9-68A85D076556}"/>
                </a:ext>
              </a:extLst>
            </p:cNvPr>
            <p:cNvSpPr txBox="1">
              <a:spLocks noChangeArrowheads="1"/>
            </p:cNvSpPr>
            <p:nvPr/>
          </p:nvSpPr>
          <p:spPr bwMode="auto">
            <a:xfrm>
              <a:off x="3103" y="3432"/>
              <a:ext cx="912"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a:t>B</a:t>
              </a:r>
              <a:r>
                <a:rPr lang="en-US" altLang="zh-CN" sz="2800" b="1" baseline="-25000" dirty="0"/>
                <a:t>1</a:t>
              </a:r>
              <a:r>
                <a:rPr lang="en-US" altLang="zh-CN" sz="2800" b="1" dirty="0"/>
                <a:t>.false:</a:t>
              </a:r>
            </a:p>
          </p:txBody>
        </p:sp>
        <p:sp>
          <p:nvSpPr>
            <p:cNvPr id="40973" name="Rectangle 13">
              <a:extLst>
                <a:ext uri="{FF2B5EF4-FFF2-40B4-BE49-F238E27FC236}">
                  <a16:creationId xmlns:a16="http://schemas.microsoft.com/office/drawing/2014/main" id="{551610D3-E1BF-4A8A-A265-9AB2F4F2D0D7}"/>
                </a:ext>
              </a:extLst>
            </p:cNvPr>
            <p:cNvSpPr>
              <a:spLocks noChangeArrowheads="1"/>
            </p:cNvSpPr>
            <p:nvPr/>
          </p:nvSpPr>
          <p:spPr bwMode="auto">
            <a:xfrm>
              <a:off x="3908" y="3504"/>
              <a:ext cx="1728" cy="432"/>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Font typeface="Wingdings" panose="05000000000000000000" pitchFamily="2" charset="2"/>
                <a:buNone/>
              </a:pPr>
              <a:r>
                <a:rPr lang="en-US" altLang="zh-CN" sz="2800" b="1"/>
                <a:t>t</a:t>
              </a:r>
              <a:r>
                <a:rPr lang="en-US" altLang="zh-CN" sz="2800" b="1" baseline="-25000"/>
                <a:t>2</a:t>
              </a:r>
              <a:r>
                <a:rPr lang="en-US" altLang="zh-CN" sz="2800" b="1"/>
                <a:t> =y-z</a:t>
              </a:r>
            </a:p>
            <a:p>
              <a:pPr eaLnBrk="1" hangingPunct="1">
                <a:spcBef>
                  <a:spcPct val="0"/>
                </a:spcBef>
                <a:buFont typeface="Wingdings" panose="05000000000000000000" pitchFamily="2" charset="2"/>
                <a:buNone/>
              </a:pPr>
              <a:r>
                <a:rPr lang="en-US" altLang="zh-CN" sz="2800" b="1"/>
                <a:t>x = t</a:t>
              </a:r>
              <a:r>
                <a:rPr lang="en-US" altLang="zh-CN" sz="2800" b="1" baseline="-25000"/>
                <a:t>2</a:t>
              </a:r>
            </a:p>
          </p:txBody>
        </p:sp>
        <p:sp>
          <p:nvSpPr>
            <p:cNvPr id="40974" name="Rectangle 14">
              <a:extLst>
                <a:ext uri="{FF2B5EF4-FFF2-40B4-BE49-F238E27FC236}">
                  <a16:creationId xmlns:a16="http://schemas.microsoft.com/office/drawing/2014/main" id="{F58D2328-0A6E-45FA-9729-94AFE6E1F2BB}"/>
                </a:ext>
              </a:extLst>
            </p:cNvPr>
            <p:cNvSpPr>
              <a:spLocks noChangeArrowheads="1"/>
            </p:cNvSpPr>
            <p:nvPr/>
          </p:nvSpPr>
          <p:spPr bwMode="auto">
            <a:xfrm>
              <a:off x="3908" y="3072"/>
              <a:ext cx="1728" cy="432"/>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Font typeface="Wingdings" panose="05000000000000000000" pitchFamily="2" charset="2"/>
                <a:buNone/>
              </a:pPr>
              <a:r>
                <a:rPr lang="en-US" altLang="zh-CN" sz="2800" b="1"/>
                <a:t>goto S.begin</a:t>
              </a:r>
            </a:p>
          </p:txBody>
        </p:sp>
      </p:grpSp>
      <p:sp>
        <p:nvSpPr>
          <p:cNvPr id="2" name="日期占位符 1">
            <a:extLst>
              <a:ext uri="{FF2B5EF4-FFF2-40B4-BE49-F238E27FC236}">
                <a16:creationId xmlns:a16="http://schemas.microsoft.com/office/drawing/2014/main" id="{0E783B6A-D7F7-85BE-DF07-87E163DFCF1A}"/>
              </a:ext>
            </a:extLst>
          </p:cNvPr>
          <p:cNvSpPr>
            <a:spLocks noGrp="1"/>
          </p:cNvSpPr>
          <p:nvPr>
            <p:ph type="dt" sz="half" idx="10"/>
          </p:nvPr>
        </p:nvSpPr>
        <p:spPr/>
        <p:txBody>
          <a:bodyPr/>
          <a:lstStyle/>
          <a:p>
            <a:fld id="{FADA1E03-71B5-4D93-BF7C-4B1CBED1F57B}"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9E2531C2-230C-C426-6E02-FA94392D29F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B5F87FD2-51E8-C47B-FF30-9AFEF3C4E184}"/>
              </a:ext>
            </a:extLst>
          </p:cNvPr>
          <p:cNvSpPr>
            <a:spLocks noGrp="1"/>
          </p:cNvSpPr>
          <p:nvPr>
            <p:ph type="sldNum" sz="quarter" idx="12"/>
          </p:nvPr>
        </p:nvSpPr>
        <p:spPr/>
        <p:txBody>
          <a:bodyPr/>
          <a:lstStyle/>
          <a:p>
            <a:fld id="{094DEB03-EFC6-4C20-8FC8-295189A5386F}" type="slidenum">
              <a:rPr lang="zh-CN" altLang="en-US" smtClean="0"/>
              <a:pPr/>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99B9E43-0B8F-4BEA-A678-0D0CE9B2C4D7}"/>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41987" name="Rectangle 3">
            <a:extLst>
              <a:ext uri="{FF2B5EF4-FFF2-40B4-BE49-F238E27FC236}">
                <a16:creationId xmlns:a16="http://schemas.microsoft.com/office/drawing/2014/main" id="{EF75A6DD-E38B-471A-ABA6-83EBBE97B129}"/>
              </a:ext>
            </a:extLst>
          </p:cNvPr>
          <p:cNvSpPr>
            <a:spLocks noGrp="1" noChangeArrowheads="1"/>
          </p:cNvSpPr>
          <p:nvPr>
            <p:ph idx="1"/>
          </p:nvPr>
        </p:nvSpPr>
        <p:spPr/>
        <p:txBody>
          <a:bodyPr/>
          <a:lstStyle/>
          <a:p>
            <a:pPr eaLnBrk="1" hangingPunct="1"/>
            <a:r>
              <a:rPr lang="zh-CN" altLang="en-US"/>
              <a:t>答案：</a:t>
            </a:r>
          </a:p>
        </p:txBody>
      </p:sp>
      <p:sp>
        <p:nvSpPr>
          <p:cNvPr id="41988" name="Text Box 4">
            <a:extLst>
              <a:ext uri="{FF2B5EF4-FFF2-40B4-BE49-F238E27FC236}">
                <a16:creationId xmlns:a16="http://schemas.microsoft.com/office/drawing/2014/main" id="{E22044AB-718E-4CCB-B34F-242DF5C9A927}"/>
              </a:ext>
            </a:extLst>
          </p:cNvPr>
          <p:cNvSpPr txBox="1">
            <a:spLocks noChangeArrowheads="1"/>
          </p:cNvSpPr>
          <p:nvPr/>
        </p:nvSpPr>
        <p:spPr bwMode="auto">
          <a:xfrm>
            <a:off x="2577091" y="1356144"/>
            <a:ext cx="6214484" cy="4895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squar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dirty="0" err="1"/>
              <a:t>S.begin</a:t>
            </a:r>
            <a:r>
              <a:rPr lang="en-US" altLang="zh-CN" sz="2400" b="1" dirty="0"/>
              <a:t>:    		if (a&lt;b) </a:t>
            </a:r>
            <a:r>
              <a:rPr lang="en-US" altLang="zh-CN" sz="2400" b="1" dirty="0" err="1"/>
              <a:t>goto</a:t>
            </a:r>
            <a:r>
              <a:rPr lang="en-US" altLang="zh-CN" sz="2400" b="1" dirty="0"/>
              <a:t> </a:t>
            </a:r>
            <a:r>
              <a:rPr lang="en-US" altLang="zh-CN" sz="2400" b="1" dirty="0" err="1"/>
              <a:t>B.true</a:t>
            </a:r>
            <a:endParaRPr lang="en-US" altLang="zh-CN" sz="2400" b="1" dirty="0"/>
          </a:p>
          <a:p>
            <a:pPr algn="just" eaLnBrk="1" hangingPunct="1">
              <a:buFont typeface="Wingdings" panose="05000000000000000000" pitchFamily="2" charset="2"/>
              <a:buNone/>
            </a:pPr>
            <a:r>
              <a:rPr lang="en-US" altLang="zh-CN" sz="2400" b="1" dirty="0"/>
              <a:t>		     			</a:t>
            </a:r>
            <a:r>
              <a:rPr lang="en-US" altLang="zh-CN" sz="2400" b="1" dirty="0" err="1"/>
              <a:t>goto</a:t>
            </a:r>
            <a:r>
              <a:rPr lang="en-US" altLang="zh-CN" sz="2400" b="1" dirty="0"/>
              <a:t> </a:t>
            </a:r>
            <a:r>
              <a:rPr lang="en-US" altLang="zh-CN" sz="2400" b="1" dirty="0" err="1"/>
              <a:t>S.next</a:t>
            </a:r>
            <a:r>
              <a:rPr lang="en-US" altLang="zh-CN" sz="2400" b="1" dirty="0"/>
              <a:t> </a:t>
            </a:r>
          </a:p>
          <a:p>
            <a:pPr algn="just" eaLnBrk="1" hangingPunct="1">
              <a:buFont typeface="Wingdings" panose="05000000000000000000" pitchFamily="2" charset="2"/>
              <a:buNone/>
            </a:pPr>
            <a:r>
              <a:rPr lang="en-US" altLang="zh-CN" sz="2400" b="1" dirty="0" err="1"/>
              <a:t>B.true</a:t>
            </a:r>
            <a:r>
              <a:rPr lang="en-US" altLang="zh-CN" sz="2400" b="1" dirty="0"/>
              <a:t>:     		if (c&lt;d) </a:t>
            </a:r>
            <a:r>
              <a:rPr lang="en-US" altLang="zh-CN" sz="2400" b="1" dirty="0" err="1"/>
              <a:t>goto</a:t>
            </a:r>
            <a:r>
              <a:rPr lang="en-US" altLang="zh-CN" sz="2400" b="1" dirty="0"/>
              <a:t> B1.true</a:t>
            </a:r>
          </a:p>
          <a:p>
            <a:pPr algn="just" eaLnBrk="1" hangingPunct="1">
              <a:buFont typeface="Wingdings" panose="05000000000000000000" pitchFamily="2" charset="2"/>
              <a:buNone/>
            </a:pPr>
            <a:r>
              <a:rPr lang="en-US" altLang="zh-CN" sz="2400" b="1" dirty="0"/>
              <a:t>		     			</a:t>
            </a:r>
            <a:r>
              <a:rPr lang="en-US" altLang="zh-CN" sz="2400" b="1" dirty="0" err="1"/>
              <a:t>goto</a:t>
            </a:r>
            <a:r>
              <a:rPr lang="en-US" altLang="zh-CN" sz="2400" b="1" dirty="0"/>
              <a:t> B1.false</a:t>
            </a:r>
          </a:p>
          <a:p>
            <a:pPr algn="just" eaLnBrk="1" hangingPunct="1">
              <a:buFont typeface="Wingdings" panose="05000000000000000000" pitchFamily="2" charset="2"/>
              <a:buNone/>
            </a:pPr>
            <a:r>
              <a:rPr lang="en-US" altLang="zh-CN" sz="2400" b="1" dirty="0"/>
              <a:t>B1.true:   		t1 =</a:t>
            </a:r>
            <a:r>
              <a:rPr lang="en-US" altLang="zh-CN" sz="2400" b="1" dirty="0" err="1"/>
              <a:t>y+z</a:t>
            </a:r>
            <a:endParaRPr lang="en-US" altLang="zh-CN" sz="2400" b="1" dirty="0"/>
          </a:p>
          <a:p>
            <a:pPr algn="just" eaLnBrk="1" hangingPunct="1">
              <a:buFont typeface="Wingdings" panose="05000000000000000000" pitchFamily="2" charset="2"/>
              <a:buNone/>
            </a:pPr>
            <a:r>
              <a:rPr lang="en-US" altLang="zh-CN" sz="2400" b="1" dirty="0"/>
              <a:t>		     			x = t1</a:t>
            </a:r>
          </a:p>
          <a:p>
            <a:pPr algn="just" eaLnBrk="1" hangingPunct="1">
              <a:buFont typeface="Wingdings" panose="05000000000000000000" pitchFamily="2" charset="2"/>
              <a:buNone/>
            </a:pPr>
            <a:r>
              <a:rPr lang="en-US" altLang="zh-CN" sz="2400" b="1" dirty="0"/>
              <a:t>		     			</a:t>
            </a:r>
            <a:r>
              <a:rPr lang="en-US" altLang="zh-CN" sz="2400" b="1" dirty="0" err="1"/>
              <a:t>goto</a:t>
            </a:r>
            <a:r>
              <a:rPr lang="en-US" altLang="zh-CN" sz="2400" b="1" dirty="0"/>
              <a:t> </a:t>
            </a:r>
            <a:r>
              <a:rPr lang="en-US" altLang="zh-CN" sz="2400" b="1" dirty="0" err="1"/>
              <a:t>S.begin</a:t>
            </a:r>
            <a:endParaRPr lang="en-US" altLang="zh-CN" sz="2400" b="1" dirty="0"/>
          </a:p>
          <a:p>
            <a:pPr algn="just" eaLnBrk="1" hangingPunct="1">
              <a:buFont typeface="Wingdings" panose="05000000000000000000" pitchFamily="2" charset="2"/>
              <a:buNone/>
            </a:pPr>
            <a:r>
              <a:rPr lang="en-US" altLang="zh-CN" sz="2400" b="1" dirty="0"/>
              <a:t>B1.false:  		t2 =y-z</a:t>
            </a:r>
          </a:p>
          <a:p>
            <a:pPr algn="just" eaLnBrk="1" hangingPunct="1">
              <a:buFont typeface="Wingdings" panose="05000000000000000000" pitchFamily="2" charset="2"/>
              <a:buNone/>
            </a:pPr>
            <a:r>
              <a:rPr lang="en-US" altLang="zh-CN" sz="2400" b="1" dirty="0"/>
              <a:t>		     			x = t2</a:t>
            </a:r>
          </a:p>
          <a:p>
            <a:pPr algn="just" eaLnBrk="1" hangingPunct="1">
              <a:buFont typeface="Wingdings" panose="05000000000000000000" pitchFamily="2" charset="2"/>
              <a:buNone/>
            </a:pPr>
            <a:r>
              <a:rPr lang="en-US" altLang="zh-CN" sz="2400" b="1" dirty="0"/>
              <a:t>		     			</a:t>
            </a:r>
            <a:r>
              <a:rPr lang="en-US" altLang="zh-CN" sz="2400" b="1" dirty="0" err="1"/>
              <a:t>goto</a:t>
            </a:r>
            <a:r>
              <a:rPr lang="en-US" altLang="zh-CN" sz="2400" b="1" dirty="0"/>
              <a:t> </a:t>
            </a:r>
            <a:r>
              <a:rPr lang="en-US" altLang="zh-CN" sz="2400" b="1" dirty="0" err="1"/>
              <a:t>S.begin</a:t>
            </a:r>
            <a:endParaRPr lang="en-US" altLang="zh-CN" sz="2400" b="1" dirty="0"/>
          </a:p>
          <a:p>
            <a:pPr algn="just" eaLnBrk="1" hangingPunct="1">
              <a:buFont typeface="Wingdings" panose="05000000000000000000" pitchFamily="2" charset="2"/>
              <a:buNone/>
            </a:pPr>
            <a:r>
              <a:rPr lang="en-US" altLang="zh-CN" sz="2400" b="1" dirty="0" err="1">
                <a:solidFill>
                  <a:srgbClr val="008000"/>
                </a:solidFill>
              </a:rPr>
              <a:t>S.next</a:t>
            </a:r>
            <a:r>
              <a:rPr lang="en-US" altLang="zh-CN" sz="2400" b="1" dirty="0">
                <a:solidFill>
                  <a:srgbClr val="008000"/>
                </a:solidFill>
              </a:rPr>
              <a:t>:</a:t>
            </a:r>
          </a:p>
        </p:txBody>
      </p:sp>
      <p:sp>
        <p:nvSpPr>
          <p:cNvPr id="2" name="日期占位符 1">
            <a:extLst>
              <a:ext uri="{FF2B5EF4-FFF2-40B4-BE49-F238E27FC236}">
                <a16:creationId xmlns:a16="http://schemas.microsoft.com/office/drawing/2014/main" id="{1B4F533C-3679-3863-D8B8-DF586A2F35F9}"/>
              </a:ext>
            </a:extLst>
          </p:cNvPr>
          <p:cNvSpPr>
            <a:spLocks noGrp="1"/>
          </p:cNvSpPr>
          <p:nvPr>
            <p:ph type="dt" sz="half" idx="10"/>
          </p:nvPr>
        </p:nvSpPr>
        <p:spPr/>
        <p:txBody>
          <a:bodyPr/>
          <a:lstStyle/>
          <a:p>
            <a:fld id="{738C9BC3-A6D3-4D8C-9459-E5E2D7F5681A}"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939905F4-EFEC-26DF-8C9E-01AE36CD9E4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785E979F-F509-19AA-2171-149728645BDC}"/>
              </a:ext>
            </a:extLst>
          </p:cNvPr>
          <p:cNvSpPr>
            <a:spLocks noGrp="1"/>
          </p:cNvSpPr>
          <p:nvPr>
            <p:ph type="sldNum" sz="quarter" idx="12"/>
          </p:nvPr>
        </p:nvSpPr>
        <p:spPr/>
        <p:txBody>
          <a:bodyPr/>
          <a:lstStyle/>
          <a:p>
            <a:fld id="{094DEB03-EFC6-4C20-8FC8-295189A5386F}" type="slidenum">
              <a:rPr lang="zh-CN" altLang="en-US" smtClean="0"/>
              <a:pPr/>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4BA1566-4D03-4899-B219-3DB25F442B34}"/>
              </a:ext>
            </a:extLst>
          </p:cNvPr>
          <p:cNvSpPr>
            <a:spLocks noGrp="1" noChangeArrowheads="1"/>
          </p:cNvSpPr>
          <p:nvPr>
            <p:ph type="title"/>
          </p:nvPr>
        </p:nvSpPr>
        <p:spPr/>
        <p:txBody>
          <a:bodyPr>
            <a:normAutofit/>
          </a:bodyPr>
          <a:lstStyle/>
          <a:p>
            <a:pPr eaLnBrk="1" hangingPunct="1"/>
            <a:r>
              <a:rPr lang="en-US" altLang="zh-CN" dirty="0"/>
              <a:t>7.4.3 </a:t>
            </a:r>
            <a:r>
              <a:rPr lang="zh-CN" altLang="en-US" dirty="0"/>
              <a:t>布尔表达式的控制流翻译</a:t>
            </a:r>
          </a:p>
        </p:txBody>
      </p:sp>
      <p:sp>
        <p:nvSpPr>
          <p:cNvPr id="40963" name="Rectangle 3">
            <a:extLst>
              <a:ext uri="{FF2B5EF4-FFF2-40B4-BE49-F238E27FC236}">
                <a16:creationId xmlns:a16="http://schemas.microsoft.com/office/drawing/2014/main" id="{47C6BA8A-4760-4BA4-936E-77F75CAAA825}"/>
              </a:ext>
            </a:extLst>
          </p:cNvPr>
          <p:cNvSpPr>
            <a:spLocks noGrp="1" noChangeArrowheads="1"/>
          </p:cNvSpPr>
          <p:nvPr>
            <p:ph idx="1"/>
          </p:nvPr>
        </p:nvSpPr>
        <p:spPr/>
        <p:txBody>
          <a:bodyPr/>
          <a:lstStyle/>
          <a:p>
            <a:pPr eaLnBrk="1" hangingPunct="1">
              <a:defRPr/>
            </a:pPr>
            <a:r>
              <a:rPr lang="zh-CN" altLang="en-US" dirty="0"/>
              <a:t>答案：</a:t>
            </a:r>
            <a:endParaRPr lang="en-US" altLang="zh-CN" dirty="0"/>
          </a:p>
          <a:p>
            <a:pPr lvl="1" eaLnBrk="1" hangingPunct="1">
              <a:defRPr/>
            </a:pPr>
            <a:r>
              <a:rPr lang="zh-CN" altLang="en-US" dirty="0"/>
              <a:t>修改标号</a:t>
            </a:r>
            <a:endParaRPr lang="en-US" altLang="zh-CN" dirty="0"/>
          </a:p>
          <a:p>
            <a:pPr marL="457200" lvl="1" indent="0" eaLnBrk="1" hangingPunct="1">
              <a:buFont typeface="Wingdings" panose="05000000000000000000" pitchFamily="2" charset="2"/>
              <a:buNone/>
              <a:defRPr/>
            </a:pPr>
            <a:r>
              <a:rPr lang="en-US" altLang="zh-CN" dirty="0"/>
              <a:t>   </a:t>
            </a:r>
            <a:r>
              <a:rPr lang="zh-CN" altLang="en-US" dirty="0"/>
              <a:t>为</a:t>
            </a:r>
            <a:r>
              <a:rPr lang="en-US" altLang="zh-CN" b="1" dirty="0"/>
              <a:t>Li</a:t>
            </a:r>
            <a:r>
              <a:rPr lang="zh-CN" altLang="en-US" dirty="0"/>
              <a:t>形式</a:t>
            </a:r>
          </a:p>
        </p:txBody>
      </p:sp>
      <p:sp>
        <p:nvSpPr>
          <p:cNvPr id="43012" name="Text Box 4">
            <a:extLst>
              <a:ext uri="{FF2B5EF4-FFF2-40B4-BE49-F238E27FC236}">
                <a16:creationId xmlns:a16="http://schemas.microsoft.com/office/drawing/2014/main" id="{6D7AD196-3E88-4AD0-BB53-CA148B961DC8}"/>
              </a:ext>
            </a:extLst>
          </p:cNvPr>
          <p:cNvSpPr txBox="1">
            <a:spLocks noChangeArrowheads="1"/>
          </p:cNvSpPr>
          <p:nvPr/>
        </p:nvSpPr>
        <p:spPr bwMode="auto">
          <a:xfrm>
            <a:off x="3538965" y="1356144"/>
            <a:ext cx="4866847" cy="4895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square" lIns="90000" tIns="46800" rIns="90000" bIns="46800">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400" b="1" dirty="0"/>
              <a:t>L1: 		if (a&lt;b) </a:t>
            </a:r>
            <a:r>
              <a:rPr lang="en-US" altLang="zh-CN" sz="2400" b="1" dirty="0" err="1"/>
              <a:t>goto</a:t>
            </a:r>
            <a:r>
              <a:rPr lang="en-US" altLang="zh-CN" sz="2400" b="1" dirty="0"/>
              <a:t> L2</a:t>
            </a:r>
          </a:p>
          <a:p>
            <a:pPr algn="just" eaLnBrk="1" hangingPunct="1">
              <a:buFont typeface="Wingdings" panose="05000000000000000000" pitchFamily="2" charset="2"/>
              <a:buNone/>
            </a:pPr>
            <a:r>
              <a:rPr lang="en-US" altLang="zh-CN" sz="2400" b="1" dirty="0"/>
              <a:t>				</a:t>
            </a:r>
            <a:r>
              <a:rPr lang="en-US" altLang="zh-CN" sz="2400" b="1" dirty="0" err="1"/>
              <a:t>goto</a:t>
            </a:r>
            <a:r>
              <a:rPr lang="en-US" altLang="zh-CN" sz="2400" b="1" dirty="0"/>
              <a:t> </a:t>
            </a:r>
            <a:r>
              <a:rPr lang="en-US" altLang="zh-CN" sz="2400" b="1" dirty="0" err="1"/>
              <a:t>Lnext</a:t>
            </a:r>
            <a:r>
              <a:rPr lang="en-US" altLang="zh-CN" sz="2400" b="1" dirty="0"/>
              <a:t> </a:t>
            </a:r>
          </a:p>
          <a:p>
            <a:pPr algn="just" eaLnBrk="1" hangingPunct="1">
              <a:buFont typeface="Wingdings" panose="05000000000000000000" pitchFamily="2" charset="2"/>
              <a:buNone/>
            </a:pPr>
            <a:r>
              <a:rPr lang="en-US" altLang="zh-CN" sz="2400" b="1" dirty="0"/>
              <a:t>L2:     		if (c&lt;d) </a:t>
            </a:r>
            <a:r>
              <a:rPr lang="en-US" altLang="zh-CN" sz="2400" b="1" dirty="0" err="1"/>
              <a:t>goto</a:t>
            </a:r>
            <a:r>
              <a:rPr lang="en-US" altLang="zh-CN" sz="2400" b="1" dirty="0"/>
              <a:t> L3</a:t>
            </a:r>
          </a:p>
          <a:p>
            <a:pPr algn="just" eaLnBrk="1" hangingPunct="1">
              <a:buFont typeface="Wingdings" panose="05000000000000000000" pitchFamily="2" charset="2"/>
              <a:buNone/>
            </a:pPr>
            <a:r>
              <a:rPr lang="en-US" altLang="zh-CN" sz="2400" b="1" dirty="0"/>
              <a:t>				</a:t>
            </a:r>
            <a:r>
              <a:rPr lang="en-US" altLang="zh-CN" sz="2400" b="1" dirty="0" err="1"/>
              <a:t>goto</a:t>
            </a:r>
            <a:r>
              <a:rPr lang="en-US" altLang="zh-CN" sz="2400" b="1" dirty="0"/>
              <a:t> L4</a:t>
            </a:r>
          </a:p>
          <a:p>
            <a:pPr algn="just" eaLnBrk="1" hangingPunct="1">
              <a:buFont typeface="Wingdings" panose="05000000000000000000" pitchFamily="2" charset="2"/>
              <a:buNone/>
            </a:pPr>
            <a:r>
              <a:rPr lang="en-US" altLang="zh-CN" sz="2400" b="1" dirty="0"/>
              <a:t>L3:   		t1 =</a:t>
            </a:r>
            <a:r>
              <a:rPr lang="en-US" altLang="zh-CN" sz="2400" b="1" dirty="0" err="1"/>
              <a:t>y+z</a:t>
            </a:r>
            <a:endParaRPr lang="en-US" altLang="zh-CN" sz="2400" b="1" dirty="0"/>
          </a:p>
          <a:p>
            <a:pPr algn="just" eaLnBrk="1" hangingPunct="1">
              <a:buFont typeface="Wingdings" panose="05000000000000000000" pitchFamily="2" charset="2"/>
              <a:buNone/>
            </a:pPr>
            <a:r>
              <a:rPr lang="en-US" altLang="zh-CN" sz="2400" b="1" dirty="0"/>
              <a:t>				x = t1</a:t>
            </a:r>
          </a:p>
          <a:p>
            <a:pPr algn="just" eaLnBrk="1" hangingPunct="1">
              <a:buFont typeface="Wingdings" panose="05000000000000000000" pitchFamily="2" charset="2"/>
              <a:buNone/>
            </a:pPr>
            <a:r>
              <a:rPr lang="en-US" altLang="zh-CN" sz="2400" b="1" dirty="0"/>
              <a:t>				</a:t>
            </a:r>
            <a:r>
              <a:rPr lang="en-US" altLang="zh-CN" sz="2400" b="1" dirty="0" err="1"/>
              <a:t>goto</a:t>
            </a:r>
            <a:r>
              <a:rPr lang="en-US" altLang="zh-CN" sz="2400" b="1" dirty="0"/>
              <a:t> L1</a:t>
            </a:r>
          </a:p>
          <a:p>
            <a:pPr algn="just" eaLnBrk="1" hangingPunct="1">
              <a:buFont typeface="Wingdings" panose="05000000000000000000" pitchFamily="2" charset="2"/>
              <a:buNone/>
            </a:pPr>
            <a:r>
              <a:rPr lang="en-US" altLang="zh-CN" sz="2400" b="1" dirty="0"/>
              <a:t>L4:  		t2 =y-z</a:t>
            </a:r>
          </a:p>
          <a:p>
            <a:pPr algn="just" eaLnBrk="1" hangingPunct="1">
              <a:buFont typeface="Wingdings" panose="05000000000000000000" pitchFamily="2" charset="2"/>
              <a:buNone/>
            </a:pPr>
            <a:r>
              <a:rPr lang="en-US" altLang="zh-CN" sz="2400" b="1" dirty="0"/>
              <a:t>				x = t2</a:t>
            </a:r>
          </a:p>
          <a:p>
            <a:pPr algn="just" eaLnBrk="1" hangingPunct="1">
              <a:buFont typeface="Wingdings" panose="05000000000000000000" pitchFamily="2" charset="2"/>
              <a:buNone/>
            </a:pPr>
            <a:r>
              <a:rPr lang="en-US" altLang="zh-CN" sz="2400" b="1" dirty="0"/>
              <a:t>				</a:t>
            </a:r>
            <a:r>
              <a:rPr lang="en-US" altLang="zh-CN" sz="2400" b="1" dirty="0" err="1"/>
              <a:t>goto</a:t>
            </a:r>
            <a:r>
              <a:rPr lang="en-US" altLang="zh-CN" sz="2400" b="1" dirty="0"/>
              <a:t> L1</a:t>
            </a:r>
          </a:p>
          <a:p>
            <a:pPr algn="just" eaLnBrk="1" hangingPunct="1">
              <a:buFont typeface="Wingdings" panose="05000000000000000000" pitchFamily="2" charset="2"/>
              <a:buNone/>
            </a:pPr>
            <a:r>
              <a:rPr lang="en-US" altLang="zh-CN" sz="2400" b="1" dirty="0" err="1">
                <a:solidFill>
                  <a:srgbClr val="008000"/>
                </a:solidFill>
              </a:rPr>
              <a:t>Lnext</a:t>
            </a:r>
            <a:r>
              <a:rPr lang="en-US" altLang="zh-CN" sz="2400" b="1" dirty="0">
                <a:solidFill>
                  <a:srgbClr val="008000"/>
                </a:solidFill>
              </a:rPr>
              <a:t>:</a:t>
            </a:r>
          </a:p>
        </p:txBody>
      </p:sp>
      <p:sp>
        <p:nvSpPr>
          <p:cNvPr id="2" name="日期占位符 1">
            <a:extLst>
              <a:ext uri="{FF2B5EF4-FFF2-40B4-BE49-F238E27FC236}">
                <a16:creationId xmlns:a16="http://schemas.microsoft.com/office/drawing/2014/main" id="{08FF4804-1DF3-FF93-DBFB-FF40743BDE1A}"/>
              </a:ext>
            </a:extLst>
          </p:cNvPr>
          <p:cNvSpPr>
            <a:spLocks noGrp="1"/>
          </p:cNvSpPr>
          <p:nvPr>
            <p:ph type="dt" sz="half" idx="10"/>
          </p:nvPr>
        </p:nvSpPr>
        <p:spPr/>
        <p:txBody>
          <a:bodyPr/>
          <a:lstStyle/>
          <a:p>
            <a:fld id="{54E86F4E-9B56-4019-9330-3BED2B75172B}"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47832B7F-4523-7E5A-4809-CDB7BBA601F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943CFC6B-F665-DE90-2904-11E90E98CAD1}"/>
              </a:ext>
            </a:extLst>
          </p:cNvPr>
          <p:cNvSpPr>
            <a:spLocks noGrp="1"/>
          </p:cNvSpPr>
          <p:nvPr>
            <p:ph type="sldNum" sz="quarter" idx="12"/>
          </p:nvPr>
        </p:nvSpPr>
        <p:spPr/>
        <p:txBody>
          <a:bodyPr/>
          <a:lstStyle/>
          <a:p>
            <a:fld id="{094DEB03-EFC6-4C20-8FC8-295189A5386F}" type="slidenum">
              <a:rPr lang="zh-CN" altLang="en-US" smtClean="0"/>
              <a:pPr/>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5DC0E6D-EAA8-422D-9CB6-3BA61730723E}"/>
              </a:ext>
            </a:extLst>
          </p:cNvPr>
          <p:cNvSpPr>
            <a:spLocks noGrp="1" noChangeArrowheads="1"/>
          </p:cNvSpPr>
          <p:nvPr>
            <p:ph type="title"/>
          </p:nvPr>
        </p:nvSpPr>
        <p:spPr/>
        <p:txBody>
          <a:bodyPr/>
          <a:lstStyle/>
          <a:p>
            <a:r>
              <a:rPr lang="en-US" altLang="zh-CN"/>
              <a:t>7.4.4 </a:t>
            </a:r>
            <a:r>
              <a:rPr lang="zh-CN" altLang="en-US"/>
              <a:t>开关语句的翻译</a:t>
            </a:r>
          </a:p>
        </p:txBody>
      </p:sp>
      <p:sp>
        <p:nvSpPr>
          <p:cNvPr id="1112067" name="Rectangle 3">
            <a:extLst>
              <a:ext uri="{FF2B5EF4-FFF2-40B4-BE49-F238E27FC236}">
                <a16:creationId xmlns:a16="http://schemas.microsoft.com/office/drawing/2014/main" id="{3F070FE9-728E-411D-ACD5-BC5824B87A63}"/>
              </a:ext>
            </a:extLst>
          </p:cNvPr>
          <p:cNvSpPr>
            <a:spLocks noGrp="1" noChangeArrowheads="1"/>
          </p:cNvSpPr>
          <p:nvPr>
            <p:ph idx="1"/>
          </p:nvPr>
        </p:nvSpPr>
        <p:spPr/>
        <p:txBody>
          <a:bodyPr/>
          <a:lstStyle/>
          <a:p>
            <a:pPr algn="just">
              <a:spcBef>
                <a:spcPct val="0"/>
              </a:spcBef>
              <a:buFont typeface="Wingdings" panose="05000000000000000000" pitchFamily="2" charset="2"/>
              <a:buNone/>
            </a:pPr>
            <a:r>
              <a:rPr lang="en-US" altLang="zh-CN" sz="2800" b="1" dirty="0"/>
              <a:t>switch </a:t>
            </a:r>
            <a:r>
              <a:rPr lang="en-US" altLang="zh-CN" sz="2800" b="1" i="1" dirty="0"/>
              <a:t>E</a:t>
            </a:r>
            <a:endParaRPr lang="en-US" altLang="zh-CN" sz="2800" b="1" dirty="0"/>
          </a:p>
          <a:p>
            <a:pPr algn="just">
              <a:spcBef>
                <a:spcPct val="0"/>
              </a:spcBef>
              <a:buFont typeface="Wingdings" panose="05000000000000000000" pitchFamily="2" charset="2"/>
              <a:buNone/>
            </a:pPr>
            <a:r>
              <a:rPr lang="en-US" altLang="zh-CN" sz="2800" b="1" dirty="0"/>
              <a:t>	begin</a:t>
            </a:r>
          </a:p>
          <a:p>
            <a:pPr algn="just">
              <a:spcBef>
                <a:spcPct val="0"/>
              </a:spcBef>
              <a:buFont typeface="Wingdings" panose="05000000000000000000" pitchFamily="2" charset="2"/>
              <a:buNone/>
            </a:pPr>
            <a:r>
              <a:rPr lang="en-US" altLang="zh-CN" sz="2800" b="1" dirty="0"/>
              <a:t>		case </a:t>
            </a:r>
            <a:r>
              <a:rPr lang="en-US" altLang="zh-CN" sz="2800" b="1" i="1" dirty="0"/>
              <a:t>V</a:t>
            </a:r>
            <a:r>
              <a:rPr lang="en-US" altLang="zh-CN" sz="2800" b="1" baseline="-30000" dirty="0"/>
              <a:t>1</a:t>
            </a:r>
            <a:r>
              <a:rPr lang="en-US" altLang="zh-CN" sz="2800" b="1" dirty="0"/>
              <a:t>: </a:t>
            </a:r>
            <a:r>
              <a:rPr lang="en-US" altLang="zh-CN" sz="2800" b="1" i="1" dirty="0"/>
              <a:t>S</a:t>
            </a:r>
            <a:r>
              <a:rPr lang="en-US" altLang="zh-CN" sz="2800" b="1" baseline="-30000" dirty="0"/>
              <a:t>1</a:t>
            </a:r>
            <a:endParaRPr lang="en-US" altLang="zh-CN" sz="2800" b="1" dirty="0"/>
          </a:p>
          <a:p>
            <a:pPr algn="just">
              <a:spcBef>
                <a:spcPct val="0"/>
              </a:spcBef>
              <a:buFont typeface="Wingdings" panose="05000000000000000000" pitchFamily="2" charset="2"/>
              <a:buNone/>
            </a:pPr>
            <a:r>
              <a:rPr lang="en-US" altLang="zh-CN" sz="2800" b="1" dirty="0"/>
              <a:t>		case </a:t>
            </a:r>
            <a:r>
              <a:rPr lang="en-US" altLang="zh-CN" sz="2800" b="1" i="1" dirty="0"/>
              <a:t>V</a:t>
            </a:r>
            <a:r>
              <a:rPr lang="en-US" altLang="zh-CN" sz="2800" b="1" baseline="-30000" dirty="0"/>
              <a:t>2</a:t>
            </a:r>
            <a:r>
              <a:rPr lang="en-US" altLang="zh-CN" sz="2800" b="1" dirty="0"/>
              <a:t>: </a:t>
            </a:r>
            <a:r>
              <a:rPr lang="en-US" altLang="zh-CN" sz="2800" b="1" i="1" dirty="0"/>
              <a:t>S</a:t>
            </a:r>
            <a:r>
              <a:rPr lang="en-US" altLang="zh-CN" sz="2800" b="1" baseline="-30000" dirty="0"/>
              <a:t>2</a:t>
            </a:r>
            <a:endParaRPr lang="en-US" altLang="zh-CN" sz="2800" b="1" dirty="0"/>
          </a:p>
          <a:p>
            <a:pPr algn="just">
              <a:spcBef>
                <a:spcPct val="0"/>
              </a:spcBef>
              <a:buFont typeface="Wingdings" panose="05000000000000000000" pitchFamily="2" charset="2"/>
              <a:buNone/>
            </a:pPr>
            <a:r>
              <a:rPr lang="en-US" altLang="zh-CN" sz="2800" b="1" dirty="0"/>
              <a:t>		. . .</a:t>
            </a:r>
          </a:p>
          <a:p>
            <a:pPr algn="just">
              <a:spcBef>
                <a:spcPct val="0"/>
              </a:spcBef>
              <a:buFont typeface="Wingdings" panose="05000000000000000000" pitchFamily="2" charset="2"/>
              <a:buNone/>
            </a:pPr>
            <a:r>
              <a:rPr lang="en-US" altLang="zh-CN" sz="2800" b="1" dirty="0"/>
              <a:t>		case </a:t>
            </a:r>
            <a:r>
              <a:rPr lang="en-US" altLang="zh-CN" sz="2800" b="1" i="1" dirty="0" err="1"/>
              <a:t>V</a:t>
            </a:r>
            <a:r>
              <a:rPr lang="en-US" altLang="zh-CN" sz="2800" b="1" i="1" baseline="-30000" dirty="0" err="1"/>
              <a:t>n</a:t>
            </a:r>
            <a:r>
              <a:rPr lang="en-US" altLang="zh-CN" sz="2800" b="1" baseline="-30000" dirty="0"/>
              <a:t> - 1</a:t>
            </a:r>
            <a:r>
              <a:rPr lang="en-US" altLang="zh-CN" sz="2800" b="1" dirty="0"/>
              <a:t>: </a:t>
            </a:r>
            <a:r>
              <a:rPr lang="en-US" altLang="zh-CN" sz="2800" b="1" i="1" dirty="0"/>
              <a:t>S</a:t>
            </a:r>
            <a:r>
              <a:rPr lang="en-US" altLang="zh-CN" sz="2800" b="1" i="1" baseline="-30000" dirty="0"/>
              <a:t>n</a:t>
            </a:r>
            <a:r>
              <a:rPr lang="en-US" altLang="zh-CN" sz="2800" b="1" baseline="-30000" dirty="0"/>
              <a:t> – 1</a:t>
            </a:r>
            <a:endParaRPr lang="en-US" altLang="zh-CN" sz="2800" b="1" dirty="0"/>
          </a:p>
          <a:p>
            <a:pPr algn="just">
              <a:spcBef>
                <a:spcPct val="0"/>
              </a:spcBef>
              <a:buFont typeface="Wingdings" panose="05000000000000000000" pitchFamily="2" charset="2"/>
              <a:buNone/>
            </a:pPr>
            <a:r>
              <a:rPr lang="en-US" altLang="zh-CN" sz="2800" b="1" dirty="0"/>
              <a:t>		default: </a:t>
            </a:r>
            <a:r>
              <a:rPr lang="en-US" altLang="zh-CN" sz="2800" b="1" i="1" dirty="0"/>
              <a:t>S</a:t>
            </a:r>
            <a:r>
              <a:rPr lang="en-US" altLang="zh-CN" sz="2800" b="1" i="1" baseline="-30000" dirty="0"/>
              <a:t>n</a:t>
            </a:r>
            <a:endParaRPr lang="en-US" altLang="zh-CN" sz="2800" b="1" dirty="0"/>
          </a:p>
          <a:p>
            <a:pPr algn="just">
              <a:spcBef>
                <a:spcPct val="0"/>
              </a:spcBef>
              <a:buFont typeface="Wingdings" panose="05000000000000000000" pitchFamily="2" charset="2"/>
              <a:buNone/>
            </a:pPr>
            <a:r>
              <a:rPr lang="en-US" altLang="zh-CN" sz="2800" b="1" dirty="0"/>
              <a:t>	end</a:t>
            </a:r>
          </a:p>
          <a:p>
            <a:pPr algn="just">
              <a:spcBef>
                <a:spcPct val="0"/>
              </a:spcBef>
            </a:pPr>
            <a:r>
              <a:rPr lang="zh-CN" altLang="en-US" sz="2800" dirty="0"/>
              <a:t>执行流程：</a:t>
            </a:r>
            <a:r>
              <a:rPr lang="en-US" altLang="zh-CN" sz="2800" b="1" dirty="0"/>
              <a:t>(1)</a:t>
            </a:r>
            <a:r>
              <a:rPr lang="zh-CN" altLang="en-US" sz="2800" dirty="0"/>
              <a:t>计算</a:t>
            </a:r>
            <a:r>
              <a:rPr lang="en-US" altLang="zh-CN" sz="2800" b="1" i="1" dirty="0"/>
              <a:t>E</a:t>
            </a:r>
            <a:r>
              <a:rPr lang="zh-CN" altLang="en-US" sz="2800" dirty="0"/>
              <a:t>，</a:t>
            </a:r>
            <a:r>
              <a:rPr lang="en-US" altLang="zh-CN" sz="2800" b="1" dirty="0"/>
              <a:t>(2)</a:t>
            </a:r>
            <a:r>
              <a:rPr lang="zh-CN" altLang="en-US" sz="2800" dirty="0"/>
              <a:t>分支测试（常量匹配），执行匹配的分支语句</a:t>
            </a:r>
          </a:p>
        </p:txBody>
      </p:sp>
      <p:sp>
        <p:nvSpPr>
          <p:cNvPr id="2" name="日期占位符 1">
            <a:extLst>
              <a:ext uri="{FF2B5EF4-FFF2-40B4-BE49-F238E27FC236}">
                <a16:creationId xmlns:a16="http://schemas.microsoft.com/office/drawing/2014/main" id="{109EFFAA-A4F3-0798-A239-FA1E3EC718BB}"/>
              </a:ext>
            </a:extLst>
          </p:cNvPr>
          <p:cNvSpPr>
            <a:spLocks noGrp="1"/>
          </p:cNvSpPr>
          <p:nvPr>
            <p:ph type="dt" sz="half" idx="10"/>
          </p:nvPr>
        </p:nvSpPr>
        <p:spPr/>
        <p:txBody>
          <a:bodyPr/>
          <a:lstStyle/>
          <a:p>
            <a:fld id="{E2E962C4-BC6C-473C-B840-6F65F9D2FC16}"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7EFD8E4-816E-AB06-4E99-07E69FDB791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D641B8FA-0239-3584-DB1E-B5DE07319158}"/>
              </a:ext>
            </a:extLst>
          </p:cNvPr>
          <p:cNvSpPr>
            <a:spLocks noGrp="1"/>
          </p:cNvSpPr>
          <p:nvPr>
            <p:ph type="sldNum" sz="quarter" idx="12"/>
          </p:nvPr>
        </p:nvSpPr>
        <p:spPr/>
        <p:txBody>
          <a:bodyPr/>
          <a:lstStyle/>
          <a:p>
            <a:fld id="{094DEB03-EFC6-4C20-8FC8-295189A5386F}" type="slidenum">
              <a:rPr lang="zh-CN" altLang="en-US" smtClean="0"/>
              <a:pPr/>
              <a:t>46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120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C98CADF-68E7-43CA-9C1C-40709A1EB1A1}"/>
              </a:ext>
            </a:extLst>
          </p:cNvPr>
          <p:cNvSpPr>
            <a:spLocks noGrp="1" noChangeArrowheads="1"/>
          </p:cNvSpPr>
          <p:nvPr>
            <p:ph type="title"/>
          </p:nvPr>
        </p:nvSpPr>
        <p:spPr/>
        <p:txBody>
          <a:bodyPr/>
          <a:lstStyle/>
          <a:p>
            <a:r>
              <a:rPr lang="en-US" altLang="zh-CN" dirty="0"/>
              <a:t>7.4.4 </a:t>
            </a:r>
            <a:r>
              <a:rPr lang="zh-CN" altLang="en-US" dirty="0"/>
              <a:t>开关语句的翻译</a:t>
            </a:r>
          </a:p>
        </p:txBody>
      </p:sp>
      <p:sp>
        <p:nvSpPr>
          <p:cNvPr id="46083" name="Rectangle 3">
            <a:extLst>
              <a:ext uri="{FF2B5EF4-FFF2-40B4-BE49-F238E27FC236}">
                <a16:creationId xmlns:a16="http://schemas.microsoft.com/office/drawing/2014/main" id="{DFEF9ED5-07EC-4EB8-98F3-D0E619041D19}"/>
              </a:ext>
            </a:extLst>
          </p:cNvPr>
          <p:cNvSpPr>
            <a:spLocks noGrp="1" noChangeArrowheads="1"/>
          </p:cNvSpPr>
          <p:nvPr>
            <p:ph idx="1"/>
          </p:nvPr>
        </p:nvSpPr>
        <p:spPr/>
        <p:txBody>
          <a:bodyPr/>
          <a:lstStyle/>
          <a:p>
            <a:pPr algn="just">
              <a:spcBef>
                <a:spcPct val="0"/>
              </a:spcBef>
              <a:buFont typeface="Wingdings" panose="05000000000000000000" pitchFamily="2" charset="2"/>
              <a:buNone/>
            </a:pPr>
            <a:r>
              <a:rPr lang="zh-CN" altLang="en-US" sz="2800" dirty="0">
                <a:latin typeface="宋体" panose="02010600030101010101" pitchFamily="2" charset="-122"/>
              </a:rPr>
              <a:t>分支数较少时</a:t>
            </a:r>
          </a:p>
          <a:p>
            <a:pPr algn="just">
              <a:spcBef>
                <a:spcPct val="0"/>
              </a:spcBef>
              <a:buFont typeface="Wingdings" panose="05000000000000000000" pitchFamily="2" charset="2"/>
              <a:buNone/>
            </a:pPr>
            <a:r>
              <a:rPr lang="zh-CN" altLang="en-US" sz="2800" b="1" dirty="0"/>
              <a:t>		</a:t>
            </a:r>
            <a:r>
              <a:rPr lang="en-US" altLang="zh-CN" sz="2800" b="1" dirty="0"/>
              <a:t>t = </a:t>
            </a:r>
            <a:r>
              <a:rPr lang="en-US" altLang="zh-CN" sz="2800" b="1" i="1" dirty="0"/>
              <a:t>E</a:t>
            </a:r>
            <a:r>
              <a:rPr lang="zh-CN" altLang="en-US" sz="2800" dirty="0"/>
              <a:t>的代码</a:t>
            </a:r>
            <a:r>
              <a:rPr lang="zh-CN" altLang="en-US" sz="2800" b="1" dirty="0"/>
              <a:t>       </a:t>
            </a:r>
            <a:r>
              <a:rPr lang="en-US" altLang="zh-CN" sz="2800" b="1" dirty="0"/>
              <a:t>	| L</a:t>
            </a:r>
            <a:r>
              <a:rPr lang="en-US" altLang="zh-CN" sz="2800" b="1" i="1" baseline="-30000" dirty="0"/>
              <a:t>n</a:t>
            </a:r>
            <a:r>
              <a:rPr lang="en-US" altLang="zh-CN" sz="2800" b="1" baseline="-30000" dirty="0"/>
              <a:t>-2</a:t>
            </a:r>
            <a:r>
              <a:rPr lang="en-US" altLang="zh-CN" sz="2800" b="1" dirty="0"/>
              <a:t>: if t </a:t>
            </a:r>
            <a:r>
              <a:rPr lang="en-US" altLang="zh-CN" sz="2800" b="1" dirty="0">
                <a:sym typeface="Symbol" panose="05050102010706020507" pitchFamily="18" charset="2"/>
              </a:rPr>
              <a:t></a:t>
            </a:r>
            <a:r>
              <a:rPr lang="en-US" altLang="zh-CN" sz="2800" b="1" dirty="0"/>
              <a:t> </a:t>
            </a:r>
            <a:r>
              <a:rPr lang="en-US" altLang="zh-CN" sz="2800" b="1" i="1" dirty="0"/>
              <a:t>V</a:t>
            </a:r>
            <a:r>
              <a:rPr lang="en-US" altLang="zh-CN" sz="2800" b="1" i="1" baseline="-30000" dirty="0"/>
              <a:t>n</a:t>
            </a:r>
            <a:r>
              <a:rPr lang="en-US" altLang="zh-CN" sz="2800" b="1" baseline="-30000" dirty="0"/>
              <a:t>-1 </a:t>
            </a:r>
            <a:r>
              <a:rPr lang="en-US" altLang="zh-CN" sz="2800" b="1" dirty="0" err="1"/>
              <a:t>goto</a:t>
            </a:r>
            <a:r>
              <a:rPr lang="en-US" altLang="zh-CN" sz="2800" b="1" dirty="0"/>
              <a:t> L</a:t>
            </a:r>
            <a:r>
              <a:rPr lang="en-US" altLang="zh-CN" sz="2800" b="1" i="1" baseline="-30000" dirty="0"/>
              <a:t>n</a:t>
            </a:r>
            <a:r>
              <a:rPr lang="en-US" altLang="zh-CN" sz="2800" b="1" baseline="-30000" dirty="0"/>
              <a:t>-1</a:t>
            </a:r>
            <a:r>
              <a:rPr lang="en-US" altLang="zh-CN" sz="2800" b="1" dirty="0"/>
              <a:t> </a:t>
            </a:r>
          </a:p>
          <a:p>
            <a:pPr algn="just">
              <a:spcBef>
                <a:spcPct val="0"/>
              </a:spcBef>
              <a:buFont typeface="Wingdings" panose="05000000000000000000" pitchFamily="2" charset="2"/>
              <a:buNone/>
            </a:pPr>
            <a:r>
              <a:rPr lang="en-US" altLang="zh-CN" sz="2800" b="1" dirty="0"/>
              <a:t>		if t </a:t>
            </a:r>
            <a:r>
              <a:rPr lang="en-US" altLang="zh-CN" sz="2800" b="1" dirty="0">
                <a:sym typeface="Symbol" panose="05050102010706020507" pitchFamily="18" charset="2"/>
              </a:rPr>
              <a:t></a:t>
            </a:r>
            <a:r>
              <a:rPr lang="en-US" altLang="zh-CN" sz="2800" b="1" dirty="0"/>
              <a:t> </a:t>
            </a:r>
            <a:r>
              <a:rPr lang="en-US" altLang="zh-CN" sz="2800" b="1" i="1" dirty="0"/>
              <a:t>V</a:t>
            </a:r>
            <a:r>
              <a:rPr lang="en-US" altLang="zh-CN" sz="2800" b="1" baseline="-30000" dirty="0"/>
              <a:t>1 </a:t>
            </a:r>
            <a:r>
              <a:rPr lang="en-US" altLang="zh-CN" sz="2800" b="1" dirty="0" err="1"/>
              <a:t>goto</a:t>
            </a:r>
            <a:r>
              <a:rPr lang="en-US" altLang="zh-CN" sz="2800" b="1" dirty="0"/>
              <a:t> L</a:t>
            </a:r>
            <a:r>
              <a:rPr lang="en-US" altLang="zh-CN" sz="2800" b="1" baseline="-30000" dirty="0"/>
              <a:t>1      	</a:t>
            </a:r>
            <a:r>
              <a:rPr lang="en-US" altLang="zh-CN" sz="2800" b="1" dirty="0"/>
              <a:t>| </a:t>
            </a:r>
            <a:r>
              <a:rPr lang="en-US" altLang="zh-CN" sz="2800" dirty="0"/>
              <a:t> 	</a:t>
            </a:r>
            <a:r>
              <a:rPr lang="en-US" altLang="zh-CN" sz="2800" b="1" i="1" dirty="0"/>
              <a:t>S</a:t>
            </a:r>
            <a:r>
              <a:rPr lang="en-US" altLang="zh-CN" sz="2800" b="1" i="1" baseline="-30000" dirty="0"/>
              <a:t>n </a:t>
            </a:r>
            <a:r>
              <a:rPr lang="en-US" altLang="zh-CN" sz="2800" b="1" baseline="-30000" dirty="0"/>
              <a:t>-1</a:t>
            </a:r>
            <a:r>
              <a:rPr lang="zh-CN" altLang="en-US" sz="2800" dirty="0"/>
              <a:t>的代码 	</a:t>
            </a:r>
          </a:p>
          <a:p>
            <a:pPr algn="just">
              <a:spcBef>
                <a:spcPct val="0"/>
              </a:spcBef>
              <a:buFont typeface="Wingdings" panose="05000000000000000000" pitchFamily="2" charset="2"/>
              <a:buNone/>
            </a:pPr>
            <a:r>
              <a:rPr lang="zh-CN" altLang="en-US" sz="2800" b="1" i="1" dirty="0"/>
              <a:t>		</a:t>
            </a:r>
            <a:r>
              <a:rPr lang="en-US" altLang="zh-CN" sz="2800" b="1" i="1" dirty="0"/>
              <a:t>S</a:t>
            </a:r>
            <a:r>
              <a:rPr lang="en-US" altLang="zh-CN" sz="2800" b="1" baseline="-30000" dirty="0"/>
              <a:t>1</a:t>
            </a:r>
            <a:r>
              <a:rPr lang="zh-CN" altLang="en-US" sz="2800" dirty="0"/>
              <a:t>的代码</a:t>
            </a:r>
            <a:r>
              <a:rPr lang="zh-CN" altLang="en-US" sz="2800" b="1" dirty="0"/>
              <a:t>		</a:t>
            </a:r>
            <a:r>
              <a:rPr lang="en-US" altLang="zh-CN" sz="2800" b="1" dirty="0"/>
              <a:t>|	</a:t>
            </a:r>
            <a:r>
              <a:rPr lang="en-US" altLang="zh-CN" sz="2800" b="1" dirty="0" err="1"/>
              <a:t>goto</a:t>
            </a:r>
            <a:r>
              <a:rPr lang="en-US" altLang="zh-CN" sz="2800" b="1" dirty="0"/>
              <a:t> </a:t>
            </a:r>
            <a:r>
              <a:rPr lang="en-US" altLang="zh-CN" sz="2800" b="1" dirty="0">
                <a:solidFill>
                  <a:schemeClr val="accent1"/>
                </a:solidFill>
              </a:rPr>
              <a:t>next</a:t>
            </a:r>
          </a:p>
          <a:p>
            <a:pPr algn="just">
              <a:spcBef>
                <a:spcPct val="0"/>
              </a:spcBef>
              <a:buFont typeface="Wingdings" panose="05000000000000000000" pitchFamily="2" charset="2"/>
              <a:buNone/>
            </a:pPr>
            <a:r>
              <a:rPr lang="en-US" altLang="zh-CN" sz="2800" b="1" dirty="0"/>
              <a:t>		</a:t>
            </a:r>
            <a:r>
              <a:rPr lang="en-US" altLang="zh-CN" sz="2800" b="1" dirty="0" err="1"/>
              <a:t>goto</a:t>
            </a:r>
            <a:r>
              <a:rPr lang="en-US" altLang="zh-CN" sz="2800" b="1" dirty="0"/>
              <a:t> </a:t>
            </a:r>
            <a:r>
              <a:rPr lang="en-US" altLang="zh-CN" sz="2800" b="1" dirty="0">
                <a:solidFill>
                  <a:schemeClr val="accent1"/>
                </a:solidFill>
              </a:rPr>
              <a:t>next</a:t>
            </a:r>
            <a:r>
              <a:rPr lang="en-US" altLang="zh-CN" sz="2800" b="1" dirty="0"/>
              <a:t>		| L</a:t>
            </a:r>
            <a:r>
              <a:rPr lang="en-US" altLang="zh-CN" sz="2800" b="1" i="1" baseline="-30000" dirty="0"/>
              <a:t>n</a:t>
            </a:r>
            <a:r>
              <a:rPr lang="en-US" altLang="zh-CN" sz="2800" b="1" baseline="-30000" dirty="0"/>
              <a:t>-1</a:t>
            </a:r>
            <a:r>
              <a:rPr lang="en-US" altLang="zh-CN" sz="2800" b="1" dirty="0"/>
              <a:t>: </a:t>
            </a:r>
            <a:r>
              <a:rPr lang="en-US" altLang="zh-CN" sz="2800" b="1" i="1" dirty="0"/>
              <a:t>S</a:t>
            </a:r>
            <a:r>
              <a:rPr lang="en-US" altLang="zh-CN" sz="2800" b="1" i="1" baseline="-30000" dirty="0"/>
              <a:t>n</a:t>
            </a:r>
            <a:r>
              <a:rPr lang="zh-CN" altLang="en-US" sz="2800" dirty="0">
                <a:latin typeface="宋体" panose="02010600030101010101" pitchFamily="2" charset="-122"/>
              </a:rPr>
              <a:t>的代码</a:t>
            </a:r>
            <a:r>
              <a:rPr lang="zh-CN" altLang="en-US" sz="2800" b="1" dirty="0"/>
              <a:t> </a:t>
            </a:r>
          </a:p>
          <a:p>
            <a:pPr algn="just">
              <a:spcBef>
                <a:spcPct val="0"/>
              </a:spcBef>
              <a:buFont typeface="Wingdings" panose="05000000000000000000" pitchFamily="2" charset="2"/>
              <a:buNone/>
            </a:pPr>
            <a:r>
              <a:rPr lang="en-US" altLang="zh-CN" sz="2800" b="1" dirty="0"/>
              <a:t>L</a:t>
            </a:r>
            <a:r>
              <a:rPr lang="en-US" altLang="zh-CN" sz="2800" b="1" baseline="-30000" dirty="0"/>
              <a:t>1</a:t>
            </a:r>
            <a:r>
              <a:rPr lang="en-US" altLang="zh-CN" sz="2800" b="1" dirty="0"/>
              <a:t>:	if t </a:t>
            </a:r>
            <a:r>
              <a:rPr lang="en-US" altLang="zh-CN" sz="2800" b="1" dirty="0">
                <a:sym typeface="Symbol" panose="05050102010706020507" pitchFamily="18" charset="2"/>
              </a:rPr>
              <a:t></a:t>
            </a:r>
            <a:r>
              <a:rPr lang="en-US" altLang="zh-CN" sz="2800" b="1" dirty="0"/>
              <a:t> </a:t>
            </a:r>
            <a:r>
              <a:rPr lang="en-US" altLang="zh-CN" sz="2800" b="1" i="1" dirty="0"/>
              <a:t>V</a:t>
            </a:r>
            <a:r>
              <a:rPr lang="en-US" altLang="zh-CN" sz="2800" b="1" baseline="-30000" dirty="0"/>
              <a:t>2 </a:t>
            </a:r>
            <a:r>
              <a:rPr lang="en-US" altLang="zh-CN" sz="2800" b="1" dirty="0" err="1"/>
              <a:t>goto</a:t>
            </a:r>
            <a:r>
              <a:rPr lang="en-US" altLang="zh-CN" sz="2800" b="1" dirty="0"/>
              <a:t> L</a:t>
            </a:r>
            <a:r>
              <a:rPr lang="en-US" altLang="zh-CN" sz="2800" b="1" baseline="-30000" dirty="0"/>
              <a:t>2     	</a:t>
            </a:r>
            <a:r>
              <a:rPr lang="en-US" altLang="zh-CN" sz="2800" b="1" dirty="0"/>
              <a:t>| </a:t>
            </a:r>
            <a:r>
              <a:rPr lang="en-US" altLang="zh-CN" sz="2800" b="1" dirty="0">
                <a:solidFill>
                  <a:schemeClr val="accent1"/>
                </a:solidFill>
              </a:rPr>
              <a:t>next: </a:t>
            </a:r>
          </a:p>
          <a:p>
            <a:pPr algn="just">
              <a:spcBef>
                <a:spcPct val="0"/>
              </a:spcBef>
              <a:buFont typeface="Wingdings" panose="05000000000000000000" pitchFamily="2" charset="2"/>
              <a:buNone/>
            </a:pPr>
            <a:r>
              <a:rPr lang="en-US" altLang="zh-CN" sz="2800" b="1" i="1" dirty="0"/>
              <a:t>		S</a:t>
            </a:r>
            <a:r>
              <a:rPr lang="en-US" altLang="zh-CN" sz="2800" b="1" baseline="-30000" dirty="0"/>
              <a:t>2</a:t>
            </a:r>
            <a:r>
              <a:rPr lang="zh-CN" altLang="en-US" sz="2800" dirty="0"/>
              <a:t>的代码</a:t>
            </a:r>
          </a:p>
          <a:p>
            <a:pPr algn="just">
              <a:spcBef>
                <a:spcPct val="0"/>
              </a:spcBef>
              <a:buFont typeface="Wingdings" panose="05000000000000000000" pitchFamily="2" charset="2"/>
              <a:buNone/>
            </a:pPr>
            <a:r>
              <a:rPr lang="zh-CN" altLang="en-US" sz="2800" b="1" dirty="0"/>
              <a:t>		</a:t>
            </a:r>
            <a:r>
              <a:rPr lang="en-US" altLang="zh-CN" sz="2800" b="1" dirty="0" err="1"/>
              <a:t>goto</a:t>
            </a:r>
            <a:r>
              <a:rPr lang="en-US" altLang="zh-CN" sz="2800" b="1" dirty="0"/>
              <a:t> </a:t>
            </a:r>
            <a:r>
              <a:rPr lang="en-US" altLang="zh-CN" sz="2800" b="1" dirty="0">
                <a:solidFill>
                  <a:schemeClr val="accent1"/>
                </a:solidFill>
              </a:rPr>
              <a:t>next</a:t>
            </a:r>
          </a:p>
          <a:p>
            <a:pPr algn="just">
              <a:spcBef>
                <a:spcPct val="0"/>
              </a:spcBef>
              <a:buFont typeface="Wingdings" panose="05000000000000000000" pitchFamily="2" charset="2"/>
              <a:buNone/>
            </a:pPr>
            <a:r>
              <a:rPr lang="en-US" altLang="zh-CN" sz="2800" b="1" dirty="0"/>
              <a:t>L</a:t>
            </a:r>
            <a:r>
              <a:rPr lang="en-US" altLang="zh-CN" sz="2800" b="1" baseline="-30000" dirty="0"/>
              <a:t>2</a:t>
            </a:r>
            <a:r>
              <a:rPr lang="en-US" altLang="zh-CN" sz="2800" b="1" dirty="0"/>
              <a:t>:	. . .</a:t>
            </a:r>
          </a:p>
          <a:p>
            <a:pPr algn="just">
              <a:spcBef>
                <a:spcPct val="0"/>
              </a:spcBef>
              <a:buFont typeface="Wingdings" panose="05000000000000000000" pitchFamily="2" charset="2"/>
              <a:buNone/>
            </a:pPr>
            <a:r>
              <a:rPr lang="en-US" altLang="zh-CN" sz="2800" b="1" dirty="0"/>
              <a:t>		. . . </a:t>
            </a:r>
          </a:p>
          <a:p>
            <a:endParaRPr lang="en-US" altLang="zh-CN" sz="2800" dirty="0"/>
          </a:p>
        </p:txBody>
      </p:sp>
      <p:sp>
        <p:nvSpPr>
          <p:cNvPr id="2" name="日期占位符 1">
            <a:extLst>
              <a:ext uri="{FF2B5EF4-FFF2-40B4-BE49-F238E27FC236}">
                <a16:creationId xmlns:a16="http://schemas.microsoft.com/office/drawing/2014/main" id="{0E6558FA-CC6F-B56C-02B7-C50EA4502FA0}"/>
              </a:ext>
            </a:extLst>
          </p:cNvPr>
          <p:cNvSpPr>
            <a:spLocks noGrp="1"/>
          </p:cNvSpPr>
          <p:nvPr>
            <p:ph type="dt" sz="half" idx="10"/>
          </p:nvPr>
        </p:nvSpPr>
        <p:spPr/>
        <p:txBody>
          <a:bodyPr/>
          <a:lstStyle/>
          <a:p>
            <a:fld id="{8668225A-6645-40F4-86D7-D0DD2221B30D}"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4245DAB1-7103-46D3-B642-B906CD20EBE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EDE42D77-5E9F-7176-0442-6A2DA7B6235B}"/>
              </a:ext>
            </a:extLst>
          </p:cNvPr>
          <p:cNvSpPr>
            <a:spLocks noGrp="1"/>
          </p:cNvSpPr>
          <p:nvPr>
            <p:ph type="sldNum" sz="quarter" idx="12"/>
          </p:nvPr>
        </p:nvSpPr>
        <p:spPr/>
        <p:txBody>
          <a:bodyPr/>
          <a:lstStyle/>
          <a:p>
            <a:fld id="{094DEB03-EFC6-4C20-8FC8-295189A5386F}" type="slidenum">
              <a:rPr lang="zh-CN" altLang="en-US" smtClean="0"/>
              <a:pPr/>
              <a:t>47</a:t>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01F57BE-1012-46FA-A19A-69C6F5FA8AA6}"/>
              </a:ext>
            </a:extLst>
          </p:cNvPr>
          <p:cNvSpPr>
            <a:spLocks noGrp="1" noChangeArrowheads="1"/>
          </p:cNvSpPr>
          <p:nvPr>
            <p:ph type="title"/>
          </p:nvPr>
        </p:nvSpPr>
        <p:spPr/>
        <p:txBody>
          <a:bodyPr/>
          <a:lstStyle/>
          <a:p>
            <a:r>
              <a:rPr lang="en-US" altLang="zh-CN" dirty="0"/>
              <a:t>7.4.4 </a:t>
            </a:r>
            <a:r>
              <a:rPr lang="zh-CN" altLang="en-US" dirty="0"/>
              <a:t>开关语句的翻译</a:t>
            </a:r>
          </a:p>
        </p:txBody>
      </p:sp>
      <p:sp>
        <p:nvSpPr>
          <p:cNvPr id="47107" name="Rectangle 3">
            <a:extLst>
              <a:ext uri="{FF2B5EF4-FFF2-40B4-BE49-F238E27FC236}">
                <a16:creationId xmlns:a16="http://schemas.microsoft.com/office/drawing/2014/main" id="{E7C56D07-8AF8-49C4-A5C5-A64A1C2EE781}"/>
              </a:ext>
            </a:extLst>
          </p:cNvPr>
          <p:cNvSpPr>
            <a:spLocks noGrp="1" noChangeArrowheads="1"/>
          </p:cNvSpPr>
          <p:nvPr>
            <p:ph idx="1"/>
          </p:nvPr>
        </p:nvSpPr>
        <p:spPr>
          <a:xfrm>
            <a:off x="628650" y="1257300"/>
            <a:ext cx="7886700" cy="5405438"/>
          </a:xfrm>
        </p:spPr>
        <p:txBody>
          <a:bodyPr>
            <a:normAutofit/>
          </a:bodyPr>
          <a:lstStyle/>
          <a:p>
            <a:pPr algn="just">
              <a:spcBef>
                <a:spcPct val="0"/>
              </a:spcBef>
              <a:buFont typeface="Wingdings" panose="05000000000000000000" pitchFamily="2" charset="2"/>
              <a:buNone/>
            </a:pPr>
            <a:r>
              <a:rPr lang="zh-CN" altLang="en-US" sz="2800" dirty="0">
                <a:latin typeface="宋体" panose="02010600030101010101" pitchFamily="2" charset="-122"/>
              </a:rPr>
              <a:t>分支较多时，将分支测试的代码集中在一起，</a:t>
            </a:r>
          </a:p>
          <a:p>
            <a:pPr algn="just">
              <a:spcBef>
                <a:spcPct val="0"/>
              </a:spcBef>
              <a:buFont typeface="Wingdings" panose="05000000000000000000" pitchFamily="2" charset="2"/>
              <a:buNone/>
            </a:pPr>
            <a:r>
              <a:rPr lang="zh-CN" altLang="en-US" sz="2800" dirty="0">
                <a:latin typeface="宋体" panose="02010600030101010101" pitchFamily="2" charset="-122"/>
              </a:rPr>
              <a:t>便于生成较好的分支测试代码。</a:t>
            </a:r>
            <a:endParaRPr lang="en-US" altLang="zh-CN" sz="2800" dirty="0">
              <a:latin typeface="宋体" panose="02010600030101010101" pitchFamily="2" charset="-122"/>
            </a:endParaRPr>
          </a:p>
          <a:p>
            <a:pPr algn="just">
              <a:spcBef>
                <a:spcPct val="0"/>
              </a:spcBef>
              <a:buFont typeface="Wingdings" panose="05000000000000000000" pitchFamily="2" charset="2"/>
              <a:buNone/>
            </a:pPr>
            <a:endParaRPr lang="zh-CN" altLang="en-US" sz="2800" dirty="0">
              <a:latin typeface="宋体" panose="02010600030101010101" pitchFamily="2" charset="-122"/>
            </a:endParaRPr>
          </a:p>
          <a:p>
            <a:pPr algn="just">
              <a:spcBef>
                <a:spcPct val="0"/>
              </a:spcBef>
              <a:buFont typeface="Wingdings" panose="05000000000000000000" pitchFamily="2" charset="2"/>
              <a:buNone/>
            </a:pPr>
            <a:r>
              <a:rPr lang="zh-CN" altLang="en-US" sz="2800" b="1" dirty="0"/>
              <a:t>		</a:t>
            </a:r>
            <a:r>
              <a:rPr lang="en-US" altLang="zh-CN" sz="2800" b="1" dirty="0"/>
              <a:t>t = </a:t>
            </a:r>
            <a:r>
              <a:rPr lang="en-US" altLang="zh-CN" sz="2800" b="1" i="1" dirty="0"/>
              <a:t>E</a:t>
            </a:r>
            <a:r>
              <a:rPr lang="zh-CN" altLang="en-US" sz="2800" dirty="0"/>
              <a:t>的代码</a:t>
            </a:r>
            <a:r>
              <a:rPr lang="en-US" altLang="zh-CN" sz="2800" dirty="0"/>
              <a:t>	</a:t>
            </a:r>
            <a:r>
              <a:rPr lang="zh-CN" altLang="en-US" sz="2800" b="1" dirty="0"/>
              <a:t>	</a:t>
            </a:r>
            <a:r>
              <a:rPr lang="en-US" altLang="zh-CN" sz="2800" b="1" dirty="0"/>
              <a:t>| L</a:t>
            </a:r>
            <a:r>
              <a:rPr lang="en-US" altLang="zh-CN" sz="2800" b="1" i="1" baseline="-30000" dirty="0"/>
              <a:t>n</a:t>
            </a:r>
            <a:r>
              <a:rPr lang="en-US" altLang="zh-CN" sz="2800" b="1" dirty="0"/>
              <a:t>:	</a:t>
            </a:r>
            <a:r>
              <a:rPr lang="en-US" altLang="zh-CN" sz="2800" b="1" i="1" dirty="0"/>
              <a:t>S</a:t>
            </a:r>
            <a:r>
              <a:rPr lang="en-US" altLang="zh-CN" sz="2800" b="1" i="1" baseline="-30000" dirty="0"/>
              <a:t>n</a:t>
            </a:r>
            <a:r>
              <a:rPr lang="zh-CN" altLang="en-US" sz="2800" dirty="0">
                <a:latin typeface="宋体" panose="02010600030101010101" pitchFamily="2" charset="-122"/>
              </a:rPr>
              <a:t>的代码</a:t>
            </a:r>
            <a:endParaRPr lang="zh-CN" altLang="en-US" sz="2800" dirty="0"/>
          </a:p>
          <a:p>
            <a:pPr algn="just">
              <a:spcBef>
                <a:spcPct val="0"/>
              </a:spcBef>
              <a:buFont typeface="Wingdings" panose="05000000000000000000" pitchFamily="2" charset="2"/>
              <a:buNone/>
            </a:pPr>
            <a:r>
              <a:rPr lang="zh-CN" altLang="en-US" sz="2800" b="1" dirty="0"/>
              <a:t>		</a:t>
            </a:r>
            <a:r>
              <a:rPr lang="en-US" altLang="zh-CN" sz="2800" b="1" dirty="0" err="1"/>
              <a:t>goto</a:t>
            </a:r>
            <a:r>
              <a:rPr lang="en-US" altLang="zh-CN" sz="2800" b="1" dirty="0"/>
              <a:t> </a:t>
            </a:r>
            <a:r>
              <a:rPr lang="en-US" altLang="zh-CN" sz="2800" b="1" dirty="0">
                <a:solidFill>
                  <a:srgbClr val="FF0000"/>
                </a:solidFill>
              </a:rPr>
              <a:t>test </a:t>
            </a:r>
            <a:r>
              <a:rPr lang="en-US" altLang="zh-CN" sz="2800" b="1" dirty="0"/>
              <a:t>	</a:t>
            </a:r>
            <a:r>
              <a:rPr lang="en-US" altLang="zh-CN" sz="2800" b="1" baseline="-30000" dirty="0"/>
              <a:t>	</a:t>
            </a:r>
            <a:r>
              <a:rPr lang="en-US" altLang="zh-CN" sz="2800" b="1" dirty="0"/>
              <a:t>|</a:t>
            </a:r>
            <a:r>
              <a:rPr lang="en-US" altLang="zh-CN" sz="2800" dirty="0"/>
              <a:t> 	</a:t>
            </a:r>
            <a:r>
              <a:rPr lang="en-US" altLang="zh-CN" sz="2800" b="1" dirty="0" err="1"/>
              <a:t>goto</a:t>
            </a:r>
            <a:r>
              <a:rPr lang="en-US" altLang="zh-CN" sz="2800" b="1" dirty="0"/>
              <a:t> </a:t>
            </a:r>
            <a:r>
              <a:rPr lang="en-US" altLang="zh-CN" sz="2800" b="1" dirty="0">
                <a:solidFill>
                  <a:schemeClr val="accent1"/>
                </a:solidFill>
              </a:rPr>
              <a:t>next</a:t>
            </a:r>
            <a:r>
              <a:rPr lang="en-US" altLang="zh-CN" sz="2800" dirty="0"/>
              <a:t>	</a:t>
            </a:r>
          </a:p>
          <a:p>
            <a:pPr algn="just">
              <a:spcBef>
                <a:spcPct val="0"/>
              </a:spcBef>
              <a:buFont typeface="Wingdings" panose="05000000000000000000" pitchFamily="2" charset="2"/>
              <a:buNone/>
            </a:pPr>
            <a:r>
              <a:rPr lang="en-US" altLang="zh-CN" sz="2800" b="1" dirty="0"/>
              <a:t>L</a:t>
            </a:r>
            <a:r>
              <a:rPr lang="en-US" altLang="zh-CN" sz="2800" b="1" baseline="-30000" dirty="0"/>
              <a:t>1</a:t>
            </a:r>
            <a:r>
              <a:rPr lang="en-US" altLang="zh-CN" sz="2800" b="1" dirty="0"/>
              <a:t>:	</a:t>
            </a:r>
            <a:r>
              <a:rPr lang="en-US" altLang="zh-CN" sz="2800" b="1" i="1" dirty="0"/>
              <a:t>S</a:t>
            </a:r>
            <a:r>
              <a:rPr lang="en-US" altLang="zh-CN" sz="2800" b="1" baseline="-30000" dirty="0"/>
              <a:t>1</a:t>
            </a:r>
            <a:r>
              <a:rPr lang="zh-CN" altLang="en-US" sz="2800" dirty="0">
                <a:latin typeface="宋体" panose="02010600030101010101" pitchFamily="2" charset="-122"/>
              </a:rPr>
              <a:t>的代码</a:t>
            </a:r>
            <a:r>
              <a:rPr lang="zh-CN" altLang="en-US" sz="2800" b="1" dirty="0"/>
              <a:t> 		</a:t>
            </a:r>
            <a:r>
              <a:rPr lang="en-US" altLang="zh-CN" sz="2800" b="1" dirty="0"/>
              <a:t>|</a:t>
            </a:r>
            <a:r>
              <a:rPr lang="en-US" altLang="zh-CN" sz="2800" b="1" dirty="0">
                <a:solidFill>
                  <a:srgbClr val="FF0000"/>
                </a:solidFill>
              </a:rPr>
              <a:t>test:  </a:t>
            </a:r>
            <a:r>
              <a:rPr lang="en-US" altLang="zh-CN" sz="2800" b="1" dirty="0"/>
              <a:t>if t = </a:t>
            </a:r>
            <a:r>
              <a:rPr lang="en-US" altLang="zh-CN" sz="2800" b="1" i="1" dirty="0"/>
              <a:t>V</a:t>
            </a:r>
            <a:r>
              <a:rPr lang="en-US" altLang="zh-CN" sz="2800" b="1" baseline="-30000" dirty="0"/>
              <a:t>1 </a:t>
            </a:r>
            <a:r>
              <a:rPr lang="en-US" altLang="zh-CN" sz="2800" b="1" dirty="0" err="1"/>
              <a:t>goto</a:t>
            </a:r>
            <a:r>
              <a:rPr lang="en-US" altLang="zh-CN" sz="2800" b="1" dirty="0"/>
              <a:t> L</a:t>
            </a:r>
            <a:r>
              <a:rPr lang="en-US" altLang="zh-CN" sz="2800" b="1" baseline="-30000" dirty="0"/>
              <a:t>1</a:t>
            </a:r>
            <a:r>
              <a:rPr lang="en-US" altLang="zh-CN" sz="2800" b="1" dirty="0"/>
              <a:t> </a:t>
            </a:r>
          </a:p>
          <a:p>
            <a:pPr algn="just">
              <a:spcBef>
                <a:spcPct val="0"/>
              </a:spcBef>
              <a:buFont typeface="Wingdings" panose="05000000000000000000" pitchFamily="2" charset="2"/>
              <a:buNone/>
            </a:pPr>
            <a:r>
              <a:rPr lang="en-US" altLang="zh-CN" sz="2800" b="1" dirty="0"/>
              <a:t>		</a:t>
            </a:r>
            <a:r>
              <a:rPr lang="en-US" altLang="zh-CN" sz="2800" b="1" dirty="0" err="1"/>
              <a:t>goto</a:t>
            </a:r>
            <a:r>
              <a:rPr lang="en-US" altLang="zh-CN" sz="2800" b="1" dirty="0"/>
              <a:t> </a:t>
            </a:r>
            <a:r>
              <a:rPr lang="en-US" altLang="zh-CN" sz="2800" b="1" dirty="0">
                <a:solidFill>
                  <a:schemeClr val="accent1"/>
                </a:solidFill>
              </a:rPr>
              <a:t>next</a:t>
            </a:r>
            <a:r>
              <a:rPr lang="en-US" altLang="zh-CN" sz="2800" b="1" dirty="0"/>
              <a:t>		| 	if t = </a:t>
            </a:r>
            <a:r>
              <a:rPr lang="en-US" altLang="zh-CN" sz="2800" b="1" i="1" dirty="0"/>
              <a:t>V</a:t>
            </a:r>
            <a:r>
              <a:rPr lang="en-US" altLang="zh-CN" sz="2800" b="1" baseline="-30000" dirty="0"/>
              <a:t>2 </a:t>
            </a:r>
            <a:r>
              <a:rPr lang="en-US" altLang="zh-CN" sz="2800" b="1" dirty="0" err="1"/>
              <a:t>goto</a:t>
            </a:r>
            <a:r>
              <a:rPr lang="en-US" altLang="zh-CN" sz="2800" b="1" dirty="0"/>
              <a:t> L</a:t>
            </a:r>
            <a:r>
              <a:rPr lang="en-US" altLang="zh-CN" sz="2800" b="1" baseline="-30000" dirty="0"/>
              <a:t>2</a:t>
            </a:r>
            <a:r>
              <a:rPr lang="en-US" altLang="zh-CN" sz="2800" b="1" dirty="0"/>
              <a:t> </a:t>
            </a:r>
          </a:p>
          <a:p>
            <a:pPr algn="just">
              <a:spcBef>
                <a:spcPct val="0"/>
              </a:spcBef>
              <a:buFont typeface="Wingdings" panose="05000000000000000000" pitchFamily="2" charset="2"/>
              <a:buNone/>
            </a:pPr>
            <a:r>
              <a:rPr lang="en-US" altLang="zh-CN" sz="2800" b="1" dirty="0"/>
              <a:t>L</a:t>
            </a:r>
            <a:r>
              <a:rPr lang="en-US" altLang="zh-CN" sz="2800" b="1" baseline="-30000" dirty="0"/>
              <a:t>2</a:t>
            </a:r>
            <a:r>
              <a:rPr lang="en-US" altLang="zh-CN" sz="2800" b="1" dirty="0"/>
              <a:t>:	</a:t>
            </a:r>
            <a:r>
              <a:rPr lang="en-US" altLang="zh-CN" sz="2800" b="1" i="1" dirty="0"/>
              <a:t>S</a:t>
            </a:r>
            <a:r>
              <a:rPr lang="en-US" altLang="zh-CN" sz="2800" b="1" baseline="-30000" dirty="0"/>
              <a:t>2</a:t>
            </a:r>
            <a:r>
              <a:rPr lang="zh-CN" altLang="en-US" sz="2800" dirty="0">
                <a:latin typeface="宋体" panose="02010600030101010101" pitchFamily="2" charset="-122"/>
              </a:rPr>
              <a:t>的代码</a:t>
            </a:r>
            <a:r>
              <a:rPr lang="zh-CN" altLang="en-US" sz="2800" b="1" dirty="0"/>
              <a:t> 		</a:t>
            </a:r>
            <a:r>
              <a:rPr lang="en-US" altLang="zh-CN" sz="2800" b="1" dirty="0"/>
              <a:t>| 	. . .</a:t>
            </a:r>
          </a:p>
          <a:p>
            <a:pPr algn="just">
              <a:spcBef>
                <a:spcPct val="0"/>
              </a:spcBef>
              <a:buFont typeface="Wingdings" panose="05000000000000000000" pitchFamily="2" charset="2"/>
              <a:buNone/>
            </a:pPr>
            <a:r>
              <a:rPr lang="en-US" altLang="zh-CN" sz="2800" b="1" i="1" dirty="0"/>
              <a:t>		</a:t>
            </a:r>
            <a:r>
              <a:rPr lang="en-US" altLang="zh-CN" sz="2800" b="1" dirty="0" err="1"/>
              <a:t>goto</a:t>
            </a:r>
            <a:r>
              <a:rPr lang="en-US" altLang="zh-CN" sz="2800" b="1" dirty="0"/>
              <a:t> </a:t>
            </a:r>
            <a:r>
              <a:rPr lang="en-US" altLang="zh-CN" sz="2800" b="1" dirty="0">
                <a:solidFill>
                  <a:schemeClr val="accent1"/>
                </a:solidFill>
              </a:rPr>
              <a:t>next</a:t>
            </a:r>
            <a:r>
              <a:rPr lang="en-US" altLang="zh-CN" sz="2800" b="1" dirty="0"/>
              <a:t>		|	if t = </a:t>
            </a:r>
            <a:r>
              <a:rPr lang="en-US" altLang="zh-CN" sz="2800" b="1" i="1" dirty="0"/>
              <a:t>V</a:t>
            </a:r>
            <a:r>
              <a:rPr lang="en-US" altLang="zh-CN" sz="2800" b="1" i="1" baseline="-30000" dirty="0"/>
              <a:t>n</a:t>
            </a:r>
            <a:r>
              <a:rPr lang="en-US" altLang="zh-CN" sz="2800" b="1" baseline="-30000" dirty="0"/>
              <a:t>-1 </a:t>
            </a:r>
            <a:r>
              <a:rPr lang="en-US" altLang="zh-CN" sz="2800" b="1" dirty="0" err="1"/>
              <a:t>goto</a:t>
            </a:r>
            <a:r>
              <a:rPr lang="en-US" altLang="zh-CN" sz="2800" b="1" dirty="0"/>
              <a:t> L</a:t>
            </a:r>
            <a:r>
              <a:rPr lang="en-US" altLang="zh-CN" sz="2800" b="1" i="1" baseline="-30000" dirty="0"/>
              <a:t>n</a:t>
            </a:r>
            <a:r>
              <a:rPr lang="en-US" altLang="zh-CN" sz="2800" b="1" baseline="-30000" dirty="0"/>
              <a:t>-1</a:t>
            </a:r>
            <a:endParaRPr lang="en-US" altLang="zh-CN" sz="2800" b="1" dirty="0"/>
          </a:p>
          <a:p>
            <a:pPr algn="just">
              <a:spcBef>
                <a:spcPct val="0"/>
              </a:spcBef>
              <a:buFont typeface="Wingdings" panose="05000000000000000000" pitchFamily="2" charset="2"/>
              <a:buNone/>
            </a:pPr>
            <a:r>
              <a:rPr lang="en-US" altLang="zh-CN" sz="2800" b="1" dirty="0"/>
              <a:t>		. . . 			|	</a:t>
            </a:r>
            <a:r>
              <a:rPr lang="en-US" altLang="zh-CN" sz="2800" b="1" dirty="0" err="1"/>
              <a:t>goto</a:t>
            </a:r>
            <a:r>
              <a:rPr lang="en-US" altLang="zh-CN" sz="2800" b="1" dirty="0"/>
              <a:t> L</a:t>
            </a:r>
            <a:r>
              <a:rPr lang="en-US" altLang="zh-CN" sz="2800" b="1" i="1" baseline="-30000" dirty="0"/>
              <a:t>n</a:t>
            </a:r>
            <a:endParaRPr lang="en-US" altLang="zh-CN" sz="2800" b="1" dirty="0"/>
          </a:p>
          <a:p>
            <a:pPr algn="just">
              <a:spcBef>
                <a:spcPct val="0"/>
              </a:spcBef>
              <a:buFont typeface="Wingdings" panose="05000000000000000000" pitchFamily="2" charset="2"/>
              <a:buNone/>
            </a:pPr>
            <a:r>
              <a:rPr lang="en-US" altLang="zh-CN" sz="2800" b="1" dirty="0"/>
              <a:t>L</a:t>
            </a:r>
            <a:r>
              <a:rPr lang="en-US" altLang="zh-CN" sz="2800" b="1" i="1" baseline="-30000" dirty="0"/>
              <a:t>n</a:t>
            </a:r>
            <a:r>
              <a:rPr lang="en-US" altLang="zh-CN" sz="2800" b="1" baseline="-30000" dirty="0"/>
              <a:t>-1</a:t>
            </a:r>
            <a:r>
              <a:rPr lang="en-US" altLang="zh-CN" sz="2800" b="1" dirty="0"/>
              <a:t>:	</a:t>
            </a:r>
            <a:r>
              <a:rPr lang="en-US" altLang="zh-CN" sz="2800" b="1" i="1" dirty="0"/>
              <a:t>S</a:t>
            </a:r>
            <a:r>
              <a:rPr lang="en-US" altLang="zh-CN" sz="2800" b="1" i="1" baseline="-30000" dirty="0"/>
              <a:t>n </a:t>
            </a:r>
            <a:r>
              <a:rPr lang="en-US" altLang="zh-CN" sz="2800" b="1" baseline="-30000" dirty="0"/>
              <a:t>-1</a:t>
            </a:r>
            <a:r>
              <a:rPr lang="zh-CN" altLang="en-US" sz="2800" dirty="0">
                <a:latin typeface="宋体" panose="02010600030101010101" pitchFamily="2" charset="-122"/>
              </a:rPr>
              <a:t>的代码		</a:t>
            </a:r>
            <a:r>
              <a:rPr lang="en-US" altLang="zh-CN" sz="2800" b="1" dirty="0"/>
              <a:t>| </a:t>
            </a:r>
            <a:r>
              <a:rPr lang="en-US" altLang="zh-CN" sz="2800" b="1" dirty="0">
                <a:solidFill>
                  <a:schemeClr val="accent1"/>
                </a:solidFill>
              </a:rPr>
              <a:t>next:</a:t>
            </a:r>
            <a:r>
              <a:rPr lang="en-US" altLang="zh-CN" sz="2800" dirty="0">
                <a:latin typeface="宋体" panose="02010600030101010101" pitchFamily="2" charset="-122"/>
              </a:rPr>
              <a:t>	</a:t>
            </a:r>
            <a:endParaRPr lang="en-US" altLang="zh-CN" sz="2800" b="1" dirty="0"/>
          </a:p>
          <a:p>
            <a:pPr algn="just">
              <a:spcBef>
                <a:spcPct val="0"/>
              </a:spcBef>
              <a:buFont typeface="Wingdings" panose="05000000000000000000" pitchFamily="2" charset="2"/>
              <a:buNone/>
            </a:pPr>
            <a:r>
              <a:rPr lang="en-US" altLang="zh-CN" sz="2800" b="1" dirty="0"/>
              <a:t>		</a:t>
            </a:r>
            <a:r>
              <a:rPr lang="en-US" altLang="zh-CN" sz="2800" b="1" dirty="0" err="1"/>
              <a:t>goto</a:t>
            </a:r>
            <a:r>
              <a:rPr lang="en-US" altLang="zh-CN" sz="2800" b="1" dirty="0"/>
              <a:t> </a:t>
            </a:r>
            <a:r>
              <a:rPr lang="en-US" altLang="zh-CN" sz="2800" b="1" dirty="0">
                <a:solidFill>
                  <a:schemeClr val="accent1"/>
                </a:solidFill>
              </a:rPr>
              <a:t>next</a:t>
            </a:r>
          </a:p>
          <a:p>
            <a:endParaRPr lang="en-US" altLang="zh-CN" sz="2800" dirty="0"/>
          </a:p>
        </p:txBody>
      </p:sp>
      <p:sp>
        <p:nvSpPr>
          <p:cNvPr id="2" name="矩形 1">
            <a:extLst>
              <a:ext uri="{FF2B5EF4-FFF2-40B4-BE49-F238E27FC236}">
                <a16:creationId xmlns:a16="http://schemas.microsoft.com/office/drawing/2014/main" id="{EC74C4E4-2EA4-4914-9663-41D9B2576610}"/>
              </a:ext>
            </a:extLst>
          </p:cNvPr>
          <p:cNvSpPr/>
          <p:nvPr/>
        </p:nvSpPr>
        <p:spPr>
          <a:xfrm>
            <a:off x="4243388" y="3038475"/>
            <a:ext cx="4081462" cy="26146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a:extLst>
              <a:ext uri="{FF2B5EF4-FFF2-40B4-BE49-F238E27FC236}">
                <a16:creationId xmlns:a16="http://schemas.microsoft.com/office/drawing/2014/main" id="{444EE7F6-28CD-4D9C-B63A-EC4B556CB75D}"/>
              </a:ext>
            </a:extLst>
          </p:cNvPr>
          <p:cNvSpPr>
            <a:spLocks noGrp="1"/>
          </p:cNvSpPr>
          <p:nvPr>
            <p:ph type="dt" sz="half" idx="10"/>
          </p:nvPr>
        </p:nvSpPr>
        <p:spPr/>
        <p:txBody>
          <a:bodyPr/>
          <a:lstStyle/>
          <a:p>
            <a:fld id="{167BB968-8C34-4EDE-81D9-BA8539C420F0}"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2BA28530-0B6C-F23C-9903-92829904856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5" name="灯片编号占位符 4">
            <a:extLst>
              <a:ext uri="{FF2B5EF4-FFF2-40B4-BE49-F238E27FC236}">
                <a16:creationId xmlns:a16="http://schemas.microsoft.com/office/drawing/2014/main" id="{C64C4413-C33E-F4A9-F6B9-1E566F15BC1F}"/>
              </a:ext>
            </a:extLst>
          </p:cNvPr>
          <p:cNvSpPr>
            <a:spLocks noGrp="1"/>
          </p:cNvSpPr>
          <p:nvPr>
            <p:ph type="sldNum" sz="quarter" idx="12"/>
          </p:nvPr>
        </p:nvSpPr>
        <p:spPr/>
        <p:txBody>
          <a:bodyPr/>
          <a:lstStyle/>
          <a:p>
            <a:fld id="{094DEB03-EFC6-4C20-8FC8-295189A5386F}" type="slidenum">
              <a:rPr lang="zh-CN" altLang="en-US" smtClean="0"/>
              <a:pPr/>
              <a:t>48</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01F57BE-1012-46FA-A19A-69C6F5FA8AA6}"/>
              </a:ext>
            </a:extLst>
          </p:cNvPr>
          <p:cNvSpPr>
            <a:spLocks noGrp="1" noChangeArrowheads="1"/>
          </p:cNvSpPr>
          <p:nvPr>
            <p:ph type="title"/>
          </p:nvPr>
        </p:nvSpPr>
        <p:spPr/>
        <p:txBody>
          <a:bodyPr/>
          <a:lstStyle/>
          <a:p>
            <a:r>
              <a:rPr lang="en-US" altLang="zh-CN" dirty="0"/>
              <a:t>7.4.4 </a:t>
            </a:r>
            <a:r>
              <a:rPr lang="zh-CN" altLang="en-US" dirty="0"/>
              <a:t>开关语句的翻译</a:t>
            </a:r>
          </a:p>
        </p:txBody>
      </p:sp>
      <p:sp>
        <p:nvSpPr>
          <p:cNvPr id="47107" name="Rectangle 3">
            <a:extLst>
              <a:ext uri="{FF2B5EF4-FFF2-40B4-BE49-F238E27FC236}">
                <a16:creationId xmlns:a16="http://schemas.microsoft.com/office/drawing/2014/main" id="{E7C56D07-8AF8-49C4-A5C5-A64A1C2EE781}"/>
              </a:ext>
            </a:extLst>
          </p:cNvPr>
          <p:cNvSpPr>
            <a:spLocks noGrp="1" noChangeArrowheads="1"/>
          </p:cNvSpPr>
          <p:nvPr>
            <p:ph idx="1"/>
          </p:nvPr>
        </p:nvSpPr>
        <p:spPr>
          <a:xfrm>
            <a:off x="628650" y="1257300"/>
            <a:ext cx="7886700" cy="5414963"/>
          </a:xfrm>
        </p:spPr>
        <p:txBody>
          <a:bodyPr>
            <a:normAutofit/>
          </a:bodyPr>
          <a:lstStyle/>
          <a:p>
            <a:pPr marL="0" indent="0" algn="just">
              <a:spcBef>
                <a:spcPct val="0"/>
              </a:spcBef>
              <a:buFont typeface="Wingdings" panose="05000000000000000000" pitchFamily="2" charset="2"/>
              <a:buNone/>
              <a:defRPr/>
            </a:pPr>
            <a:r>
              <a:rPr lang="zh-CN" altLang="en-US" sz="2800" dirty="0"/>
              <a:t>可以对中间代码增加一种</a:t>
            </a:r>
            <a:r>
              <a:rPr lang="en-US" altLang="zh-CN" sz="2800" b="1" dirty="0"/>
              <a:t>case</a:t>
            </a:r>
            <a:r>
              <a:rPr lang="zh-CN" altLang="en-US" sz="2800" dirty="0"/>
              <a:t>语句，便于代码生成器对它进行特别处理</a:t>
            </a:r>
            <a:endParaRPr lang="en-US" altLang="zh-CN" sz="2800" dirty="0"/>
          </a:p>
          <a:p>
            <a:pPr marL="0" indent="0" algn="just">
              <a:spcBef>
                <a:spcPct val="0"/>
              </a:spcBef>
              <a:buFont typeface="Wingdings" panose="05000000000000000000" pitchFamily="2" charset="2"/>
              <a:buNone/>
              <a:defRPr/>
            </a:pPr>
            <a:endParaRPr lang="zh-CN" altLang="en-US" sz="2800" dirty="0"/>
          </a:p>
          <a:p>
            <a:pPr algn="just">
              <a:spcBef>
                <a:spcPct val="0"/>
              </a:spcBef>
              <a:buFont typeface="Wingdings" panose="05000000000000000000" pitchFamily="2" charset="2"/>
              <a:buNone/>
            </a:pPr>
            <a:r>
              <a:rPr lang="zh-CN" altLang="en-US" sz="2800" b="1" dirty="0"/>
              <a:t>		</a:t>
            </a:r>
            <a:r>
              <a:rPr lang="en-US" altLang="zh-CN" sz="2800" b="1" dirty="0"/>
              <a:t>t = </a:t>
            </a:r>
            <a:r>
              <a:rPr lang="en-US" altLang="zh-CN" sz="2800" b="1" i="1" dirty="0"/>
              <a:t>E</a:t>
            </a:r>
            <a:r>
              <a:rPr lang="zh-CN" altLang="en-US" sz="2800" dirty="0"/>
              <a:t>的代码</a:t>
            </a:r>
            <a:r>
              <a:rPr lang="en-US" altLang="zh-CN" sz="2800" dirty="0"/>
              <a:t>	</a:t>
            </a:r>
            <a:r>
              <a:rPr lang="zh-CN" altLang="en-US" sz="2800" b="1" dirty="0"/>
              <a:t>	</a:t>
            </a:r>
            <a:r>
              <a:rPr lang="en-US" altLang="zh-CN" sz="2800" b="1" dirty="0"/>
              <a:t>| L</a:t>
            </a:r>
            <a:r>
              <a:rPr lang="en-US" altLang="zh-CN" sz="2800" b="1" i="1" baseline="-30000" dirty="0"/>
              <a:t>n</a:t>
            </a:r>
            <a:r>
              <a:rPr lang="en-US" altLang="zh-CN" sz="2800" b="1" dirty="0"/>
              <a:t>:	</a:t>
            </a:r>
            <a:r>
              <a:rPr lang="en-US" altLang="zh-CN" sz="2800" b="1" i="1" dirty="0"/>
              <a:t>S</a:t>
            </a:r>
            <a:r>
              <a:rPr lang="en-US" altLang="zh-CN" sz="2800" b="1" i="1" baseline="-30000" dirty="0"/>
              <a:t>n</a:t>
            </a:r>
            <a:r>
              <a:rPr lang="zh-CN" altLang="en-US" sz="2800" dirty="0">
                <a:latin typeface="宋体" panose="02010600030101010101" pitchFamily="2" charset="-122"/>
              </a:rPr>
              <a:t>的代码</a:t>
            </a:r>
            <a:endParaRPr lang="zh-CN" altLang="en-US" sz="2800" dirty="0"/>
          </a:p>
          <a:p>
            <a:pPr algn="just">
              <a:spcBef>
                <a:spcPct val="0"/>
              </a:spcBef>
              <a:buFont typeface="Wingdings" panose="05000000000000000000" pitchFamily="2" charset="2"/>
              <a:buNone/>
            </a:pPr>
            <a:r>
              <a:rPr lang="zh-CN" altLang="en-US" sz="2800" b="1" dirty="0"/>
              <a:t>		</a:t>
            </a:r>
            <a:r>
              <a:rPr lang="en-US" altLang="zh-CN" sz="2800" b="1" dirty="0" err="1"/>
              <a:t>goto</a:t>
            </a:r>
            <a:r>
              <a:rPr lang="en-US" altLang="zh-CN" sz="2800" b="1" dirty="0"/>
              <a:t> </a:t>
            </a:r>
            <a:r>
              <a:rPr lang="en-US" altLang="zh-CN" sz="2800" b="1" dirty="0">
                <a:solidFill>
                  <a:srgbClr val="FF0000"/>
                </a:solidFill>
              </a:rPr>
              <a:t>test </a:t>
            </a:r>
            <a:r>
              <a:rPr lang="en-US" altLang="zh-CN" sz="2800" b="1" dirty="0"/>
              <a:t>	</a:t>
            </a:r>
            <a:r>
              <a:rPr lang="en-US" altLang="zh-CN" sz="2800" b="1" baseline="-30000" dirty="0"/>
              <a:t>	</a:t>
            </a:r>
            <a:r>
              <a:rPr lang="en-US" altLang="zh-CN" sz="2800" b="1" dirty="0"/>
              <a:t>|</a:t>
            </a:r>
            <a:r>
              <a:rPr lang="en-US" altLang="zh-CN" sz="2800" dirty="0"/>
              <a:t> 	</a:t>
            </a:r>
            <a:r>
              <a:rPr lang="en-US" altLang="zh-CN" sz="2800" b="1" dirty="0" err="1"/>
              <a:t>goto</a:t>
            </a:r>
            <a:r>
              <a:rPr lang="en-US" altLang="zh-CN" sz="2800" b="1" dirty="0"/>
              <a:t> </a:t>
            </a:r>
            <a:r>
              <a:rPr lang="en-US" altLang="zh-CN" sz="2800" b="1" dirty="0">
                <a:solidFill>
                  <a:schemeClr val="accent1"/>
                </a:solidFill>
              </a:rPr>
              <a:t>next</a:t>
            </a:r>
            <a:r>
              <a:rPr lang="en-US" altLang="zh-CN" sz="2800" dirty="0"/>
              <a:t>	</a:t>
            </a:r>
          </a:p>
          <a:p>
            <a:pPr algn="just">
              <a:spcBef>
                <a:spcPct val="0"/>
              </a:spcBef>
              <a:buFont typeface="Wingdings" panose="05000000000000000000" pitchFamily="2" charset="2"/>
              <a:buNone/>
            </a:pPr>
            <a:r>
              <a:rPr lang="en-US" altLang="zh-CN" sz="2800" b="1" dirty="0"/>
              <a:t>L</a:t>
            </a:r>
            <a:r>
              <a:rPr lang="en-US" altLang="zh-CN" sz="2800" b="1" baseline="-30000" dirty="0"/>
              <a:t>1</a:t>
            </a:r>
            <a:r>
              <a:rPr lang="en-US" altLang="zh-CN" sz="2800" b="1" dirty="0"/>
              <a:t>:	</a:t>
            </a:r>
            <a:r>
              <a:rPr lang="en-US" altLang="zh-CN" sz="2800" b="1" i="1" dirty="0"/>
              <a:t>S</a:t>
            </a:r>
            <a:r>
              <a:rPr lang="en-US" altLang="zh-CN" sz="2800" b="1" baseline="-30000" dirty="0"/>
              <a:t>1</a:t>
            </a:r>
            <a:r>
              <a:rPr lang="zh-CN" altLang="en-US" sz="2800" dirty="0">
                <a:latin typeface="宋体" panose="02010600030101010101" pitchFamily="2" charset="-122"/>
              </a:rPr>
              <a:t>的代码</a:t>
            </a:r>
            <a:r>
              <a:rPr lang="zh-CN" altLang="en-US" sz="2800" b="1" dirty="0"/>
              <a:t> 		</a:t>
            </a:r>
            <a:r>
              <a:rPr lang="en-US" altLang="zh-CN" sz="2800" b="1" dirty="0"/>
              <a:t>|</a:t>
            </a:r>
            <a:r>
              <a:rPr lang="en-US" altLang="zh-CN" sz="2800" b="1" dirty="0">
                <a:solidFill>
                  <a:srgbClr val="FF0000"/>
                </a:solidFill>
              </a:rPr>
              <a:t>test: 	</a:t>
            </a:r>
            <a:r>
              <a:rPr lang="en-US" altLang="zh-CN" sz="2800" b="1" dirty="0"/>
              <a:t>case </a:t>
            </a:r>
            <a:r>
              <a:rPr lang="en-US" altLang="zh-CN" sz="2800" b="1" i="1" dirty="0"/>
              <a:t>V</a:t>
            </a:r>
            <a:r>
              <a:rPr lang="en-US" altLang="zh-CN" sz="2800" b="1" baseline="-30000" dirty="0"/>
              <a:t>1 </a:t>
            </a:r>
            <a:r>
              <a:rPr lang="en-US" altLang="zh-CN" sz="2800" b="1" dirty="0"/>
              <a:t>	L</a:t>
            </a:r>
            <a:r>
              <a:rPr lang="en-US" altLang="zh-CN" sz="2800" b="1" baseline="-30000" dirty="0"/>
              <a:t>1</a:t>
            </a:r>
            <a:r>
              <a:rPr lang="en-US" altLang="zh-CN" sz="2800" b="1" dirty="0"/>
              <a:t> </a:t>
            </a:r>
          </a:p>
          <a:p>
            <a:pPr algn="just">
              <a:spcBef>
                <a:spcPct val="0"/>
              </a:spcBef>
              <a:buFont typeface="Wingdings" panose="05000000000000000000" pitchFamily="2" charset="2"/>
              <a:buNone/>
            </a:pPr>
            <a:r>
              <a:rPr lang="en-US" altLang="zh-CN" sz="2800" b="1" dirty="0"/>
              <a:t>		</a:t>
            </a:r>
            <a:r>
              <a:rPr lang="en-US" altLang="zh-CN" sz="2800" b="1" dirty="0" err="1"/>
              <a:t>goto</a:t>
            </a:r>
            <a:r>
              <a:rPr lang="en-US" altLang="zh-CN" sz="2800" b="1" dirty="0"/>
              <a:t> </a:t>
            </a:r>
            <a:r>
              <a:rPr lang="en-US" altLang="zh-CN" sz="2800" b="1" dirty="0">
                <a:solidFill>
                  <a:schemeClr val="accent1"/>
                </a:solidFill>
              </a:rPr>
              <a:t>next</a:t>
            </a:r>
            <a:r>
              <a:rPr lang="en-US" altLang="zh-CN" sz="2800" b="1" dirty="0"/>
              <a:t>		| 	case </a:t>
            </a:r>
            <a:r>
              <a:rPr lang="en-US" altLang="zh-CN" sz="2800" b="1" i="1" dirty="0"/>
              <a:t>V</a:t>
            </a:r>
            <a:r>
              <a:rPr lang="en-US" altLang="zh-CN" sz="2800" b="1" baseline="-30000" dirty="0"/>
              <a:t>2 </a:t>
            </a:r>
            <a:r>
              <a:rPr lang="en-US" altLang="zh-CN" sz="2800" b="1" dirty="0"/>
              <a:t>	L</a:t>
            </a:r>
            <a:r>
              <a:rPr lang="en-US" altLang="zh-CN" sz="2800" b="1" baseline="-30000" dirty="0"/>
              <a:t>2</a:t>
            </a:r>
            <a:r>
              <a:rPr lang="en-US" altLang="zh-CN" sz="2800" b="1" dirty="0"/>
              <a:t> </a:t>
            </a:r>
          </a:p>
          <a:p>
            <a:pPr algn="just">
              <a:spcBef>
                <a:spcPct val="0"/>
              </a:spcBef>
              <a:buFont typeface="Wingdings" panose="05000000000000000000" pitchFamily="2" charset="2"/>
              <a:buNone/>
            </a:pPr>
            <a:r>
              <a:rPr lang="en-US" altLang="zh-CN" sz="2800" b="1" dirty="0"/>
              <a:t>L</a:t>
            </a:r>
            <a:r>
              <a:rPr lang="en-US" altLang="zh-CN" sz="2800" b="1" baseline="-30000" dirty="0"/>
              <a:t>2</a:t>
            </a:r>
            <a:r>
              <a:rPr lang="en-US" altLang="zh-CN" sz="2800" b="1" dirty="0"/>
              <a:t>:	</a:t>
            </a:r>
            <a:r>
              <a:rPr lang="en-US" altLang="zh-CN" sz="2800" b="1" i="1" dirty="0"/>
              <a:t>S</a:t>
            </a:r>
            <a:r>
              <a:rPr lang="en-US" altLang="zh-CN" sz="2800" b="1" baseline="-30000" dirty="0"/>
              <a:t>2</a:t>
            </a:r>
            <a:r>
              <a:rPr lang="zh-CN" altLang="en-US" sz="2800" dirty="0">
                <a:latin typeface="宋体" panose="02010600030101010101" pitchFamily="2" charset="-122"/>
              </a:rPr>
              <a:t>的代码</a:t>
            </a:r>
            <a:r>
              <a:rPr lang="zh-CN" altLang="en-US" sz="2800" b="1" dirty="0"/>
              <a:t> 		</a:t>
            </a:r>
            <a:r>
              <a:rPr lang="en-US" altLang="zh-CN" sz="2800" b="1" dirty="0"/>
              <a:t>| 	. . .</a:t>
            </a:r>
          </a:p>
          <a:p>
            <a:pPr algn="just">
              <a:spcBef>
                <a:spcPct val="0"/>
              </a:spcBef>
              <a:buFont typeface="Wingdings" panose="05000000000000000000" pitchFamily="2" charset="2"/>
              <a:buNone/>
            </a:pPr>
            <a:r>
              <a:rPr lang="en-US" altLang="zh-CN" sz="2800" b="1" i="1" dirty="0"/>
              <a:t>		</a:t>
            </a:r>
            <a:r>
              <a:rPr lang="en-US" altLang="zh-CN" sz="2800" b="1" dirty="0" err="1"/>
              <a:t>goto</a:t>
            </a:r>
            <a:r>
              <a:rPr lang="en-US" altLang="zh-CN" sz="2800" b="1" dirty="0"/>
              <a:t> </a:t>
            </a:r>
            <a:r>
              <a:rPr lang="en-US" altLang="zh-CN" sz="2800" b="1" dirty="0">
                <a:solidFill>
                  <a:schemeClr val="accent1"/>
                </a:solidFill>
              </a:rPr>
              <a:t>next</a:t>
            </a:r>
            <a:r>
              <a:rPr lang="en-US" altLang="zh-CN" sz="2800" b="1" dirty="0"/>
              <a:t>		|	case </a:t>
            </a:r>
            <a:r>
              <a:rPr lang="en-US" altLang="zh-CN" sz="2800" b="1" i="1" dirty="0"/>
              <a:t>V</a:t>
            </a:r>
            <a:r>
              <a:rPr lang="en-US" altLang="zh-CN" sz="2800" b="1" i="1" baseline="-30000" dirty="0"/>
              <a:t>n</a:t>
            </a:r>
            <a:r>
              <a:rPr lang="en-US" altLang="zh-CN" sz="2800" b="1" baseline="-30000" dirty="0"/>
              <a:t>-1	</a:t>
            </a:r>
            <a:r>
              <a:rPr lang="en-US" altLang="zh-CN" sz="2800" b="1" dirty="0"/>
              <a:t>L</a:t>
            </a:r>
            <a:r>
              <a:rPr lang="en-US" altLang="zh-CN" sz="2800" b="1" i="1" baseline="-30000" dirty="0"/>
              <a:t>n</a:t>
            </a:r>
            <a:r>
              <a:rPr lang="en-US" altLang="zh-CN" sz="2800" b="1" baseline="-30000" dirty="0"/>
              <a:t>-1</a:t>
            </a:r>
            <a:endParaRPr lang="en-US" altLang="zh-CN" sz="2800" b="1" dirty="0"/>
          </a:p>
          <a:p>
            <a:pPr algn="just">
              <a:spcBef>
                <a:spcPct val="0"/>
              </a:spcBef>
              <a:buFont typeface="Wingdings" panose="05000000000000000000" pitchFamily="2" charset="2"/>
              <a:buNone/>
            </a:pPr>
            <a:r>
              <a:rPr lang="en-US" altLang="zh-CN" sz="2800" b="1" dirty="0"/>
              <a:t>		. . . 			|	case t	 	L</a:t>
            </a:r>
            <a:r>
              <a:rPr lang="en-US" altLang="zh-CN" sz="2800" b="1" i="1" baseline="-30000" dirty="0"/>
              <a:t>n</a:t>
            </a:r>
            <a:endParaRPr lang="en-US" altLang="zh-CN" sz="2800" b="1" dirty="0"/>
          </a:p>
          <a:p>
            <a:pPr algn="just">
              <a:spcBef>
                <a:spcPct val="0"/>
              </a:spcBef>
              <a:buFont typeface="Wingdings" panose="05000000000000000000" pitchFamily="2" charset="2"/>
              <a:buNone/>
            </a:pPr>
            <a:r>
              <a:rPr lang="en-US" altLang="zh-CN" sz="2800" b="1" dirty="0"/>
              <a:t>L</a:t>
            </a:r>
            <a:r>
              <a:rPr lang="en-US" altLang="zh-CN" sz="2800" b="1" i="1" baseline="-30000" dirty="0"/>
              <a:t>n</a:t>
            </a:r>
            <a:r>
              <a:rPr lang="en-US" altLang="zh-CN" sz="2800" b="1" baseline="-30000" dirty="0"/>
              <a:t>-1</a:t>
            </a:r>
            <a:r>
              <a:rPr lang="en-US" altLang="zh-CN" sz="2800" b="1" dirty="0"/>
              <a:t>:	</a:t>
            </a:r>
            <a:r>
              <a:rPr lang="en-US" altLang="zh-CN" sz="2800" b="1" i="1" dirty="0"/>
              <a:t>S</a:t>
            </a:r>
            <a:r>
              <a:rPr lang="en-US" altLang="zh-CN" sz="2800" b="1" i="1" baseline="-30000" dirty="0"/>
              <a:t>n </a:t>
            </a:r>
            <a:r>
              <a:rPr lang="en-US" altLang="zh-CN" sz="2800" b="1" baseline="-30000" dirty="0"/>
              <a:t>-1</a:t>
            </a:r>
            <a:r>
              <a:rPr lang="zh-CN" altLang="en-US" sz="2800" dirty="0">
                <a:latin typeface="宋体" panose="02010600030101010101" pitchFamily="2" charset="-122"/>
              </a:rPr>
              <a:t>的代码		</a:t>
            </a:r>
            <a:r>
              <a:rPr lang="en-US" altLang="zh-CN" sz="2800" b="1" dirty="0"/>
              <a:t>| </a:t>
            </a:r>
            <a:r>
              <a:rPr lang="en-US" altLang="zh-CN" sz="2800" b="1" dirty="0">
                <a:solidFill>
                  <a:schemeClr val="accent1"/>
                </a:solidFill>
              </a:rPr>
              <a:t>next:</a:t>
            </a:r>
            <a:r>
              <a:rPr lang="en-US" altLang="zh-CN" sz="2800" dirty="0">
                <a:latin typeface="宋体" panose="02010600030101010101" pitchFamily="2" charset="-122"/>
              </a:rPr>
              <a:t>	</a:t>
            </a:r>
            <a:endParaRPr lang="en-US" altLang="zh-CN" sz="2800" b="1" dirty="0"/>
          </a:p>
          <a:p>
            <a:pPr algn="just">
              <a:spcBef>
                <a:spcPct val="0"/>
              </a:spcBef>
              <a:buFont typeface="Wingdings" panose="05000000000000000000" pitchFamily="2" charset="2"/>
              <a:buNone/>
            </a:pPr>
            <a:r>
              <a:rPr lang="en-US" altLang="zh-CN" sz="2800" b="1" dirty="0"/>
              <a:t>		</a:t>
            </a:r>
            <a:r>
              <a:rPr lang="en-US" altLang="zh-CN" sz="2800" b="1" dirty="0" err="1"/>
              <a:t>goto</a:t>
            </a:r>
            <a:r>
              <a:rPr lang="en-US" altLang="zh-CN" sz="2800" b="1" dirty="0"/>
              <a:t> </a:t>
            </a:r>
            <a:r>
              <a:rPr lang="en-US" altLang="zh-CN" sz="2800" b="1" dirty="0">
                <a:solidFill>
                  <a:schemeClr val="accent1"/>
                </a:solidFill>
              </a:rPr>
              <a:t>next</a:t>
            </a:r>
          </a:p>
          <a:p>
            <a:endParaRPr lang="en-US" altLang="zh-CN" sz="2800" dirty="0"/>
          </a:p>
        </p:txBody>
      </p:sp>
      <p:sp>
        <p:nvSpPr>
          <p:cNvPr id="2" name="矩形 1">
            <a:extLst>
              <a:ext uri="{FF2B5EF4-FFF2-40B4-BE49-F238E27FC236}">
                <a16:creationId xmlns:a16="http://schemas.microsoft.com/office/drawing/2014/main" id="{EC74C4E4-2EA4-4914-9663-41D9B2576610}"/>
              </a:ext>
            </a:extLst>
          </p:cNvPr>
          <p:cNvSpPr/>
          <p:nvPr/>
        </p:nvSpPr>
        <p:spPr>
          <a:xfrm>
            <a:off x="4243388" y="3038475"/>
            <a:ext cx="4081462" cy="26289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a:extLst>
              <a:ext uri="{FF2B5EF4-FFF2-40B4-BE49-F238E27FC236}">
                <a16:creationId xmlns:a16="http://schemas.microsoft.com/office/drawing/2014/main" id="{7EB357AF-18B3-593D-3763-AA7E3CB084A9}"/>
              </a:ext>
            </a:extLst>
          </p:cNvPr>
          <p:cNvSpPr>
            <a:spLocks noGrp="1"/>
          </p:cNvSpPr>
          <p:nvPr>
            <p:ph type="dt" sz="half" idx="10"/>
          </p:nvPr>
        </p:nvSpPr>
        <p:spPr/>
        <p:txBody>
          <a:bodyPr/>
          <a:lstStyle/>
          <a:p>
            <a:fld id="{792F298D-AFFA-4C31-805D-2DE9B8AB57D8}"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1BCB04F4-A5FB-9161-A7FF-B63479BDA99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5" name="灯片编号占位符 4">
            <a:extLst>
              <a:ext uri="{FF2B5EF4-FFF2-40B4-BE49-F238E27FC236}">
                <a16:creationId xmlns:a16="http://schemas.microsoft.com/office/drawing/2014/main" id="{E18382B9-5E88-22E7-690E-AD86EC9A2241}"/>
              </a:ext>
            </a:extLst>
          </p:cNvPr>
          <p:cNvSpPr>
            <a:spLocks noGrp="1"/>
          </p:cNvSpPr>
          <p:nvPr>
            <p:ph type="sldNum" sz="quarter" idx="12"/>
          </p:nvPr>
        </p:nvSpPr>
        <p:spPr/>
        <p:txBody>
          <a:bodyPr/>
          <a:lstStyle/>
          <a:p>
            <a:fld id="{094DEB03-EFC6-4C20-8FC8-295189A5386F}" type="slidenum">
              <a:rPr lang="zh-CN" altLang="en-US" smtClean="0"/>
              <a:pPr/>
              <a:t>49</a:t>
            </a:fld>
            <a:endParaRPr lang="zh-CN" altLang="en-US"/>
          </a:p>
        </p:txBody>
      </p:sp>
    </p:spTree>
    <p:extLst>
      <p:ext uri="{BB962C8B-B14F-4D97-AF65-F5344CB8AC3E}">
        <p14:creationId xmlns:p14="http://schemas.microsoft.com/office/powerpoint/2010/main" val="40064019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14958AC-99E3-40D7-B0D8-20F4C8DBBD26}"/>
              </a:ext>
            </a:extLst>
          </p:cNvPr>
          <p:cNvSpPr>
            <a:spLocks noGrp="1" noChangeArrowheads="1"/>
          </p:cNvSpPr>
          <p:nvPr>
            <p:ph type="title"/>
          </p:nvPr>
        </p:nvSpPr>
        <p:spPr/>
        <p:txBody>
          <a:bodyPr/>
          <a:lstStyle/>
          <a:p>
            <a:r>
              <a:rPr lang="en-US" altLang="zh-CN" dirty="0"/>
              <a:t>7.4.4 </a:t>
            </a:r>
            <a:r>
              <a:rPr lang="zh-CN" altLang="en-US" dirty="0"/>
              <a:t>开关语句的翻译</a:t>
            </a:r>
          </a:p>
        </p:txBody>
      </p:sp>
      <p:sp>
        <p:nvSpPr>
          <p:cNvPr id="49155" name="Rectangle 3">
            <a:extLst>
              <a:ext uri="{FF2B5EF4-FFF2-40B4-BE49-F238E27FC236}">
                <a16:creationId xmlns:a16="http://schemas.microsoft.com/office/drawing/2014/main" id="{46D18DC7-C5D0-46DF-BCDE-C69F94A165CF}"/>
              </a:ext>
            </a:extLst>
          </p:cNvPr>
          <p:cNvSpPr>
            <a:spLocks noGrp="1" noChangeArrowheads="1"/>
          </p:cNvSpPr>
          <p:nvPr>
            <p:ph idx="1"/>
          </p:nvPr>
        </p:nvSpPr>
        <p:spPr/>
        <p:txBody>
          <a:bodyPr/>
          <a:lstStyle/>
          <a:p>
            <a:r>
              <a:rPr lang="zh-CN" altLang="en-US" dirty="0"/>
              <a:t>开关语句翻译方法：</a:t>
            </a:r>
          </a:p>
          <a:p>
            <a:pPr lvl="1"/>
            <a:r>
              <a:rPr lang="zh-CN" altLang="en-US" dirty="0"/>
              <a:t>遇</a:t>
            </a:r>
            <a:r>
              <a:rPr lang="en-US" altLang="zh-CN" b="1" dirty="0"/>
              <a:t>switch</a:t>
            </a:r>
            <a:r>
              <a:rPr lang="zh-CN" altLang="en-US" dirty="0"/>
              <a:t>产生标号</a:t>
            </a:r>
            <a:r>
              <a:rPr lang="en-US" altLang="zh-CN" b="1" i="1" dirty="0"/>
              <a:t>test</a:t>
            </a:r>
            <a:r>
              <a:rPr lang="zh-CN" altLang="en-US" dirty="0"/>
              <a:t>，</a:t>
            </a:r>
            <a:r>
              <a:rPr lang="en-US" altLang="zh-CN" b="1" i="1" dirty="0"/>
              <a:t>next</a:t>
            </a:r>
            <a:r>
              <a:rPr lang="zh-CN" altLang="en-US" dirty="0"/>
              <a:t>及临时变量</a:t>
            </a:r>
            <a:r>
              <a:rPr lang="en-US" altLang="zh-CN" b="1" i="1" dirty="0"/>
              <a:t>t</a:t>
            </a:r>
            <a:r>
              <a:rPr lang="zh-CN" altLang="en-US" dirty="0"/>
              <a:t>。</a:t>
            </a:r>
          </a:p>
          <a:p>
            <a:pPr lvl="1"/>
            <a:r>
              <a:rPr lang="zh-CN" altLang="en-US" dirty="0"/>
              <a:t>产生计算</a:t>
            </a:r>
            <a:r>
              <a:rPr lang="en-US" altLang="zh-CN" b="1" i="1" dirty="0"/>
              <a:t>E</a:t>
            </a:r>
            <a:r>
              <a:rPr lang="zh-CN" altLang="en-US" dirty="0"/>
              <a:t>到</a:t>
            </a:r>
            <a:r>
              <a:rPr lang="en-US" altLang="zh-CN" b="1" i="1" dirty="0"/>
              <a:t>t</a:t>
            </a:r>
            <a:r>
              <a:rPr lang="zh-CN" altLang="en-US" dirty="0"/>
              <a:t>的代码，并产生“</a:t>
            </a:r>
            <a:r>
              <a:rPr lang="en-US" altLang="zh-CN" b="1" dirty="0" err="1"/>
              <a:t>goto</a:t>
            </a:r>
            <a:r>
              <a:rPr lang="en-US" altLang="zh-CN" b="1" dirty="0"/>
              <a:t> </a:t>
            </a:r>
            <a:r>
              <a:rPr lang="en-US" altLang="zh-CN" b="1" i="1" dirty="0"/>
              <a:t>test</a:t>
            </a:r>
            <a:r>
              <a:rPr lang="en-US" altLang="zh-CN" dirty="0"/>
              <a:t>”</a:t>
            </a:r>
            <a:r>
              <a:rPr lang="zh-CN" altLang="en-US" dirty="0"/>
              <a:t>。</a:t>
            </a:r>
          </a:p>
          <a:p>
            <a:pPr lvl="1"/>
            <a:r>
              <a:rPr lang="zh-CN" altLang="en-US" dirty="0"/>
              <a:t>为每个</a:t>
            </a:r>
            <a:r>
              <a:rPr lang="en-US" altLang="zh-CN" b="1" dirty="0"/>
              <a:t>case</a:t>
            </a:r>
            <a:r>
              <a:rPr lang="zh-CN" altLang="en-US" dirty="0"/>
              <a:t>产生新建标号</a:t>
            </a:r>
            <a:r>
              <a:rPr lang="en-US" altLang="zh-CN" b="1" i="1" dirty="0"/>
              <a:t>L</a:t>
            </a:r>
            <a:r>
              <a:rPr lang="en-US" altLang="zh-CN" b="1" i="1" baseline="-25000" dirty="0"/>
              <a:t>i</a:t>
            </a:r>
            <a:r>
              <a:rPr lang="zh-CN" altLang="en-US" dirty="0"/>
              <a:t>，后跟</a:t>
            </a:r>
            <a:r>
              <a:rPr lang="en-US" altLang="zh-CN" b="1" i="1" dirty="0"/>
              <a:t>S</a:t>
            </a:r>
            <a:r>
              <a:rPr lang="en-US" altLang="zh-CN" b="1" i="1" baseline="-25000" dirty="0"/>
              <a:t>i</a:t>
            </a:r>
            <a:r>
              <a:rPr lang="zh-CN" altLang="en-US" dirty="0"/>
              <a:t>代码及</a:t>
            </a:r>
            <a:r>
              <a:rPr lang="en-US" altLang="zh-CN" b="1" dirty="0" err="1"/>
              <a:t>goto</a:t>
            </a:r>
            <a:r>
              <a:rPr lang="en-US" altLang="zh-CN" b="1" dirty="0"/>
              <a:t> </a:t>
            </a:r>
            <a:r>
              <a:rPr lang="en-US" altLang="zh-CN" b="1" i="1" dirty="0"/>
              <a:t>next</a:t>
            </a:r>
            <a:r>
              <a:rPr lang="zh-CN" altLang="en-US" dirty="0"/>
              <a:t>；将</a:t>
            </a:r>
            <a:r>
              <a:rPr lang="en-US" altLang="zh-CN" b="1" i="1" dirty="0"/>
              <a:t>L</a:t>
            </a:r>
            <a:r>
              <a:rPr lang="en-US" altLang="zh-CN" b="1" i="1" baseline="-25000" dirty="0"/>
              <a:t>i</a:t>
            </a:r>
            <a:r>
              <a:rPr lang="zh-CN" altLang="en-US" dirty="0"/>
              <a:t>加入符号表，并将</a:t>
            </a:r>
            <a:r>
              <a:rPr lang="en-US" altLang="zh-CN" b="1" i="1" dirty="0"/>
              <a:t>L</a:t>
            </a:r>
            <a:r>
              <a:rPr lang="en-US" altLang="zh-CN" b="1" i="1" baseline="-25000" dirty="0"/>
              <a:t>i</a:t>
            </a:r>
            <a:r>
              <a:rPr lang="zh-CN" altLang="en-US" dirty="0"/>
              <a:t>和</a:t>
            </a:r>
            <a:r>
              <a:rPr lang="en-US" altLang="zh-CN" b="1" i="1" dirty="0"/>
              <a:t>V</a:t>
            </a:r>
            <a:r>
              <a:rPr lang="en-US" altLang="zh-CN" b="1" i="1" baseline="-25000" dirty="0"/>
              <a:t>i</a:t>
            </a:r>
            <a:r>
              <a:rPr lang="zh-CN" altLang="en-US" dirty="0"/>
              <a:t>放入专用队列</a:t>
            </a:r>
          </a:p>
          <a:p>
            <a:pPr lvl="1"/>
            <a:r>
              <a:rPr lang="zh-CN" altLang="en-US" dirty="0"/>
              <a:t>遇</a:t>
            </a:r>
            <a:r>
              <a:rPr lang="en-US" altLang="zh-CN" b="1" dirty="0"/>
              <a:t>end</a:t>
            </a:r>
            <a:r>
              <a:rPr lang="zh-CN" altLang="en-US" dirty="0"/>
              <a:t>时根据队列中的信息产生分支测试指令序列。</a:t>
            </a:r>
          </a:p>
        </p:txBody>
      </p:sp>
      <p:sp>
        <p:nvSpPr>
          <p:cNvPr id="2" name="日期占位符 1">
            <a:extLst>
              <a:ext uri="{FF2B5EF4-FFF2-40B4-BE49-F238E27FC236}">
                <a16:creationId xmlns:a16="http://schemas.microsoft.com/office/drawing/2014/main" id="{FCD2695B-A041-931C-5D9A-0A5D887CD733}"/>
              </a:ext>
            </a:extLst>
          </p:cNvPr>
          <p:cNvSpPr>
            <a:spLocks noGrp="1"/>
          </p:cNvSpPr>
          <p:nvPr>
            <p:ph type="dt" sz="half" idx="10"/>
          </p:nvPr>
        </p:nvSpPr>
        <p:spPr/>
        <p:txBody>
          <a:bodyPr/>
          <a:lstStyle/>
          <a:p>
            <a:fld id="{12C3728E-152A-41AD-BE50-BFB0407F76E7}"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35C0AECC-DC6F-BF35-57C5-6E5BFE5D94D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B121D6BA-A97A-162E-44BF-182C1D22EB62}"/>
              </a:ext>
            </a:extLst>
          </p:cNvPr>
          <p:cNvSpPr>
            <a:spLocks noGrp="1"/>
          </p:cNvSpPr>
          <p:nvPr>
            <p:ph type="sldNum" sz="quarter" idx="12"/>
          </p:nvPr>
        </p:nvSpPr>
        <p:spPr/>
        <p:txBody>
          <a:bodyPr/>
          <a:lstStyle/>
          <a:p>
            <a:fld id="{094DEB03-EFC6-4C20-8FC8-295189A5386F}" type="slidenum">
              <a:rPr lang="zh-CN" altLang="en-US" smtClean="0"/>
              <a:pPr/>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7489050-63D7-4336-9FCB-F414F696C0B5}"/>
              </a:ext>
            </a:extLst>
          </p:cNvPr>
          <p:cNvSpPr>
            <a:spLocks noGrp="1" noChangeArrowheads="1"/>
          </p:cNvSpPr>
          <p:nvPr>
            <p:ph type="title"/>
          </p:nvPr>
        </p:nvSpPr>
        <p:spPr/>
        <p:txBody>
          <a:bodyPr/>
          <a:lstStyle/>
          <a:p>
            <a:r>
              <a:rPr lang="en-US" altLang="zh-CN"/>
              <a:t>7.4.5 </a:t>
            </a:r>
            <a:r>
              <a:rPr lang="zh-CN" altLang="en-US"/>
              <a:t>过程调用的翻译</a:t>
            </a:r>
          </a:p>
        </p:txBody>
      </p:sp>
      <p:sp>
        <p:nvSpPr>
          <p:cNvPr id="50179" name="Rectangle 3">
            <a:extLst>
              <a:ext uri="{FF2B5EF4-FFF2-40B4-BE49-F238E27FC236}">
                <a16:creationId xmlns:a16="http://schemas.microsoft.com/office/drawing/2014/main" id="{AF3E64A7-1C4D-4A1A-A86E-6632E21C31D1}"/>
              </a:ext>
            </a:extLst>
          </p:cNvPr>
          <p:cNvSpPr>
            <a:spLocks noGrp="1" noChangeArrowheads="1"/>
          </p:cNvSpPr>
          <p:nvPr>
            <p:ph idx="1"/>
          </p:nvPr>
        </p:nvSpPr>
        <p:spPr/>
        <p:txBody>
          <a:bodyPr/>
          <a:lstStyle/>
          <a:p>
            <a:pPr algn="just">
              <a:spcBef>
                <a:spcPct val="0"/>
              </a:spcBef>
              <a:buFont typeface="Wingdings" panose="05000000000000000000" pitchFamily="2" charset="2"/>
              <a:buNone/>
            </a:pPr>
            <a:r>
              <a:rPr lang="zh-CN" altLang="en-US" dirty="0"/>
              <a:t>文法：</a:t>
            </a:r>
            <a:endParaRPr lang="en-US" altLang="zh-CN" dirty="0"/>
          </a:p>
          <a:p>
            <a:pPr algn="just">
              <a:spcBef>
                <a:spcPct val="0"/>
              </a:spcBef>
              <a:buFont typeface="Wingdings" panose="05000000000000000000" pitchFamily="2" charset="2"/>
              <a:buNone/>
            </a:pPr>
            <a:r>
              <a:rPr lang="en-US" altLang="zh-CN" b="1" i="1" dirty="0"/>
              <a:t>S </a:t>
            </a:r>
            <a:r>
              <a:rPr lang="en-US" altLang="zh-CN" b="1" dirty="0">
                <a:sym typeface="Symbol" panose="05050102010706020507" pitchFamily="18" charset="2"/>
              </a:rPr>
              <a:t></a:t>
            </a:r>
            <a:r>
              <a:rPr lang="en-US" altLang="zh-CN" b="1" dirty="0"/>
              <a:t> call id (</a:t>
            </a:r>
            <a:r>
              <a:rPr lang="en-US" altLang="zh-CN" b="1" i="1" dirty="0" err="1"/>
              <a:t>Elist</a:t>
            </a:r>
            <a:r>
              <a:rPr lang="en-US" altLang="zh-CN" b="1" dirty="0"/>
              <a:t>)</a:t>
            </a:r>
          </a:p>
          <a:p>
            <a:pPr algn="just">
              <a:spcBef>
                <a:spcPct val="0"/>
              </a:spcBef>
              <a:buFont typeface="Wingdings" panose="05000000000000000000" pitchFamily="2" charset="2"/>
              <a:buNone/>
            </a:pPr>
            <a:r>
              <a:rPr lang="en-US" altLang="zh-CN" b="1" i="1" dirty="0" err="1"/>
              <a:t>Elist</a:t>
            </a:r>
            <a:r>
              <a:rPr lang="en-US" altLang="zh-CN" b="1" i="1" dirty="0"/>
              <a:t> </a:t>
            </a:r>
            <a:r>
              <a:rPr lang="en-US" altLang="zh-CN" b="1" dirty="0">
                <a:sym typeface="Symbol" panose="05050102010706020507" pitchFamily="18" charset="2"/>
              </a:rPr>
              <a:t></a:t>
            </a:r>
            <a:r>
              <a:rPr lang="en-US" altLang="zh-CN" b="1" dirty="0"/>
              <a:t> </a:t>
            </a:r>
            <a:r>
              <a:rPr lang="en-US" altLang="zh-CN" b="1" i="1" dirty="0" err="1"/>
              <a:t>Elist</a:t>
            </a:r>
            <a:r>
              <a:rPr lang="en-US" altLang="zh-CN" b="1" dirty="0"/>
              <a:t>, </a:t>
            </a:r>
            <a:r>
              <a:rPr lang="en-US" altLang="zh-CN" b="1" i="1" dirty="0"/>
              <a:t>E</a:t>
            </a:r>
            <a:endParaRPr lang="en-US" altLang="zh-CN" b="1" dirty="0"/>
          </a:p>
          <a:p>
            <a:pPr algn="just">
              <a:spcBef>
                <a:spcPct val="0"/>
              </a:spcBef>
              <a:buFont typeface="Wingdings" panose="05000000000000000000" pitchFamily="2" charset="2"/>
              <a:buNone/>
            </a:pPr>
            <a:r>
              <a:rPr lang="en-US" altLang="zh-CN" b="1" i="1" dirty="0" err="1"/>
              <a:t>Elist</a:t>
            </a:r>
            <a:r>
              <a:rPr lang="en-US" altLang="zh-CN" b="1" i="1" dirty="0"/>
              <a:t> </a:t>
            </a:r>
            <a:r>
              <a:rPr lang="en-US" altLang="zh-CN" b="1" dirty="0">
                <a:sym typeface="Symbol" panose="05050102010706020507" pitchFamily="18" charset="2"/>
              </a:rPr>
              <a:t></a:t>
            </a:r>
            <a:r>
              <a:rPr lang="en-US" altLang="zh-CN" b="1" dirty="0"/>
              <a:t> </a:t>
            </a:r>
            <a:r>
              <a:rPr lang="en-US" altLang="zh-CN" b="1" i="1" dirty="0"/>
              <a:t>E</a:t>
            </a:r>
            <a:endParaRPr lang="en-US" altLang="zh-CN" b="1" dirty="0"/>
          </a:p>
          <a:p>
            <a:endParaRPr lang="en-US" altLang="zh-CN" dirty="0"/>
          </a:p>
        </p:txBody>
      </p:sp>
      <p:sp>
        <p:nvSpPr>
          <p:cNvPr id="2" name="日期占位符 1">
            <a:extLst>
              <a:ext uri="{FF2B5EF4-FFF2-40B4-BE49-F238E27FC236}">
                <a16:creationId xmlns:a16="http://schemas.microsoft.com/office/drawing/2014/main" id="{9B72EFF5-FB0B-AB75-6598-AE28F3C71A63}"/>
              </a:ext>
            </a:extLst>
          </p:cNvPr>
          <p:cNvSpPr>
            <a:spLocks noGrp="1"/>
          </p:cNvSpPr>
          <p:nvPr>
            <p:ph type="dt" sz="half" idx="10"/>
          </p:nvPr>
        </p:nvSpPr>
        <p:spPr/>
        <p:txBody>
          <a:bodyPr/>
          <a:lstStyle/>
          <a:p>
            <a:fld id="{C432F07C-5C07-4BE8-8971-8C4C5B576252}"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3938E46F-C437-E941-6264-F769FFC710F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98662744-07B3-BEF1-9E92-EB3A27CDFDC5}"/>
              </a:ext>
            </a:extLst>
          </p:cNvPr>
          <p:cNvSpPr>
            <a:spLocks noGrp="1"/>
          </p:cNvSpPr>
          <p:nvPr>
            <p:ph type="sldNum" sz="quarter" idx="12"/>
          </p:nvPr>
        </p:nvSpPr>
        <p:spPr/>
        <p:txBody>
          <a:bodyPr/>
          <a:lstStyle/>
          <a:p>
            <a:fld id="{094DEB03-EFC6-4C20-8FC8-295189A5386F}" type="slidenum">
              <a:rPr lang="zh-CN" altLang="en-US" smtClean="0"/>
              <a:pPr/>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0264382-2E22-47F6-A7A3-C9472817C91C}"/>
              </a:ext>
            </a:extLst>
          </p:cNvPr>
          <p:cNvSpPr>
            <a:spLocks noGrp="1" noChangeArrowheads="1"/>
          </p:cNvSpPr>
          <p:nvPr>
            <p:ph type="title"/>
          </p:nvPr>
        </p:nvSpPr>
        <p:spPr/>
        <p:txBody>
          <a:bodyPr/>
          <a:lstStyle/>
          <a:p>
            <a:r>
              <a:rPr lang="en-US" altLang="zh-CN" dirty="0"/>
              <a:t>7.4.5 </a:t>
            </a:r>
            <a:r>
              <a:rPr lang="zh-CN" altLang="en-US" dirty="0"/>
              <a:t>过程调用的翻译</a:t>
            </a:r>
          </a:p>
        </p:txBody>
      </p:sp>
      <p:sp>
        <p:nvSpPr>
          <p:cNvPr id="51203" name="Rectangle 3">
            <a:extLst>
              <a:ext uri="{FF2B5EF4-FFF2-40B4-BE49-F238E27FC236}">
                <a16:creationId xmlns:a16="http://schemas.microsoft.com/office/drawing/2014/main" id="{5833C4D9-C77C-47E1-8D21-B5B133B18A70}"/>
              </a:ext>
            </a:extLst>
          </p:cNvPr>
          <p:cNvSpPr>
            <a:spLocks noGrp="1" noChangeArrowheads="1"/>
          </p:cNvSpPr>
          <p:nvPr>
            <p:ph idx="1"/>
          </p:nvPr>
        </p:nvSpPr>
        <p:spPr/>
        <p:txBody>
          <a:bodyPr/>
          <a:lstStyle/>
          <a:p>
            <a:pPr algn="just">
              <a:spcBef>
                <a:spcPct val="0"/>
              </a:spcBef>
              <a:buFont typeface="Wingdings" panose="05000000000000000000" pitchFamily="2" charset="2"/>
              <a:buNone/>
            </a:pPr>
            <a:r>
              <a:rPr lang="zh-CN" altLang="en-US" sz="2800" dirty="0">
                <a:latin typeface="宋体" panose="02010600030101010101" pitchFamily="2" charset="-122"/>
              </a:rPr>
              <a:t>过程调用</a:t>
            </a:r>
            <a:r>
              <a:rPr lang="en-US" altLang="zh-CN" sz="2800" b="1" dirty="0"/>
              <a:t>id(</a:t>
            </a:r>
            <a:r>
              <a:rPr lang="en-US" altLang="zh-CN" sz="2800" b="1" i="1" dirty="0"/>
              <a:t>E</a:t>
            </a:r>
            <a:r>
              <a:rPr lang="en-US" altLang="zh-CN" sz="2800" b="1" baseline="-30000" dirty="0"/>
              <a:t>1</a:t>
            </a:r>
            <a:r>
              <a:rPr lang="en-US" altLang="zh-CN" sz="2800" b="1" dirty="0"/>
              <a:t>, </a:t>
            </a:r>
            <a:r>
              <a:rPr lang="en-US" altLang="zh-CN" sz="2800" b="1" i="1" dirty="0"/>
              <a:t>E</a:t>
            </a:r>
            <a:r>
              <a:rPr lang="en-US" altLang="zh-CN" sz="2800" b="1" baseline="-30000" dirty="0"/>
              <a:t>2</a:t>
            </a:r>
            <a:r>
              <a:rPr lang="en-US" altLang="zh-CN" sz="2800" b="1" dirty="0"/>
              <a:t>, …, </a:t>
            </a:r>
            <a:r>
              <a:rPr lang="en-US" altLang="zh-CN" sz="2800" b="1" i="1" dirty="0" err="1"/>
              <a:t>E</a:t>
            </a:r>
            <a:r>
              <a:rPr lang="en-US" altLang="zh-CN" sz="2800" b="1" i="1" baseline="-30000" dirty="0" err="1"/>
              <a:t>n</a:t>
            </a:r>
            <a:r>
              <a:rPr lang="en-US" altLang="zh-CN" sz="2800" b="1" dirty="0"/>
              <a:t>)</a:t>
            </a:r>
            <a:r>
              <a:rPr lang="zh-CN" altLang="en-US" sz="2800" dirty="0">
                <a:latin typeface="宋体" panose="02010600030101010101" pitchFamily="2" charset="-122"/>
              </a:rPr>
              <a:t>的中间代码结构</a:t>
            </a:r>
            <a:endParaRPr lang="zh-CN" altLang="en-US" sz="2800" dirty="0"/>
          </a:p>
          <a:p>
            <a:pPr algn="just">
              <a:spcBef>
                <a:spcPct val="0"/>
              </a:spcBef>
              <a:buFont typeface="Wingdings" panose="05000000000000000000" pitchFamily="2" charset="2"/>
              <a:buNone/>
            </a:pPr>
            <a:r>
              <a:rPr lang="en-US" altLang="zh-CN" sz="2800" b="1" i="1" dirty="0"/>
              <a:t>E</a:t>
            </a:r>
            <a:r>
              <a:rPr lang="en-US" altLang="zh-CN" sz="2800" b="1" baseline="-30000" dirty="0"/>
              <a:t>1</a:t>
            </a:r>
            <a:r>
              <a:rPr lang="en-US" altLang="zh-CN" sz="2800" b="1" dirty="0"/>
              <a:t>.</a:t>
            </a:r>
            <a:r>
              <a:rPr lang="en-US" altLang="zh-CN" sz="2800" b="1" i="1" dirty="0"/>
              <a:t>place </a:t>
            </a:r>
            <a:r>
              <a:rPr lang="en-US" altLang="zh-CN" sz="2800" b="1" dirty="0"/>
              <a:t>= </a:t>
            </a:r>
            <a:r>
              <a:rPr lang="en-US" altLang="zh-CN" sz="2800" b="1" i="1" dirty="0"/>
              <a:t>E</a:t>
            </a:r>
            <a:r>
              <a:rPr lang="en-US" altLang="zh-CN" sz="2800" b="1" baseline="-30000" dirty="0"/>
              <a:t>1</a:t>
            </a:r>
            <a:r>
              <a:rPr lang="zh-CN" altLang="en-US" sz="2800" dirty="0"/>
              <a:t>的代码</a:t>
            </a:r>
          </a:p>
          <a:p>
            <a:pPr algn="just">
              <a:spcBef>
                <a:spcPct val="0"/>
              </a:spcBef>
              <a:buFont typeface="Wingdings" panose="05000000000000000000" pitchFamily="2" charset="2"/>
              <a:buNone/>
            </a:pPr>
            <a:r>
              <a:rPr lang="en-US" altLang="zh-CN" sz="2800" b="1" i="1" dirty="0"/>
              <a:t>E</a:t>
            </a:r>
            <a:r>
              <a:rPr lang="en-US" altLang="zh-CN" sz="2800" b="1" baseline="-30000" dirty="0"/>
              <a:t>2</a:t>
            </a:r>
            <a:r>
              <a:rPr lang="en-US" altLang="zh-CN" sz="2800" b="1" dirty="0"/>
              <a:t>.</a:t>
            </a:r>
            <a:r>
              <a:rPr lang="en-US" altLang="zh-CN" sz="2800" b="1" i="1" dirty="0"/>
              <a:t>place </a:t>
            </a:r>
            <a:r>
              <a:rPr lang="en-US" altLang="zh-CN" sz="2800" b="1" dirty="0"/>
              <a:t>= </a:t>
            </a:r>
            <a:r>
              <a:rPr lang="en-US" altLang="zh-CN" sz="2800" b="1" i="1" dirty="0"/>
              <a:t>E</a:t>
            </a:r>
            <a:r>
              <a:rPr lang="en-US" altLang="zh-CN" sz="2800" b="1" baseline="-30000" dirty="0"/>
              <a:t>2</a:t>
            </a:r>
            <a:r>
              <a:rPr lang="zh-CN" altLang="en-US" sz="2800" dirty="0"/>
              <a:t>的代码</a:t>
            </a:r>
          </a:p>
          <a:p>
            <a:pPr algn="just">
              <a:spcBef>
                <a:spcPct val="0"/>
              </a:spcBef>
              <a:buFont typeface="Wingdings" panose="05000000000000000000" pitchFamily="2" charset="2"/>
              <a:buNone/>
            </a:pPr>
            <a:r>
              <a:rPr lang="zh-CN" altLang="en-US" sz="2800" b="1" dirty="0"/>
              <a:t>	</a:t>
            </a:r>
            <a:r>
              <a:rPr lang="en-US" altLang="zh-CN" sz="2800" b="1" dirty="0"/>
              <a:t>. . .</a:t>
            </a:r>
          </a:p>
          <a:p>
            <a:pPr algn="just">
              <a:spcBef>
                <a:spcPct val="0"/>
              </a:spcBef>
              <a:buFont typeface="Wingdings" panose="05000000000000000000" pitchFamily="2" charset="2"/>
              <a:buNone/>
            </a:pPr>
            <a:r>
              <a:rPr lang="en-US" altLang="zh-CN" sz="2800" b="1" i="1" dirty="0" err="1"/>
              <a:t>E</a:t>
            </a:r>
            <a:r>
              <a:rPr lang="en-US" altLang="zh-CN" sz="2800" b="1" i="1" baseline="-30000" dirty="0" err="1"/>
              <a:t>n</a:t>
            </a:r>
            <a:r>
              <a:rPr lang="en-US" altLang="zh-CN" sz="2800" b="1" dirty="0" err="1"/>
              <a:t>.</a:t>
            </a:r>
            <a:r>
              <a:rPr lang="en-US" altLang="zh-CN" sz="2800" b="1" i="1" dirty="0" err="1"/>
              <a:t>place</a:t>
            </a:r>
            <a:r>
              <a:rPr lang="en-US" altLang="zh-CN" sz="2800" b="1" i="1" dirty="0"/>
              <a:t> </a:t>
            </a:r>
            <a:r>
              <a:rPr lang="en-US" altLang="zh-CN" sz="2800" b="1" dirty="0"/>
              <a:t>= </a:t>
            </a:r>
            <a:r>
              <a:rPr lang="en-US" altLang="zh-CN" sz="2800" b="1" i="1" dirty="0" err="1"/>
              <a:t>E</a:t>
            </a:r>
            <a:r>
              <a:rPr lang="en-US" altLang="zh-CN" sz="2800" b="1" i="1" baseline="-30000" dirty="0" err="1"/>
              <a:t>n</a:t>
            </a:r>
            <a:r>
              <a:rPr lang="zh-CN" altLang="en-US" sz="2800" dirty="0"/>
              <a:t>的代码</a:t>
            </a:r>
          </a:p>
          <a:p>
            <a:pPr algn="just">
              <a:spcBef>
                <a:spcPct val="0"/>
              </a:spcBef>
              <a:buFont typeface="Wingdings" panose="05000000000000000000" pitchFamily="2" charset="2"/>
              <a:buNone/>
            </a:pPr>
            <a:r>
              <a:rPr lang="en-US" altLang="zh-CN" sz="2800" b="1" dirty="0"/>
              <a:t>param </a:t>
            </a:r>
            <a:r>
              <a:rPr lang="en-US" altLang="zh-CN" sz="2800" b="1" i="1" dirty="0"/>
              <a:t>E</a:t>
            </a:r>
            <a:r>
              <a:rPr lang="en-US" altLang="zh-CN" sz="2800" b="1" baseline="-30000" dirty="0"/>
              <a:t>1</a:t>
            </a:r>
            <a:r>
              <a:rPr lang="en-US" altLang="zh-CN" sz="2800" b="1" dirty="0"/>
              <a:t>.</a:t>
            </a:r>
            <a:r>
              <a:rPr lang="en-US" altLang="zh-CN" sz="2800" b="1" i="1" dirty="0"/>
              <a:t>place</a:t>
            </a:r>
            <a:endParaRPr lang="en-US" altLang="zh-CN" sz="2800" b="1" dirty="0"/>
          </a:p>
          <a:p>
            <a:pPr algn="just">
              <a:spcBef>
                <a:spcPct val="0"/>
              </a:spcBef>
              <a:buFont typeface="Wingdings" panose="05000000000000000000" pitchFamily="2" charset="2"/>
              <a:buNone/>
            </a:pPr>
            <a:r>
              <a:rPr lang="en-US" altLang="zh-CN" sz="2800" b="1" dirty="0"/>
              <a:t>param </a:t>
            </a:r>
            <a:r>
              <a:rPr lang="en-US" altLang="zh-CN" sz="2800" b="1" i="1" dirty="0"/>
              <a:t>E</a:t>
            </a:r>
            <a:r>
              <a:rPr lang="en-US" altLang="zh-CN" sz="2800" b="1" baseline="-30000" dirty="0"/>
              <a:t>2</a:t>
            </a:r>
            <a:r>
              <a:rPr lang="en-US" altLang="zh-CN" sz="2800" b="1" dirty="0"/>
              <a:t>.</a:t>
            </a:r>
            <a:r>
              <a:rPr lang="en-US" altLang="zh-CN" sz="2800" b="1" i="1" dirty="0"/>
              <a:t>place</a:t>
            </a:r>
            <a:endParaRPr lang="en-US" altLang="zh-CN" sz="2800" b="1" dirty="0"/>
          </a:p>
          <a:p>
            <a:pPr algn="just">
              <a:spcBef>
                <a:spcPct val="0"/>
              </a:spcBef>
              <a:buFont typeface="Wingdings" panose="05000000000000000000" pitchFamily="2" charset="2"/>
              <a:buNone/>
            </a:pPr>
            <a:r>
              <a:rPr lang="en-US" altLang="zh-CN" sz="2800" b="1" dirty="0"/>
              <a:t>	. . .</a:t>
            </a:r>
          </a:p>
          <a:p>
            <a:pPr algn="just">
              <a:spcBef>
                <a:spcPct val="0"/>
              </a:spcBef>
              <a:buFont typeface="Wingdings" panose="05000000000000000000" pitchFamily="2" charset="2"/>
              <a:buNone/>
            </a:pPr>
            <a:r>
              <a:rPr lang="en-US" altLang="zh-CN" sz="2800" b="1" dirty="0"/>
              <a:t>param </a:t>
            </a:r>
            <a:r>
              <a:rPr lang="en-US" altLang="zh-CN" sz="2800" b="1" i="1" dirty="0" err="1"/>
              <a:t>E</a:t>
            </a:r>
            <a:r>
              <a:rPr lang="en-US" altLang="zh-CN" sz="2800" b="1" i="1" baseline="-30000" dirty="0" err="1"/>
              <a:t>n</a:t>
            </a:r>
            <a:r>
              <a:rPr lang="en-US" altLang="zh-CN" sz="2800" b="1" dirty="0" err="1"/>
              <a:t>.</a:t>
            </a:r>
            <a:r>
              <a:rPr lang="en-US" altLang="zh-CN" sz="2800" b="1" i="1" dirty="0" err="1"/>
              <a:t>place</a:t>
            </a:r>
            <a:endParaRPr lang="en-US" altLang="zh-CN" sz="2800" b="1" dirty="0"/>
          </a:p>
          <a:p>
            <a:pPr algn="just">
              <a:spcBef>
                <a:spcPct val="0"/>
              </a:spcBef>
              <a:buFont typeface="Wingdings" panose="05000000000000000000" pitchFamily="2" charset="2"/>
              <a:buNone/>
            </a:pPr>
            <a:r>
              <a:rPr lang="en-US" altLang="zh-CN" sz="2800" b="1" dirty="0"/>
              <a:t>call </a:t>
            </a:r>
            <a:r>
              <a:rPr lang="en-US" altLang="zh-CN" sz="2800" b="1" dirty="0" err="1"/>
              <a:t>id.</a:t>
            </a:r>
            <a:r>
              <a:rPr lang="en-US" altLang="zh-CN" sz="2800" b="1" i="1" dirty="0" err="1"/>
              <a:t>place</a:t>
            </a:r>
            <a:r>
              <a:rPr lang="en-US" altLang="zh-CN" sz="2800" b="1" dirty="0"/>
              <a:t>, </a:t>
            </a:r>
            <a:r>
              <a:rPr lang="en-US" altLang="zh-CN" sz="2800" b="1" i="1" dirty="0"/>
              <a:t>n</a:t>
            </a:r>
            <a:endParaRPr lang="en-US" altLang="zh-CN" sz="2800" b="1" dirty="0"/>
          </a:p>
          <a:p>
            <a:endParaRPr lang="en-US" altLang="zh-CN" sz="2800" dirty="0"/>
          </a:p>
        </p:txBody>
      </p:sp>
      <p:sp>
        <p:nvSpPr>
          <p:cNvPr id="51204" name="Text Box 4">
            <a:extLst>
              <a:ext uri="{FF2B5EF4-FFF2-40B4-BE49-F238E27FC236}">
                <a16:creationId xmlns:a16="http://schemas.microsoft.com/office/drawing/2014/main" id="{E32C9462-FA20-44C9-9B8D-00D723934286}"/>
              </a:ext>
            </a:extLst>
          </p:cNvPr>
          <p:cNvSpPr txBox="1">
            <a:spLocks noChangeArrowheads="1"/>
          </p:cNvSpPr>
          <p:nvPr/>
        </p:nvSpPr>
        <p:spPr bwMode="auto">
          <a:xfrm>
            <a:off x="4748866" y="3717131"/>
            <a:ext cx="2703513"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b="1" dirty="0">
                <a:solidFill>
                  <a:srgbClr val="FF0000"/>
                </a:solidFill>
              </a:rPr>
              <a:t>param</a:t>
            </a:r>
            <a:r>
              <a:rPr lang="en-US" altLang="zh-CN" sz="2800" dirty="0">
                <a:solidFill>
                  <a:srgbClr val="FF0000"/>
                </a:solidFill>
              </a:rPr>
              <a:t> </a:t>
            </a:r>
            <a:r>
              <a:rPr lang="zh-CN" altLang="en-US" sz="2800" b="0" dirty="0">
                <a:solidFill>
                  <a:srgbClr val="FF0000"/>
                </a:solidFill>
              </a:rPr>
              <a:t>指令用于</a:t>
            </a:r>
          </a:p>
          <a:p>
            <a:pPr algn="just" eaLnBrk="1" hangingPunct="1">
              <a:buFont typeface="Wingdings" panose="05000000000000000000" pitchFamily="2" charset="2"/>
              <a:buNone/>
            </a:pPr>
            <a:r>
              <a:rPr lang="zh-CN" altLang="en-US" sz="2800" b="0" dirty="0">
                <a:solidFill>
                  <a:srgbClr val="FF0000"/>
                </a:solidFill>
              </a:rPr>
              <a:t>指示实在参数</a:t>
            </a:r>
          </a:p>
        </p:txBody>
      </p:sp>
      <p:sp>
        <p:nvSpPr>
          <p:cNvPr id="2" name="日期占位符 1">
            <a:extLst>
              <a:ext uri="{FF2B5EF4-FFF2-40B4-BE49-F238E27FC236}">
                <a16:creationId xmlns:a16="http://schemas.microsoft.com/office/drawing/2014/main" id="{CA70ACC0-C1F9-AEF7-AF87-81959F4535AA}"/>
              </a:ext>
            </a:extLst>
          </p:cNvPr>
          <p:cNvSpPr>
            <a:spLocks noGrp="1"/>
          </p:cNvSpPr>
          <p:nvPr>
            <p:ph type="dt" sz="half" idx="10"/>
          </p:nvPr>
        </p:nvSpPr>
        <p:spPr/>
        <p:txBody>
          <a:bodyPr/>
          <a:lstStyle/>
          <a:p>
            <a:fld id="{2B9C75F7-0CA3-4105-9722-E433D034D104}"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63157322-6D26-9460-47AE-C31F1C63E3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988B6695-AD36-A274-F10B-BE7EDEF7B284}"/>
              </a:ext>
            </a:extLst>
          </p:cNvPr>
          <p:cNvSpPr>
            <a:spLocks noGrp="1"/>
          </p:cNvSpPr>
          <p:nvPr>
            <p:ph type="sldNum" sz="quarter" idx="12"/>
          </p:nvPr>
        </p:nvSpPr>
        <p:spPr/>
        <p:txBody>
          <a:bodyPr/>
          <a:lstStyle/>
          <a:p>
            <a:fld id="{094DEB03-EFC6-4C20-8FC8-295189A5386F}" type="slidenum">
              <a:rPr lang="zh-CN" altLang="en-US" smtClean="0"/>
              <a:pPr/>
              <a:t>52</a:t>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5FFDD6B-76D2-4EBB-B9FC-A056EA613552}"/>
              </a:ext>
            </a:extLst>
          </p:cNvPr>
          <p:cNvSpPr>
            <a:spLocks noGrp="1" noChangeArrowheads="1"/>
          </p:cNvSpPr>
          <p:nvPr>
            <p:ph type="title"/>
          </p:nvPr>
        </p:nvSpPr>
        <p:spPr/>
        <p:txBody>
          <a:bodyPr/>
          <a:lstStyle/>
          <a:p>
            <a:r>
              <a:rPr lang="en-US" altLang="zh-CN" dirty="0"/>
              <a:t>7.4.5 </a:t>
            </a:r>
            <a:r>
              <a:rPr lang="zh-CN" altLang="en-US" dirty="0"/>
              <a:t>过程调用的翻译</a:t>
            </a:r>
          </a:p>
        </p:txBody>
      </p:sp>
      <p:sp>
        <p:nvSpPr>
          <p:cNvPr id="52227" name="Rectangle 3">
            <a:extLst>
              <a:ext uri="{FF2B5EF4-FFF2-40B4-BE49-F238E27FC236}">
                <a16:creationId xmlns:a16="http://schemas.microsoft.com/office/drawing/2014/main" id="{5695909B-7946-4037-AC3D-2CE5975CD3D5}"/>
              </a:ext>
            </a:extLst>
          </p:cNvPr>
          <p:cNvSpPr>
            <a:spLocks noGrp="1" noChangeArrowheads="1"/>
          </p:cNvSpPr>
          <p:nvPr>
            <p:ph idx="1"/>
          </p:nvPr>
        </p:nvSpPr>
        <p:spPr/>
        <p:txBody>
          <a:bodyPr/>
          <a:lstStyle/>
          <a:p>
            <a:pPr algn="just">
              <a:spcBef>
                <a:spcPct val="0"/>
              </a:spcBef>
              <a:buFont typeface="Wingdings" panose="05000000000000000000" pitchFamily="2" charset="2"/>
              <a:buNone/>
            </a:pPr>
            <a:r>
              <a:rPr lang="zh-CN" altLang="en-US" dirty="0"/>
              <a:t>翻译方案：</a:t>
            </a:r>
            <a:endParaRPr lang="en-US" altLang="zh-CN" dirty="0"/>
          </a:p>
          <a:p>
            <a:pPr algn="just">
              <a:spcBef>
                <a:spcPct val="0"/>
              </a:spcBef>
              <a:buFont typeface="Wingdings" panose="05000000000000000000" pitchFamily="2" charset="2"/>
              <a:buNone/>
            </a:pPr>
            <a:r>
              <a:rPr lang="en-US" altLang="zh-CN" b="1" i="1" dirty="0"/>
              <a:t>S </a:t>
            </a:r>
            <a:r>
              <a:rPr lang="en-US" altLang="zh-CN" b="1" dirty="0">
                <a:sym typeface="Symbol" panose="05050102010706020507" pitchFamily="18" charset="2"/>
              </a:rPr>
              <a:t></a:t>
            </a:r>
            <a:r>
              <a:rPr lang="en-US" altLang="zh-CN" b="1" dirty="0"/>
              <a:t> call id (</a:t>
            </a:r>
            <a:r>
              <a:rPr lang="en-US" altLang="zh-CN" b="1" i="1" dirty="0" err="1"/>
              <a:t>Elist</a:t>
            </a:r>
            <a:r>
              <a:rPr lang="en-US" altLang="zh-CN" b="1" dirty="0"/>
              <a:t>)	</a:t>
            </a:r>
          </a:p>
          <a:p>
            <a:pPr algn="just">
              <a:spcBef>
                <a:spcPct val="0"/>
              </a:spcBef>
              <a:buFont typeface="Wingdings" panose="05000000000000000000" pitchFamily="2" charset="2"/>
              <a:buNone/>
            </a:pPr>
            <a:r>
              <a:rPr lang="en-US" altLang="zh-CN" b="1" dirty="0"/>
              <a:t>	{</a:t>
            </a:r>
            <a:r>
              <a:rPr lang="zh-CN" altLang="en-US" dirty="0"/>
              <a:t>为长度为</a:t>
            </a:r>
            <a:r>
              <a:rPr lang="en-US" altLang="zh-CN" b="1" i="1" dirty="0"/>
              <a:t>n</a:t>
            </a:r>
            <a:r>
              <a:rPr lang="zh-CN" altLang="en-US" dirty="0"/>
              <a:t>的队列中的每个</a:t>
            </a:r>
            <a:r>
              <a:rPr lang="en-US" altLang="zh-CN" b="1" i="1" dirty="0" err="1"/>
              <a:t>E</a:t>
            </a:r>
            <a:r>
              <a:rPr lang="en-US" altLang="zh-CN" b="1" dirty="0" err="1"/>
              <a:t>.</a:t>
            </a:r>
            <a:r>
              <a:rPr lang="en-US" altLang="zh-CN" b="1" i="1" dirty="0" err="1"/>
              <a:t>place</a:t>
            </a:r>
            <a:r>
              <a:rPr lang="zh-CN" altLang="en-US" b="1" dirty="0"/>
              <a:t>，</a:t>
            </a:r>
          </a:p>
          <a:p>
            <a:pPr algn="just">
              <a:spcBef>
                <a:spcPct val="0"/>
              </a:spcBef>
              <a:buFont typeface="Wingdings" panose="05000000000000000000" pitchFamily="2" charset="2"/>
              <a:buNone/>
            </a:pPr>
            <a:r>
              <a:rPr lang="zh-CN" altLang="en-US" b="1" dirty="0"/>
              <a:t>	  </a:t>
            </a:r>
            <a:r>
              <a:rPr lang="en-US" altLang="zh-CN" b="1" i="1" dirty="0"/>
              <a:t>emit</a:t>
            </a:r>
            <a:r>
              <a:rPr lang="en-US" altLang="zh-CN" b="1" dirty="0"/>
              <a:t>(‘param’, </a:t>
            </a:r>
            <a:r>
              <a:rPr lang="en-US" altLang="zh-CN" b="1" i="1" dirty="0" err="1"/>
              <a:t>E</a:t>
            </a:r>
            <a:r>
              <a:rPr lang="en-US" altLang="zh-CN" b="1" dirty="0" err="1"/>
              <a:t>.</a:t>
            </a:r>
            <a:r>
              <a:rPr lang="en-US" altLang="zh-CN" b="1" i="1" dirty="0" err="1"/>
              <a:t>place</a:t>
            </a:r>
            <a:r>
              <a:rPr lang="en-US" altLang="zh-CN" b="1" dirty="0"/>
              <a:t>);</a:t>
            </a:r>
          </a:p>
          <a:p>
            <a:pPr algn="just">
              <a:spcBef>
                <a:spcPct val="0"/>
              </a:spcBef>
              <a:buFont typeface="Wingdings" panose="05000000000000000000" pitchFamily="2" charset="2"/>
              <a:buNone/>
            </a:pPr>
            <a:r>
              <a:rPr lang="en-US" altLang="zh-CN" b="1" i="1" dirty="0"/>
              <a:t>	  emit</a:t>
            </a:r>
            <a:r>
              <a:rPr lang="en-US" altLang="zh-CN" b="1" dirty="0"/>
              <a:t>(‘call’, </a:t>
            </a:r>
            <a:r>
              <a:rPr lang="en-US" altLang="zh-CN" b="1" dirty="0" err="1"/>
              <a:t>id.</a:t>
            </a:r>
            <a:r>
              <a:rPr lang="en-US" altLang="zh-CN" b="1" i="1" dirty="0" err="1"/>
              <a:t>place</a:t>
            </a:r>
            <a:r>
              <a:rPr lang="en-US" altLang="zh-CN" b="1" dirty="0"/>
              <a:t>, </a:t>
            </a:r>
            <a:r>
              <a:rPr lang="en-US" altLang="zh-CN" b="1" i="1" dirty="0"/>
              <a:t>n</a:t>
            </a:r>
            <a:r>
              <a:rPr lang="en-US" altLang="zh-CN" b="1" dirty="0"/>
              <a:t>)</a:t>
            </a:r>
            <a:r>
              <a:rPr lang="en-US" altLang="zh-CN" b="1" i="1" dirty="0"/>
              <a:t> </a:t>
            </a:r>
            <a:r>
              <a:rPr lang="en-US" altLang="zh-CN" b="1" dirty="0"/>
              <a:t>}</a:t>
            </a:r>
          </a:p>
          <a:p>
            <a:pPr algn="just">
              <a:spcBef>
                <a:spcPct val="0"/>
              </a:spcBef>
              <a:buFont typeface="Wingdings" panose="05000000000000000000" pitchFamily="2" charset="2"/>
              <a:buNone/>
            </a:pPr>
            <a:r>
              <a:rPr lang="en-US" altLang="zh-CN" b="1" i="1" dirty="0" err="1"/>
              <a:t>Elist</a:t>
            </a:r>
            <a:r>
              <a:rPr lang="en-US" altLang="zh-CN" b="1" i="1" dirty="0"/>
              <a:t> </a:t>
            </a:r>
            <a:r>
              <a:rPr lang="en-US" altLang="zh-CN" b="1" dirty="0">
                <a:sym typeface="Symbol" panose="05050102010706020507" pitchFamily="18" charset="2"/>
              </a:rPr>
              <a:t></a:t>
            </a:r>
            <a:r>
              <a:rPr lang="en-US" altLang="zh-CN" b="1" dirty="0"/>
              <a:t> </a:t>
            </a:r>
            <a:r>
              <a:rPr lang="en-US" altLang="zh-CN" b="1" i="1" dirty="0" err="1"/>
              <a:t>Elist</a:t>
            </a:r>
            <a:r>
              <a:rPr lang="en-US" altLang="zh-CN" b="1" dirty="0"/>
              <a:t>, </a:t>
            </a:r>
            <a:r>
              <a:rPr lang="en-US" altLang="zh-CN" b="1" i="1" dirty="0"/>
              <a:t>E	</a:t>
            </a:r>
          </a:p>
          <a:p>
            <a:pPr algn="just">
              <a:spcBef>
                <a:spcPct val="0"/>
              </a:spcBef>
              <a:buFont typeface="Wingdings" panose="05000000000000000000" pitchFamily="2" charset="2"/>
              <a:buNone/>
            </a:pPr>
            <a:r>
              <a:rPr lang="en-US" altLang="zh-CN" b="1" i="1" dirty="0"/>
              <a:t>	</a:t>
            </a:r>
            <a:r>
              <a:rPr lang="en-US" altLang="zh-CN" b="1" dirty="0"/>
              <a:t>{</a:t>
            </a:r>
            <a:r>
              <a:rPr lang="zh-CN" altLang="en-US" dirty="0"/>
              <a:t>把</a:t>
            </a:r>
            <a:r>
              <a:rPr lang="en-US" altLang="zh-CN" b="1" i="1" dirty="0" err="1"/>
              <a:t>E</a:t>
            </a:r>
            <a:r>
              <a:rPr lang="en-US" altLang="zh-CN" b="1" dirty="0" err="1"/>
              <a:t>.</a:t>
            </a:r>
            <a:r>
              <a:rPr lang="en-US" altLang="zh-CN" b="1" i="1" dirty="0" err="1"/>
              <a:t>place</a:t>
            </a:r>
            <a:r>
              <a:rPr lang="zh-CN" altLang="en-US" dirty="0"/>
              <a:t>放入队列末尾</a:t>
            </a:r>
            <a:r>
              <a:rPr lang="en-US" altLang="zh-CN" b="1" dirty="0"/>
              <a:t>}</a:t>
            </a:r>
          </a:p>
          <a:p>
            <a:pPr algn="just">
              <a:spcBef>
                <a:spcPct val="0"/>
              </a:spcBef>
              <a:buFont typeface="Wingdings" panose="05000000000000000000" pitchFamily="2" charset="2"/>
              <a:buNone/>
            </a:pPr>
            <a:r>
              <a:rPr lang="en-US" altLang="zh-CN" b="1" i="1" dirty="0" err="1"/>
              <a:t>Elist</a:t>
            </a:r>
            <a:r>
              <a:rPr lang="en-US" altLang="zh-CN" b="1" i="1" dirty="0"/>
              <a:t> </a:t>
            </a:r>
            <a:r>
              <a:rPr lang="en-US" altLang="zh-CN" b="1" dirty="0">
                <a:sym typeface="Symbol" panose="05050102010706020507" pitchFamily="18" charset="2"/>
              </a:rPr>
              <a:t></a:t>
            </a:r>
            <a:r>
              <a:rPr lang="en-US" altLang="zh-CN" b="1" dirty="0"/>
              <a:t> </a:t>
            </a:r>
            <a:r>
              <a:rPr lang="en-US" altLang="zh-CN" b="1" i="1" dirty="0"/>
              <a:t>E</a:t>
            </a:r>
            <a:r>
              <a:rPr lang="en-US" altLang="zh-CN" b="1" dirty="0"/>
              <a:t>	</a:t>
            </a:r>
          </a:p>
          <a:p>
            <a:pPr algn="just">
              <a:spcBef>
                <a:spcPct val="0"/>
              </a:spcBef>
              <a:buFont typeface="Wingdings" panose="05000000000000000000" pitchFamily="2" charset="2"/>
              <a:buNone/>
            </a:pPr>
            <a:r>
              <a:rPr lang="en-US" altLang="zh-CN" b="1" dirty="0"/>
              <a:t>	{</a:t>
            </a:r>
            <a:r>
              <a:rPr lang="zh-CN" altLang="en-US" dirty="0">
                <a:latin typeface="宋体" panose="02010600030101010101" pitchFamily="2" charset="-122"/>
              </a:rPr>
              <a:t>将队列初始化，并让它仅含</a:t>
            </a:r>
            <a:r>
              <a:rPr lang="en-US" altLang="zh-CN" b="1" i="1" dirty="0" err="1"/>
              <a:t>E</a:t>
            </a:r>
            <a:r>
              <a:rPr lang="en-US" altLang="zh-CN" b="1" dirty="0" err="1"/>
              <a:t>.</a:t>
            </a:r>
            <a:r>
              <a:rPr lang="en-US" altLang="zh-CN" b="1" i="1" dirty="0" err="1"/>
              <a:t>place</a:t>
            </a:r>
            <a:r>
              <a:rPr lang="en-US" altLang="zh-CN" b="1" dirty="0"/>
              <a:t>}</a:t>
            </a:r>
          </a:p>
        </p:txBody>
      </p:sp>
      <p:sp>
        <p:nvSpPr>
          <p:cNvPr id="2" name="日期占位符 1">
            <a:extLst>
              <a:ext uri="{FF2B5EF4-FFF2-40B4-BE49-F238E27FC236}">
                <a16:creationId xmlns:a16="http://schemas.microsoft.com/office/drawing/2014/main" id="{37A86C30-118E-F4E7-C4B2-DA8EC04A721B}"/>
              </a:ext>
            </a:extLst>
          </p:cNvPr>
          <p:cNvSpPr>
            <a:spLocks noGrp="1"/>
          </p:cNvSpPr>
          <p:nvPr>
            <p:ph type="dt" sz="half" idx="10"/>
          </p:nvPr>
        </p:nvSpPr>
        <p:spPr/>
        <p:txBody>
          <a:bodyPr/>
          <a:lstStyle/>
          <a:p>
            <a:fld id="{36FDDD64-FB12-439E-B94E-004463147B18}"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CE4995F6-BC6C-F3B3-2CA8-940EFBEA43D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A4FB1983-555C-9BDE-0C84-35D35C604D03}"/>
              </a:ext>
            </a:extLst>
          </p:cNvPr>
          <p:cNvSpPr>
            <a:spLocks noGrp="1"/>
          </p:cNvSpPr>
          <p:nvPr>
            <p:ph type="sldNum" sz="quarter" idx="12"/>
          </p:nvPr>
        </p:nvSpPr>
        <p:spPr/>
        <p:txBody>
          <a:bodyPr/>
          <a:lstStyle/>
          <a:p>
            <a:fld id="{094DEB03-EFC6-4C20-8FC8-295189A5386F}" type="slidenum">
              <a:rPr lang="zh-CN" altLang="en-US" smtClean="0"/>
              <a:pPr/>
              <a:t>53</a:t>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AC3B256D-6C3A-46C9-B948-33B2137BBC30}"/>
              </a:ext>
            </a:extLst>
          </p:cNvPr>
          <p:cNvSpPr>
            <a:spLocks noGrp="1"/>
          </p:cNvSpPr>
          <p:nvPr>
            <p:ph type="title"/>
          </p:nvPr>
        </p:nvSpPr>
        <p:spPr/>
        <p:txBody>
          <a:bodyPr/>
          <a:lstStyle/>
          <a:p>
            <a:r>
              <a:rPr lang="en-US" altLang="zh-CN" dirty="0"/>
              <a:t>7.4.5 </a:t>
            </a:r>
            <a:r>
              <a:rPr lang="zh-CN" altLang="en-US" dirty="0"/>
              <a:t>过程调用的翻译</a:t>
            </a:r>
          </a:p>
        </p:txBody>
      </p:sp>
      <p:sp>
        <p:nvSpPr>
          <p:cNvPr id="53251" name="内容占位符 2">
            <a:extLst>
              <a:ext uri="{FF2B5EF4-FFF2-40B4-BE49-F238E27FC236}">
                <a16:creationId xmlns:a16="http://schemas.microsoft.com/office/drawing/2014/main" id="{A508F56C-1461-433E-8DA9-53875B24F3C3}"/>
              </a:ext>
            </a:extLst>
          </p:cNvPr>
          <p:cNvSpPr>
            <a:spLocks noGrp="1"/>
          </p:cNvSpPr>
          <p:nvPr>
            <p:ph idx="1"/>
          </p:nvPr>
        </p:nvSpPr>
        <p:spPr/>
        <p:txBody>
          <a:bodyPr/>
          <a:lstStyle/>
          <a:p>
            <a:r>
              <a:rPr lang="zh-CN" altLang="en-US" dirty="0"/>
              <a:t>对于过程返回语句，直接产生三地址码返回指令即可</a:t>
            </a:r>
            <a:endParaRPr lang="en-US" altLang="zh-CN" dirty="0"/>
          </a:p>
          <a:p>
            <a:r>
              <a:rPr lang="zh-CN" altLang="en-US" dirty="0"/>
              <a:t>如：</a:t>
            </a:r>
            <a:r>
              <a:rPr lang="en-US" altLang="zh-CN" b="1" dirty="0"/>
              <a:t>return y </a:t>
            </a:r>
            <a:r>
              <a:rPr lang="zh-CN" altLang="en-US" dirty="0"/>
              <a:t>（</a:t>
            </a:r>
            <a:r>
              <a:rPr lang="en-US" altLang="zh-CN" dirty="0"/>
              <a:t>y</a:t>
            </a:r>
            <a:r>
              <a:rPr lang="zh-CN" altLang="en-US" dirty="0"/>
              <a:t>代表返回值）</a:t>
            </a:r>
          </a:p>
        </p:txBody>
      </p:sp>
      <p:sp>
        <p:nvSpPr>
          <p:cNvPr id="2" name="日期占位符 1">
            <a:extLst>
              <a:ext uri="{FF2B5EF4-FFF2-40B4-BE49-F238E27FC236}">
                <a16:creationId xmlns:a16="http://schemas.microsoft.com/office/drawing/2014/main" id="{40F29B09-29C1-78B4-5F4B-C5E9B2B421F3}"/>
              </a:ext>
            </a:extLst>
          </p:cNvPr>
          <p:cNvSpPr>
            <a:spLocks noGrp="1"/>
          </p:cNvSpPr>
          <p:nvPr>
            <p:ph type="dt" sz="half" idx="10"/>
          </p:nvPr>
        </p:nvSpPr>
        <p:spPr/>
        <p:txBody>
          <a:bodyPr/>
          <a:lstStyle/>
          <a:p>
            <a:fld id="{37647FF6-A3CF-4D2E-938C-04CFA65E49AB}"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EA1DAFE2-1C54-53B0-6ACA-7195B68371E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B00FA854-42F8-ECF4-4180-5D39F166254B}"/>
              </a:ext>
            </a:extLst>
          </p:cNvPr>
          <p:cNvSpPr>
            <a:spLocks noGrp="1"/>
          </p:cNvSpPr>
          <p:nvPr>
            <p:ph type="sldNum" sz="quarter" idx="12"/>
          </p:nvPr>
        </p:nvSpPr>
        <p:spPr/>
        <p:txBody>
          <a:bodyPr/>
          <a:lstStyle/>
          <a:p>
            <a:fld id="{094DEB03-EFC6-4C20-8FC8-295189A5386F}" type="slidenum">
              <a:rPr lang="zh-CN" altLang="en-US" smtClean="0"/>
              <a:pPr/>
              <a:t>54</a:t>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28F3DB2-EC6D-4AE6-92E2-FAFCB9FC08CC}"/>
              </a:ext>
            </a:extLst>
          </p:cNvPr>
          <p:cNvSpPr>
            <a:spLocks noGrp="1" noChangeArrowheads="1"/>
          </p:cNvSpPr>
          <p:nvPr>
            <p:ph type="title"/>
          </p:nvPr>
        </p:nvSpPr>
        <p:spPr/>
        <p:txBody>
          <a:bodyPr/>
          <a:lstStyle/>
          <a:p>
            <a:pPr eaLnBrk="1" hangingPunct="1"/>
            <a:r>
              <a:rPr lang="zh-CN" altLang="en-US"/>
              <a:t>本节小结</a:t>
            </a:r>
          </a:p>
        </p:txBody>
      </p:sp>
      <p:sp>
        <p:nvSpPr>
          <p:cNvPr id="54275" name="Rectangle 3">
            <a:extLst>
              <a:ext uri="{FF2B5EF4-FFF2-40B4-BE49-F238E27FC236}">
                <a16:creationId xmlns:a16="http://schemas.microsoft.com/office/drawing/2014/main" id="{2B2BB60E-626F-41A0-85F4-237EEF92494E}"/>
              </a:ext>
            </a:extLst>
          </p:cNvPr>
          <p:cNvSpPr>
            <a:spLocks noGrp="1" noChangeArrowheads="1"/>
          </p:cNvSpPr>
          <p:nvPr>
            <p:ph idx="1"/>
          </p:nvPr>
        </p:nvSpPr>
        <p:spPr/>
        <p:txBody>
          <a:bodyPr>
            <a:normAutofit/>
          </a:bodyPr>
          <a:lstStyle/>
          <a:p>
            <a:r>
              <a:rPr lang="zh-CN" altLang="en-US" sz="3600" dirty="0"/>
              <a:t>布尔表达式和控制流语句的翻译</a:t>
            </a:r>
            <a:endParaRPr lang="en-US" altLang="zh-CN" sz="3600" dirty="0"/>
          </a:p>
          <a:p>
            <a:pPr lvl="1"/>
            <a:r>
              <a:rPr lang="en-US" altLang="zh-CN" sz="3200" dirty="0"/>
              <a:t>7.4.1 </a:t>
            </a:r>
            <a:r>
              <a:rPr lang="zh-CN" altLang="en-US" sz="3200" dirty="0"/>
              <a:t>布尔表达式</a:t>
            </a:r>
            <a:endParaRPr lang="en-US" altLang="zh-CN" sz="3200" dirty="0"/>
          </a:p>
          <a:p>
            <a:pPr lvl="1"/>
            <a:r>
              <a:rPr lang="en-US" altLang="zh-CN" sz="3200" dirty="0"/>
              <a:t>7.4.2 </a:t>
            </a:r>
            <a:r>
              <a:rPr lang="zh-CN" altLang="en-US" sz="3200" dirty="0"/>
              <a:t>控制流语句的翻译</a:t>
            </a:r>
            <a:endParaRPr lang="en-US" altLang="zh-CN" sz="3200" dirty="0"/>
          </a:p>
          <a:p>
            <a:pPr lvl="1"/>
            <a:r>
              <a:rPr lang="en-US" altLang="zh-CN" sz="3200" dirty="0"/>
              <a:t>7.4.3 </a:t>
            </a:r>
            <a:r>
              <a:rPr lang="zh-CN" altLang="en-US" sz="3200" dirty="0"/>
              <a:t>布尔表达式作为条件时的翻译</a:t>
            </a:r>
            <a:endParaRPr lang="en-US" altLang="zh-CN" sz="3200" dirty="0"/>
          </a:p>
          <a:p>
            <a:r>
              <a:rPr lang="zh-CN" altLang="en-US" sz="3600" dirty="0"/>
              <a:t>开关语句和过程调用的翻译</a:t>
            </a:r>
            <a:endParaRPr lang="en-US" altLang="zh-CN" sz="3600" dirty="0"/>
          </a:p>
          <a:p>
            <a:pPr lvl="1"/>
            <a:r>
              <a:rPr lang="en-US" altLang="zh-CN" sz="3200" dirty="0"/>
              <a:t>7.4.4 </a:t>
            </a:r>
            <a:r>
              <a:rPr lang="zh-CN" altLang="en-US" sz="3200" dirty="0"/>
              <a:t>开关语句的翻译</a:t>
            </a:r>
            <a:endParaRPr lang="en-US" altLang="zh-CN" sz="3200" dirty="0"/>
          </a:p>
          <a:p>
            <a:pPr lvl="1"/>
            <a:r>
              <a:rPr lang="en-US" altLang="zh-CN" sz="3200" dirty="0"/>
              <a:t>7.4.5 </a:t>
            </a:r>
            <a:r>
              <a:rPr lang="zh-CN" altLang="en-US" sz="3200" dirty="0"/>
              <a:t>过程调用的翻译</a:t>
            </a:r>
          </a:p>
        </p:txBody>
      </p:sp>
      <p:sp>
        <p:nvSpPr>
          <p:cNvPr id="2" name="日期占位符 1">
            <a:extLst>
              <a:ext uri="{FF2B5EF4-FFF2-40B4-BE49-F238E27FC236}">
                <a16:creationId xmlns:a16="http://schemas.microsoft.com/office/drawing/2014/main" id="{8ADEFF2B-4B59-55A0-9B54-C8B8A2565088}"/>
              </a:ext>
            </a:extLst>
          </p:cNvPr>
          <p:cNvSpPr>
            <a:spLocks noGrp="1"/>
          </p:cNvSpPr>
          <p:nvPr>
            <p:ph type="dt" sz="half" idx="10"/>
          </p:nvPr>
        </p:nvSpPr>
        <p:spPr/>
        <p:txBody>
          <a:bodyPr/>
          <a:lstStyle/>
          <a:p>
            <a:fld id="{3F9323F2-D617-4CDE-8349-D8B996FC8086}"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8132663-3C93-3E8C-38A4-5B68503F8AD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4" name="灯片编号占位符 3">
            <a:extLst>
              <a:ext uri="{FF2B5EF4-FFF2-40B4-BE49-F238E27FC236}">
                <a16:creationId xmlns:a16="http://schemas.microsoft.com/office/drawing/2014/main" id="{1546CBE0-6AD7-1ECF-A330-FB80A4940E3A}"/>
              </a:ext>
            </a:extLst>
          </p:cNvPr>
          <p:cNvSpPr>
            <a:spLocks noGrp="1"/>
          </p:cNvSpPr>
          <p:nvPr>
            <p:ph type="sldNum" sz="quarter" idx="12"/>
          </p:nvPr>
        </p:nvSpPr>
        <p:spPr/>
        <p:txBody>
          <a:bodyPr/>
          <a:lstStyle/>
          <a:p>
            <a:fld id="{094DEB03-EFC6-4C20-8FC8-295189A5386F}" type="slidenum">
              <a:rPr lang="zh-CN" altLang="en-US" smtClean="0"/>
              <a:pPr/>
              <a:t>55</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E6C00E-BD29-4404-A07C-B4F52B3F6BFC}"/>
              </a:ext>
            </a:extLst>
          </p:cNvPr>
          <p:cNvSpPr>
            <a:spLocks noGrp="1"/>
          </p:cNvSpPr>
          <p:nvPr>
            <p:ph type="title"/>
          </p:nvPr>
        </p:nvSpPr>
        <p:spPr/>
        <p:txBody>
          <a:bodyPr/>
          <a:lstStyle/>
          <a:p>
            <a:r>
              <a:rPr lang="zh-CN" altLang="en-US" dirty="0"/>
              <a:t>本章要点</a:t>
            </a:r>
          </a:p>
        </p:txBody>
      </p:sp>
      <p:sp>
        <p:nvSpPr>
          <p:cNvPr id="3" name="内容占位符 2">
            <a:extLst>
              <a:ext uri="{FF2B5EF4-FFF2-40B4-BE49-F238E27FC236}">
                <a16:creationId xmlns:a16="http://schemas.microsoft.com/office/drawing/2014/main" id="{4D617BDF-E0ED-4AB0-B990-AA7122BB37E5}"/>
              </a:ext>
            </a:extLst>
          </p:cNvPr>
          <p:cNvSpPr>
            <a:spLocks noGrp="1"/>
          </p:cNvSpPr>
          <p:nvPr>
            <p:ph idx="1"/>
          </p:nvPr>
        </p:nvSpPr>
        <p:spPr/>
        <p:txBody>
          <a:bodyPr/>
          <a:lstStyle/>
          <a:p>
            <a:r>
              <a:rPr lang="zh-CN" altLang="en-US" dirty="0"/>
              <a:t>中间语言（中间表示）</a:t>
            </a:r>
            <a:endParaRPr lang="en-US" altLang="zh-CN" dirty="0"/>
          </a:p>
          <a:p>
            <a:pPr lvl="1"/>
            <a:r>
              <a:rPr lang="zh-CN" altLang="en-US" dirty="0"/>
              <a:t>会写后缀表示</a:t>
            </a:r>
            <a:endParaRPr lang="en-US" altLang="zh-CN" dirty="0"/>
          </a:p>
          <a:p>
            <a:pPr lvl="1"/>
            <a:r>
              <a:rPr lang="zh-CN" altLang="en-US" dirty="0"/>
              <a:t>会写图形表示，包括抽象语法树和有向无环图（</a:t>
            </a:r>
            <a:r>
              <a:rPr lang="en-US" altLang="zh-CN" dirty="0"/>
              <a:t>DAG</a:t>
            </a:r>
            <a:r>
              <a:rPr lang="zh-CN" altLang="en-US" dirty="0"/>
              <a:t>）</a:t>
            </a:r>
            <a:endParaRPr lang="en-US" altLang="zh-CN" dirty="0"/>
          </a:p>
          <a:p>
            <a:pPr lvl="1"/>
            <a:r>
              <a:rPr lang="zh-CN" altLang="en-US" dirty="0"/>
              <a:t>会写三地址码</a:t>
            </a:r>
            <a:endParaRPr lang="en-US" altLang="zh-CN" dirty="0"/>
          </a:p>
          <a:p>
            <a:r>
              <a:rPr lang="zh-CN" altLang="en-US" dirty="0"/>
              <a:t>会把各种语句（声明、赋值、布尔、控制、开关、过程）手工翻译成三地址码</a:t>
            </a:r>
            <a:endParaRPr lang="en-US" altLang="zh-CN" dirty="0"/>
          </a:p>
          <a:p>
            <a:r>
              <a:rPr lang="zh-CN" altLang="en-US" dirty="0"/>
              <a:t>能读懂布尔表达式和控制流语句的</a:t>
            </a:r>
            <a:r>
              <a:rPr lang="en-US" altLang="zh-CN" dirty="0"/>
              <a:t>SDD</a:t>
            </a:r>
            <a:r>
              <a:rPr lang="zh-CN" altLang="en-US" dirty="0"/>
              <a:t>，并能使用</a:t>
            </a:r>
            <a:r>
              <a:rPr lang="en-US" altLang="zh-CN" dirty="0"/>
              <a:t>4.3.2</a:t>
            </a:r>
            <a:r>
              <a:rPr lang="zh-CN" altLang="en-US" dirty="0"/>
              <a:t>中的方法把</a:t>
            </a:r>
            <a:r>
              <a:rPr lang="en-US" altLang="zh-CN" dirty="0"/>
              <a:t>SDD</a:t>
            </a:r>
            <a:r>
              <a:rPr lang="zh-CN" altLang="en-US" dirty="0"/>
              <a:t>改写成</a:t>
            </a:r>
            <a:r>
              <a:rPr lang="en-US" altLang="zh-CN" dirty="0"/>
              <a:t>SDT</a:t>
            </a:r>
            <a:endParaRPr lang="zh-CN" altLang="en-US" dirty="0"/>
          </a:p>
        </p:txBody>
      </p:sp>
      <p:sp>
        <p:nvSpPr>
          <p:cNvPr id="4" name="日期占位符 3">
            <a:extLst>
              <a:ext uri="{FF2B5EF4-FFF2-40B4-BE49-F238E27FC236}">
                <a16:creationId xmlns:a16="http://schemas.microsoft.com/office/drawing/2014/main" id="{6E2B4332-AE13-35C3-E14E-5E9C9EB7E92A}"/>
              </a:ext>
            </a:extLst>
          </p:cNvPr>
          <p:cNvSpPr>
            <a:spLocks noGrp="1"/>
          </p:cNvSpPr>
          <p:nvPr>
            <p:ph type="dt" sz="half" idx="10"/>
          </p:nvPr>
        </p:nvSpPr>
        <p:spPr/>
        <p:txBody>
          <a:bodyPr/>
          <a:lstStyle/>
          <a:p>
            <a:fld id="{D2C35A2B-8A29-4906-9D0E-1382763069F9}"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BF503EEF-CD86-1CB1-1496-628168BACAE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5BA752BC-821F-B2A1-7ACB-01A6D9B5CF0F}"/>
              </a:ext>
            </a:extLst>
          </p:cNvPr>
          <p:cNvSpPr>
            <a:spLocks noGrp="1"/>
          </p:cNvSpPr>
          <p:nvPr>
            <p:ph type="sldNum" sz="quarter" idx="12"/>
          </p:nvPr>
        </p:nvSpPr>
        <p:spPr/>
        <p:txBody>
          <a:bodyPr/>
          <a:lstStyle/>
          <a:p>
            <a:fld id="{094DEB03-EFC6-4C20-8FC8-295189A5386F}" type="slidenum">
              <a:rPr lang="zh-CN" altLang="en-US" smtClean="0"/>
              <a:pPr/>
              <a:t>56</a:t>
            </a:fld>
            <a:endParaRPr lang="zh-CN" altLang="en-US"/>
          </a:p>
        </p:txBody>
      </p:sp>
    </p:spTree>
    <p:extLst>
      <p:ext uri="{BB962C8B-B14F-4D97-AF65-F5344CB8AC3E}">
        <p14:creationId xmlns:p14="http://schemas.microsoft.com/office/powerpoint/2010/main" val="20244381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E0EAED7B-611B-F892-A294-15CD011A6E8B}"/>
              </a:ext>
            </a:extLst>
          </p:cNvPr>
          <p:cNvPicPr>
            <a:picLocks noChangeAspect="1"/>
          </p:cNvPicPr>
          <p:nvPr/>
        </p:nvPicPr>
        <p:blipFill>
          <a:blip r:embed="rId2"/>
          <a:stretch>
            <a:fillRect/>
          </a:stretch>
        </p:blipFill>
        <p:spPr>
          <a:xfrm>
            <a:off x="134560" y="1094480"/>
            <a:ext cx="7837354" cy="5637395"/>
          </a:xfrm>
          <a:prstGeom prst="rect">
            <a:avLst/>
          </a:prstGeom>
        </p:spPr>
      </p:pic>
      <p:sp>
        <p:nvSpPr>
          <p:cNvPr id="7" name="标题 6">
            <a:extLst>
              <a:ext uri="{FF2B5EF4-FFF2-40B4-BE49-F238E27FC236}">
                <a16:creationId xmlns:a16="http://schemas.microsoft.com/office/drawing/2014/main" id="{86376153-1FDE-2350-612D-726B590E9378}"/>
              </a:ext>
            </a:extLst>
          </p:cNvPr>
          <p:cNvSpPr>
            <a:spLocks noGrp="1"/>
          </p:cNvSpPr>
          <p:nvPr>
            <p:ph type="title"/>
          </p:nvPr>
        </p:nvSpPr>
        <p:spPr/>
        <p:txBody>
          <a:bodyPr/>
          <a:lstStyle/>
          <a:p>
            <a:r>
              <a:rPr lang="zh-CN" altLang="en-US" dirty="0"/>
              <a:t>思维导图</a:t>
            </a:r>
          </a:p>
        </p:txBody>
      </p:sp>
      <p:sp>
        <p:nvSpPr>
          <p:cNvPr id="4" name="日期占位符 3">
            <a:extLst>
              <a:ext uri="{FF2B5EF4-FFF2-40B4-BE49-F238E27FC236}">
                <a16:creationId xmlns:a16="http://schemas.microsoft.com/office/drawing/2014/main" id="{E6BA13FB-C27B-D2DD-B103-F75B8BCBD877}"/>
              </a:ext>
            </a:extLst>
          </p:cNvPr>
          <p:cNvSpPr>
            <a:spLocks noGrp="1"/>
          </p:cNvSpPr>
          <p:nvPr>
            <p:ph type="dt" sz="half" idx="10"/>
          </p:nvPr>
        </p:nvSpPr>
        <p:spPr/>
        <p:txBody>
          <a:bodyPr/>
          <a:lstStyle/>
          <a:p>
            <a:fld id="{46BD0572-082D-4BA2-BC29-48561465ADD5}"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3BA9E562-3C5C-6A31-09E6-FC89FB0059F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(2)</a:t>
            </a:r>
            <a:endParaRPr lang="zh-CN" altLang="en-US" dirty="0"/>
          </a:p>
        </p:txBody>
      </p:sp>
      <p:sp>
        <p:nvSpPr>
          <p:cNvPr id="6" name="灯片编号占位符 5">
            <a:extLst>
              <a:ext uri="{FF2B5EF4-FFF2-40B4-BE49-F238E27FC236}">
                <a16:creationId xmlns:a16="http://schemas.microsoft.com/office/drawing/2014/main" id="{B381AF75-EC87-CCB4-E3C9-BE451D51623E}"/>
              </a:ext>
            </a:extLst>
          </p:cNvPr>
          <p:cNvSpPr>
            <a:spLocks noGrp="1"/>
          </p:cNvSpPr>
          <p:nvPr>
            <p:ph type="sldNum" sz="quarter" idx="12"/>
          </p:nvPr>
        </p:nvSpPr>
        <p:spPr/>
        <p:txBody>
          <a:bodyPr/>
          <a:lstStyle/>
          <a:p>
            <a:fld id="{094DEB03-EFC6-4C20-8FC8-295189A5386F}" type="slidenum">
              <a:rPr lang="zh-CN" altLang="en-US" smtClean="0"/>
              <a:pPr/>
              <a:t>57</a:t>
            </a:fld>
            <a:endParaRPr lang="zh-CN" altLang="en-US"/>
          </a:p>
        </p:txBody>
      </p:sp>
      <p:graphicFrame>
        <p:nvGraphicFramePr>
          <p:cNvPr id="8" name="对象 7">
            <a:extLst>
              <a:ext uri="{FF2B5EF4-FFF2-40B4-BE49-F238E27FC236}">
                <a16:creationId xmlns:a16="http://schemas.microsoft.com/office/drawing/2014/main" id="{50F10D64-9248-A660-B8BE-18360019B504}"/>
              </a:ext>
            </a:extLst>
          </p:cNvPr>
          <p:cNvGraphicFramePr>
            <a:graphicFrameLocks noChangeAspect="1"/>
          </p:cNvGraphicFramePr>
          <p:nvPr>
            <p:extLst>
              <p:ext uri="{D42A27DB-BD31-4B8C-83A1-F6EECF244321}">
                <p14:modId xmlns:p14="http://schemas.microsoft.com/office/powerpoint/2010/main" val="2875770405"/>
              </p:ext>
            </p:extLst>
          </p:nvPr>
        </p:nvGraphicFramePr>
        <p:xfrm>
          <a:off x="6047652" y="625962"/>
          <a:ext cx="2883812" cy="860364"/>
        </p:xfrm>
        <a:graphic>
          <a:graphicData uri="http://schemas.openxmlformats.org/presentationml/2006/ole">
            <mc:AlternateContent xmlns:mc="http://schemas.openxmlformats.org/markup-compatibility/2006">
              <mc:Choice xmlns:v="urn:schemas-microsoft-com:vml" Requires="v">
                <p:oleObj name="包装程序外壳对象" showAsIcon="1" r:id="rId3" imgW="1723932" imgH="514564" progId="Package">
                  <p:embed/>
                </p:oleObj>
              </mc:Choice>
              <mc:Fallback>
                <p:oleObj name="包装程序外壳对象" showAsIcon="1" r:id="rId3" imgW="1723932" imgH="514564" progId="Package">
                  <p:embed/>
                  <p:pic>
                    <p:nvPicPr>
                      <p:cNvPr id="8" name="对象 7">
                        <a:extLst>
                          <a:ext uri="{FF2B5EF4-FFF2-40B4-BE49-F238E27FC236}">
                            <a16:creationId xmlns:a16="http://schemas.microsoft.com/office/drawing/2014/main" id="{50F10D64-9248-A660-B8BE-18360019B504}"/>
                          </a:ext>
                        </a:extLst>
                      </p:cNvPr>
                      <p:cNvPicPr/>
                      <p:nvPr/>
                    </p:nvPicPr>
                    <p:blipFill>
                      <a:blip r:embed="rId4"/>
                      <a:stretch>
                        <a:fillRect/>
                      </a:stretch>
                    </p:blipFill>
                    <p:spPr>
                      <a:xfrm>
                        <a:off x="6047652" y="625962"/>
                        <a:ext cx="2883812" cy="86036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C1A395A-EDA5-F118-2331-3C3720FFB333}"/>
              </a:ext>
            </a:extLst>
          </p:cNvPr>
          <p:cNvGraphicFramePr>
            <a:graphicFrameLocks noChangeAspect="1"/>
          </p:cNvGraphicFramePr>
          <p:nvPr>
            <p:extLst>
              <p:ext uri="{D42A27DB-BD31-4B8C-83A1-F6EECF244321}">
                <p14:modId xmlns:p14="http://schemas.microsoft.com/office/powerpoint/2010/main" val="3064641278"/>
              </p:ext>
            </p:extLst>
          </p:nvPr>
        </p:nvGraphicFramePr>
        <p:xfrm>
          <a:off x="5844926" y="1650787"/>
          <a:ext cx="3299074" cy="822863"/>
        </p:xfrm>
        <a:graphic>
          <a:graphicData uri="http://schemas.openxmlformats.org/presentationml/2006/ole">
            <mc:AlternateContent xmlns:mc="http://schemas.openxmlformats.org/markup-compatibility/2006">
              <mc:Choice xmlns:v="urn:schemas-microsoft-com:vml" Requires="v">
                <p:oleObj name="包装程序外壳对象" showAsIcon="1" r:id="rId5" imgW="2061983" imgH="514564" progId="Package">
                  <p:embed/>
                </p:oleObj>
              </mc:Choice>
              <mc:Fallback>
                <p:oleObj name="包装程序外壳对象" showAsIcon="1" r:id="rId5" imgW="2061983" imgH="514564" progId="Package">
                  <p:embed/>
                  <p:pic>
                    <p:nvPicPr>
                      <p:cNvPr id="9" name="对象 8">
                        <a:extLst>
                          <a:ext uri="{FF2B5EF4-FFF2-40B4-BE49-F238E27FC236}">
                            <a16:creationId xmlns:a16="http://schemas.microsoft.com/office/drawing/2014/main" id="{DC1A395A-EDA5-F118-2331-3C3720FFB333}"/>
                          </a:ext>
                        </a:extLst>
                      </p:cNvPr>
                      <p:cNvPicPr/>
                      <p:nvPr/>
                    </p:nvPicPr>
                    <p:blipFill>
                      <a:blip r:embed="rId6"/>
                      <a:stretch>
                        <a:fillRect/>
                      </a:stretch>
                    </p:blipFill>
                    <p:spPr>
                      <a:xfrm>
                        <a:off x="5844926" y="1650787"/>
                        <a:ext cx="3299074" cy="822863"/>
                      </a:xfrm>
                      <a:prstGeom prst="rect">
                        <a:avLst/>
                      </a:prstGeom>
                    </p:spPr>
                  </p:pic>
                </p:oleObj>
              </mc:Fallback>
            </mc:AlternateContent>
          </a:graphicData>
        </a:graphic>
      </p:graphicFrame>
    </p:spTree>
    <p:extLst>
      <p:ext uri="{BB962C8B-B14F-4D97-AF65-F5344CB8AC3E}">
        <p14:creationId xmlns:p14="http://schemas.microsoft.com/office/powerpoint/2010/main" val="32207076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8F69F5EA-0EAB-44E7-93B3-EDF0180F970E}" vid="{70F92CF2-F452-4625-912A-E33B046DDD9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1335</TotalTime>
  <Words>4815</Words>
  <Application>Microsoft Office PowerPoint</Application>
  <PresentationFormat>全屏显示(4:3)</PresentationFormat>
  <Paragraphs>752</Paragraphs>
  <Slides>57</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66" baseType="lpstr">
      <vt:lpstr>等线</vt:lpstr>
      <vt:lpstr>宋体</vt:lpstr>
      <vt:lpstr>Microsoft Yahei</vt:lpstr>
      <vt:lpstr>Arial</vt:lpstr>
      <vt:lpstr>Symbol</vt:lpstr>
      <vt:lpstr>Times New Roman</vt:lpstr>
      <vt:lpstr>Wingdings</vt:lpstr>
      <vt:lpstr>主题1</vt:lpstr>
      <vt:lpstr>程序包</vt:lpstr>
      <vt:lpstr>第七章 中间代码生成(2)</vt:lpstr>
      <vt:lpstr>上次课回顾</vt:lpstr>
      <vt:lpstr>上次课回顾</vt:lpstr>
      <vt:lpstr>本次课内容</vt:lpstr>
      <vt:lpstr>PowerPoint 演示文稿</vt:lpstr>
      <vt:lpstr>7.4 布尔表达式和控制流语句</vt:lpstr>
      <vt:lpstr>7.4.1 布尔表达式</vt:lpstr>
      <vt:lpstr>7.4.1 布尔表达式</vt:lpstr>
      <vt:lpstr>7.4.1 布尔表达式</vt:lpstr>
      <vt:lpstr>7.4.2 控制流语句的翻译</vt:lpstr>
      <vt:lpstr>7.4.2 控制流语句的翻译</vt:lpstr>
      <vt:lpstr>7.4.2 控制流语句的翻译</vt:lpstr>
      <vt:lpstr>7.4.2 控制流语句的翻译</vt:lpstr>
      <vt:lpstr>7.4.2 控制流语句的翻译</vt:lpstr>
      <vt:lpstr>7.4.2 控制流语句的翻译</vt:lpstr>
      <vt:lpstr>PowerPoint 演示文稿</vt:lpstr>
      <vt:lpstr>7.4.2 控制流语句的翻译</vt:lpstr>
      <vt:lpstr>7.4.2 控制流语句的翻译</vt:lpstr>
      <vt:lpstr>7.4.2 控制流语句的翻译</vt:lpstr>
      <vt:lpstr>7.4.2 控制流语句的翻译</vt:lpstr>
      <vt:lpstr>7.4.2 控制流语句的翻译</vt:lpstr>
      <vt:lpstr>7.4.2 控制流语句的翻译</vt:lpstr>
      <vt:lpstr>7.4.2 控制流语句的翻译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7.4.3 布尔表达式的控制流翻译</vt:lpstr>
      <vt:lpstr>7.4.4 开关语句的翻译</vt:lpstr>
      <vt:lpstr>7.4.4 开关语句的翻译</vt:lpstr>
      <vt:lpstr>7.4.4 开关语句的翻译</vt:lpstr>
      <vt:lpstr>7.4.4 开关语句的翻译</vt:lpstr>
      <vt:lpstr>7.4.4 开关语句的翻译</vt:lpstr>
      <vt:lpstr>7.4.5 过程调用的翻译</vt:lpstr>
      <vt:lpstr>7.4.5 过程调用的翻译</vt:lpstr>
      <vt:lpstr>7.4.5 过程调用的翻译</vt:lpstr>
      <vt:lpstr>7.4.5 过程调用的翻译</vt:lpstr>
      <vt:lpstr>本节小结</vt:lpstr>
      <vt:lpstr>本章要点</vt:lpstr>
      <vt:lpstr>思维导图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语法分析(8)</dc:title>
  <dc:creator>欣捷</dc:creator>
  <cp:lastModifiedBy>欣捷 王</cp:lastModifiedBy>
  <cp:revision>63</cp:revision>
  <dcterms:created xsi:type="dcterms:W3CDTF">2021-04-20T06:55:23Z</dcterms:created>
  <dcterms:modified xsi:type="dcterms:W3CDTF">2025-04-30T01:51:14Z</dcterms:modified>
</cp:coreProperties>
</file>