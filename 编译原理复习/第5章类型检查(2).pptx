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Lst>
  <p:notesMasterIdLst>
    <p:notesMasterId r:id="rId49"/>
  </p:notesMasterIdLst>
  <p:sldIdLst>
    <p:sldId id="256" r:id="rId2"/>
    <p:sldId id="931" r:id="rId3"/>
    <p:sldId id="954" r:id="rId4"/>
    <p:sldId id="1005" r:id="rId5"/>
    <p:sldId id="1016" r:id="rId6"/>
    <p:sldId id="903" r:id="rId7"/>
    <p:sldId id="904" r:id="rId8"/>
    <p:sldId id="906" r:id="rId9"/>
    <p:sldId id="907" r:id="rId10"/>
    <p:sldId id="908" r:id="rId11"/>
    <p:sldId id="909" r:id="rId12"/>
    <p:sldId id="910" r:id="rId13"/>
    <p:sldId id="911" r:id="rId14"/>
    <p:sldId id="912" r:id="rId15"/>
    <p:sldId id="914" r:id="rId16"/>
    <p:sldId id="984" r:id="rId17"/>
    <p:sldId id="985" r:id="rId18"/>
    <p:sldId id="994" r:id="rId19"/>
    <p:sldId id="986" r:id="rId20"/>
    <p:sldId id="987" r:id="rId21"/>
    <p:sldId id="995" r:id="rId22"/>
    <p:sldId id="1018" r:id="rId23"/>
    <p:sldId id="988" r:id="rId24"/>
    <p:sldId id="996" r:id="rId25"/>
    <p:sldId id="997" r:id="rId26"/>
    <p:sldId id="989" r:id="rId27"/>
    <p:sldId id="998" r:id="rId28"/>
    <p:sldId id="990" r:id="rId29"/>
    <p:sldId id="999" r:id="rId30"/>
    <p:sldId id="991" r:id="rId31"/>
    <p:sldId id="992" r:id="rId32"/>
    <p:sldId id="993" r:id="rId33"/>
    <p:sldId id="965" r:id="rId34"/>
    <p:sldId id="967" r:id="rId35"/>
    <p:sldId id="968" r:id="rId36"/>
    <p:sldId id="969" r:id="rId37"/>
    <p:sldId id="971" r:id="rId38"/>
    <p:sldId id="972" r:id="rId39"/>
    <p:sldId id="974" r:id="rId40"/>
    <p:sldId id="975" r:id="rId41"/>
    <p:sldId id="976" r:id="rId42"/>
    <p:sldId id="977" r:id="rId43"/>
    <p:sldId id="978" r:id="rId44"/>
    <p:sldId id="1019" r:id="rId45"/>
    <p:sldId id="1020" r:id="rId46"/>
    <p:sldId id="979" r:id="rId47"/>
    <p:sldId id="1021" r:id="rId4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 initial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045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B4DAD0-3EFB-4414-80BC-B60E5E840C12}" v="4" dt="2025-04-30T01:47:17.90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28" autoAdjust="0"/>
    <p:restoredTop sz="77568" autoAdjust="0"/>
  </p:normalViewPr>
  <p:slideViewPr>
    <p:cSldViewPr snapToGrid="0">
      <p:cViewPr varScale="1">
        <p:scale>
          <a:sx n="58" d="100"/>
          <a:sy n="58" d="100"/>
        </p:scale>
        <p:origin x="1326"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王 欣捷" userId="b965477fa0aef5e6" providerId="LiveId" clId="{6B25E3A0-8D13-427B-91C6-98F6CF017510}"/>
    <pc:docChg chg="undo redo custSel addSld delSld modSld sldOrd">
      <pc:chgData name="王 欣捷" userId="b965477fa0aef5e6" providerId="LiveId" clId="{6B25E3A0-8D13-427B-91C6-98F6CF017510}" dt="2021-04-20T14:19:47.465" v="1513" actId="20577"/>
      <pc:docMkLst>
        <pc:docMk/>
      </pc:docMkLst>
      <pc:sldChg chg="del">
        <pc:chgData name="王 欣捷" userId="b965477fa0aef5e6" providerId="LiveId" clId="{6B25E3A0-8D13-427B-91C6-98F6CF017510}" dt="2021-04-20T13:08:17.013" v="389" actId="47"/>
        <pc:sldMkLst>
          <pc:docMk/>
          <pc:sldMk cId="0" sldId="935"/>
        </pc:sldMkLst>
      </pc:sldChg>
      <pc:sldChg chg="del">
        <pc:chgData name="王 欣捷" userId="b965477fa0aef5e6" providerId="LiveId" clId="{6B25E3A0-8D13-427B-91C6-98F6CF017510}" dt="2021-04-20T13:08:18.638" v="390" actId="47"/>
        <pc:sldMkLst>
          <pc:docMk/>
          <pc:sldMk cId="0" sldId="936"/>
        </pc:sldMkLst>
      </pc:sldChg>
      <pc:sldChg chg="del">
        <pc:chgData name="王 欣捷" userId="b965477fa0aef5e6" providerId="LiveId" clId="{6B25E3A0-8D13-427B-91C6-98F6CF017510}" dt="2021-04-20T13:55:36.044" v="1045" actId="47"/>
        <pc:sldMkLst>
          <pc:docMk/>
          <pc:sldMk cId="0" sldId="938"/>
        </pc:sldMkLst>
      </pc:sldChg>
      <pc:sldChg chg="del">
        <pc:chgData name="王 欣捷" userId="b965477fa0aef5e6" providerId="LiveId" clId="{6B25E3A0-8D13-427B-91C6-98F6CF017510}" dt="2021-04-20T14:09:57.154" v="1318" actId="47"/>
        <pc:sldMkLst>
          <pc:docMk/>
          <pc:sldMk cId="0" sldId="940"/>
        </pc:sldMkLst>
      </pc:sldChg>
      <pc:sldChg chg="del">
        <pc:chgData name="王 欣捷" userId="b965477fa0aef5e6" providerId="LiveId" clId="{6B25E3A0-8D13-427B-91C6-98F6CF017510}" dt="2021-04-20T14:13:44.761" v="1393" actId="47"/>
        <pc:sldMkLst>
          <pc:docMk/>
          <pc:sldMk cId="0" sldId="942"/>
        </pc:sldMkLst>
      </pc:sldChg>
      <pc:sldChg chg="add del">
        <pc:chgData name="王 欣捷" userId="b965477fa0aef5e6" providerId="LiveId" clId="{6B25E3A0-8D13-427B-91C6-98F6CF017510}" dt="2021-04-20T14:13:45.610" v="1394" actId="47"/>
        <pc:sldMkLst>
          <pc:docMk/>
          <pc:sldMk cId="0" sldId="943"/>
        </pc:sldMkLst>
      </pc:sldChg>
      <pc:sldChg chg="del">
        <pc:chgData name="王 欣捷" userId="b965477fa0aef5e6" providerId="LiveId" clId="{6B25E3A0-8D13-427B-91C6-98F6CF017510}" dt="2021-04-20T14:16:03.024" v="1439" actId="47"/>
        <pc:sldMkLst>
          <pc:docMk/>
          <pc:sldMk cId="672076074" sldId="945"/>
        </pc:sldMkLst>
      </pc:sldChg>
      <pc:sldChg chg="del">
        <pc:chgData name="王 欣捷" userId="b965477fa0aef5e6" providerId="LiveId" clId="{6B25E3A0-8D13-427B-91C6-98F6CF017510}" dt="2021-04-20T14:19:07.930" v="1512" actId="47"/>
        <pc:sldMkLst>
          <pc:docMk/>
          <pc:sldMk cId="4090644917" sldId="946"/>
        </pc:sldMkLst>
      </pc:sldChg>
      <pc:sldChg chg="del">
        <pc:chgData name="王 欣捷" userId="b965477fa0aef5e6" providerId="LiveId" clId="{6B25E3A0-8D13-427B-91C6-98F6CF017510}" dt="2021-04-20T14:19:07.930" v="1512" actId="47"/>
        <pc:sldMkLst>
          <pc:docMk/>
          <pc:sldMk cId="0" sldId="947"/>
        </pc:sldMkLst>
      </pc:sldChg>
      <pc:sldChg chg="del">
        <pc:chgData name="王 欣捷" userId="b965477fa0aef5e6" providerId="LiveId" clId="{6B25E3A0-8D13-427B-91C6-98F6CF017510}" dt="2021-04-20T13:13:57.132" v="426" actId="47"/>
        <pc:sldMkLst>
          <pc:docMk/>
          <pc:sldMk cId="0" sldId="955"/>
        </pc:sldMkLst>
      </pc:sldChg>
      <pc:sldChg chg="del">
        <pc:chgData name="王 欣捷" userId="b965477fa0aef5e6" providerId="LiveId" clId="{6B25E3A0-8D13-427B-91C6-98F6CF017510}" dt="2021-04-20T13:14:23.567" v="427" actId="47"/>
        <pc:sldMkLst>
          <pc:docMk/>
          <pc:sldMk cId="0" sldId="956"/>
        </pc:sldMkLst>
      </pc:sldChg>
      <pc:sldChg chg="del">
        <pc:chgData name="王 欣捷" userId="b965477fa0aef5e6" providerId="LiveId" clId="{6B25E3A0-8D13-427B-91C6-98F6CF017510}" dt="2021-04-20T13:14:23.567" v="427" actId="47"/>
        <pc:sldMkLst>
          <pc:docMk/>
          <pc:sldMk cId="0" sldId="957"/>
        </pc:sldMkLst>
      </pc:sldChg>
      <pc:sldChg chg="del">
        <pc:chgData name="王 欣捷" userId="b965477fa0aef5e6" providerId="LiveId" clId="{6B25E3A0-8D13-427B-91C6-98F6CF017510}" dt="2021-04-20T13:14:23.567" v="427" actId="47"/>
        <pc:sldMkLst>
          <pc:docMk/>
          <pc:sldMk cId="0" sldId="958"/>
        </pc:sldMkLst>
      </pc:sldChg>
      <pc:sldChg chg="del">
        <pc:chgData name="王 欣捷" userId="b965477fa0aef5e6" providerId="LiveId" clId="{6B25E3A0-8D13-427B-91C6-98F6CF017510}" dt="2021-04-20T13:14:23.567" v="427" actId="47"/>
        <pc:sldMkLst>
          <pc:docMk/>
          <pc:sldMk cId="0" sldId="959"/>
        </pc:sldMkLst>
      </pc:sldChg>
      <pc:sldChg chg="addSp delSp modSp mod modClrScheme modAnim chgLayout">
        <pc:chgData name="王 欣捷" userId="b965477fa0aef5e6" providerId="LiveId" clId="{6B25E3A0-8D13-427B-91C6-98F6CF017510}" dt="2021-04-20T13:16:49.922" v="491"/>
        <pc:sldMkLst>
          <pc:docMk/>
          <pc:sldMk cId="0" sldId="960"/>
        </pc:sldMkLst>
      </pc:sldChg>
      <pc:sldChg chg="addSp delSp modSp mod chgLayout">
        <pc:chgData name="王 欣捷" userId="b965477fa0aef5e6" providerId="LiveId" clId="{6B25E3A0-8D13-427B-91C6-98F6CF017510}" dt="2021-04-20T13:47:13.753" v="879" actId="113"/>
        <pc:sldMkLst>
          <pc:docMk/>
          <pc:sldMk cId="0" sldId="962"/>
        </pc:sldMkLst>
      </pc:sldChg>
      <pc:sldChg chg="del ord">
        <pc:chgData name="王 欣捷" userId="b965477fa0aef5e6" providerId="LiveId" clId="{6B25E3A0-8D13-427B-91C6-98F6CF017510}" dt="2021-04-20T13:46:29.446" v="864" actId="47"/>
        <pc:sldMkLst>
          <pc:docMk/>
          <pc:sldMk cId="0" sldId="963"/>
        </pc:sldMkLst>
      </pc:sldChg>
      <pc:sldChg chg="del">
        <pc:chgData name="王 欣捷" userId="b965477fa0aef5e6" providerId="LiveId" clId="{6B25E3A0-8D13-427B-91C6-98F6CF017510}" dt="2021-04-20T13:50:56.886" v="927" actId="47"/>
        <pc:sldMkLst>
          <pc:docMk/>
          <pc:sldMk cId="0" sldId="964"/>
        </pc:sldMkLst>
      </pc:sldChg>
      <pc:sldChg chg="del">
        <pc:chgData name="王 欣捷" userId="b965477fa0aef5e6" providerId="LiveId" clId="{6B25E3A0-8D13-427B-91C6-98F6CF017510}" dt="2021-04-20T13:50:56.886" v="927" actId="47"/>
        <pc:sldMkLst>
          <pc:docMk/>
          <pc:sldMk cId="0" sldId="965"/>
        </pc:sldMkLst>
      </pc:sldChg>
      <pc:sldChg chg="del">
        <pc:chgData name="王 欣捷" userId="b965477fa0aef5e6" providerId="LiveId" clId="{6B25E3A0-8D13-427B-91C6-98F6CF017510}" dt="2021-04-20T13:57:42.299" v="1078" actId="47"/>
        <pc:sldMkLst>
          <pc:docMk/>
          <pc:sldMk cId="0" sldId="966"/>
        </pc:sldMkLst>
      </pc:sldChg>
      <pc:sldChg chg="del">
        <pc:chgData name="王 欣捷" userId="b965477fa0aef5e6" providerId="LiveId" clId="{6B25E3A0-8D13-427B-91C6-98F6CF017510}" dt="2021-04-20T13:57:42.299" v="1078" actId="47"/>
        <pc:sldMkLst>
          <pc:docMk/>
          <pc:sldMk cId="0" sldId="967"/>
        </pc:sldMkLst>
      </pc:sldChg>
      <pc:sldChg chg="del">
        <pc:chgData name="王 欣捷" userId="b965477fa0aef5e6" providerId="LiveId" clId="{6B25E3A0-8D13-427B-91C6-98F6CF017510}" dt="2021-04-20T14:10:55.281" v="1324" actId="47"/>
        <pc:sldMkLst>
          <pc:docMk/>
          <pc:sldMk cId="0" sldId="968"/>
        </pc:sldMkLst>
      </pc:sldChg>
      <pc:sldChg chg="del">
        <pc:chgData name="王 欣捷" userId="b965477fa0aef5e6" providerId="LiveId" clId="{6B25E3A0-8D13-427B-91C6-98F6CF017510}" dt="2021-04-20T14:10:55.281" v="1324" actId="47"/>
        <pc:sldMkLst>
          <pc:docMk/>
          <pc:sldMk cId="0" sldId="969"/>
        </pc:sldMkLst>
      </pc:sldChg>
      <pc:sldChg chg="del">
        <pc:chgData name="王 欣捷" userId="b965477fa0aef5e6" providerId="LiveId" clId="{6B25E3A0-8D13-427B-91C6-98F6CF017510}" dt="2021-04-20T14:14:04.852" v="1396" actId="47"/>
        <pc:sldMkLst>
          <pc:docMk/>
          <pc:sldMk cId="0" sldId="971"/>
        </pc:sldMkLst>
      </pc:sldChg>
      <pc:sldChg chg="modSp mod">
        <pc:chgData name="王 欣捷" userId="b965477fa0aef5e6" providerId="LiveId" clId="{6B25E3A0-8D13-427B-91C6-98F6CF017510}" dt="2021-04-20T13:22:53.797" v="527" actId="113"/>
        <pc:sldMkLst>
          <pc:docMk/>
          <pc:sldMk cId="0" sldId="1080"/>
        </pc:sldMkLst>
      </pc:sldChg>
      <pc:sldChg chg="modSp mod">
        <pc:chgData name="王 欣捷" userId="b965477fa0aef5e6" providerId="LiveId" clId="{6B25E3A0-8D13-427B-91C6-98F6CF017510}" dt="2021-04-20T13:17:08.689" v="492" actId="2710"/>
        <pc:sldMkLst>
          <pc:docMk/>
          <pc:sldMk cId="0" sldId="1090"/>
        </pc:sldMkLst>
      </pc:sldChg>
      <pc:sldChg chg="modSp mod chgLayout">
        <pc:chgData name="王 欣捷" userId="b965477fa0aef5e6" providerId="LiveId" clId="{6B25E3A0-8D13-427B-91C6-98F6CF017510}" dt="2021-04-20T13:17:45.153" v="497" actId="207"/>
        <pc:sldMkLst>
          <pc:docMk/>
          <pc:sldMk cId="0" sldId="1092"/>
        </pc:sldMkLst>
      </pc:sldChg>
      <pc:sldChg chg="modSp mod chgLayout">
        <pc:chgData name="王 欣捷" userId="b965477fa0aef5e6" providerId="LiveId" clId="{6B25E3A0-8D13-427B-91C6-98F6CF017510}" dt="2021-04-20T13:18:26.576" v="507" actId="207"/>
        <pc:sldMkLst>
          <pc:docMk/>
          <pc:sldMk cId="0" sldId="1093"/>
        </pc:sldMkLst>
      </pc:sldChg>
      <pc:sldChg chg="modSp mod">
        <pc:chgData name="王 欣捷" userId="b965477fa0aef5e6" providerId="LiveId" clId="{6B25E3A0-8D13-427B-91C6-98F6CF017510}" dt="2021-04-20T13:21:17.780" v="520" actId="2711"/>
        <pc:sldMkLst>
          <pc:docMk/>
          <pc:sldMk cId="0" sldId="1094"/>
        </pc:sldMkLst>
      </pc:sldChg>
      <pc:sldChg chg="modSp mod">
        <pc:chgData name="王 欣捷" userId="b965477fa0aef5e6" providerId="LiveId" clId="{6B25E3A0-8D13-427B-91C6-98F6CF017510}" dt="2021-04-20T13:20:58.834" v="519" actId="2711"/>
        <pc:sldMkLst>
          <pc:docMk/>
          <pc:sldMk cId="0" sldId="1096"/>
        </pc:sldMkLst>
      </pc:sldChg>
      <pc:sldChg chg="modSp mod">
        <pc:chgData name="王 欣捷" userId="b965477fa0aef5e6" providerId="LiveId" clId="{6B25E3A0-8D13-427B-91C6-98F6CF017510}" dt="2021-04-20T13:21:27" v="521" actId="2711"/>
        <pc:sldMkLst>
          <pc:docMk/>
          <pc:sldMk cId="0" sldId="1097"/>
        </pc:sldMkLst>
      </pc:sldChg>
      <pc:sldChg chg="modSp">
        <pc:chgData name="王 欣捷" userId="b965477fa0aef5e6" providerId="LiveId" clId="{6B25E3A0-8D13-427B-91C6-98F6CF017510}" dt="2021-04-20T14:19:47.465" v="1513" actId="20577"/>
        <pc:sldMkLst>
          <pc:docMk/>
          <pc:sldMk cId="0" sldId="1100"/>
        </pc:sldMkLst>
      </pc:sldChg>
      <pc:sldChg chg="modSp mod">
        <pc:chgData name="王 欣捷" userId="b965477fa0aef5e6" providerId="LiveId" clId="{6B25E3A0-8D13-427B-91C6-98F6CF017510}" dt="2021-04-20T13:22:13.687" v="523" actId="207"/>
        <pc:sldMkLst>
          <pc:docMk/>
          <pc:sldMk cId="0" sldId="1105"/>
        </pc:sldMkLst>
      </pc:sldChg>
      <pc:sldChg chg="modSp mod">
        <pc:chgData name="王 欣捷" userId="b965477fa0aef5e6" providerId="LiveId" clId="{6B25E3A0-8D13-427B-91C6-98F6CF017510}" dt="2021-04-20T13:22:27.178" v="526" actId="113"/>
        <pc:sldMkLst>
          <pc:docMk/>
          <pc:sldMk cId="0" sldId="1106"/>
        </pc:sldMkLst>
      </pc:sldChg>
      <pc:sldChg chg="del">
        <pc:chgData name="王 欣捷" userId="b965477fa0aef5e6" providerId="LiveId" clId="{6B25E3A0-8D13-427B-91C6-98F6CF017510}" dt="2021-04-20T12:53:00.742" v="214" actId="47"/>
        <pc:sldMkLst>
          <pc:docMk/>
          <pc:sldMk cId="0" sldId="1108"/>
        </pc:sldMkLst>
      </pc:sldChg>
      <pc:sldChg chg="del">
        <pc:chgData name="王 欣捷" userId="b965477fa0aef5e6" providerId="LiveId" clId="{6B25E3A0-8D13-427B-91C6-98F6CF017510}" dt="2021-04-20T12:53:02.021" v="215" actId="47"/>
        <pc:sldMkLst>
          <pc:docMk/>
          <pc:sldMk cId="0" sldId="1109"/>
        </pc:sldMkLst>
      </pc:sldChg>
      <pc:sldChg chg="modSp mod">
        <pc:chgData name="王 欣捷" userId="b965477fa0aef5e6" providerId="LiveId" clId="{6B25E3A0-8D13-427B-91C6-98F6CF017510}" dt="2021-04-20T13:48:04.755" v="885" actId="207"/>
        <pc:sldMkLst>
          <pc:docMk/>
          <pc:sldMk cId="0" sldId="1110"/>
        </pc:sldMkLst>
      </pc:sldChg>
      <pc:sldChg chg="addSp delSp modSp mod modAnim">
        <pc:chgData name="王 欣捷" userId="b965477fa0aef5e6" providerId="LiveId" clId="{6B25E3A0-8D13-427B-91C6-98F6CF017510}" dt="2021-04-20T12:51:49.274" v="212" actId="478"/>
        <pc:sldMkLst>
          <pc:docMk/>
          <pc:sldMk cId="0" sldId="1127"/>
        </pc:sldMkLst>
      </pc:sldChg>
      <pc:sldChg chg="del">
        <pc:chgData name="王 欣捷" userId="b965477fa0aef5e6" providerId="LiveId" clId="{6B25E3A0-8D13-427B-91C6-98F6CF017510}" dt="2021-04-20T12:40:48.963" v="60" actId="47"/>
        <pc:sldMkLst>
          <pc:docMk/>
          <pc:sldMk cId="0" sldId="1131"/>
        </pc:sldMkLst>
      </pc:sldChg>
      <pc:sldChg chg="del">
        <pc:chgData name="王 欣捷" userId="b965477fa0aef5e6" providerId="LiveId" clId="{6B25E3A0-8D13-427B-91C6-98F6CF017510}" dt="2021-04-20T12:45:30.807" v="127" actId="47"/>
        <pc:sldMkLst>
          <pc:docMk/>
          <pc:sldMk cId="0" sldId="1134"/>
        </pc:sldMkLst>
      </pc:sldChg>
      <pc:sldChg chg="modSp mod">
        <pc:chgData name="王 欣捷" userId="b965477fa0aef5e6" providerId="LiveId" clId="{6B25E3A0-8D13-427B-91C6-98F6CF017510}" dt="2021-04-20T13:25:06.203" v="565" actId="1076"/>
        <pc:sldMkLst>
          <pc:docMk/>
          <pc:sldMk cId="0" sldId="1138"/>
        </pc:sldMkLst>
      </pc:sldChg>
      <pc:sldChg chg="del">
        <pc:chgData name="王 欣捷" userId="b965477fa0aef5e6" providerId="LiveId" clId="{6B25E3A0-8D13-427B-91C6-98F6CF017510}" dt="2021-04-20T12:40:48.963" v="60" actId="47"/>
        <pc:sldMkLst>
          <pc:docMk/>
          <pc:sldMk cId="3037729556" sldId="1143"/>
        </pc:sldMkLst>
      </pc:sldChg>
      <pc:sldChg chg="del">
        <pc:chgData name="王 欣捷" userId="b965477fa0aef5e6" providerId="LiveId" clId="{6B25E3A0-8D13-427B-91C6-98F6CF017510}" dt="2021-04-20T12:40:48.963" v="60" actId="47"/>
        <pc:sldMkLst>
          <pc:docMk/>
          <pc:sldMk cId="546972322" sldId="1144"/>
        </pc:sldMkLst>
      </pc:sldChg>
      <pc:sldChg chg="addSp delSp modSp mod modAnim">
        <pc:chgData name="王 欣捷" userId="b965477fa0aef5e6" providerId="LiveId" clId="{6B25E3A0-8D13-427B-91C6-98F6CF017510}" dt="2021-04-20T12:48:37.970" v="153"/>
        <pc:sldMkLst>
          <pc:docMk/>
          <pc:sldMk cId="4223351651" sldId="1145"/>
        </pc:sldMkLst>
      </pc:sldChg>
      <pc:sldChg chg="del">
        <pc:chgData name="王 欣捷" userId="b965477fa0aef5e6" providerId="LiveId" clId="{6B25E3A0-8D13-427B-91C6-98F6CF017510}" dt="2021-04-20T12:45:30.807" v="127" actId="47"/>
        <pc:sldMkLst>
          <pc:docMk/>
          <pc:sldMk cId="1246412149" sldId="1146"/>
        </pc:sldMkLst>
      </pc:sldChg>
      <pc:sldChg chg="del">
        <pc:chgData name="王 欣捷" userId="b965477fa0aef5e6" providerId="LiveId" clId="{6B25E3A0-8D13-427B-91C6-98F6CF017510}" dt="2021-04-20T12:45:30.807" v="127" actId="47"/>
        <pc:sldMkLst>
          <pc:docMk/>
          <pc:sldMk cId="1563518926" sldId="1147"/>
        </pc:sldMkLst>
      </pc:sldChg>
      <pc:sldChg chg="del">
        <pc:chgData name="王 欣捷" userId="b965477fa0aef5e6" providerId="LiveId" clId="{6B25E3A0-8D13-427B-91C6-98F6CF017510}" dt="2021-04-20T12:45:30.807" v="127" actId="47"/>
        <pc:sldMkLst>
          <pc:docMk/>
          <pc:sldMk cId="3006853834" sldId="1148"/>
        </pc:sldMkLst>
      </pc:sldChg>
      <pc:sldChg chg="del">
        <pc:chgData name="王 欣捷" userId="b965477fa0aef5e6" providerId="LiveId" clId="{6B25E3A0-8D13-427B-91C6-98F6CF017510}" dt="2021-04-20T12:45:30.807" v="127" actId="47"/>
        <pc:sldMkLst>
          <pc:docMk/>
          <pc:sldMk cId="2869246556" sldId="1149"/>
        </pc:sldMkLst>
      </pc:sldChg>
      <pc:sldChg chg="del">
        <pc:chgData name="王 欣捷" userId="b965477fa0aef5e6" providerId="LiveId" clId="{6B25E3A0-8D13-427B-91C6-98F6CF017510}" dt="2021-04-20T12:45:30.807" v="127" actId="47"/>
        <pc:sldMkLst>
          <pc:docMk/>
          <pc:sldMk cId="500657596" sldId="1150"/>
        </pc:sldMkLst>
      </pc:sldChg>
      <pc:sldChg chg="addSp delSp modSp mod modAnim">
        <pc:chgData name="王 欣捷" userId="b965477fa0aef5e6" providerId="LiveId" clId="{6B25E3A0-8D13-427B-91C6-98F6CF017510}" dt="2021-04-20T12:46:20.433" v="136" actId="165"/>
        <pc:sldMkLst>
          <pc:docMk/>
          <pc:sldMk cId="3962178428" sldId="1151"/>
        </pc:sldMkLst>
      </pc:sldChg>
      <pc:sldChg chg="del">
        <pc:chgData name="王 欣捷" userId="b965477fa0aef5e6" providerId="LiveId" clId="{6B25E3A0-8D13-427B-91C6-98F6CF017510}" dt="2021-04-20T13:13:57.132" v="426" actId="47"/>
        <pc:sldMkLst>
          <pc:docMk/>
          <pc:sldMk cId="389650025" sldId="1152"/>
        </pc:sldMkLst>
      </pc:sldChg>
      <pc:sldChg chg="del">
        <pc:chgData name="王 欣捷" userId="b965477fa0aef5e6" providerId="LiveId" clId="{6B25E3A0-8D13-427B-91C6-98F6CF017510}" dt="2021-04-20T13:13:57.132" v="426" actId="47"/>
        <pc:sldMkLst>
          <pc:docMk/>
          <pc:sldMk cId="235929361" sldId="1153"/>
        </pc:sldMkLst>
      </pc:sldChg>
      <pc:sldChg chg="del">
        <pc:chgData name="王 欣捷" userId="b965477fa0aef5e6" providerId="LiveId" clId="{6B25E3A0-8D13-427B-91C6-98F6CF017510}" dt="2021-04-20T13:13:57.132" v="426" actId="47"/>
        <pc:sldMkLst>
          <pc:docMk/>
          <pc:sldMk cId="4207039851" sldId="1154"/>
        </pc:sldMkLst>
      </pc:sldChg>
      <pc:sldChg chg="del">
        <pc:chgData name="王 欣捷" userId="b965477fa0aef5e6" providerId="LiveId" clId="{6B25E3A0-8D13-427B-91C6-98F6CF017510}" dt="2021-04-20T13:13:57.132" v="426" actId="47"/>
        <pc:sldMkLst>
          <pc:docMk/>
          <pc:sldMk cId="77711967" sldId="1155"/>
        </pc:sldMkLst>
      </pc:sldChg>
      <pc:sldChg chg="del">
        <pc:chgData name="王 欣捷" userId="b965477fa0aef5e6" providerId="LiveId" clId="{6B25E3A0-8D13-427B-91C6-98F6CF017510}" dt="2021-04-20T13:13:57.132" v="426" actId="47"/>
        <pc:sldMkLst>
          <pc:docMk/>
          <pc:sldMk cId="1749343738" sldId="1156"/>
        </pc:sldMkLst>
      </pc:sldChg>
      <pc:sldChg chg="del">
        <pc:chgData name="王 欣捷" userId="b965477fa0aef5e6" providerId="LiveId" clId="{6B25E3A0-8D13-427B-91C6-98F6CF017510}" dt="2021-04-20T13:13:57.132" v="426" actId="47"/>
        <pc:sldMkLst>
          <pc:docMk/>
          <pc:sldMk cId="3747700626" sldId="1157"/>
        </pc:sldMkLst>
      </pc:sldChg>
      <pc:sldChg chg="addSp delSp modSp mod modAnim">
        <pc:chgData name="王 欣捷" userId="b965477fa0aef5e6" providerId="LiveId" clId="{6B25E3A0-8D13-427B-91C6-98F6CF017510}" dt="2021-04-20T13:13:38.770" v="425"/>
        <pc:sldMkLst>
          <pc:docMk/>
          <pc:sldMk cId="2813883607" sldId="1158"/>
        </pc:sldMkLst>
      </pc:sldChg>
      <pc:sldChg chg="add del">
        <pc:chgData name="王 欣捷" userId="b965477fa0aef5e6" providerId="LiveId" clId="{6B25E3A0-8D13-427B-91C6-98F6CF017510}" dt="2021-04-20T12:53:35.214" v="217"/>
        <pc:sldMkLst>
          <pc:docMk/>
          <pc:sldMk cId="3340373905" sldId="1159"/>
        </pc:sldMkLst>
      </pc:sldChg>
      <pc:sldChg chg="addSp delSp modSp add del mod modAnim">
        <pc:chgData name="王 欣捷" userId="b965477fa0aef5e6" providerId="LiveId" clId="{6B25E3A0-8D13-427B-91C6-98F6CF017510}" dt="2021-04-20T12:41:17.754" v="67" actId="47"/>
        <pc:sldMkLst>
          <pc:docMk/>
          <pc:sldMk cId="3468514126" sldId="1159"/>
        </pc:sldMkLst>
      </pc:sldChg>
      <pc:sldChg chg="addSp delSp modSp add del mod">
        <pc:chgData name="王 欣捷" userId="b965477fa0aef5e6" providerId="LiveId" clId="{6B25E3A0-8D13-427B-91C6-98F6CF017510}" dt="2021-04-20T12:45:23.395" v="126" actId="47"/>
        <pc:sldMkLst>
          <pc:docMk/>
          <pc:sldMk cId="3608272575" sldId="1159"/>
        </pc:sldMkLst>
      </pc:sldChg>
      <pc:sldChg chg="addSp delSp modSp add mod">
        <pc:chgData name="王 欣捷" userId="b965477fa0aef5e6" providerId="LiveId" clId="{6B25E3A0-8D13-427B-91C6-98F6CF017510}" dt="2021-04-20T13:52:59.633" v="961" actId="20577"/>
        <pc:sldMkLst>
          <pc:docMk/>
          <pc:sldMk cId="3740059661" sldId="1159"/>
        </pc:sldMkLst>
      </pc:sldChg>
      <pc:sldChg chg="addSp delSp modSp new del mod modClrScheme modAnim chgLayout">
        <pc:chgData name="王 欣捷" userId="b965477fa0aef5e6" providerId="LiveId" clId="{6B25E3A0-8D13-427B-91C6-98F6CF017510}" dt="2021-04-20T12:51:53.712" v="213" actId="47"/>
        <pc:sldMkLst>
          <pc:docMk/>
          <pc:sldMk cId="3959990060" sldId="1159"/>
        </pc:sldMkLst>
      </pc:sldChg>
      <pc:sldChg chg="addSp delSp modSp new del mod modClrScheme chgLayout">
        <pc:chgData name="王 欣捷" userId="b965477fa0aef5e6" providerId="LiveId" clId="{6B25E3A0-8D13-427B-91C6-98F6CF017510}" dt="2021-04-20T13:12:57.235" v="417" actId="47"/>
        <pc:sldMkLst>
          <pc:docMk/>
          <pc:sldMk cId="1241390852" sldId="1160"/>
        </pc:sldMkLst>
      </pc:sldChg>
      <pc:sldChg chg="addSp delSp modSp new del mod modClrScheme chgLayout">
        <pc:chgData name="王 欣捷" userId="b965477fa0aef5e6" providerId="LiveId" clId="{6B25E3A0-8D13-427B-91C6-98F6CF017510}" dt="2021-04-20T13:16:15.430" v="484" actId="47"/>
        <pc:sldMkLst>
          <pc:docMk/>
          <pc:sldMk cId="1640109929" sldId="1160"/>
        </pc:sldMkLst>
      </pc:sldChg>
      <pc:sldChg chg="addSp delSp modSp new mod modClrScheme chgLayout">
        <pc:chgData name="王 欣捷" userId="b965477fa0aef5e6" providerId="LiveId" clId="{6B25E3A0-8D13-427B-91C6-98F6CF017510}" dt="2021-04-20T13:50:15.390" v="923" actId="207"/>
        <pc:sldMkLst>
          <pc:docMk/>
          <pc:sldMk cId="3618475896" sldId="1160"/>
        </pc:sldMkLst>
      </pc:sldChg>
      <pc:sldChg chg="modSp add mod">
        <pc:chgData name="王 欣捷" userId="b965477fa0aef5e6" providerId="LiveId" clId="{6B25E3A0-8D13-427B-91C6-98F6CF017510}" dt="2021-04-20T14:01:41.766" v="1174" actId="207"/>
        <pc:sldMkLst>
          <pc:docMk/>
          <pc:sldMk cId="2042943240" sldId="1161"/>
        </pc:sldMkLst>
      </pc:sldChg>
      <pc:sldChg chg="addSp delSp modSp add mod chgLayout">
        <pc:chgData name="王 欣捷" userId="b965477fa0aef5e6" providerId="LiveId" clId="{6B25E3A0-8D13-427B-91C6-98F6CF017510}" dt="2021-04-20T14:10:21.546" v="1320"/>
        <pc:sldMkLst>
          <pc:docMk/>
          <pc:sldMk cId="3272006686" sldId="1162"/>
        </pc:sldMkLst>
      </pc:sldChg>
      <pc:sldChg chg="modSp add mod">
        <pc:chgData name="王 欣捷" userId="b965477fa0aef5e6" providerId="LiveId" clId="{6B25E3A0-8D13-427B-91C6-98F6CF017510}" dt="2021-04-20T13:57:35.694" v="1077" actId="207"/>
        <pc:sldMkLst>
          <pc:docMk/>
          <pc:sldMk cId="2547034749" sldId="1163"/>
        </pc:sldMkLst>
      </pc:sldChg>
      <pc:sldChg chg="add del">
        <pc:chgData name="王 欣捷" userId="b965477fa0aef5e6" providerId="LiveId" clId="{6B25E3A0-8D13-427B-91C6-98F6CF017510}" dt="2021-04-20T13:55:52.842" v="1047"/>
        <pc:sldMkLst>
          <pc:docMk/>
          <pc:sldMk cId="2822785792" sldId="1163"/>
        </pc:sldMkLst>
      </pc:sldChg>
      <pc:sldChg chg="modSp add del mod">
        <pc:chgData name="王 欣捷" userId="b965477fa0aef5e6" providerId="LiveId" clId="{6B25E3A0-8D13-427B-91C6-98F6CF017510}" dt="2021-04-20T13:59:18.004" v="1149" actId="47"/>
        <pc:sldMkLst>
          <pc:docMk/>
          <pc:sldMk cId="791380091" sldId="1164"/>
        </pc:sldMkLst>
      </pc:sldChg>
      <pc:sldChg chg="addSp delSp modSp add mod">
        <pc:chgData name="王 欣捷" userId="b965477fa0aef5e6" providerId="LiveId" clId="{6B25E3A0-8D13-427B-91C6-98F6CF017510}" dt="2021-04-20T14:10:29.027" v="1322"/>
        <pc:sldMkLst>
          <pc:docMk/>
          <pc:sldMk cId="771280182" sldId="1165"/>
        </pc:sldMkLst>
      </pc:sldChg>
      <pc:sldChg chg="modSp add mod">
        <pc:chgData name="王 欣捷" userId="b965477fa0aef5e6" providerId="LiveId" clId="{6B25E3A0-8D13-427B-91C6-98F6CF017510}" dt="2021-04-20T14:11:02.150" v="1325" actId="207"/>
        <pc:sldMkLst>
          <pc:docMk/>
          <pc:sldMk cId="2692631" sldId="1166"/>
        </pc:sldMkLst>
      </pc:sldChg>
      <pc:sldChg chg="addSp delSp modSp add mod">
        <pc:chgData name="王 欣捷" userId="b965477fa0aef5e6" providerId="LiveId" clId="{6B25E3A0-8D13-427B-91C6-98F6CF017510}" dt="2021-04-20T14:13:34.792" v="1390" actId="1076"/>
        <pc:sldMkLst>
          <pc:docMk/>
          <pc:sldMk cId="3628184232" sldId="1167"/>
        </pc:sldMkLst>
      </pc:sldChg>
      <pc:sldChg chg="modSp add mod">
        <pc:chgData name="王 欣捷" userId="b965477fa0aef5e6" providerId="LiveId" clId="{6B25E3A0-8D13-427B-91C6-98F6CF017510}" dt="2021-04-20T14:14:16.613" v="1399" actId="207"/>
        <pc:sldMkLst>
          <pc:docMk/>
          <pc:sldMk cId="1528587018" sldId="1168"/>
        </pc:sldMkLst>
      </pc:sldChg>
      <pc:sldChg chg="delSp modSp add mod">
        <pc:chgData name="王 欣捷" userId="b965477fa0aef5e6" providerId="LiveId" clId="{6B25E3A0-8D13-427B-91C6-98F6CF017510}" dt="2021-04-20T14:15:57.598" v="1438" actId="1076"/>
        <pc:sldMkLst>
          <pc:docMk/>
          <pc:sldMk cId="3168183637" sldId="1169"/>
        </pc:sldMkLst>
      </pc:sldChg>
      <pc:sldChg chg="addSp delSp modSp add mod">
        <pc:chgData name="王 欣捷" userId="b965477fa0aef5e6" providerId="LiveId" clId="{6B25E3A0-8D13-427B-91C6-98F6CF017510}" dt="2021-04-20T14:18:18.007" v="1511" actId="20577"/>
        <pc:sldMkLst>
          <pc:docMk/>
          <pc:sldMk cId="1630523457" sldId="1170"/>
        </pc:sldMkLst>
      </pc:sldChg>
    </pc:docChg>
  </pc:docChgLst>
  <pc:docChgLst>
    <pc:chgData name="王 欣捷" userId="b965477fa0aef5e6" providerId="LiveId" clId="{619D58DC-A04D-4908-BF99-EB5C4CFB0AF6}"/>
    <pc:docChg chg="modSld">
      <pc:chgData name="王 欣捷" userId="b965477fa0aef5e6" providerId="LiveId" clId="{619D58DC-A04D-4908-BF99-EB5C4CFB0AF6}" dt="2023-05-30T03:15:37.758" v="127" actId="2710"/>
      <pc:docMkLst>
        <pc:docMk/>
      </pc:docMkLst>
      <pc:sldChg chg="modSp mod">
        <pc:chgData name="王 欣捷" userId="b965477fa0aef5e6" providerId="LiveId" clId="{619D58DC-A04D-4908-BF99-EB5C4CFB0AF6}" dt="2023-05-30T03:15:37.758" v="127" actId="2710"/>
        <pc:sldMkLst>
          <pc:docMk/>
          <pc:sldMk cId="0" sldId="979"/>
        </pc:sldMkLst>
      </pc:sldChg>
    </pc:docChg>
  </pc:docChgLst>
  <pc:docChgLst>
    <pc:chgData name="欣捷 王" userId="b965477fa0aef5e6" providerId="LiveId" clId="{3A564A09-3EAE-47BE-9171-14F2C0F7001A}"/>
    <pc:docChg chg="undo redo custSel addSld delSld modSld sldOrd">
      <pc:chgData name="欣捷 王" userId="b965477fa0aef5e6" providerId="LiveId" clId="{3A564A09-3EAE-47BE-9171-14F2C0F7001A}" dt="2024-06-06T17:16:13.578" v="4238"/>
      <pc:docMkLst>
        <pc:docMk/>
      </pc:docMkLst>
      <pc:sldChg chg="del">
        <pc:chgData name="欣捷 王" userId="b965477fa0aef5e6" providerId="LiveId" clId="{3A564A09-3EAE-47BE-9171-14F2C0F7001A}" dt="2024-06-04T08:41:42.343" v="2" actId="47"/>
        <pc:sldMkLst>
          <pc:docMk/>
          <pc:sldMk cId="0" sldId="847"/>
        </pc:sldMkLst>
      </pc:sldChg>
      <pc:sldChg chg="del">
        <pc:chgData name="欣捷 王" userId="b965477fa0aef5e6" providerId="LiveId" clId="{3A564A09-3EAE-47BE-9171-14F2C0F7001A}" dt="2024-06-04T08:41:43.131" v="3" actId="47"/>
        <pc:sldMkLst>
          <pc:docMk/>
          <pc:sldMk cId="0" sldId="871"/>
        </pc:sldMkLst>
      </pc:sldChg>
      <pc:sldChg chg="addSp modSp modAnim">
        <pc:chgData name="欣捷 王" userId="b965477fa0aef5e6" providerId="LiveId" clId="{3A564A09-3EAE-47BE-9171-14F2C0F7001A}" dt="2024-06-06T16:46:55.207" v="4189"/>
        <pc:sldMkLst>
          <pc:docMk/>
          <pc:sldMk cId="0" sldId="903"/>
        </pc:sldMkLst>
      </pc:sldChg>
      <pc:sldChg chg="addSp delSp modSp mod modAnim">
        <pc:chgData name="欣捷 王" userId="b965477fa0aef5e6" providerId="LiveId" clId="{3A564A09-3EAE-47BE-9171-14F2C0F7001A}" dt="2024-06-06T16:47:46.604" v="4191" actId="21"/>
        <pc:sldMkLst>
          <pc:docMk/>
          <pc:sldMk cId="0" sldId="904"/>
        </pc:sldMkLst>
      </pc:sldChg>
      <pc:sldChg chg="del">
        <pc:chgData name="欣捷 王" userId="b965477fa0aef5e6" providerId="LiveId" clId="{3A564A09-3EAE-47BE-9171-14F2C0F7001A}" dt="2024-06-05T03:19:24.002" v="77" actId="47"/>
        <pc:sldMkLst>
          <pc:docMk/>
          <pc:sldMk cId="0" sldId="905"/>
        </pc:sldMkLst>
      </pc:sldChg>
      <pc:sldChg chg="addSp delSp modSp mod delAnim modAnim modNotesTx">
        <pc:chgData name="欣捷 王" userId="b965477fa0aef5e6" providerId="LiveId" clId="{3A564A09-3EAE-47BE-9171-14F2C0F7001A}" dt="2024-06-06T15:55:55.027" v="4091"/>
        <pc:sldMkLst>
          <pc:docMk/>
          <pc:sldMk cId="0" sldId="906"/>
        </pc:sldMkLst>
      </pc:sldChg>
      <pc:sldChg chg="addSp delSp modSp mod modClrScheme delAnim modAnim chgLayout">
        <pc:chgData name="欣捷 王" userId="b965477fa0aef5e6" providerId="LiveId" clId="{3A564A09-3EAE-47BE-9171-14F2C0F7001A}" dt="2024-06-05T09:01:50.767" v="219"/>
        <pc:sldMkLst>
          <pc:docMk/>
          <pc:sldMk cId="0" sldId="907"/>
        </pc:sldMkLst>
      </pc:sldChg>
      <pc:sldChg chg="modSp mod">
        <pc:chgData name="欣捷 王" userId="b965477fa0aef5e6" providerId="LiveId" clId="{3A564A09-3EAE-47BE-9171-14F2C0F7001A}" dt="2024-06-05T09:13:27.290" v="431" actId="207"/>
        <pc:sldMkLst>
          <pc:docMk/>
          <pc:sldMk cId="0" sldId="908"/>
        </pc:sldMkLst>
      </pc:sldChg>
      <pc:sldChg chg="modSp mod">
        <pc:chgData name="欣捷 王" userId="b965477fa0aef5e6" providerId="LiveId" clId="{3A564A09-3EAE-47BE-9171-14F2C0F7001A}" dt="2024-06-06T16:53:28.989" v="4192" actId="1076"/>
        <pc:sldMkLst>
          <pc:docMk/>
          <pc:sldMk cId="0" sldId="909"/>
        </pc:sldMkLst>
      </pc:sldChg>
      <pc:sldChg chg="addSp delSp modSp mod modAnim">
        <pc:chgData name="欣捷 王" userId="b965477fa0aef5e6" providerId="LiveId" clId="{3A564A09-3EAE-47BE-9171-14F2C0F7001A}" dt="2024-06-05T09:12:42.031" v="427"/>
        <pc:sldMkLst>
          <pc:docMk/>
          <pc:sldMk cId="0" sldId="910"/>
        </pc:sldMkLst>
      </pc:sldChg>
      <pc:sldChg chg="addSp modSp mod modAnim">
        <pc:chgData name="欣捷 王" userId="b965477fa0aef5e6" providerId="LiveId" clId="{3A564A09-3EAE-47BE-9171-14F2C0F7001A}" dt="2024-06-05T09:16:12.440" v="457"/>
        <pc:sldMkLst>
          <pc:docMk/>
          <pc:sldMk cId="0" sldId="911"/>
        </pc:sldMkLst>
      </pc:sldChg>
      <pc:sldChg chg="addSp modSp mod modAnim chgLayout">
        <pc:chgData name="欣捷 王" userId="b965477fa0aef5e6" providerId="LiveId" clId="{3A564A09-3EAE-47BE-9171-14F2C0F7001A}" dt="2024-06-05T09:25:10.244" v="569" actId="1076"/>
        <pc:sldMkLst>
          <pc:docMk/>
          <pc:sldMk cId="0" sldId="912"/>
        </pc:sldMkLst>
      </pc:sldChg>
      <pc:sldChg chg="addSp modSp mod modAnim">
        <pc:chgData name="欣捷 王" userId="b965477fa0aef5e6" providerId="LiveId" clId="{3A564A09-3EAE-47BE-9171-14F2C0F7001A}" dt="2024-06-05T09:28:06.882" v="625" actId="1076"/>
        <pc:sldMkLst>
          <pc:docMk/>
          <pc:sldMk cId="0" sldId="914"/>
        </pc:sldMkLst>
      </pc:sldChg>
      <pc:sldChg chg="del">
        <pc:chgData name="欣捷 王" userId="b965477fa0aef5e6" providerId="LiveId" clId="{3A564A09-3EAE-47BE-9171-14F2C0F7001A}" dt="2024-06-04T08:41:36.651" v="0" actId="47"/>
        <pc:sldMkLst>
          <pc:docMk/>
          <pc:sldMk cId="2073985740" sldId="933"/>
        </pc:sldMkLst>
      </pc:sldChg>
      <pc:sldChg chg="del">
        <pc:chgData name="欣捷 王" userId="b965477fa0aef5e6" providerId="LiveId" clId="{3A564A09-3EAE-47BE-9171-14F2C0F7001A}" dt="2024-06-04T08:41:41.058" v="1" actId="47"/>
        <pc:sldMkLst>
          <pc:docMk/>
          <pc:sldMk cId="0" sldId="951"/>
        </pc:sldMkLst>
      </pc:sldChg>
      <pc:sldChg chg="del">
        <pc:chgData name="欣捷 王" userId="b965477fa0aef5e6" providerId="LiveId" clId="{3A564A09-3EAE-47BE-9171-14F2C0F7001A}" dt="2024-06-04T08:42:07.596" v="25" actId="47"/>
        <pc:sldMkLst>
          <pc:docMk/>
          <pc:sldMk cId="0" sldId="953"/>
        </pc:sldMkLst>
      </pc:sldChg>
      <pc:sldChg chg="addSp delSp modSp mod delAnim modAnim modNotesTx">
        <pc:chgData name="欣捷 王" userId="b965477fa0aef5e6" providerId="LiveId" clId="{3A564A09-3EAE-47BE-9171-14F2C0F7001A}" dt="2024-06-06T17:09:12.494" v="4226"/>
        <pc:sldMkLst>
          <pc:docMk/>
          <pc:sldMk cId="0" sldId="965"/>
        </pc:sldMkLst>
      </pc:sldChg>
      <pc:sldChg chg="del modAnim">
        <pc:chgData name="欣捷 王" userId="b965477fa0aef5e6" providerId="LiveId" clId="{3A564A09-3EAE-47BE-9171-14F2C0F7001A}" dt="2024-06-06T14:35:50.210" v="3447" actId="47"/>
        <pc:sldMkLst>
          <pc:docMk/>
          <pc:sldMk cId="0" sldId="966"/>
        </pc:sldMkLst>
      </pc:sldChg>
      <pc:sldChg chg="addSp delSp modSp mod addAnim delAnim modAnim modNotesTx">
        <pc:chgData name="欣捷 王" userId="b965477fa0aef5e6" providerId="LiveId" clId="{3A564A09-3EAE-47BE-9171-14F2C0F7001A}" dt="2024-06-06T14:39:47.844" v="3503" actId="21"/>
        <pc:sldMkLst>
          <pc:docMk/>
          <pc:sldMk cId="0" sldId="967"/>
        </pc:sldMkLst>
      </pc:sldChg>
      <pc:sldChg chg="addSp delSp modSp mod delAnim modAnim chgLayout modNotesTx">
        <pc:chgData name="欣捷 王" userId="b965477fa0aef5e6" providerId="LiveId" clId="{3A564A09-3EAE-47BE-9171-14F2C0F7001A}" dt="2024-06-06T14:43:10.908" v="3540" actId="20577"/>
        <pc:sldMkLst>
          <pc:docMk/>
          <pc:sldMk cId="0" sldId="968"/>
        </pc:sldMkLst>
      </pc:sldChg>
      <pc:sldChg chg="addSp delSp modSp mod delAnim modAnim chgLayout modNotesTx">
        <pc:chgData name="欣捷 王" userId="b965477fa0aef5e6" providerId="LiveId" clId="{3A564A09-3EAE-47BE-9171-14F2C0F7001A}" dt="2024-06-06T15:55:31.581" v="4090"/>
        <pc:sldMkLst>
          <pc:docMk/>
          <pc:sldMk cId="0" sldId="969"/>
        </pc:sldMkLst>
      </pc:sldChg>
      <pc:sldChg chg="modSp del mod">
        <pc:chgData name="欣捷 王" userId="b965477fa0aef5e6" providerId="LiveId" clId="{3A564A09-3EAE-47BE-9171-14F2C0F7001A}" dt="2024-06-06T14:43:18.088" v="3541" actId="47"/>
        <pc:sldMkLst>
          <pc:docMk/>
          <pc:sldMk cId="0" sldId="970"/>
        </pc:sldMkLst>
      </pc:sldChg>
      <pc:sldChg chg="modSp mod">
        <pc:chgData name="欣捷 王" userId="b965477fa0aef5e6" providerId="LiveId" clId="{3A564A09-3EAE-47BE-9171-14F2C0F7001A}" dt="2024-06-06T14:43:46.837" v="3543" actId="207"/>
        <pc:sldMkLst>
          <pc:docMk/>
          <pc:sldMk cId="0" sldId="971"/>
        </pc:sldMkLst>
      </pc:sldChg>
      <pc:sldChg chg="addSp delSp modSp mod addAnim delAnim modAnim">
        <pc:chgData name="欣捷 王" userId="b965477fa0aef5e6" providerId="LiveId" clId="{3A564A09-3EAE-47BE-9171-14F2C0F7001A}" dt="2024-06-06T17:14:43.506" v="4232" actId="1076"/>
        <pc:sldMkLst>
          <pc:docMk/>
          <pc:sldMk cId="0" sldId="972"/>
        </pc:sldMkLst>
      </pc:sldChg>
      <pc:sldChg chg="del">
        <pc:chgData name="欣捷 王" userId="b965477fa0aef5e6" providerId="LiveId" clId="{3A564A09-3EAE-47BE-9171-14F2C0F7001A}" dt="2024-06-06T16:34:10.093" v="4153" actId="47"/>
        <pc:sldMkLst>
          <pc:docMk/>
          <pc:sldMk cId="0" sldId="973"/>
        </pc:sldMkLst>
      </pc:sldChg>
      <pc:sldChg chg="modSp mod">
        <pc:chgData name="欣捷 王" userId="b965477fa0aef5e6" providerId="LiveId" clId="{3A564A09-3EAE-47BE-9171-14F2C0F7001A}" dt="2024-06-06T14:44:57.015" v="3551" actId="207"/>
        <pc:sldMkLst>
          <pc:docMk/>
          <pc:sldMk cId="0" sldId="978"/>
        </pc:sldMkLst>
      </pc:sldChg>
      <pc:sldChg chg="modSp mod">
        <pc:chgData name="欣捷 王" userId="b965477fa0aef5e6" providerId="LiveId" clId="{3A564A09-3EAE-47BE-9171-14F2C0F7001A}" dt="2024-06-06T15:24:01.804" v="4035"/>
        <pc:sldMkLst>
          <pc:docMk/>
          <pc:sldMk cId="0" sldId="979"/>
        </pc:sldMkLst>
      </pc:sldChg>
      <pc:sldChg chg="modSp del mod modShow">
        <pc:chgData name="欣捷 王" userId="b965477fa0aef5e6" providerId="LiveId" clId="{3A564A09-3EAE-47BE-9171-14F2C0F7001A}" dt="2024-06-06T14:47:28.964" v="3596" actId="47"/>
        <pc:sldMkLst>
          <pc:docMk/>
          <pc:sldMk cId="0" sldId="980"/>
        </pc:sldMkLst>
      </pc:sldChg>
      <pc:sldChg chg="addSp modSp mod modAnim">
        <pc:chgData name="欣捷 王" userId="b965477fa0aef5e6" providerId="LiveId" clId="{3A564A09-3EAE-47BE-9171-14F2C0F7001A}" dt="2024-06-05T09:33:48.028" v="772" actId="114"/>
        <pc:sldMkLst>
          <pc:docMk/>
          <pc:sldMk cId="0" sldId="984"/>
        </pc:sldMkLst>
      </pc:sldChg>
      <pc:sldChg chg="modSp mod">
        <pc:chgData name="欣捷 王" userId="b965477fa0aef5e6" providerId="LiveId" clId="{3A564A09-3EAE-47BE-9171-14F2C0F7001A}" dt="2024-06-05T09:35:42.295" v="802" actId="1076"/>
        <pc:sldMkLst>
          <pc:docMk/>
          <pc:sldMk cId="0" sldId="985"/>
        </pc:sldMkLst>
      </pc:sldChg>
      <pc:sldChg chg="addSp delSp modSp mod modAnim">
        <pc:chgData name="欣捷 王" userId="b965477fa0aef5e6" providerId="LiveId" clId="{3A564A09-3EAE-47BE-9171-14F2C0F7001A}" dt="2024-06-06T13:47:30.419" v="2836" actId="1076"/>
        <pc:sldMkLst>
          <pc:docMk/>
          <pc:sldMk cId="0" sldId="986"/>
        </pc:sldMkLst>
      </pc:sldChg>
      <pc:sldChg chg="modSp modAnim">
        <pc:chgData name="欣捷 王" userId="b965477fa0aef5e6" providerId="LiveId" clId="{3A564A09-3EAE-47BE-9171-14F2C0F7001A}" dt="2024-06-06T13:44:19.691" v="2790" actId="207"/>
        <pc:sldMkLst>
          <pc:docMk/>
          <pc:sldMk cId="0" sldId="987"/>
        </pc:sldMkLst>
      </pc:sldChg>
      <pc:sldChg chg="addSp modSp mod ord modAnim modNotesTx">
        <pc:chgData name="欣捷 王" userId="b965477fa0aef5e6" providerId="LiveId" clId="{3A564A09-3EAE-47BE-9171-14F2C0F7001A}" dt="2024-06-06T17:02:15.066" v="4214" actId="20577"/>
        <pc:sldMkLst>
          <pc:docMk/>
          <pc:sldMk cId="0" sldId="988"/>
        </pc:sldMkLst>
      </pc:sldChg>
      <pc:sldChg chg="modSp">
        <pc:chgData name="欣捷 王" userId="b965477fa0aef5e6" providerId="LiveId" clId="{3A564A09-3EAE-47BE-9171-14F2C0F7001A}" dt="2024-06-06T14:02:26.893" v="3068" actId="207"/>
        <pc:sldMkLst>
          <pc:docMk/>
          <pc:sldMk cId="0" sldId="989"/>
        </pc:sldMkLst>
      </pc:sldChg>
      <pc:sldChg chg="modSp modAnim">
        <pc:chgData name="欣捷 王" userId="b965477fa0aef5e6" providerId="LiveId" clId="{3A564A09-3EAE-47BE-9171-14F2C0F7001A}" dt="2024-06-06T17:04:08.483" v="4219"/>
        <pc:sldMkLst>
          <pc:docMk/>
          <pc:sldMk cId="0" sldId="990"/>
        </pc:sldMkLst>
      </pc:sldChg>
      <pc:sldChg chg="addSp delSp modSp mod modAnim">
        <pc:chgData name="欣捷 王" userId="b965477fa0aef5e6" providerId="LiveId" clId="{3A564A09-3EAE-47BE-9171-14F2C0F7001A}" dt="2024-06-06T15:50:44.316" v="4053" actId="21"/>
        <pc:sldMkLst>
          <pc:docMk/>
          <pc:sldMk cId="0" sldId="991"/>
        </pc:sldMkLst>
      </pc:sldChg>
      <pc:sldChg chg="modSp mod">
        <pc:chgData name="欣捷 王" userId="b965477fa0aef5e6" providerId="LiveId" clId="{3A564A09-3EAE-47BE-9171-14F2C0F7001A}" dt="2024-06-06T14:10:36.003" v="3168" actId="207"/>
        <pc:sldMkLst>
          <pc:docMk/>
          <pc:sldMk cId="0" sldId="992"/>
        </pc:sldMkLst>
      </pc:sldChg>
      <pc:sldChg chg="modSp mod">
        <pc:chgData name="欣捷 王" userId="b965477fa0aef5e6" providerId="LiveId" clId="{3A564A09-3EAE-47BE-9171-14F2C0F7001A}" dt="2024-06-05T09:37:25.053" v="818"/>
        <pc:sldMkLst>
          <pc:docMk/>
          <pc:sldMk cId="0" sldId="993"/>
        </pc:sldMkLst>
      </pc:sldChg>
      <pc:sldChg chg="addSp modSp mod modAnim">
        <pc:chgData name="欣捷 王" userId="b965477fa0aef5e6" providerId="LiveId" clId="{3A564A09-3EAE-47BE-9171-14F2C0F7001A}" dt="2024-06-06T13:45:42.285" v="2810" actId="1035"/>
        <pc:sldMkLst>
          <pc:docMk/>
          <pc:sldMk cId="0" sldId="994"/>
        </pc:sldMkLst>
      </pc:sldChg>
      <pc:sldChg chg="modSp">
        <pc:chgData name="欣捷 王" userId="b965477fa0aef5e6" providerId="LiveId" clId="{3A564A09-3EAE-47BE-9171-14F2C0F7001A}" dt="2024-06-06T13:48:29.783" v="2847" actId="207"/>
        <pc:sldMkLst>
          <pc:docMk/>
          <pc:sldMk cId="0" sldId="995"/>
        </pc:sldMkLst>
      </pc:sldChg>
      <pc:sldChg chg="modSp modAnim">
        <pc:chgData name="欣捷 王" userId="b965477fa0aef5e6" providerId="LiveId" clId="{3A564A09-3EAE-47BE-9171-14F2C0F7001A}" dt="2024-06-06T14:00:51.679" v="3066"/>
        <pc:sldMkLst>
          <pc:docMk/>
          <pc:sldMk cId="0" sldId="996"/>
        </pc:sldMkLst>
      </pc:sldChg>
      <pc:sldChg chg="addSp delSp modSp mod delAnim modAnim">
        <pc:chgData name="欣捷 王" userId="b965477fa0aef5e6" providerId="LiveId" clId="{3A564A09-3EAE-47BE-9171-14F2C0F7001A}" dt="2024-06-06T14:00:48.562" v="3065"/>
        <pc:sldMkLst>
          <pc:docMk/>
          <pc:sldMk cId="0" sldId="997"/>
        </pc:sldMkLst>
      </pc:sldChg>
      <pc:sldChg chg="addSp modSp mod modAnim">
        <pc:chgData name="欣捷 王" userId="b965477fa0aef5e6" providerId="LiveId" clId="{3A564A09-3EAE-47BE-9171-14F2C0F7001A}" dt="2024-06-06T14:03:42.953" v="3104" actId="207"/>
        <pc:sldMkLst>
          <pc:docMk/>
          <pc:sldMk cId="0" sldId="998"/>
        </pc:sldMkLst>
      </pc:sldChg>
      <pc:sldChg chg="modSp modAnim">
        <pc:chgData name="欣捷 王" userId="b965477fa0aef5e6" providerId="LiveId" clId="{3A564A09-3EAE-47BE-9171-14F2C0F7001A}" dt="2024-06-06T17:05:13.642" v="4225"/>
        <pc:sldMkLst>
          <pc:docMk/>
          <pc:sldMk cId="0" sldId="999"/>
        </pc:sldMkLst>
      </pc:sldChg>
      <pc:sldChg chg="del">
        <pc:chgData name="欣捷 王" userId="b965477fa0aef5e6" providerId="LiveId" clId="{3A564A09-3EAE-47BE-9171-14F2C0F7001A}" dt="2024-06-06T14:32:46.461" v="3445" actId="47"/>
        <pc:sldMkLst>
          <pc:docMk/>
          <pc:sldMk cId="0" sldId="1002"/>
        </pc:sldMkLst>
      </pc:sldChg>
      <pc:sldChg chg="modSp del mod">
        <pc:chgData name="欣捷 王" userId="b965477fa0aef5e6" providerId="LiveId" clId="{3A564A09-3EAE-47BE-9171-14F2C0F7001A}" dt="2024-06-06T14:38:25.484" v="3496" actId="47"/>
        <pc:sldMkLst>
          <pc:docMk/>
          <pc:sldMk cId="0" sldId="1003"/>
        </pc:sldMkLst>
      </pc:sldChg>
      <pc:sldChg chg="modSp del mod">
        <pc:chgData name="欣捷 王" userId="b965477fa0aef5e6" providerId="LiveId" clId="{3A564A09-3EAE-47BE-9171-14F2C0F7001A}" dt="2024-06-06T14:47:06.298" v="3575" actId="47"/>
        <pc:sldMkLst>
          <pc:docMk/>
          <pc:sldMk cId="732440855" sldId="1004"/>
        </pc:sldMkLst>
      </pc:sldChg>
      <pc:sldChg chg="modSp mod ord">
        <pc:chgData name="欣捷 王" userId="b965477fa0aef5e6" providerId="LiveId" clId="{3A564A09-3EAE-47BE-9171-14F2C0F7001A}" dt="2024-06-06T15:11:54.033" v="3981"/>
        <pc:sldMkLst>
          <pc:docMk/>
          <pc:sldMk cId="3202799724" sldId="1005"/>
        </pc:sldMkLst>
      </pc:sldChg>
      <pc:sldChg chg="modSp mod">
        <pc:chgData name="欣捷 王" userId="b965477fa0aef5e6" providerId="LiveId" clId="{3A564A09-3EAE-47BE-9171-14F2C0F7001A}" dt="2024-06-06T15:03:06.196" v="3895" actId="1076"/>
        <pc:sldMkLst>
          <pc:docMk/>
          <pc:sldMk cId="702515897" sldId="1008"/>
        </pc:sldMkLst>
      </pc:sldChg>
      <pc:sldChg chg="modSp add mod">
        <pc:chgData name="欣捷 王" userId="b965477fa0aef5e6" providerId="LiveId" clId="{3A564A09-3EAE-47BE-9171-14F2C0F7001A}" dt="2024-06-04T08:41:59.888" v="24"/>
        <pc:sldMkLst>
          <pc:docMk/>
          <pc:sldMk cId="524904732" sldId="1016"/>
        </pc:sldMkLst>
      </pc:sldChg>
      <pc:sldChg chg="modSp mod">
        <pc:chgData name="欣捷 王" userId="b965477fa0aef5e6" providerId="LiveId" clId="{3A564A09-3EAE-47BE-9171-14F2C0F7001A}" dt="2024-06-06T16:45:07.095" v="4183"/>
        <pc:sldMkLst>
          <pc:docMk/>
          <pc:sldMk cId="877558421" sldId="1017"/>
        </pc:sldMkLst>
      </pc:sldChg>
      <pc:sldChg chg="addSp delSp modSp add mod addAnim delAnim modAnim replTag">
        <pc:chgData name="欣捷 王" userId="b965477fa0aef5e6" providerId="LiveId" clId="{3A564A09-3EAE-47BE-9171-14F2C0F7001A}" dt="2024-06-06T17:00:33.661" v="4210"/>
        <pc:sldMkLst>
          <pc:docMk/>
          <pc:sldMk cId="1379256734" sldId="1018"/>
        </pc:sldMkLst>
      </pc:sldChg>
      <pc:sldChg chg="addSp delSp modSp add mod replTag">
        <pc:chgData name="欣捷 王" userId="b965477fa0aef5e6" providerId="LiveId" clId="{3A564A09-3EAE-47BE-9171-14F2C0F7001A}" dt="2024-06-06T17:16:13.578" v="4238"/>
        <pc:sldMkLst>
          <pc:docMk/>
          <pc:sldMk cId="2950876322" sldId="1019"/>
        </pc:sldMkLst>
      </pc:sldChg>
      <pc:sldChg chg="addSp delSp modSp add mod modClrScheme chgLayout">
        <pc:chgData name="欣捷 王" userId="b965477fa0aef5e6" providerId="LiveId" clId="{3A564A09-3EAE-47BE-9171-14F2C0F7001A}" dt="2024-06-06T16:28:45.534" v="4152" actId="14826"/>
        <pc:sldMkLst>
          <pc:docMk/>
          <pc:sldMk cId="3356771433" sldId="1020"/>
        </pc:sldMkLst>
      </pc:sldChg>
      <pc:sldChg chg="addSp modSp new mod modNotesTx">
        <pc:chgData name="欣捷 王" userId="b965477fa0aef5e6" providerId="LiveId" clId="{3A564A09-3EAE-47BE-9171-14F2C0F7001A}" dt="2024-06-06T15:30:10.386" v="4041"/>
        <pc:sldMkLst>
          <pc:docMk/>
          <pc:sldMk cId="3855178499" sldId="1021"/>
        </pc:sldMkLst>
      </pc:sldChg>
    </pc:docChg>
  </pc:docChgLst>
  <pc:docChgLst>
    <pc:chgData name="欣捷 王" userId="b965477fa0aef5e6" providerId="LiveId" clId="{D38BD76F-D124-45B6-8BD0-D0C4AC094DB2}"/>
    <pc:docChg chg="modSld modMainMaster">
      <pc:chgData name="欣捷 王" userId="b965477fa0aef5e6" providerId="LiveId" clId="{D38BD76F-D124-45B6-8BD0-D0C4AC094DB2}" dt="2024-03-05T05:45:12.712" v="1"/>
      <pc:docMkLst>
        <pc:docMk/>
      </pc:docMkLst>
      <pc:sldChg chg="modSp">
        <pc:chgData name="欣捷 王" userId="b965477fa0aef5e6" providerId="LiveId" clId="{D38BD76F-D124-45B6-8BD0-D0C4AC094DB2}" dt="2024-03-05T05:40:47.558" v="0"/>
        <pc:sldMkLst>
          <pc:docMk/>
          <pc:sldMk cId="2470898374" sldId="256"/>
        </pc:sldMkLst>
      </pc:sldChg>
      <pc:sldChg chg="modSp">
        <pc:chgData name="欣捷 王" userId="b965477fa0aef5e6" providerId="LiveId" clId="{D38BD76F-D124-45B6-8BD0-D0C4AC094DB2}" dt="2024-03-05T05:40:47.558" v="0"/>
        <pc:sldMkLst>
          <pc:docMk/>
          <pc:sldMk cId="0" sldId="847"/>
        </pc:sldMkLst>
      </pc:sldChg>
      <pc:sldChg chg="modSp">
        <pc:chgData name="欣捷 王" userId="b965477fa0aef5e6" providerId="LiveId" clId="{D38BD76F-D124-45B6-8BD0-D0C4AC094DB2}" dt="2024-03-05T05:40:47.558" v="0"/>
        <pc:sldMkLst>
          <pc:docMk/>
          <pc:sldMk cId="0" sldId="871"/>
        </pc:sldMkLst>
      </pc:sldChg>
      <pc:sldChg chg="modSp">
        <pc:chgData name="欣捷 王" userId="b965477fa0aef5e6" providerId="LiveId" clId="{D38BD76F-D124-45B6-8BD0-D0C4AC094DB2}" dt="2024-03-05T05:40:47.558" v="0"/>
        <pc:sldMkLst>
          <pc:docMk/>
          <pc:sldMk cId="0" sldId="903"/>
        </pc:sldMkLst>
      </pc:sldChg>
      <pc:sldChg chg="modSp">
        <pc:chgData name="欣捷 王" userId="b965477fa0aef5e6" providerId="LiveId" clId="{D38BD76F-D124-45B6-8BD0-D0C4AC094DB2}" dt="2024-03-05T05:40:47.558" v="0"/>
        <pc:sldMkLst>
          <pc:docMk/>
          <pc:sldMk cId="0" sldId="904"/>
        </pc:sldMkLst>
      </pc:sldChg>
      <pc:sldChg chg="modSp">
        <pc:chgData name="欣捷 王" userId="b965477fa0aef5e6" providerId="LiveId" clId="{D38BD76F-D124-45B6-8BD0-D0C4AC094DB2}" dt="2024-03-05T05:40:47.558" v="0"/>
        <pc:sldMkLst>
          <pc:docMk/>
          <pc:sldMk cId="0" sldId="905"/>
        </pc:sldMkLst>
      </pc:sldChg>
      <pc:sldChg chg="modSp">
        <pc:chgData name="欣捷 王" userId="b965477fa0aef5e6" providerId="LiveId" clId="{D38BD76F-D124-45B6-8BD0-D0C4AC094DB2}" dt="2024-03-05T05:40:47.558" v="0"/>
        <pc:sldMkLst>
          <pc:docMk/>
          <pc:sldMk cId="0" sldId="906"/>
        </pc:sldMkLst>
      </pc:sldChg>
      <pc:sldChg chg="modSp">
        <pc:chgData name="欣捷 王" userId="b965477fa0aef5e6" providerId="LiveId" clId="{D38BD76F-D124-45B6-8BD0-D0C4AC094DB2}" dt="2024-03-05T05:40:47.558" v="0"/>
        <pc:sldMkLst>
          <pc:docMk/>
          <pc:sldMk cId="0" sldId="907"/>
        </pc:sldMkLst>
      </pc:sldChg>
      <pc:sldChg chg="modSp">
        <pc:chgData name="欣捷 王" userId="b965477fa0aef5e6" providerId="LiveId" clId="{D38BD76F-D124-45B6-8BD0-D0C4AC094DB2}" dt="2024-03-05T05:40:47.558" v="0"/>
        <pc:sldMkLst>
          <pc:docMk/>
          <pc:sldMk cId="0" sldId="908"/>
        </pc:sldMkLst>
      </pc:sldChg>
      <pc:sldChg chg="modSp">
        <pc:chgData name="欣捷 王" userId="b965477fa0aef5e6" providerId="LiveId" clId="{D38BD76F-D124-45B6-8BD0-D0C4AC094DB2}" dt="2024-03-05T05:40:47.558" v="0"/>
        <pc:sldMkLst>
          <pc:docMk/>
          <pc:sldMk cId="0" sldId="909"/>
        </pc:sldMkLst>
      </pc:sldChg>
      <pc:sldChg chg="modSp">
        <pc:chgData name="欣捷 王" userId="b965477fa0aef5e6" providerId="LiveId" clId="{D38BD76F-D124-45B6-8BD0-D0C4AC094DB2}" dt="2024-03-05T05:40:47.558" v="0"/>
        <pc:sldMkLst>
          <pc:docMk/>
          <pc:sldMk cId="0" sldId="910"/>
        </pc:sldMkLst>
      </pc:sldChg>
      <pc:sldChg chg="modSp">
        <pc:chgData name="欣捷 王" userId="b965477fa0aef5e6" providerId="LiveId" clId="{D38BD76F-D124-45B6-8BD0-D0C4AC094DB2}" dt="2024-03-05T05:40:47.558" v="0"/>
        <pc:sldMkLst>
          <pc:docMk/>
          <pc:sldMk cId="0" sldId="911"/>
        </pc:sldMkLst>
      </pc:sldChg>
      <pc:sldChg chg="modSp">
        <pc:chgData name="欣捷 王" userId="b965477fa0aef5e6" providerId="LiveId" clId="{D38BD76F-D124-45B6-8BD0-D0C4AC094DB2}" dt="2024-03-05T05:40:47.558" v="0"/>
        <pc:sldMkLst>
          <pc:docMk/>
          <pc:sldMk cId="0" sldId="912"/>
        </pc:sldMkLst>
      </pc:sldChg>
      <pc:sldChg chg="modSp">
        <pc:chgData name="欣捷 王" userId="b965477fa0aef5e6" providerId="LiveId" clId="{D38BD76F-D124-45B6-8BD0-D0C4AC094DB2}" dt="2024-03-05T05:40:47.558" v="0"/>
        <pc:sldMkLst>
          <pc:docMk/>
          <pc:sldMk cId="0" sldId="914"/>
        </pc:sldMkLst>
      </pc:sldChg>
      <pc:sldChg chg="modSp">
        <pc:chgData name="欣捷 王" userId="b965477fa0aef5e6" providerId="LiveId" clId="{D38BD76F-D124-45B6-8BD0-D0C4AC094DB2}" dt="2024-03-05T05:40:47.558" v="0"/>
        <pc:sldMkLst>
          <pc:docMk/>
          <pc:sldMk cId="3190100003" sldId="931"/>
        </pc:sldMkLst>
      </pc:sldChg>
      <pc:sldChg chg="modSp">
        <pc:chgData name="欣捷 王" userId="b965477fa0aef5e6" providerId="LiveId" clId="{D38BD76F-D124-45B6-8BD0-D0C4AC094DB2}" dt="2024-03-05T05:40:47.558" v="0"/>
        <pc:sldMkLst>
          <pc:docMk/>
          <pc:sldMk cId="2073985740" sldId="933"/>
        </pc:sldMkLst>
      </pc:sldChg>
      <pc:sldChg chg="modSp">
        <pc:chgData name="欣捷 王" userId="b965477fa0aef5e6" providerId="LiveId" clId="{D38BD76F-D124-45B6-8BD0-D0C4AC094DB2}" dt="2024-03-05T05:40:47.558" v="0"/>
        <pc:sldMkLst>
          <pc:docMk/>
          <pc:sldMk cId="0" sldId="951"/>
        </pc:sldMkLst>
      </pc:sldChg>
      <pc:sldChg chg="modSp">
        <pc:chgData name="欣捷 王" userId="b965477fa0aef5e6" providerId="LiveId" clId="{D38BD76F-D124-45B6-8BD0-D0C4AC094DB2}" dt="2024-03-05T05:40:47.558" v="0"/>
        <pc:sldMkLst>
          <pc:docMk/>
          <pc:sldMk cId="0" sldId="952"/>
        </pc:sldMkLst>
      </pc:sldChg>
      <pc:sldChg chg="modSp">
        <pc:chgData name="欣捷 王" userId="b965477fa0aef5e6" providerId="LiveId" clId="{D38BD76F-D124-45B6-8BD0-D0C4AC094DB2}" dt="2024-03-05T05:40:47.558" v="0"/>
        <pc:sldMkLst>
          <pc:docMk/>
          <pc:sldMk cId="0" sldId="953"/>
        </pc:sldMkLst>
      </pc:sldChg>
      <pc:sldChg chg="modSp">
        <pc:chgData name="欣捷 王" userId="b965477fa0aef5e6" providerId="LiveId" clId="{D38BD76F-D124-45B6-8BD0-D0C4AC094DB2}" dt="2024-03-05T05:40:47.558" v="0"/>
        <pc:sldMkLst>
          <pc:docMk/>
          <pc:sldMk cId="0" sldId="954"/>
        </pc:sldMkLst>
      </pc:sldChg>
      <pc:sldChg chg="modSp">
        <pc:chgData name="欣捷 王" userId="b965477fa0aef5e6" providerId="LiveId" clId="{D38BD76F-D124-45B6-8BD0-D0C4AC094DB2}" dt="2024-03-05T05:40:47.558" v="0"/>
        <pc:sldMkLst>
          <pc:docMk/>
          <pc:sldMk cId="0" sldId="965"/>
        </pc:sldMkLst>
      </pc:sldChg>
      <pc:sldChg chg="modSp">
        <pc:chgData name="欣捷 王" userId="b965477fa0aef5e6" providerId="LiveId" clId="{D38BD76F-D124-45B6-8BD0-D0C4AC094DB2}" dt="2024-03-05T05:40:47.558" v="0"/>
        <pc:sldMkLst>
          <pc:docMk/>
          <pc:sldMk cId="0" sldId="966"/>
        </pc:sldMkLst>
      </pc:sldChg>
      <pc:sldChg chg="modSp">
        <pc:chgData name="欣捷 王" userId="b965477fa0aef5e6" providerId="LiveId" clId="{D38BD76F-D124-45B6-8BD0-D0C4AC094DB2}" dt="2024-03-05T05:40:47.558" v="0"/>
        <pc:sldMkLst>
          <pc:docMk/>
          <pc:sldMk cId="0" sldId="967"/>
        </pc:sldMkLst>
      </pc:sldChg>
      <pc:sldChg chg="modSp">
        <pc:chgData name="欣捷 王" userId="b965477fa0aef5e6" providerId="LiveId" clId="{D38BD76F-D124-45B6-8BD0-D0C4AC094DB2}" dt="2024-03-05T05:40:47.558" v="0"/>
        <pc:sldMkLst>
          <pc:docMk/>
          <pc:sldMk cId="0" sldId="968"/>
        </pc:sldMkLst>
      </pc:sldChg>
      <pc:sldChg chg="modSp">
        <pc:chgData name="欣捷 王" userId="b965477fa0aef5e6" providerId="LiveId" clId="{D38BD76F-D124-45B6-8BD0-D0C4AC094DB2}" dt="2024-03-05T05:40:47.558" v="0"/>
        <pc:sldMkLst>
          <pc:docMk/>
          <pc:sldMk cId="0" sldId="969"/>
        </pc:sldMkLst>
      </pc:sldChg>
      <pc:sldChg chg="modSp">
        <pc:chgData name="欣捷 王" userId="b965477fa0aef5e6" providerId="LiveId" clId="{D38BD76F-D124-45B6-8BD0-D0C4AC094DB2}" dt="2024-03-05T05:40:47.558" v="0"/>
        <pc:sldMkLst>
          <pc:docMk/>
          <pc:sldMk cId="0" sldId="970"/>
        </pc:sldMkLst>
      </pc:sldChg>
      <pc:sldChg chg="modSp">
        <pc:chgData name="欣捷 王" userId="b965477fa0aef5e6" providerId="LiveId" clId="{D38BD76F-D124-45B6-8BD0-D0C4AC094DB2}" dt="2024-03-05T05:40:47.558" v="0"/>
        <pc:sldMkLst>
          <pc:docMk/>
          <pc:sldMk cId="0" sldId="971"/>
        </pc:sldMkLst>
      </pc:sldChg>
      <pc:sldChg chg="modSp">
        <pc:chgData name="欣捷 王" userId="b965477fa0aef5e6" providerId="LiveId" clId="{D38BD76F-D124-45B6-8BD0-D0C4AC094DB2}" dt="2024-03-05T05:40:47.558" v="0"/>
        <pc:sldMkLst>
          <pc:docMk/>
          <pc:sldMk cId="0" sldId="972"/>
        </pc:sldMkLst>
      </pc:sldChg>
      <pc:sldChg chg="modSp">
        <pc:chgData name="欣捷 王" userId="b965477fa0aef5e6" providerId="LiveId" clId="{D38BD76F-D124-45B6-8BD0-D0C4AC094DB2}" dt="2024-03-05T05:40:47.558" v="0"/>
        <pc:sldMkLst>
          <pc:docMk/>
          <pc:sldMk cId="0" sldId="973"/>
        </pc:sldMkLst>
      </pc:sldChg>
      <pc:sldChg chg="modSp">
        <pc:chgData name="欣捷 王" userId="b965477fa0aef5e6" providerId="LiveId" clId="{D38BD76F-D124-45B6-8BD0-D0C4AC094DB2}" dt="2024-03-05T05:40:47.558" v="0"/>
        <pc:sldMkLst>
          <pc:docMk/>
          <pc:sldMk cId="0" sldId="974"/>
        </pc:sldMkLst>
      </pc:sldChg>
      <pc:sldChg chg="modSp">
        <pc:chgData name="欣捷 王" userId="b965477fa0aef5e6" providerId="LiveId" clId="{D38BD76F-D124-45B6-8BD0-D0C4AC094DB2}" dt="2024-03-05T05:40:47.558" v="0"/>
        <pc:sldMkLst>
          <pc:docMk/>
          <pc:sldMk cId="0" sldId="975"/>
        </pc:sldMkLst>
      </pc:sldChg>
      <pc:sldChg chg="modSp">
        <pc:chgData name="欣捷 王" userId="b965477fa0aef5e6" providerId="LiveId" clId="{D38BD76F-D124-45B6-8BD0-D0C4AC094DB2}" dt="2024-03-05T05:40:47.558" v="0"/>
        <pc:sldMkLst>
          <pc:docMk/>
          <pc:sldMk cId="0" sldId="976"/>
        </pc:sldMkLst>
      </pc:sldChg>
      <pc:sldChg chg="modSp">
        <pc:chgData name="欣捷 王" userId="b965477fa0aef5e6" providerId="LiveId" clId="{D38BD76F-D124-45B6-8BD0-D0C4AC094DB2}" dt="2024-03-05T05:40:47.558" v="0"/>
        <pc:sldMkLst>
          <pc:docMk/>
          <pc:sldMk cId="0" sldId="977"/>
        </pc:sldMkLst>
      </pc:sldChg>
      <pc:sldChg chg="modSp">
        <pc:chgData name="欣捷 王" userId="b965477fa0aef5e6" providerId="LiveId" clId="{D38BD76F-D124-45B6-8BD0-D0C4AC094DB2}" dt="2024-03-05T05:40:47.558" v="0"/>
        <pc:sldMkLst>
          <pc:docMk/>
          <pc:sldMk cId="0" sldId="978"/>
        </pc:sldMkLst>
      </pc:sldChg>
      <pc:sldChg chg="modSp">
        <pc:chgData name="欣捷 王" userId="b965477fa0aef5e6" providerId="LiveId" clId="{D38BD76F-D124-45B6-8BD0-D0C4AC094DB2}" dt="2024-03-05T05:40:47.558" v="0"/>
        <pc:sldMkLst>
          <pc:docMk/>
          <pc:sldMk cId="0" sldId="979"/>
        </pc:sldMkLst>
      </pc:sldChg>
      <pc:sldChg chg="modSp">
        <pc:chgData name="欣捷 王" userId="b965477fa0aef5e6" providerId="LiveId" clId="{D38BD76F-D124-45B6-8BD0-D0C4AC094DB2}" dt="2024-03-05T05:40:47.558" v="0"/>
        <pc:sldMkLst>
          <pc:docMk/>
          <pc:sldMk cId="0" sldId="980"/>
        </pc:sldMkLst>
      </pc:sldChg>
      <pc:sldChg chg="modSp">
        <pc:chgData name="欣捷 王" userId="b965477fa0aef5e6" providerId="LiveId" clId="{D38BD76F-D124-45B6-8BD0-D0C4AC094DB2}" dt="2024-03-05T05:40:47.558" v="0"/>
        <pc:sldMkLst>
          <pc:docMk/>
          <pc:sldMk cId="0" sldId="984"/>
        </pc:sldMkLst>
      </pc:sldChg>
      <pc:sldChg chg="modSp">
        <pc:chgData name="欣捷 王" userId="b965477fa0aef5e6" providerId="LiveId" clId="{D38BD76F-D124-45B6-8BD0-D0C4AC094DB2}" dt="2024-03-05T05:40:47.558" v="0"/>
        <pc:sldMkLst>
          <pc:docMk/>
          <pc:sldMk cId="0" sldId="985"/>
        </pc:sldMkLst>
      </pc:sldChg>
      <pc:sldChg chg="modSp">
        <pc:chgData name="欣捷 王" userId="b965477fa0aef5e6" providerId="LiveId" clId="{D38BD76F-D124-45B6-8BD0-D0C4AC094DB2}" dt="2024-03-05T05:40:47.558" v="0"/>
        <pc:sldMkLst>
          <pc:docMk/>
          <pc:sldMk cId="0" sldId="986"/>
        </pc:sldMkLst>
      </pc:sldChg>
      <pc:sldChg chg="modSp">
        <pc:chgData name="欣捷 王" userId="b965477fa0aef5e6" providerId="LiveId" clId="{D38BD76F-D124-45B6-8BD0-D0C4AC094DB2}" dt="2024-03-05T05:40:47.558" v="0"/>
        <pc:sldMkLst>
          <pc:docMk/>
          <pc:sldMk cId="0" sldId="987"/>
        </pc:sldMkLst>
      </pc:sldChg>
      <pc:sldChg chg="modSp">
        <pc:chgData name="欣捷 王" userId="b965477fa0aef5e6" providerId="LiveId" clId="{D38BD76F-D124-45B6-8BD0-D0C4AC094DB2}" dt="2024-03-05T05:40:47.558" v="0"/>
        <pc:sldMkLst>
          <pc:docMk/>
          <pc:sldMk cId="0" sldId="988"/>
        </pc:sldMkLst>
      </pc:sldChg>
      <pc:sldChg chg="modSp">
        <pc:chgData name="欣捷 王" userId="b965477fa0aef5e6" providerId="LiveId" clId="{D38BD76F-D124-45B6-8BD0-D0C4AC094DB2}" dt="2024-03-05T05:40:47.558" v="0"/>
        <pc:sldMkLst>
          <pc:docMk/>
          <pc:sldMk cId="0" sldId="989"/>
        </pc:sldMkLst>
      </pc:sldChg>
      <pc:sldChg chg="modSp">
        <pc:chgData name="欣捷 王" userId="b965477fa0aef5e6" providerId="LiveId" clId="{D38BD76F-D124-45B6-8BD0-D0C4AC094DB2}" dt="2024-03-05T05:40:47.558" v="0"/>
        <pc:sldMkLst>
          <pc:docMk/>
          <pc:sldMk cId="0" sldId="990"/>
        </pc:sldMkLst>
      </pc:sldChg>
      <pc:sldChg chg="modSp">
        <pc:chgData name="欣捷 王" userId="b965477fa0aef5e6" providerId="LiveId" clId="{D38BD76F-D124-45B6-8BD0-D0C4AC094DB2}" dt="2024-03-05T05:40:47.558" v="0"/>
        <pc:sldMkLst>
          <pc:docMk/>
          <pc:sldMk cId="0" sldId="991"/>
        </pc:sldMkLst>
      </pc:sldChg>
      <pc:sldChg chg="modSp">
        <pc:chgData name="欣捷 王" userId="b965477fa0aef5e6" providerId="LiveId" clId="{D38BD76F-D124-45B6-8BD0-D0C4AC094DB2}" dt="2024-03-05T05:40:47.558" v="0"/>
        <pc:sldMkLst>
          <pc:docMk/>
          <pc:sldMk cId="0" sldId="992"/>
        </pc:sldMkLst>
      </pc:sldChg>
      <pc:sldChg chg="modSp">
        <pc:chgData name="欣捷 王" userId="b965477fa0aef5e6" providerId="LiveId" clId="{D38BD76F-D124-45B6-8BD0-D0C4AC094DB2}" dt="2024-03-05T05:40:47.558" v="0"/>
        <pc:sldMkLst>
          <pc:docMk/>
          <pc:sldMk cId="0" sldId="993"/>
        </pc:sldMkLst>
      </pc:sldChg>
      <pc:sldChg chg="modSp">
        <pc:chgData name="欣捷 王" userId="b965477fa0aef5e6" providerId="LiveId" clId="{D38BD76F-D124-45B6-8BD0-D0C4AC094DB2}" dt="2024-03-05T05:40:47.558" v="0"/>
        <pc:sldMkLst>
          <pc:docMk/>
          <pc:sldMk cId="0" sldId="994"/>
        </pc:sldMkLst>
      </pc:sldChg>
      <pc:sldChg chg="modSp">
        <pc:chgData name="欣捷 王" userId="b965477fa0aef5e6" providerId="LiveId" clId="{D38BD76F-D124-45B6-8BD0-D0C4AC094DB2}" dt="2024-03-05T05:40:47.558" v="0"/>
        <pc:sldMkLst>
          <pc:docMk/>
          <pc:sldMk cId="0" sldId="995"/>
        </pc:sldMkLst>
      </pc:sldChg>
      <pc:sldChg chg="modSp">
        <pc:chgData name="欣捷 王" userId="b965477fa0aef5e6" providerId="LiveId" clId="{D38BD76F-D124-45B6-8BD0-D0C4AC094DB2}" dt="2024-03-05T05:40:47.558" v="0"/>
        <pc:sldMkLst>
          <pc:docMk/>
          <pc:sldMk cId="0" sldId="996"/>
        </pc:sldMkLst>
      </pc:sldChg>
      <pc:sldChg chg="modSp">
        <pc:chgData name="欣捷 王" userId="b965477fa0aef5e6" providerId="LiveId" clId="{D38BD76F-D124-45B6-8BD0-D0C4AC094DB2}" dt="2024-03-05T05:40:47.558" v="0"/>
        <pc:sldMkLst>
          <pc:docMk/>
          <pc:sldMk cId="0" sldId="997"/>
        </pc:sldMkLst>
      </pc:sldChg>
      <pc:sldChg chg="modSp">
        <pc:chgData name="欣捷 王" userId="b965477fa0aef5e6" providerId="LiveId" clId="{D38BD76F-D124-45B6-8BD0-D0C4AC094DB2}" dt="2024-03-05T05:40:47.558" v="0"/>
        <pc:sldMkLst>
          <pc:docMk/>
          <pc:sldMk cId="0" sldId="998"/>
        </pc:sldMkLst>
      </pc:sldChg>
      <pc:sldChg chg="modSp">
        <pc:chgData name="欣捷 王" userId="b965477fa0aef5e6" providerId="LiveId" clId="{D38BD76F-D124-45B6-8BD0-D0C4AC094DB2}" dt="2024-03-05T05:40:47.558" v="0"/>
        <pc:sldMkLst>
          <pc:docMk/>
          <pc:sldMk cId="0" sldId="999"/>
        </pc:sldMkLst>
      </pc:sldChg>
      <pc:sldChg chg="modSp">
        <pc:chgData name="欣捷 王" userId="b965477fa0aef5e6" providerId="LiveId" clId="{D38BD76F-D124-45B6-8BD0-D0C4AC094DB2}" dt="2024-03-05T05:40:47.558" v="0"/>
        <pc:sldMkLst>
          <pc:docMk/>
          <pc:sldMk cId="0" sldId="1002"/>
        </pc:sldMkLst>
      </pc:sldChg>
      <pc:sldChg chg="modSp">
        <pc:chgData name="欣捷 王" userId="b965477fa0aef5e6" providerId="LiveId" clId="{D38BD76F-D124-45B6-8BD0-D0C4AC094DB2}" dt="2024-03-05T05:40:47.558" v="0"/>
        <pc:sldMkLst>
          <pc:docMk/>
          <pc:sldMk cId="0" sldId="1003"/>
        </pc:sldMkLst>
      </pc:sldChg>
      <pc:sldChg chg="modSp">
        <pc:chgData name="欣捷 王" userId="b965477fa0aef5e6" providerId="LiveId" clId="{D38BD76F-D124-45B6-8BD0-D0C4AC094DB2}" dt="2024-03-05T05:40:47.558" v="0"/>
        <pc:sldMkLst>
          <pc:docMk/>
          <pc:sldMk cId="732440855" sldId="1004"/>
        </pc:sldMkLst>
      </pc:sldChg>
      <pc:sldChg chg="modSp">
        <pc:chgData name="欣捷 王" userId="b965477fa0aef5e6" providerId="LiveId" clId="{D38BD76F-D124-45B6-8BD0-D0C4AC094DB2}" dt="2024-03-05T05:40:47.558" v="0"/>
        <pc:sldMkLst>
          <pc:docMk/>
          <pc:sldMk cId="3202799724" sldId="1005"/>
        </pc:sldMkLst>
      </pc:sldChg>
      <pc:sldChg chg="modSp">
        <pc:chgData name="欣捷 王" userId="b965477fa0aef5e6" providerId="LiveId" clId="{D38BD76F-D124-45B6-8BD0-D0C4AC094DB2}" dt="2024-03-05T05:40:47.558" v="0"/>
        <pc:sldMkLst>
          <pc:docMk/>
          <pc:sldMk cId="914867800" sldId="1006"/>
        </pc:sldMkLst>
      </pc:sldChg>
      <pc:sldChg chg="modSp">
        <pc:chgData name="欣捷 王" userId="b965477fa0aef5e6" providerId="LiveId" clId="{D38BD76F-D124-45B6-8BD0-D0C4AC094DB2}" dt="2024-03-05T05:40:47.558" v="0"/>
        <pc:sldMkLst>
          <pc:docMk/>
          <pc:sldMk cId="950512400" sldId="1007"/>
        </pc:sldMkLst>
      </pc:sldChg>
      <pc:sldChg chg="modSp">
        <pc:chgData name="欣捷 王" userId="b965477fa0aef5e6" providerId="LiveId" clId="{D38BD76F-D124-45B6-8BD0-D0C4AC094DB2}" dt="2024-03-05T05:40:47.558" v="0"/>
        <pc:sldMkLst>
          <pc:docMk/>
          <pc:sldMk cId="702515897" sldId="1008"/>
        </pc:sldMkLst>
      </pc:sldChg>
      <pc:sldMasterChg chg="addSp modSldLayout">
        <pc:chgData name="欣捷 王" userId="b965477fa0aef5e6" providerId="LiveId" clId="{D38BD76F-D124-45B6-8BD0-D0C4AC094DB2}" dt="2024-03-05T05:45:12.712" v="1"/>
        <pc:sldMasterMkLst>
          <pc:docMk/>
          <pc:sldMasterMk cId="3645101094" sldId="2147483687"/>
        </pc:sldMasterMkLst>
        <pc:sldLayoutChg chg="addSp">
          <pc:chgData name="欣捷 王" userId="b965477fa0aef5e6" providerId="LiveId" clId="{D38BD76F-D124-45B6-8BD0-D0C4AC094DB2}" dt="2024-03-05T05:40:47.558" v="0"/>
          <pc:sldLayoutMkLst>
            <pc:docMk/>
            <pc:sldMasterMk cId="3645101094" sldId="2147483687"/>
            <pc:sldLayoutMk cId="2016282669" sldId="2147483688"/>
          </pc:sldLayoutMkLst>
        </pc:sldLayoutChg>
        <pc:sldLayoutChg chg="addSp modSp">
          <pc:chgData name="欣捷 王" userId="b965477fa0aef5e6" providerId="LiveId" clId="{D38BD76F-D124-45B6-8BD0-D0C4AC094DB2}" dt="2024-03-05T05:45:12.712" v="1"/>
          <pc:sldLayoutMkLst>
            <pc:docMk/>
            <pc:sldMasterMk cId="3645101094" sldId="2147483687"/>
            <pc:sldLayoutMk cId="1160076243" sldId="2147483691"/>
          </pc:sldLayoutMkLst>
        </pc:sldLayoutChg>
      </pc:sldMasterChg>
    </pc:docChg>
  </pc:docChgLst>
  <pc:docChgLst>
    <pc:chgData name="欣捷 王" userId="b965477fa0aef5e6" providerId="LiveId" clId="{60B4DAD0-3EFB-4414-80BC-B60E5E840C12}"/>
    <pc:docChg chg="undo custSel modSld">
      <pc:chgData name="欣捷 王" userId="b965477fa0aef5e6" providerId="LiveId" clId="{60B4DAD0-3EFB-4414-80BC-B60E5E840C12}" dt="2025-04-30T01:47:27.313" v="8" actId="1076"/>
      <pc:docMkLst>
        <pc:docMk/>
      </pc:docMkLst>
      <pc:sldChg chg="addSp modSp mod">
        <pc:chgData name="欣捷 王" userId="b965477fa0aef5e6" providerId="LiveId" clId="{60B4DAD0-3EFB-4414-80BC-B60E5E840C12}" dt="2025-04-30T01:47:27.313" v="8" actId="1076"/>
        <pc:sldMkLst>
          <pc:docMk/>
          <pc:sldMk cId="3356771433" sldId="1020"/>
        </pc:sldMkLst>
        <pc:graphicFrameChg chg="add mod">
          <ac:chgData name="欣捷 王" userId="b965477fa0aef5e6" providerId="LiveId" clId="{60B4DAD0-3EFB-4414-80BC-B60E5E840C12}" dt="2025-04-30T01:47:24.591" v="7" actId="1076"/>
          <ac:graphicFrameMkLst>
            <pc:docMk/>
            <pc:sldMk cId="3356771433" sldId="1020"/>
            <ac:graphicFrameMk id="5" creationId="{805B0055-A65D-DB1C-604E-A5E68D4DD34A}"/>
          </ac:graphicFrameMkLst>
        </pc:graphicFrameChg>
        <pc:graphicFrameChg chg="add mod">
          <ac:chgData name="欣捷 王" userId="b965477fa0aef5e6" providerId="LiveId" clId="{60B4DAD0-3EFB-4414-80BC-B60E5E840C12}" dt="2025-04-30T01:47:27.313" v="8" actId="1076"/>
          <ac:graphicFrameMkLst>
            <pc:docMk/>
            <pc:sldMk cId="3356771433" sldId="1020"/>
            <ac:graphicFrameMk id="6" creationId="{0D69F1D4-018F-6B74-E7E5-688A5E4E8B7B}"/>
          </ac:graphicFrameMkLst>
        </pc:graphicFrameChg>
        <pc:picChg chg="mod">
          <ac:chgData name="欣捷 王" userId="b965477fa0aef5e6" providerId="LiveId" clId="{60B4DAD0-3EFB-4414-80BC-B60E5E840C12}" dt="2025-04-30T01:46:57.505" v="3" actId="1076"/>
          <ac:picMkLst>
            <pc:docMk/>
            <pc:sldMk cId="3356771433" sldId="1020"/>
            <ac:picMk id="9" creationId="{08C538C6-B140-D4C4-0D3C-5671CCE3917B}"/>
          </ac:picMkLst>
        </pc:picChg>
      </pc:sldChg>
    </pc:docChg>
  </pc:docChgLst>
  <pc:docChgLst>
    <pc:chgData name="王 欣捷" userId="b965477fa0aef5e6" providerId="LiveId" clId="{35E4F2F4-2844-4EAF-849C-2B378A44528B}"/>
    <pc:docChg chg="custSel modSld">
      <pc:chgData name="王 欣捷" userId="b965477fa0aef5e6" providerId="LiveId" clId="{35E4F2F4-2844-4EAF-849C-2B378A44528B}" dt="2021-05-19T03:06:02.357" v="26" actId="1076"/>
      <pc:docMkLst>
        <pc:docMk/>
      </pc:docMkLst>
      <pc:sldChg chg="modSp mod">
        <pc:chgData name="王 欣捷" userId="b965477fa0aef5e6" providerId="LiveId" clId="{35E4F2F4-2844-4EAF-849C-2B378A44528B}" dt="2021-05-19T03:05:54.893" v="25" actId="1035"/>
        <pc:sldMkLst>
          <pc:docMk/>
          <pc:sldMk cId="0" sldId="988"/>
        </pc:sldMkLst>
      </pc:sldChg>
      <pc:sldChg chg="modSp">
        <pc:chgData name="王 欣捷" userId="b965477fa0aef5e6" providerId="LiveId" clId="{35E4F2F4-2844-4EAF-849C-2B378A44528B}" dt="2021-05-19T03:06:02.357" v="26" actId="1076"/>
        <pc:sldMkLst>
          <pc:docMk/>
          <pc:sldMk cId="0" sldId="996"/>
        </pc:sldMkLst>
      </pc:sldChg>
    </pc:docChg>
  </pc:docChgLst>
  <pc:docChgLst>
    <pc:chgData name="欣捷" userId="b965477fa0aef5e6" providerId="LiveId" clId="{F58CB589-EA88-41E9-89B9-70387DC4BAF4}"/>
    <pc:docChg chg="undo redo custSel addSld delSld modSld sldOrd">
      <pc:chgData name="欣捷" userId="b965477fa0aef5e6" providerId="LiveId" clId="{F58CB589-EA88-41E9-89B9-70387DC4BAF4}" dt="2021-04-20T09:32:41.428" v="761" actId="47"/>
      <pc:docMkLst>
        <pc:docMk/>
      </pc:docMkLst>
      <pc:sldChg chg="modSp add mod">
        <pc:chgData name="欣捷" userId="b965477fa0aef5e6" providerId="LiveId" clId="{F58CB589-EA88-41E9-89B9-70387DC4BAF4}" dt="2021-04-20T08:43:06.926" v="315" actId="20577"/>
        <pc:sldMkLst>
          <pc:docMk/>
          <pc:sldMk cId="0" sldId="878"/>
        </pc:sldMkLst>
      </pc:sldChg>
      <pc:sldChg chg="modSp add mod ord">
        <pc:chgData name="欣捷" userId="b965477fa0aef5e6" providerId="LiveId" clId="{F58CB589-EA88-41E9-89B9-70387DC4BAF4}" dt="2021-04-20T08:18:54.864" v="3"/>
        <pc:sldMkLst>
          <pc:docMk/>
          <pc:sldMk cId="1458318623" sldId="897"/>
        </pc:sldMkLst>
      </pc:sldChg>
      <pc:sldChg chg="addSp delSp modSp mod modClrScheme chgLayout">
        <pc:chgData name="欣捷" userId="b965477fa0aef5e6" providerId="LiveId" clId="{F58CB589-EA88-41E9-89B9-70387DC4BAF4}" dt="2021-04-20T09:29:18.266" v="712" actId="1076"/>
        <pc:sldMkLst>
          <pc:docMk/>
          <pc:sldMk cId="0" sldId="935"/>
        </pc:sldMkLst>
      </pc:sldChg>
      <pc:sldChg chg="addSp delSp modSp mod modClrScheme chgLayout">
        <pc:chgData name="欣捷" userId="b965477fa0aef5e6" providerId="LiveId" clId="{F58CB589-EA88-41E9-89B9-70387DC4BAF4}" dt="2021-04-20T09:29:13.066" v="710" actId="1076"/>
        <pc:sldMkLst>
          <pc:docMk/>
          <pc:sldMk cId="0" sldId="936"/>
        </pc:sldMkLst>
      </pc:sldChg>
      <pc:sldChg chg="modSp mod chgLayout">
        <pc:chgData name="欣捷" userId="b965477fa0aef5e6" providerId="LiveId" clId="{F58CB589-EA88-41E9-89B9-70387DC4BAF4}" dt="2021-04-20T08:23:47.487" v="29" actId="700"/>
        <pc:sldMkLst>
          <pc:docMk/>
          <pc:sldMk cId="0" sldId="937"/>
        </pc:sldMkLst>
      </pc:sldChg>
      <pc:sldChg chg="addSp delSp modSp mod modClrScheme chgLayout">
        <pc:chgData name="欣捷" userId="b965477fa0aef5e6" providerId="LiveId" clId="{F58CB589-EA88-41E9-89B9-70387DC4BAF4}" dt="2021-04-20T09:29:05.674" v="709" actId="1076"/>
        <pc:sldMkLst>
          <pc:docMk/>
          <pc:sldMk cId="0" sldId="938"/>
        </pc:sldMkLst>
      </pc:sldChg>
      <pc:sldChg chg="modSp mod chgLayout">
        <pc:chgData name="欣捷" userId="b965477fa0aef5e6" providerId="LiveId" clId="{F58CB589-EA88-41E9-89B9-70387DC4BAF4}" dt="2021-04-20T08:23:54.789" v="30" actId="700"/>
        <pc:sldMkLst>
          <pc:docMk/>
          <pc:sldMk cId="0" sldId="939"/>
        </pc:sldMkLst>
      </pc:sldChg>
      <pc:sldChg chg="addSp delSp modSp mod modClrScheme chgLayout">
        <pc:chgData name="欣捷" userId="b965477fa0aef5e6" providerId="LiveId" clId="{F58CB589-EA88-41E9-89B9-70387DC4BAF4}" dt="2021-04-20T09:29:31.533" v="716" actId="1076"/>
        <pc:sldMkLst>
          <pc:docMk/>
          <pc:sldMk cId="0" sldId="940"/>
        </pc:sldMkLst>
      </pc:sldChg>
      <pc:sldChg chg="modSp mod chgLayout">
        <pc:chgData name="欣捷" userId="b965477fa0aef5e6" providerId="LiveId" clId="{F58CB589-EA88-41E9-89B9-70387DC4BAF4}" dt="2021-04-20T08:23:54.789" v="30" actId="700"/>
        <pc:sldMkLst>
          <pc:docMk/>
          <pc:sldMk cId="0" sldId="941"/>
        </pc:sldMkLst>
      </pc:sldChg>
      <pc:sldChg chg="addSp delSp modSp mod modClrScheme chgLayout">
        <pc:chgData name="欣捷" userId="b965477fa0aef5e6" providerId="LiveId" clId="{F58CB589-EA88-41E9-89B9-70387DC4BAF4}" dt="2021-04-20T09:29:55.767" v="720" actId="1076"/>
        <pc:sldMkLst>
          <pc:docMk/>
          <pc:sldMk cId="0" sldId="942"/>
        </pc:sldMkLst>
      </pc:sldChg>
      <pc:sldChg chg="addSp delSp modSp mod modClrScheme chgLayout">
        <pc:chgData name="欣捷" userId="b965477fa0aef5e6" providerId="LiveId" clId="{F58CB589-EA88-41E9-89B9-70387DC4BAF4}" dt="2021-04-20T09:30:03.602" v="724" actId="1076"/>
        <pc:sldMkLst>
          <pc:docMk/>
          <pc:sldMk cId="0" sldId="943"/>
        </pc:sldMkLst>
      </pc:sldChg>
      <pc:sldChg chg="addSp delSp modSp mod modClrScheme chgLayout">
        <pc:chgData name="欣捷" userId="b965477fa0aef5e6" providerId="LiveId" clId="{F58CB589-EA88-41E9-89B9-70387DC4BAF4}" dt="2021-04-20T09:30:13.214" v="728" actId="1076"/>
        <pc:sldMkLst>
          <pc:docMk/>
          <pc:sldMk cId="672076074" sldId="945"/>
        </pc:sldMkLst>
      </pc:sldChg>
      <pc:sldChg chg="addSp delSp modSp mod modClrScheme chgLayout">
        <pc:chgData name="欣捷" userId="b965477fa0aef5e6" providerId="LiveId" clId="{F58CB589-EA88-41E9-89B9-70387DC4BAF4}" dt="2021-04-20T09:30:22.742" v="732" actId="1076"/>
        <pc:sldMkLst>
          <pc:docMk/>
          <pc:sldMk cId="4090644917" sldId="946"/>
        </pc:sldMkLst>
      </pc:sldChg>
      <pc:sldChg chg="addSp delSp modSp mod modClrScheme chgLayout">
        <pc:chgData name="欣捷" userId="b965477fa0aef5e6" providerId="LiveId" clId="{F58CB589-EA88-41E9-89B9-70387DC4BAF4}" dt="2021-04-20T09:30:35.228" v="736" actId="1076"/>
        <pc:sldMkLst>
          <pc:docMk/>
          <pc:sldMk cId="0" sldId="947"/>
        </pc:sldMkLst>
      </pc:sldChg>
      <pc:sldChg chg="del">
        <pc:chgData name="欣捷" userId="b965477fa0aef5e6" providerId="LiveId" clId="{F58CB589-EA88-41E9-89B9-70387DC4BAF4}" dt="2021-04-20T09:30:56.176" v="737" actId="47"/>
        <pc:sldMkLst>
          <pc:docMk/>
          <pc:sldMk cId="0" sldId="948"/>
        </pc:sldMkLst>
      </pc:sldChg>
      <pc:sldChg chg="del">
        <pc:chgData name="欣捷" userId="b965477fa0aef5e6" providerId="LiveId" clId="{F58CB589-EA88-41E9-89B9-70387DC4BAF4}" dt="2021-04-20T09:30:56.176" v="737" actId="47"/>
        <pc:sldMkLst>
          <pc:docMk/>
          <pc:sldMk cId="0" sldId="949"/>
        </pc:sldMkLst>
      </pc:sldChg>
      <pc:sldChg chg="del">
        <pc:chgData name="欣捷" userId="b965477fa0aef5e6" providerId="LiveId" clId="{F58CB589-EA88-41E9-89B9-70387DC4BAF4}" dt="2021-04-20T09:30:56.176" v="737" actId="47"/>
        <pc:sldMkLst>
          <pc:docMk/>
          <pc:sldMk cId="0" sldId="950"/>
        </pc:sldMkLst>
      </pc:sldChg>
      <pc:sldChg chg="del">
        <pc:chgData name="欣捷" userId="b965477fa0aef5e6" providerId="LiveId" clId="{F58CB589-EA88-41E9-89B9-70387DC4BAF4}" dt="2021-04-20T09:30:56.176" v="737" actId="47"/>
        <pc:sldMkLst>
          <pc:docMk/>
          <pc:sldMk cId="0" sldId="951"/>
        </pc:sldMkLst>
      </pc:sldChg>
      <pc:sldChg chg="del">
        <pc:chgData name="欣捷" userId="b965477fa0aef5e6" providerId="LiveId" clId="{F58CB589-EA88-41E9-89B9-70387DC4BAF4}" dt="2021-04-20T09:30:56.176" v="737" actId="47"/>
        <pc:sldMkLst>
          <pc:docMk/>
          <pc:sldMk cId="0" sldId="952"/>
        </pc:sldMkLst>
      </pc:sldChg>
      <pc:sldChg chg="del">
        <pc:chgData name="欣捷" userId="b965477fa0aef5e6" providerId="LiveId" clId="{F58CB589-EA88-41E9-89B9-70387DC4BAF4}" dt="2021-04-20T09:30:56.176" v="737" actId="47"/>
        <pc:sldMkLst>
          <pc:docMk/>
          <pc:sldMk cId="0" sldId="953"/>
        </pc:sldMkLst>
      </pc:sldChg>
      <pc:sldChg chg="del">
        <pc:chgData name="欣捷" userId="b965477fa0aef5e6" providerId="LiveId" clId="{F58CB589-EA88-41E9-89B9-70387DC4BAF4}" dt="2021-04-20T09:30:56.176" v="737" actId="47"/>
        <pc:sldMkLst>
          <pc:docMk/>
          <pc:sldMk cId="0" sldId="954"/>
        </pc:sldMkLst>
      </pc:sldChg>
      <pc:sldChg chg="addSp delSp modSp mod modClrScheme chgLayout">
        <pc:chgData name="欣捷" userId="b965477fa0aef5e6" providerId="LiveId" clId="{F58CB589-EA88-41E9-89B9-70387DC4BAF4}" dt="2021-04-20T09:31:46.207" v="757" actId="6549"/>
        <pc:sldMkLst>
          <pc:docMk/>
          <pc:sldMk cId="0" sldId="955"/>
        </pc:sldMkLst>
      </pc:sldChg>
      <pc:sldChg chg="modSp mod chgLayout">
        <pc:chgData name="欣捷" userId="b965477fa0aef5e6" providerId="LiveId" clId="{F58CB589-EA88-41E9-89B9-70387DC4BAF4}" dt="2021-04-20T08:23:39.727" v="28" actId="700"/>
        <pc:sldMkLst>
          <pc:docMk/>
          <pc:sldMk cId="0" sldId="962"/>
        </pc:sldMkLst>
      </pc:sldChg>
      <pc:sldChg chg="modSp mod chgLayout">
        <pc:chgData name="欣捷" userId="b965477fa0aef5e6" providerId="LiveId" clId="{F58CB589-EA88-41E9-89B9-70387DC4BAF4}" dt="2021-04-20T08:23:39.727" v="28" actId="700"/>
        <pc:sldMkLst>
          <pc:docMk/>
          <pc:sldMk cId="0" sldId="963"/>
        </pc:sldMkLst>
      </pc:sldChg>
      <pc:sldChg chg="modSp mod chgLayout">
        <pc:chgData name="欣捷" userId="b965477fa0aef5e6" providerId="LiveId" clId="{F58CB589-EA88-41E9-89B9-70387DC4BAF4}" dt="2021-04-20T08:23:47.487" v="29" actId="700"/>
        <pc:sldMkLst>
          <pc:docMk/>
          <pc:sldMk cId="0" sldId="964"/>
        </pc:sldMkLst>
      </pc:sldChg>
      <pc:sldChg chg="modSp mod chgLayout">
        <pc:chgData name="欣捷" userId="b965477fa0aef5e6" providerId="LiveId" clId="{F58CB589-EA88-41E9-89B9-70387DC4BAF4}" dt="2021-04-20T08:23:47.487" v="29" actId="700"/>
        <pc:sldMkLst>
          <pc:docMk/>
          <pc:sldMk cId="0" sldId="965"/>
        </pc:sldMkLst>
      </pc:sldChg>
      <pc:sldChg chg="modSp mod chgLayout">
        <pc:chgData name="欣捷" userId="b965477fa0aef5e6" providerId="LiveId" clId="{F58CB589-EA88-41E9-89B9-70387DC4BAF4}" dt="2021-04-20T08:23:54.789" v="30" actId="700"/>
        <pc:sldMkLst>
          <pc:docMk/>
          <pc:sldMk cId="0" sldId="966"/>
        </pc:sldMkLst>
      </pc:sldChg>
      <pc:sldChg chg="modSp mod chgLayout">
        <pc:chgData name="欣捷" userId="b965477fa0aef5e6" providerId="LiveId" clId="{F58CB589-EA88-41E9-89B9-70387DC4BAF4}" dt="2021-04-20T08:23:54.789" v="30" actId="700"/>
        <pc:sldMkLst>
          <pc:docMk/>
          <pc:sldMk cId="0" sldId="967"/>
        </pc:sldMkLst>
      </pc:sldChg>
      <pc:sldChg chg="modSp mod chgLayout">
        <pc:chgData name="欣捷" userId="b965477fa0aef5e6" providerId="LiveId" clId="{F58CB589-EA88-41E9-89B9-70387DC4BAF4}" dt="2021-04-20T08:23:54.789" v="30" actId="700"/>
        <pc:sldMkLst>
          <pc:docMk/>
          <pc:sldMk cId="0" sldId="968"/>
        </pc:sldMkLst>
      </pc:sldChg>
      <pc:sldChg chg="modSp mod chgLayout">
        <pc:chgData name="欣捷" userId="b965477fa0aef5e6" providerId="LiveId" clId="{F58CB589-EA88-41E9-89B9-70387DC4BAF4}" dt="2021-04-20T08:23:54.789" v="30" actId="700"/>
        <pc:sldMkLst>
          <pc:docMk/>
          <pc:sldMk cId="0" sldId="969"/>
        </pc:sldMkLst>
      </pc:sldChg>
      <pc:sldChg chg="modSp mod">
        <pc:chgData name="欣捷" userId="b965477fa0aef5e6" providerId="LiveId" clId="{F58CB589-EA88-41E9-89B9-70387DC4BAF4}" dt="2021-04-20T08:19:15.765" v="4" actId="403"/>
        <pc:sldMkLst>
          <pc:docMk/>
          <pc:sldMk cId="0" sldId="1029"/>
        </pc:sldMkLst>
      </pc:sldChg>
      <pc:sldChg chg="modSp mod">
        <pc:chgData name="欣捷" userId="b965477fa0aef5e6" providerId="LiveId" clId="{F58CB589-EA88-41E9-89B9-70387DC4BAF4}" dt="2021-04-20T08:19:27.321" v="5" actId="403"/>
        <pc:sldMkLst>
          <pc:docMk/>
          <pc:sldMk cId="0" sldId="1030"/>
        </pc:sldMkLst>
      </pc:sldChg>
      <pc:sldChg chg="modSp mod">
        <pc:chgData name="欣捷" userId="b965477fa0aef5e6" providerId="LiveId" clId="{F58CB589-EA88-41E9-89B9-70387DC4BAF4}" dt="2021-04-20T08:24:15.236" v="34" actId="207"/>
        <pc:sldMkLst>
          <pc:docMk/>
          <pc:sldMk cId="0" sldId="1037"/>
        </pc:sldMkLst>
      </pc:sldChg>
      <pc:sldChg chg="del">
        <pc:chgData name="欣捷" userId="b965477fa0aef5e6" providerId="LiveId" clId="{F58CB589-EA88-41E9-89B9-70387DC4BAF4}" dt="2021-04-20T09:32:41.428" v="761" actId="47"/>
        <pc:sldMkLst>
          <pc:docMk/>
          <pc:sldMk cId="0" sldId="1058"/>
        </pc:sldMkLst>
      </pc:sldChg>
      <pc:sldChg chg="modSp mod ord chgLayout">
        <pc:chgData name="欣捷" userId="b965477fa0aef5e6" providerId="LiveId" clId="{F58CB589-EA88-41E9-89B9-70387DC4BAF4}" dt="2021-04-20T09:12:15.268" v="475"/>
        <pc:sldMkLst>
          <pc:docMk/>
          <pc:sldMk cId="0" sldId="1080"/>
        </pc:sldMkLst>
      </pc:sldChg>
      <pc:sldChg chg="modSp mod ord chgLayout">
        <pc:chgData name="欣捷" userId="b965477fa0aef5e6" providerId="LiveId" clId="{F58CB589-EA88-41E9-89B9-70387DC4BAF4}" dt="2021-04-20T09:15:43.505" v="571" actId="113"/>
        <pc:sldMkLst>
          <pc:docMk/>
          <pc:sldMk cId="0" sldId="1081"/>
        </pc:sldMkLst>
      </pc:sldChg>
      <pc:sldChg chg="modSp mod chgLayout">
        <pc:chgData name="欣捷" userId="b965477fa0aef5e6" providerId="LiveId" clId="{F58CB589-EA88-41E9-89B9-70387DC4BAF4}" dt="2021-04-20T09:27:46.211" v="695" actId="403"/>
        <pc:sldMkLst>
          <pc:docMk/>
          <pc:sldMk cId="0" sldId="1082"/>
        </pc:sldMkLst>
      </pc:sldChg>
      <pc:sldChg chg="modSp mod chgLayout">
        <pc:chgData name="欣捷" userId="b965477fa0aef5e6" providerId="LiveId" clId="{F58CB589-EA88-41E9-89B9-70387DC4BAF4}" dt="2021-04-20T09:27:57.886" v="697" actId="207"/>
        <pc:sldMkLst>
          <pc:docMk/>
          <pc:sldMk cId="0" sldId="1083"/>
        </pc:sldMkLst>
      </pc:sldChg>
      <pc:sldChg chg="del">
        <pc:chgData name="欣捷" userId="b965477fa0aef5e6" providerId="LiveId" clId="{F58CB589-EA88-41E9-89B9-70387DC4BAF4}" dt="2021-04-20T08:21:42.117" v="22" actId="47"/>
        <pc:sldMkLst>
          <pc:docMk/>
          <pc:sldMk cId="0" sldId="1084"/>
        </pc:sldMkLst>
      </pc:sldChg>
      <pc:sldChg chg="modSp mod chgLayout">
        <pc:chgData name="欣捷" userId="b965477fa0aef5e6" providerId="LiveId" clId="{F58CB589-EA88-41E9-89B9-70387DC4BAF4}" dt="2021-04-20T08:24:31.308" v="36" actId="700"/>
        <pc:sldMkLst>
          <pc:docMk/>
          <pc:sldMk cId="0" sldId="1090"/>
        </pc:sldMkLst>
      </pc:sldChg>
      <pc:sldChg chg="modSp mod chgLayout">
        <pc:chgData name="欣捷" userId="b965477fa0aef5e6" providerId="LiveId" clId="{F58CB589-EA88-41E9-89B9-70387DC4BAF4}" dt="2021-04-20T09:32:19.053" v="758" actId="700"/>
        <pc:sldMkLst>
          <pc:docMk/>
          <pc:sldMk cId="0" sldId="1095"/>
        </pc:sldMkLst>
      </pc:sldChg>
      <pc:sldChg chg="modSp mod chgLayout">
        <pc:chgData name="欣捷" userId="b965477fa0aef5e6" providerId="LiveId" clId="{F58CB589-EA88-41E9-89B9-70387DC4BAF4}" dt="2021-04-20T09:32:36.730" v="760" actId="1076"/>
        <pc:sldMkLst>
          <pc:docMk/>
          <pc:sldMk cId="0" sldId="1106"/>
        </pc:sldMkLst>
      </pc:sldChg>
      <pc:sldChg chg="modSp mod modClrScheme chgLayout">
        <pc:chgData name="欣捷" userId="b965477fa0aef5e6" providerId="LiveId" clId="{F58CB589-EA88-41E9-89B9-70387DC4BAF4}" dt="2021-04-20T08:23:47.487" v="29" actId="700"/>
        <pc:sldMkLst>
          <pc:docMk/>
          <pc:sldMk cId="0" sldId="1110"/>
        </pc:sldMkLst>
      </pc:sldChg>
      <pc:sldChg chg="del">
        <pc:chgData name="欣捷" userId="b965477fa0aef5e6" providerId="LiveId" clId="{F58CB589-EA88-41E9-89B9-70387DC4BAF4}" dt="2021-04-20T08:43:18.183" v="316" actId="47"/>
        <pc:sldMkLst>
          <pc:docMk/>
          <pc:sldMk cId="0" sldId="1111"/>
        </pc:sldMkLst>
      </pc:sldChg>
      <pc:sldChg chg="del">
        <pc:chgData name="欣捷" userId="b965477fa0aef5e6" providerId="LiveId" clId="{F58CB589-EA88-41E9-89B9-70387DC4BAF4}" dt="2021-04-20T08:43:18.183" v="316" actId="47"/>
        <pc:sldMkLst>
          <pc:docMk/>
          <pc:sldMk cId="0" sldId="1112"/>
        </pc:sldMkLst>
      </pc:sldChg>
      <pc:sldChg chg="addSp delSp modSp mod modClrScheme chgLayout">
        <pc:chgData name="欣捷" userId="b965477fa0aef5e6" providerId="LiveId" clId="{F58CB589-EA88-41E9-89B9-70387DC4BAF4}" dt="2021-04-20T09:23:35.738" v="630" actId="1036"/>
        <pc:sldMkLst>
          <pc:docMk/>
          <pc:sldMk cId="0" sldId="1127"/>
        </pc:sldMkLst>
      </pc:sldChg>
      <pc:sldChg chg="del">
        <pc:chgData name="欣捷" userId="b965477fa0aef5e6" providerId="LiveId" clId="{F58CB589-EA88-41E9-89B9-70387DC4BAF4}" dt="2021-04-20T09:22:15.350" v="607" actId="47"/>
        <pc:sldMkLst>
          <pc:docMk/>
          <pc:sldMk cId="0" sldId="1128"/>
        </pc:sldMkLst>
      </pc:sldChg>
      <pc:sldChg chg="del">
        <pc:chgData name="欣捷" userId="b965477fa0aef5e6" providerId="LiveId" clId="{F58CB589-EA88-41E9-89B9-70387DC4BAF4}" dt="2021-04-20T09:25:36.833" v="639" actId="47"/>
        <pc:sldMkLst>
          <pc:docMk/>
          <pc:sldMk cId="0" sldId="1129"/>
        </pc:sldMkLst>
      </pc:sldChg>
      <pc:sldChg chg="del">
        <pc:chgData name="欣捷" userId="b965477fa0aef5e6" providerId="LiveId" clId="{F58CB589-EA88-41E9-89B9-70387DC4BAF4}" dt="2021-04-20T09:22:14.137" v="606" actId="47"/>
        <pc:sldMkLst>
          <pc:docMk/>
          <pc:sldMk cId="0" sldId="1130"/>
        </pc:sldMkLst>
      </pc:sldChg>
      <pc:sldChg chg="addSp delSp modSp mod modClrScheme modAnim chgLayout">
        <pc:chgData name="欣捷" userId="b965477fa0aef5e6" providerId="LiveId" clId="{F58CB589-EA88-41E9-89B9-70387DC4BAF4}" dt="2021-04-20T09:22:44.424" v="618" actId="6549"/>
        <pc:sldMkLst>
          <pc:docMk/>
          <pc:sldMk cId="0" sldId="1131"/>
        </pc:sldMkLst>
      </pc:sldChg>
      <pc:sldChg chg="del">
        <pc:chgData name="欣捷" userId="b965477fa0aef5e6" providerId="LiveId" clId="{F58CB589-EA88-41E9-89B9-70387DC4BAF4}" dt="2021-04-20T09:23:13.894" v="622" actId="47"/>
        <pc:sldMkLst>
          <pc:docMk/>
          <pc:sldMk cId="0" sldId="1132"/>
        </pc:sldMkLst>
      </pc:sldChg>
      <pc:sldChg chg="del">
        <pc:chgData name="欣捷" userId="b965477fa0aef5e6" providerId="LiveId" clId="{F58CB589-EA88-41E9-89B9-70387DC4BAF4}" dt="2021-04-20T09:25:37.789" v="640" actId="47"/>
        <pc:sldMkLst>
          <pc:docMk/>
          <pc:sldMk cId="0" sldId="1133"/>
        </pc:sldMkLst>
      </pc:sldChg>
      <pc:sldChg chg="addSp delSp modSp mod modClrScheme chgLayout">
        <pc:chgData name="欣捷" userId="b965477fa0aef5e6" providerId="LiveId" clId="{F58CB589-EA88-41E9-89B9-70387DC4BAF4}" dt="2021-04-20T09:27:02.367" v="678" actId="6549"/>
        <pc:sldMkLst>
          <pc:docMk/>
          <pc:sldMk cId="0" sldId="1134"/>
        </pc:sldMkLst>
      </pc:sldChg>
      <pc:sldChg chg="del">
        <pc:chgData name="欣捷" userId="b965477fa0aef5e6" providerId="LiveId" clId="{F58CB589-EA88-41E9-89B9-70387DC4BAF4}" dt="2021-04-20T09:25:38.455" v="641" actId="47"/>
        <pc:sldMkLst>
          <pc:docMk/>
          <pc:sldMk cId="0" sldId="1135"/>
        </pc:sldMkLst>
      </pc:sldChg>
      <pc:sldChg chg="del">
        <pc:chgData name="欣捷" userId="b965477fa0aef5e6" providerId="LiveId" clId="{F58CB589-EA88-41E9-89B9-70387DC4BAF4}" dt="2021-04-20T09:25:39.106" v="642" actId="47"/>
        <pc:sldMkLst>
          <pc:docMk/>
          <pc:sldMk cId="0" sldId="1136"/>
        </pc:sldMkLst>
      </pc:sldChg>
      <pc:sldChg chg="del">
        <pc:chgData name="欣捷" userId="b965477fa0aef5e6" providerId="LiveId" clId="{F58CB589-EA88-41E9-89B9-70387DC4BAF4}" dt="2021-04-20T09:25:39.786" v="643" actId="47"/>
        <pc:sldMkLst>
          <pc:docMk/>
          <pc:sldMk cId="0" sldId="1137"/>
        </pc:sldMkLst>
      </pc:sldChg>
      <pc:sldChg chg="delSp modSp mod modClrScheme chgLayout">
        <pc:chgData name="欣捷" userId="b965477fa0aef5e6" providerId="LiveId" clId="{F58CB589-EA88-41E9-89B9-70387DC4BAF4}" dt="2021-04-20T08:24:26.586" v="35" actId="700"/>
        <pc:sldMkLst>
          <pc:docMk/>
          <pc:sldMk cId="0" sldId="1138"/>
        </pc:sldMkLst>
      </pc:sldChg>
      <pc:sldChg chg="modSp add mod">
        <pc:chgData name="欣捷" userId="b965477fa0aef5e6" providerId="LiveId" clId="{F58CB589-EA88-41E9-89B9-70387DC4BAF4}" dt="2021-04-20T09:06:56.490" v="327" actId="20577"/>
        <pc:sldMkLst>
          <pc:docMk/>
          <pc:sldMk cId="516213771" sldId="1139"/>
        </pc:sldMkLst>
      </pc:sldChg>
      <pc:sldChg chg="addSp delSp modSp add del mod modClrScheme chgLayout">
        <pc:chgData name="欣捷" userId="b965477fa0aef5e6" providerId="LiveId" clId="{F58CB589-EA88-41E9-89B9-70387DC4BAF4}" dt="2021-04-20T09:24:36.270" v="634" actId="47"/>
        <pc:sldMkLst>
          <pc:docMk/>
          <pc:sldMk cId="2084196931" sldId="1140"/>
        </pc:sldMkLst>
      </pc:sldChg>
      <pc:sldChg chg="addSp delSp modSp add del mod">
        <pc:chgData name="欣捷" userId="b965477fa0aef5e6" providerId="LiveId" clId="{F58CB589-EA88-41E9-89B9-70387DC4BAF4}" dt="2021-04-20T08:31:51.743" v="129" actId="47"/>
        <pc:sldMkLst>
          <pc:docMk/>
          <pc:sldMk cId="3335640676" sldId="1140"/>
        </pc:sldMkLst>
      </pc:sldChg>
      <pc:sldChg chg="modSp add mod">
        <pc:chgData name="欣捷" userId="b965477fa0aef5e6" providerId="LiveId" clId="{F58CB589-EA88-41E9-89B9-70387DC4BAF4}" dt="2021-04-20T09:06:39.328" v="324" actId="113"/>
        <pc:sldMkLst>
          <pc:docMk/>
          <pc:sldMk cId="406512071" sldId="1141"/>
        </pc:sldMkLst>
      </pc:sldChg>
      <pc:sldChg chg="modSp new mod modAnim">
        <pc:chgData name="欣捷" userId="b965477fa0aef5e6" providerId="LiveId" clId="{F58CB589-EA88-41E9-89B9-70387DC4BAF4}" dt="2021-04-20T09:12:09.602" v="473"/>
        <pc:sldMkLst>
          <pc:docMk/>
          <pc:sldMk cId="1844201406" sldId="1142"/>
        </pc:sldMkLst>
      </pc:sldChg>
      <pc:sldChg chg="modSp add mod">
        <pc:chgData name="欣捷" userId="b965477fa0aef5e6" providerId="LiveId" clId="{F58CB589-EA88-41E9-89B9-70387DC4BAF4}" dt="2021-04-20T09:22:54.495" v="619" actId="6549"/>
        <pc:sldMkLst>
          <pc:docMk/>
          <pc:sldMk cId="3037729556" sldId="1143"/>
        </pc:sldMkLst>
      </pc:sldChg>
      <pc:sldChg chg="add">
        <pc:chgData name="欣捷" userId="b965477fa0aef5e6" providerId="LiveId" clId="{F58CB589-EA88-41E9-89B9-70387DC4BAF4}" dt="2021-04-20T09:22:19.763" v="609"/>
        <pc:sldMkLst>
          <pc:docMk/>
          <pc:sldMk cId="546972322" sldId="1144"/>
        </pc:sldMkLst>
      </pc:sldChg>
      <pc:sldChg chg="modSp add">
        <pc:chgData name="欣捷" userId="b965477fa0aef5e6" providerId="LiveId" clId="{F58CB589-EA88-41E9-89B9-70387DC4BAF4}" dt="2021-04-20T09:23:11.343" v="621"/>
        <pc:sldMkLst>
          <pc:docMk/>
          <pc:sldMk cId="4223351651" sldId="1145"/>
        </pc:sldMkLst>
      </pc:sldChg>
      <pc:sldChg chg="modSp add mod">
        <pc:chgData name="欣捷" userId="b965477fa0aef5e6" providerId="LiveId" clId="{F58CB589-EA88-41E9-89B9-70387DC4BAF4}" dt="2021-04-20T09:27:13.884" v="685" actId="20577"/>
        <pc:sldMkLst>
          <pc:docMk/>
          <pc:sldMk cId="1246412149" sldId="1146"/>
        </pc:sldMkLst>
      </pc:sldChg>
      <pc:sldChg chg="modSp add mod">
        <pc:chgData name="欣捷" userId="b965477fa0aef5e6" providerId="LiveId" clId="{F58CB589-EA88-41E9-89B9-70387DC4BAF4}" dt="2021-04-20T09:27:18.394" v="687" actId="20577"/>
        <pc:sldMkLst>
          <pc:docMk/>
          <pc:sldMk cId="1563518926" sldId="1147"/>
        </pc:sldMkLst>
      </pc:sldChg>
      <pc:sldChg chg="modSp add mod">
        <pc:chgData name="欣捷" userId="b965477fa0aef5e6" providerId="LiveId" clId="{F58CB589-EA88-41E9-89B9-70387DC4BAF4}" dt="2021-04-20T09:27:22.409" v="689" actId="20577"/>
        <pc:sldMkLst>
          <pc:docMk/>
          <pc:sldMk cId="3006853834" sldId="1148"/>
        </pc:sldMkLst>
      </pc:sldChg>
      <pc:sldChg chg="modSp add mod">
        <pc:chgData name="欣捷" userId="b965477fa0aef5e6" providerId="LiveId" clId="{F58CB589-EA88-41E9-89B9-70387DC4BAF4}" dt="2021-04-20T09:27:26.586" v="691" actId="20577"/>
        <pc:sldMkLst>
          <pc:docMk/>
          <pc:sldMk cId="2869246556" sldId="1149"/>
        </pc:sldMkLst>
      </pc:sldChg>
      <pc:sldChg chg="modSp add mod">
        <pc:chgData name="欣捷" userId="b965477fa0aef5e6" providerId="LiveId" clId="{F58CB589-EA88-41E9-89B9-70387DC4BAF4}" dt="2021-04-20T09:27:31.804" v="693" actId="20577"/>
        <pc:sldMkLst>
          <pc:docMk/>
          <pc:sldMk cId="500657596" sldId="1150"/>
        </pc:sldMkLst>
      </pc:sldChg>
      <pc:sldChg chg="modSp add mod">
        <pc:chgData name="欣捷" userId="b965477fa0aef5e6" providerId="LiveId" clId="{F58CB589-EA88-41E9-89B9-70387DC4BAF4}" dt="2021-04-20T09:27:37.737" v="694" actId="20577"/>
        <pc:sldMkLst>
          <pc:docMk/>
          <pc:sldMk cId="3962178428" sldId="1151"/>
        </pc:sldMkLst>
      </pc:sldChg>
      <pc:sldChg chg="modSp add mod">
        <pc:chgData name="欣捷" userId="b965477fa0aef5e6" providerId="LiveId" clId="{F58CB589-EA88-41E9-89B9-70387DC4BAF4}" dt="2021-04-20T09:31:43.160" v="756" actId="6549"/>
        <pc:sldMkLst>
          <pc:docMk/>
          <pc:sldMk cId="389650025" sldId="1152"/>
        </pc:sldMkLst>
      </pc:sldChg>
      <pc:sldChg chg="modSp add mod">
        <pc:chgData name="欣捷" userId="b965477fa0aef5e6" providerId="LiveId" clId="{F58CB589-EA88-41E9-89B9-70387DC4BAF4}" dt="2021-04-20T09:31:40.862" v="755" actId="6549"/>
        <pc:sldMkLst>
          <pc:docMk/>
          <pc:sldMk cId="235929361" sldId="1153"/>
        </pc:sldMkLst>
      </pc:sldChg>
      <pc:sldChg chg="modSp add mod">
        <pc:chgData name="欣捷" userId="b965477fa0aef5e6" providerId="LiveId" clId="{F58CB589-EA88-41E9-89B9-70387DC4BAF4}" dt="2021-04-20T09:31:38.269" v="754" actId="6549"/>
        <pc:sldMkLst>
          <pc:docMk/>
          <pc:sldMk cId="4207039851" sldId="1154"/>
        </pc:sldMkLst>
      </pc:sldChg>
      <pc:sldChg chg="modSp add mod">
        <pc:chgData name="欣捷" userId="b965477fa0aef5e6" providerId="LiveId" clId="{F58CB589-EA88-41E9-89B9-70387DC4BAF4}" dt="2021-04-20T09:31:35.597" v="753" actId="6549"/>
        <pc:sldMkLst>
          <pc:docMk/>
          <pc:sldMk cId="77711967" sldId="1155"/>
        </pc:sldMkLst>
      </pc:sldChg>
      <pc:sldChg chg="modSp add mod">
        <pc:chgData name="欣捷" userId="b965477fa0aef5e6" providerId="LiveId" clId="{F58CB589-EA88-41E9-89B9-70387DC4BAF4}" dt="2021-04-20T09:31:33.341" v="752" actId="6549"/>
        <pc:sldMkLst>
          <pc:docMk/>
          <pc:sldMk cId="1749343738" sldId="1156"/>
        </pc:sldMkLst>
      </pc:sldChg>
      <pc:sldChg chg="modSp add mod">
        <pc:chgData name="欣捷" userId="b965477fa0aef5e6" providerId="LiveId" clId="{F58CB589-EA88-41E9-89B9-70387DC4BAF4}" dt="2021-04-20T09:31:30.622" v="751" actId="6549"/>
        <pc:sldMkLst>
          <pc:docMk/>
          <pc:sldMk cId="3747700626" sldId="1157"/>
        </pc:sldMkLst>
      </pc:sldChg>
      <pc:sldChg chg="modSp add mod">
        <pc:chgData name="欣捷" userId="b965477fa0aef5e6" providerId="LiveId" clId="{F58CB589-EA88-41E9-89B9-70387DC4BAF4}" dt="2021-04-20T09:31:27.771" v="750" actId="6549"/>
        <pc:sldMkLst>
          <pc:docMk/>
          <pc:sldMk cId="2813883607" sldId="1158"/>
        </pc:sldMkLst>
      </pc:sldChg>
    </pc:docChg>
  </pc:docChgLst>
  <pc:docChgLst>
    <pc:chgData name="欣捷 王" userId="b965477fa0aef5e6" providerId="LiveId" clId="{D8913EA8-7E85-4A1D-BC5D-1903F32B9E22}"/>
    <pc:docChg chg="custSel delSld modSld">
      <pc:chgData name="欣捷 王" userId="b965477fa0aef5e6" providerId="LiveId" clId="{D8913EA8-7E85-4A1D-BC5D-1903F32B9E22}" dt="2024-06-07T07:30:41.857" v="14" actId="47"/>
      <pc:docMkLst>
        <pc:docMk/>
      </pc:docMkLst>
      <pc:sldChg chg="del">
        <pc:chgData name="欣捷 王" userId="b965477fa0aef5e6" providerId="LiveId" clId="{D8913EA8-7E85-4A1D-BC5D-1903F32B9E22}" dt="2024-06-07T07:30:41.857" v="14" actId="47"/>
        <pc:sldMkLst>
          <pc:docMk/>
          <pc:sldMk cId="914867800" sldId="1006"/>
        </pc:sldMkLst>
      </pc:sldChg>
      <pc:sldChg chg="del">
        <pc:chgData name="欣捷 王" userId="b965477fa0aef5e6" providerId="LiveId" clId="{D8913EA8-7E85-4A1D-BC5D-1903F32B9E22}" dt="2024-06-07T07:30:37.410" v="13" actId="47"/>
        <pc:sldMkLst>
          <pc:docMk/>
          <pc:sldMk cId="950512400" sldId="1007"/>
        </pc:sldMkLst>
      </pc:sldChg>
      <pc:sldChg chg="del">
        <pc:chgData name="欣捷 王" userId="b965477fa0aef5e6" providerId="LiveId" clId="{D8913EA8-7E85-4A1D-BC5D-1903F32B9E22}" dt="2024-06-07T07:30:37.410" v="13" actId="47"/>
        <pc:sldMkLst>
          <pc:docMk/>
          <pc:sldMk cId="702515897" sldId="1008"/>
        </pc:sldMkLst>
      </pc:sldChg>
      <pc:sldChg chg="modSp mod">
        <pc:chgData name="欣捷 王" userId="b965477fa0aef5e6" providerId="LiveId" clId="{D8913EA8-7E85-4A1D-BC5D-1903F32B9E22}" dt="2024-06-07T07:28:55.247" v="12"/>
        <pc:sldMkLst>
          <pc:docMk/>
          <pc:sldMk cId="524904732" sldId="1016"/>
        </pc:sldMkLst>
      </pc:sldChg>
      <pc:sldChg chg="modSp del mod">
        <pc:chgData name="欣捷 王" userId="b965477fa0aef5e6" providerId="LiveId" clId="{D8913EA8-7E85-4A1D-BC5D-1903F32B9E22}" dt="2024-06-07T07:28:53.336" v="6" actId="47"/>
        <pc:sldMkLst>
          <pc:docMk/>
          <pc:sldMk cId="877558421" sldId="1017"/>
        </pc:sldMkLst>
      </pc:sldChg>
    </pc:docChg>
  </pc:docChgLst>
  <pc:docChgLst>
    <pc:chgData name="欣捷" userId="b965477fa0aef5e6" providerId="LiveId" clId="{D0D55534-E9E8-42AB-B47B-22C3E40FED96}"/>
    <pc:docChg chg="undo custSel addSld delSld modSld">
      <pc:chgData name="欣捷" userId="b965477fa0aef5e6" providerId="LiveId" clId="{D0D55534-E9E8-42AB-B47B-22C3E40FED96}" dt="2021-05-26T10:32:39.136" v="1123" actId="27636"/>
      <pc:docMkLst>
        <pc:docMk/>
      </pc:docMkLst>
      <pc:sldChg chg="del">
        <pc:chgData name="欣捷" userId="b965477fa0aef5e6" providerId="LiveId" clId="{D0D55534-E9E8-42AB-B47B-22C3E40FED96}" dt="2021-05-26T08:07:00.473" v="108" actId="47"/>
        <pc:sldMkLst>
          <pc:docMk/>
          <pc:sldMk cId="0" sldId="294"/>
        </pc:sldMkLst>
      </pc:sldChg>
      <pc:sldChg chg="modSp mod">
        <pc:chgData name="欣捷" userId="b965477fa0aef5e6" providerId="LiveId" clId="{D0D55534-E9E8-42AB-B47B-22C3E40FED96}" dt="2021-05-26T08:58:57.540" v="197" actId="20577"/>
        <pc:sldMkLst>
          <pc:docMk/>
          <pc:sldMk cId="0" sldId="295"/>
        </pc:sldMkLst>
      </pc:sldChg>
      <pc:sldChg chg="modSp add del mod">
        <pc:chgData name="欣捷" userId="b965477fa0aef5e6" providerId="LiveId" clId="{D0D55534-E9E8-42AB-B47B-22C3E40FED96}" dt="2021-05-26T08:36:01.562" v="131"/>
        <pc:sldMkLst>
          <pc:docMk/>
          <pc:sldMk cId="3190100003" sldId="931"/>
        </pc:sldMkLst>
      </pc:sldChg>
      <pc:sldChg chg="modSp add mod">
        <pc:chgData name="欣捷" userId="b965477fa0aef5e6" providerId="LiveId" clId="{D0D55534-E9E8-42AB-B47B-22C3E40FED96}" dt="2021-05-26T08:37:39.731" v="139" actId="20577"/>
        <pc:sldMkLst>
          <pc:docMk/>
          <pc:sldMk cId="2073985740" sldId="933"/>
        </pc:sldMkLst>
      </pc:sldChg>
      <pc:sldChg chg="modSp mod">
        <pc:chgData name="欣捷" userId="b965477fa0aef5e6" providerId="LiveId" clId="{D0D55534-E9E8-42AB-B47B-22C3E40FED96}" dt="2021-05-26T05:40:37.515" v="14" actId="20577"/>
        <pc:sldMkLst>
          <pc:docMk/>
          <pc:sldMk cId="0" sldId="953"/>
        </pc:sldMkLst>
      </pc:sldChg>
      <pc:sldChg chg="modSp mod">
        <pc:chgData name="欣捷" userId="b965477fa0aef5e6" providerId="LiveId" clId="{D0D55534-E9E8-42AB-B47B-22C3E40FED96}" dt="2021-05-26T05:41:27.978" v="25" actId="20577"/>
        <pc:sldMkLst>
          <pc:docMk/>
          <pc:sldMk cId="0" sldId="954"/>
        </pc:sldMkLst>
      </pc:sldChg>
      <pc:sldChg chg="modSp mod">
        <pc:chgData name="欣捷" userId="b965477fa0aef5e6" providerId="LiveId" clId="{D0D55534-E9E8-42AB-B47B-22C3E40FED96}" dt="2021-05-26T08:44:32.684" v="149" actId="27636"/>
        <pc:sldMkLst>
          <pc:docMk/>
          <pc:sldMk cId="0" sldId="965"/>
        </pc:sldMkLst>
      </pc:sldChg>
      <pc:sldChg chg="addSp delSp modSp mod">
        <pc:chgData name="欣捷" userId="b965477fa0aef5e6" providerId="LiveId" clId="{D0D55534-E9E8-42AB-B47B-22C3E40FED96}" dt="2021-05-26T08:47:14.143" v="195" actId="164"/>
        <pc:sldMkLst>
          <pc:docMk/>
          <pc:sldMk cId="0" sldId="966"/>
        </pc:sldMkLst>
      </pc:sldChg>
      <pc:sldChg chg="addSp modSp">
        <pc:chgData name="欣捷" userId="b965477fa0aef5e6" providerId="LiveId" clId="{D0D55534-E9E8-42AB-B47B-22C3E40FED96}" dt="2021-05-26T08:47:15.937" v="196"/>
        <pc:sldMkLst>
          <pc:docMk/>
          <pc:sldMk cId="0" sldId="967"/>
        </pc:sldMkLst>
      </pc:sldChg>
      <pc:sldChg chg="modSp mod">
        <pc:chgData name="欣捷" userId="b965477fa0aef5e6" providerId="LiveId" clId="{D0D55534-E9E8-42AB-B47B-22C3E40FED96}" dt="2021-05-26T08:42:15.725" v="143" actId="27636"/>
        <pc:sldMkLst>
          <pc:docMk/>
          <pc:sldMk cId="0" sldId="971"/>
        </pc:sldMkLst>
      </pc:sldChg>
      <pc:sldChg chg="modSp mod">
        <pc:chgData name="欣捷" userId="b965477fa0aef5e6" providerId="LiveId" clId="{D0D55534-E9E8-42AB-B47B-22C3E40FED96}" dt="2021-05-26T08:42:24.407" v="147" actId="27636"/>
        <pc:sldMkLst>
          <pc:docMk/>
          <pc:sldMk cId="0" sldId="972"/>
        </pc:sldMkLst>
      </pc:sldChg>
      <pc:sldChg chg="modSp del mod">
        <pc:chgData name="欣捷" userId="b965477fa0aef5e6" providerId="LiveId" clId="{D0D55534-E9E8-42AB-B47B-22C3E40FED96}" dt="2021-05-26T08:07:30.455" v="128" actId="47"/>
        <pc:sldMkLst>
          <pc:docMk/>
          <pc:sldMk cId="0" sldId="981"/>
        </pc:sldMkLst>
      </pc:sldChg>
      <pc:sldChg chg="modSp">
        <pc:chgData name="欣捷" userId="b965477fa0aef5e6" providerId="LiveId" clId="{D0D55534-E9E8-42AB-B47B-22C3E40FED96}" dt="2021-05-26T08:18:26.448" v="129" actId="113"/>
        <pc:sldMkLst>
          <pc:docMk/>
          <pc:sldMk cId="0" sldId="997"/>
        </pc:sldMkLst>
      </pc:sldChg>
      <pc:sldChg chg="modSp add mod">
        <pc:chgData name="欣捷" userId="b965477fa0aef5e6" providerId="LiveId" clId="{D0D55534-E9E8-42AB-B47B-22C3E40FED96}" dt="2021-05-26T08:07:12.946" v="125" actId="20577"/>
        <pc:sldMkLst>
          <pc:docMk/>
          <pc:sldMk cId="732440855" sldId="1004"/>
        </pc:sldMkLst>
      </pc:sldChg>
      <pc:sldChg chg="modSp add mod">
        <pc:chgData name="欣捷" userId="b965477fa0aef5e6" providerId="LiveId" clId="{D0D55534-E9E8-42AB-B47B-22C3E40FED96}" dt="2021-05-26T08:07:29.074" v="127"/>
        <pc:sldMkLst>
          <pc:docMk/>
          <pc:sldMk cId="3202799724" sldId="1005"/>
        </pc:sldMkLst>
      </pc:sldChg>
      <pc:sldChg chg="addSp modSp new mod">
        <pc:chgData name="欣捷" userId="b965477fa0aef5e6" providerId="LiveId" clId="{D0D55534-E9E8-42AB-B47B-22C3E40FED96}" dt="2021-05-26T10:15:36.297" v="869" actId="1076"/>
        <pc:sldMkLst>
          <pc:docMk/>
          <pc:sldMk cId="914867800" sldId="1006"/>
        </pc:sldMkLst>
      </pc:sldChg>
      <pc:sldChg chg="modSp new mod">
        <pc:chgData name="欣捷" userId="b965477fa0aef5e6" providerId="LiveId" clId="{D0D55534-E9E8-42AB-B47B-22C3E40FED96}" dt="2021-05-26T10:23:18.798" v="969"/>
        <pc:sldMkLst>
          <pc:docMk/>
          <pc:sldMk cId="950512400" sldId="1007"/>
        </pc:sldMkLst>
      </pc:sldChg>
      <pc:sldChg chg="addSp modSp add mod">
        <pc:chgData name="欣捷" userId="b965477fa0aef5e6" providerId="LiveId" clId="{D0D55534-E9E8-42AB-B47B-22C3E40FED96}" dt="2021-05-26T10:32:39.136" v="1123" actId="27636"/>
        <pc:sldMkLst>
          <pc:docMk/>
          <pc:sldMk cId="702515897" sldId="1008"/>
        </pc:sldMkLst>
      </pc:sldChg>
    </pc:docChg>
  </pc:docChgLst>
  <pc:docChgLst>
    <pc:chgData name="王 欣捷" userId="b965477fa0aef5e6" providerId="LiveId" clId="{CCC25DF9-4458-4252-A1FA-96CED2233F88}"/>
    <pc:docChg chg="undo custSel addSld delSld modSld">
      <pc:chgData name="王 欣捷" userId="b965477fa0aef5e6" providerId="LiveId" clId="{CCC25DF9-4458-4252-A1FA-96CED2233F88}" dt="2021-04-22T07:44:25.943" v="145"/>
      <pc:docMkLst>
        <pc:docMk/>
      </pc:docMkLst>
      <pc:sldChg chg="modSp mod">
        <pc:chgData name="王 欣捷" userId="b965477fa0aef5e6" providerId="LiveId" clId="{CCC25DF9-4458-4252-A1FA-96CED2233F88}" dt="2021-04-22T07:28:25.047" v="21" actId="404"/>
        <pc:sldMkLst>
          <pc:docMk/>
          <pc:sldMk cId="2470898374" sldId="256"/>
        </pc:sldMkLst>
      </pc:sldChg>
      <pc:sldChg chg="add">
        <pc:chgData name="王 欣捷" userId="b965477fa0aef5e6" providerId="LiveId" clId="{CCC25DF9-4458-4252-A1FA-96CED2233F88}" dt="2021-04-22T07:28:32.426" v="23"/>
        <pc:sldMkLst>
          <pc:docMk/>
          <pc:sldMk cId="0" sldId="806"/>
        </pc:sldMkLst>
      </pc:sldChg>
      <pc:sldChg chg="add">
        <pc:chgData name="王 欣捷" userId="b965477fa0aef5e6" providerId="LiveId" clId="{CCC25DF9-4458-4252-A1FA-96CED2233F88}" dt="2021-04-22T07:28:32.426" v="23"/>
        <pc:sldMkLst>
          <pc:docMk/>
          <pc:sldMk cId="0" sldId="807"/>
        </pc:sldMkLst>
      </pc:sldChg>
      <pc:sldChg chg="add">
        <pc:chgData name="王 欣捷" userId="b965477fa0aef5e6" providerId="LiveId" clId="{CCC25DF9-4458-4252-A1FA-96CED2233F88}" dt="2021-04-22T07:28:32.426" v="23"/>
        <pc:sldMkLst>
          <pc:docMk/>
          <pc:sldMk cId="0" sldId="808"/>
        </pc:sldMkLst>
      </pc:sldChg>
      <pc:sldChg chg="add">
        <pc:chgData name="王 欣捷" userId="b965477fa0aef5e6" providerId="LiveId" clId="{CCC25DF9-4458-4252-A1FA-96CED2233F88}" dt="2021-04-22T07:28:32.426" v="23"/>
        <pc:sldMkLst>
          <pc:docMk/>
          <pc:sldMk cId="0" sldId="809"/>
        </pc:sldMkLst>
      </pc:sldChg>
      <pc:sldChg chg="modSp add">
        <pc:chgData name="王 欣捷" userId="b965477fa0aef5e6" providerId="LiveId" clId="{CCC25DF9-4458-4252-A1FA-96CED2233F88}" dt="2021-04-22T07:30:15.426" v="47"/>
        <pc:sldMkLst>
          <pc:docMk/>
          <pc:sldMk cId="0" sldId="810"/>
        </pc:sldMkLst>
      </pc:sldChg>
      <pc:sldChg chg="modSp add">
        <pc:chgData name="王 欣捷" userId="b965477fa0aef5e6" providerId="LiveId" clId="{CCC25DF9-4458-4252-A1FA-96CED2233F88}" dt="2021-04-22T07:30:15.426" v="47"/>
        <pc:sldMkLst>
          <pc:docMk/>
          <pc:sldMk cId="0" sldId="811"/>
        </pc:sldMkLst>
      </pc:sldChg>
      <pc:sldChg chg="modSp add">
        <pc:chgData name="王 欣捷" userId="b965477fa0aef5e6" providerId="LiveId" clId="{CCC25DF9-4458-4252-A1FA-96CED2233F88}" dt="2021-04-22T07:30:15.426" v="47"/>
        <pc:sldMkLst>
          <pc:docMk/>
          <pc:sldMk cId="0" sldId="813"/>
        </pc:sldMkLst>
      </pc:sldChg>
      <pc:sldChg chg="modSp add">
        <pc:chgData name="王 欣捷" userId="b965477fa0aef5e6" providerId="LiveId" clId="{CCC25DF9-4458-4252-A1FA-96CED2233F88}" dt="2021-04-22T07:30:15.426" v="47"/>
        <pc:sldMkLst>
          <pc:docMk/>
          <pc:sldMk cId="0" sldId="814"/>
        </pc:sldMkLst>
      </pc:sldChg>
      <pc:sldChg chg="modSp add">
        <pc:chgData name="王 欣捷" userId="b965477fa0aef5e6" providerId="LiveId" clId="{CCC25DF9-4458-4252-A1FA-96CED2233F88}" dt="2021-04-22T07:30:15.426" v="47"/>
        <pc:sldMkLst>
          <pc:docMk/>
          <pc:sldMk cId="0" sldId="815"/>
        </pc:sldMkLst>
      </pc:sldChg>
      <pc:sldChg chg="modSp add">
        <pc:chgData name="王 欣捷" userId="b965477fa0aef5e6" providerId="LiveId" clId="{CCC25DF9-4458-4252-A1FA-96CED2233F88}" dt="2021-04-22T07:30:15.426" v="47"/>
        <pc:sldMkLst>
          <pc:docMk/>
          <pc:sldMk cId="0" sldId="816"/>
        </pc:sldMkLst>
      </pc:sldChg>
      <pc:sldChg chg="modSp add">
        <pc:chgData name="王 欣捷" userId="b965477fa0aef5e6" providerId="LiveId" clId="{CCC25DF9-4458-4252-A1FA-96CED2233F88}" dt="2021-04-22T07:30:15.426" v="47"/>
        <pc:sldMkLst>
          <pc:docMk/>
          <pc:sldMk cId="0" sldId="817"/>
        </pc:sldMkLst>
      </pc:sldChg>
      <pc:sldChg chg="modSp add">
        <pc:chgData name="王 欣捷" userId="b965477fa0aef5e6" providerId="LiveId" clId="{CCC25DF9-4458-4252-A1FA-96CED2233F88}" dt="2021-04-22T07:30:15.426" v="47"/>
        <pc:sldMkLst>
          <pc:docMk/>
          <pc:sldMk cId="0" sldId="818"/>
        </pc:sldMkLst>
      </pc:sldChg>
      <pc:sldChg chg="modSp add">
        <pc:chgData name="王 欣捷" userId="b965477fa0aef5e6" providerId="LiveId" clId="{CCC25DF9-4458-4252-A1FA-96CED2233F88}" dt="2021-04-22T07:30:15.426" v="47"/>
        <pc:sldMkLst>
          <pc:docMk/>
          <pc:sldMk cId="0" sldId="819"/>
        </pc:sldMkLst>
      </pc:sldChg>
      <pc:sldChg chg="modSp add">
        <pc:chgData name="王 欣捷" userId="b965477fa0aef5e6" providerId="LiveId" clId="{CCC25DF9-4458-4252-A1FA-96CED2233F88}" dt="2021-04-22T07:30:15.426" v="47"/>
        <pc:sldMkLst>
          <pc:docMk/>
          <pc:sldMk cId="0" sldId="820"/>
        </pc:sldMkLst>
      </pc:sldChg>
      <pc:sldChg chg="modSp add">
        <pc:chgData name="王 欣捷" userId="b965477fa0aef5e6" providerId="LiveId" clId="{CCC25DF9-4458-4252-A1FA-96CED2233F88}" dt="2021-04-22T07:30:15.426" v="47"/>
        <pc:sldMkLst>
          <pc:docMk/>
          <pc:sldMk cId="0" sldId="821"/>
        </pc:sldMkLst>
      </pc:sldChg>
      <pc:sldChg chg="modSp add">
        <pc:chgData name="王 欣捷" userId="b965477fa0aef5e6" providerId="LiveId" clId="{CCC25DF9-4458-4252-A1FA-96CED2233F88}" dt="2021-04-22T07:30:15.426" v="47"/>
        <pc:sldMkLst>
          <pc:docMk/>
          <pc:sldMk cId="0" sldId="822"/>
        </pc:sldMkLst>
      </pc:sldChg>
      <pc:sldChg chg="add">
        <pc:chgData name="王 欣捷" userId="b965477fa0aef5e6" providerId="LiveId" clId="{CCC25DF9-4458-4252-A1FA-96CED2233F88}" dt="2021-04-22T07:28:32.426" v="23"/>
        <pc:sldMkLst>
          <pc:docMk/>
          <pc:sldMk cId="0" sldId="836"/>
        </pc:sldMkLst>
      </pc:sldChg>
      <pc:sldChg chg="add">
        <pc:chgData name="王 欣捷" userId="b965477fa0aef5e6" providerId="LiveId" clId="{CCC25DF9-4458-4252-A1FA-96CED2233F88}" dt="2021-04-22T07:28:32.426" v="23"/>
        <pc:sldMkLst>
          <pc:docMk/>
          <pc:sldMk cId="0" sldId="837"/>
        </pc:sldMkLst>
      </pc:sldChg>
      <pc:sldChg chg="modSp add mod">
        <pc:chgData name="王 欣捷" userId="b965477fa0aef5e6" providerId="LiveId" clId="{CCC25DF9-4458-4252-A1FA-96CED2233F88}" dt="2021-04-22T07:44:22.809" v="144" actId="20577"/>
        <pc:sldMkLst>
          <pc:docMk/>
          <pc:sldMk cId="0" sldId="850"/>
        </pc:sldMkLst>
      </pc:sldChg>
      <pc:sldChg chg="add">
        <pc:chgData name="王 欣捷" userId="b965477fa0aef5e6" providerId="LiveId" clId="{CCC25DF9-4458-4252-A1FA-96CED2233F88}" dt="2021-04-22T07:28:32.426" v="23"/>
        <pc:sldMkLst>
          <pc:docMk/>
          <pc:sldMk cId="0" sldId="851"/>
        </pc:sldMkLst>
      </pc:sldChg>
      <pc:sldChg chg="add">
        <pc:chgData name="王 欣捷" userId="b965477fa0aef5e6" providerId="LiveId" clId="{CCC25DF9-4458-4252-A1FA-96CED2233F88}" dt="2021-04-22T07:28:32.426" v="23"/>
        <pc:sldMkLst>
          <pc:docMk/>
          <pc:sldMk cId="0" sldId="852"/>
        </pc:sldMkLst>
      </pc:sldChg>
      <pc:sldChg chg="modSp add">
        <pc:chgData name="王 欣捷" userId="b965477fa0aef5e6" providerId="LiveId" clId="{CCC25DF9-4458-4252-A1FA-96CED2233F88}" dt="2021-04-22T07:30:15.426" v="47"/>
        <pc:sldMkLst>
          <pc:docMk/>
          <pc:sldMk cId="0" sldId="853"/>
        </pc:sldMkLst>
      </pc:sldChg>
      <pc:sldChg chg="modSp add">
        <pc:chgData name="王 欣捷" userId="b965477fa0aef5e6" providerId="LiveId" clId="{CCC25DF9-4458-4252-A1FA-96CED2233F88}" dt="2021-04-22T07:30:15.426" v="47"/>
        <pc:sldMkLst>
          <pc:docMk/>
          <pc:sldMk cId="0" sldId="854"/>
        </pc:sldMkLst>
      </pc:sldChg>
      <pc:sldChg chg="modSp add">
        <pc:chgData name="王 欣捷" userId="b965477fa0aef5e6" providerId="LiveId" clId="{CCC25DF9-4458-4252-A1FA-96CED2233F88}" dt="2021-04-22T07:30:15.426" v="47"/>
        <pc:sldMkLst>
          <pc:docMk/>
          <pc:sldMk cId="0" sldId="855"/>
        </pc:sldMkLst>
      </pc:sldChg>
      <pc:sldChg chg="add">
        <pc:chgData name="王 欣捷" userId="b965477fa0aef5e6" providerId="LiveId" clId="{CCC25DF9-4458-4252-A1FA-96CED2233F88}" dt="2021-04-22T07:28:32.426" v="23"/>
        <pc:sldMkLst>
          <pc:docMk/>
          <pc:sldMk cId="0" sldId="856"/>
        </pc:sldMkLst>
      </pc:sldChg>
      <pc:sldChg chg="modSp add">
        <pc:chgData name="王 欣捷" userId="b965477fa0aef5e6" providerId="LiveId" clId="{CCC25DF9-4458-4252-A1FA-96CED2233F88}" dt="2021-04-22T07:30:15.426" v="47"/>
        <pc:sldMkLst>
          <pc:docMk/>
          <pc:sldMk cId="0" sldId="857"/>
        </pc:sldMkLst>
      </pc:sldChg>
      <pc:sldChg chg="modSp add">
        <pc:chgData name="王 欣捷" userId="b965477fa0aef5e6" providerId="LiveId" clId="{CCC25DF9-4458-4252-A1FA-96CED2233F88}" dt="2021-04-22T07:30:15.426" v="47"/>
        <pc:sldMkLst>
          <pc:docMk/>
          <pc:sldMk cId="0" sldId="858"/>
        </pc:sldMkLst>
      </pc:sldChg>
      <pc:sldChg chg="modSp add">
        <pc:chgData name="王 欣捷" userId="b965477fa0aef5e6" providerId="LiveId" clId="{CCC25DF9-4458-4252-A1FA-96CED2233F88}" dt="2021-04-22T07:30:15.426" v="47"/>
        <pc:sldMkLst>
          <pc:docMk/>
          <pc:sldMk cId="0" sldId="859"/>
        </pc:sldMkLst>
      </pc:sldChg>
      <pc:sldChg chg="add">
        <pc:chgData name="王 欣捷" userId="b965477fa0aef5e6" providerId="LiveId" clId="{CCC25DF9-4458-4252-A1FA-96CED2233F88}" dt="2021-04-22T07:28:32.426" v="23"/>
        <pc:sldMkLst>
          <pc:docMk/>
          <pc:sldMk cId="0" sldId="860"/>
        </pc:sldMkLst>
      </pc:sldChg>
      <pc:sldChg chg="modSp add">
        <pc:chgData name="王 欣捷" userId="b965477fa0aef5e6" providerId="LiveId" clId="{CCC25DF9-4458-4252-A1FA-96CED2233F88}" dt="2021-04-22T07:30:15.426" v="47"/>
        <pc:sldMkLst>
          <pc:docMk/>
          <pc:sldMk cId="0" sldId="861"/>
        </pc:sldMkLst>
      </pc:sldChg>
      <pc:sldChg chg="modSp add">
        <pc:chgData name="王 欣捷" userId="b965477fa0aef5e6" providerId="LiveId" clId="{CCC25DF9-4458-4252-A1FA-96CED2233F88}" dt="2021-04-22T07:30:15.426" v="47"/>
        <pc:sldMkLst>
          <pc:docMk/>
          <pc:sldMk cId="0" sldId="862"/>
        </pc:sldMkLst>
      </pc:sldChg>
      <pc:sldChg chg="modSp add">
        <pc:chgData name="王 欣捷" userId="b965477fa0aef5e6" providerId="LiveId" clId="{CCC25DF9-4458-4252-A1FA-96CED2233F88}" dt="2021-04-22T07:30:15.426" v="47"/>
        <pc:sldMkLst>
          <pc:docMk/>
          <pc:sldMk cId="0" sldId="863"/>
        </pc:sldMkLst>
      </pc:sldChg>
      <pc:sldChg chg="modSp add">
        <pc:chgData name="王 欣捷" userId="b965477fa0aef5e6" providerId="LiveId" clId="{CCC25DF9-4458-4252-A1FA-96CED2233F88}" dt="2021-04-22T07:30:15.426" v="47"/>
        <pc:sldMkLst>
          <pc:docMk/>
          <pc:sldMk cId="0" sldId="864"/>
        </pc:sldMkLst>
      </pc:sldChg>
      <pc:sldChg chg="modSp add">
        <pc:chgData name="王 欣捷" userId="b965477fa0aef5e6" providerId="LiveId" clId="{CCC25DF9-4458-4252-A1FA-96CED2233F88}" dt="2021-04-22T07:30:15.426" v="47"/>
        <pc:sldMkLst>
          <pc:docMk/>
          <pc:sldMk cId="0" sldId="865"/>
        </pc:sldMkLst>
      </pc:sldChg>
      <pc:sldChg chg="modSp add">
        <pc:chgData name="王 欣捷" userId="b965477fa0aef5e6" providerId="LiveId" clId="{CCC25DF9-4458-4252-A1FA-96CED2233F88}" dt="2021-04-22T07:30:15.426" v="47"/>
        <pc:sldMkLst>
          <pc:docMk/>
          <pc:sldMk cId="0" sldId="866"/>
        </pc:sldMkLst>
      </pc:sldChg>
      <pc:sldChg chg="add">
        <pc:chgData name="王 欣捷" userId="b965477fa0aef5e6" providerId="LiveId" clId="{CCC25DF9-4458-4252-A1FA-96CED2233F88}" dt="2021-04-22T07:28:32.426" v="23"/>
        <pc:sldMkLst>
          <pc:docMk/>
          <pc:sldMk cId="0" sldId="867"/>
        </pc:sldMkLst>
      </pc:sldChg>
      <pc:sldChg chg="add">
        <pc:chgData name="王 欣捷" userId="b965477fa0aef5e6" providerId="LiveId" clId="{CCC25DF9-4458-4252-A1FA-96CED2233F88}" dt="2021-04-22T07:28:32.426" v="23"/>
        <pc:sldMkLst>
          <pc:docMk/>
          <pc:sldMk cId="0" sldId="868"/>
        </pc:sldMkLst>
      </pc:sldChg>
      <pc:sldChg chg="modSp add mod">
        <pc:chgData name="王 欣捷" userId="b965477fa0aef5e6" providerId="LiveId" clId="{CCC25DF9-4458-4252-A1FA-96CED2233F88}" dt="2021-04-22T07:28:32.546" v="24" actId="27636"/>
        <pc:sldMkLst>
          <pc:docMk/>
          <pc:sldMk cId="0" sldId="869"/>
        </pc:sldMkLst>
      </pc:sldChg>
      <pc:sldChg chg="modSp add mod">
        <pc:chgData name="王 欣捷" userId="b965477fa0aef5e6" providerId="LiveId" clId="{CCC25DF9-4458-4252-A1FA-96CED2233F88}" dt="2021-04-22T07:30:15.426" v="47"/>
        <pc:sldMkLst>
          <pc:docMk/>
          <pc:sldMk cId="0" sldId="870"/>
        </pc:sldMkLst>
      </pc:sldChg>
      <pc:sldChg chg="modSp add">
        <pc:chgData name="王 欣捷" userId="b965477fa0aef5e6" providerId="LiveId" clId="{CCC25DF9-4458-4252-A1FA-96CED2233F88}" dt="2021-04-22T07:30:15.426" v="47"/>
        <pc:sldMkLst>
          <pc:docMk/>
          <pc:sldMk cId="0" sldId="871"/>
        </pc:sldMkLst>
      </pc:sldChg>
      <pc:sldChg chg="modSp add mod">
        <pc:chgData name="王 欣捷" userId="b965477fa0aef5e6" providerId="LiveId" clId="{CCC25DF9-4458-4252-A1FA-96CED2233F88}" dt="2021-04-22T07:30:15.426" v="47"/>
        <pc:sldMkLst>
          <pc:docMk/>
          <pc:sldMk cId="0" sldId="872"/>
        </pc:sldMkLst>
      </pc:sldChg>
      <pc:sldChg chg="modSp add mod">
        <pc:chgData name="王 欣捷" userId="b965477fa0aef5e6" providerId="LiveId" clId="{CCC25DF9-4458-4252-A1FA-96CED2233F88}" dt="2021-04-22T07:30:15.426" v="47"/>
        <pc:sldMkLst>
          <pc:docMk/>
          <pc:sldMk cId="0" sldId="873"/>
        </pc:sldMkLst>
      </pc:sldChg>
      <pc:sldChg chg="modSp add mod">
        <pc:chgData name="王 欣捷" userId="b965477fa0aef5e6" providerId="LiveId" clId="{CCC25DF9-4458-4252-A1FA-96CED2233F88}" dt="2021-04-22T07:30:15.426" v="47"/>
        <pc:sldMkLst>
          <pc:docMk/>
          <pc:sldMk cId="0" sldId="874"/>
        </pc:sldMkLst>
      </pc:sldChg>
      <pc:sldChg chg="modSp add mod">
        <pc:chgData name="王 欣捷" userId="b965477fa0aef5e6" providerId="LiveId" clId="{CCC25DF9-4458-4252-A1FA-96CED2233F88}" dt="2021-04-22T07:30:15.426" v="47"/>
        <pc:sldMkLst>
          <pc:docMk/>
          <pc:sldMk cId="0" sldId="875"/>
        </pc:sldMkLst>
      </pc:sldChg>
      <pc:sldChg chg="modSp add mod">
        <pc:chgData name="王 欣捷" userId="b965477fa0aef5e6" providerId="LiveId" clId="{CCC25DF9-4458-4252-A1FA-96CED2233F88}" dt="2021-04-22T07:30:15.426" v="47"/>
        <pc:sldMkLst>
          <pc:docMk/>
          <pc:sldMk cId="0" sldId="876"/>
        </pc:sldMkLst>
      </pc:sldChg>
      <pc:sldChg chg="modSp add mod">
        <pc:chgData name="王 欣捷" userId="b965477fa0aef5e6" providerId="LiveId" clId="{CCC25DF9-4458-4252-A1FA-96CED2233F88}" dt="2021-04-22T07:30:15.426" v="47"/>
        <pc:sldMkLst>
          <pc:docMk/>
          <pc:sldMk cId="0" sldId="877"/>
        </pc:sldMkLst>
      </pc:sldChg>
      <pc:sldChg chg="modSp add del mod">
        <pc:chgData name="王 欣捷" userId="b965477fa0aef5e6" providerId="LiveId" clId="{CCC25DF9-4458-4252-A1FA-96CED2233F88}" dt="2021-04-22T07:30:15.426" v="47"/>
        <pc:sldMkLst>
          <pc:docMk/>
          <pc:sldMk cId="0" sldId="878"/>
        </pc:sldMkLst>
      </pc:sldChg>
      <pc:sldChg chg="modSp add mod">
        <pc:chgData name="王 欣捷" userId="b965477fa0aef5e6" providerId="LiveId" clId="{CCC25DF9-4458-4252-A1FA-96CED2233F88}" dt="2021-04-22T07:30:15.426" v="47"/>
        <pc:sldMkLst>
          <pc:docMk/>
          <pc:sldMk cId="0" sldId="879"/>
        </pc:sldMkLst>
      </pc:sldChg>
      <pc:sldChg chg="modSp add mod">
        <pc:chgData name="王 欣捷" userId="b965477fa0aef5e6" providerId="LiveId" clId="{CCC25DF9-4458-4252-A1FA-96CED2233F88}" dt="2021-04-22T07:30:15.426" v="47"/>
        <pc:sldMkLst>
          <pc:docMk/>
          <pc:sldMk cId="0" sldId="880"/>
        </pc:sldMkLst>
      </pc:sldChg>
      <pc:sldChg chg="del">
        <pc:chgData name="王 欣捷" userId="b965477fa0aef5e6" providerId="LiveId" clId="{CCC25DF9-4458-4252-A1FA-96CED2233F88}" dt="2021-04-22T07:28:31.744" v="22" actId="47"/>
        <pc:sldMkLst>
          <pc:docMk/>
          <pc:sldMk cId="1458318623" sldId="897"/>
        </pc:sldMkLst>
      </pc:sldChg>
      <pc:sldChg chg="add">
        <pc:chgData name="王 欣捷" userId="b965477fa0aef5e6" providerId="LiveId" clId="{CCC25DF9-4458-4252-A1FA-96CED2233F88}" dt="2021-04-22T07:28:32.426" v="23"/>
        <pc:sldMkLst>
          <pc:docMk/>
          <pc:sldMk cId="0" sldId="909"/>
        </pc:sldMkLst>
      </pc:sldChg>
      <pc:sldChg chg="modSp add">
        <pc:chgData name="王 欣捷" userId="b965477fa0aef5e6" providerId="LiveId" clId="{CCC25DF9-4458-4252-A1FA-96CED2233F88}" dt="2021-04-22T07:30:15.426" v="47"/>
        <pc:sldMkLst>
          <pc:docMk/>
          <pc:sldMk cId="0" sldId="910"/>
        </pc:sldMkLst>
      </pc:sldChg>
      <pc:sldChg chg="modSp add mod">
        <pc:chgData name="王 欣捷" userId="b965477fa0aef5e6" providerId="LiveId" clId="{CCC25DF9-4458-4252-A1FA-96CED2233F88}" dt="2021-04-22T07:28:32.597" v="35" actId="27636"/>
        <pc:sldMkLst>
          <pc:docMk/>
          <pc:sldMk cId="0" sldId="911"/>
        </pc:sldMkLst>
      </pc:sldChg>
      <pc:sldChg chg="modSp add mod">
        <pc:chgData name="王 欣捷" userId="b965477fa0aef5e6" providerId="LiveId" clId="{CCC25DF9-4458-4252-A1FA-96CED2233F88}" dt="2021-04-22T07:30:15.426" v="47"/>
        <pc:sldMkLst>
          <pc:docMk/>
          <pc:sldMk cId="0" sldId="912"/>
        </pc:sldMkLst>
      </pc:sldChg>
      <pc:sldChg chg="modSp add mod">
        <pc:chgData name="王 欣捷" userId="b965477fa0aef5e6" providerId="LiveId" clId="{CCC25DF9-4458-4252-A1FA-96CED2233F88}" dt="2021-04-22T07:30:15.426" v="47"/>
        <pc:sldMkLst>
          <pc:docMk/>
          <pc:sldMk cId="0" sldId="913"/>
        </pc:sldMkLst>
      </pc:sldChg>
      <pc:sldChg chg="modSp add mod">
        <pc:chgData name="王 欣捷" userId="b965477fa0aef5e6" providerId="LiveId" clId="{CCC25DF9-4458-4252-A1FA-96CED2233F88}" dt="2021-04-22T07:30:15.426" v="47"/>
        <pc:sldMkLst>
          <pc:docMk/>
          <pc:sldMk cId="0" sldId="914"/>
        </pc:sldMkLst>
      </pc:sldChg>
      <pc:sldChg chg="modSp add mod">
        <pc:chgData name="王 欣捷" userId="b965477fa0aef5e6" providerId="LiveId" clId="{CCC25DF9-4458-4252-A1FA-96CED2233F88}" dt="2021-04-22T07:30:15.426" v="47"/>
        <pc:sldMkLst>
          <pc:docMk/>
          <pc:sldMk cId="0" sldId="915"/>
        </pc:sldMkLst>
      </pc:sldChg>
      <pc:sldChg chg="modSp add mod">
        <pc:chgData name="王 欣捷" userId="b965477fa0aef5e6" providerId="LiveId" clId="{CCC25DF9-4458-4252-A1FA-96CED2233F88}" dt="2021-04-22T07:30:15.426" v="47"/>
        <pc:sldMkLst>
          <pc:docMk/>
          <pc:sldMk cId="0" sldId="916"/>
        </pc:sldMkLst>
      </pc:sldChg>
      <pc:sldChg chg="modSp add mod">
        <pc:chgData name="王 欣捷" userId="b965477fa0aef5e6" providerId="LiveId" clId="{CCC25DF9-4458-4252-A1FA-96CED2233F88}" dt="2021-04-22T07:30:15.426" v="47"/>
        <pc:sldMkLst>
          <pc:docMk/>
          <pc:sldMk cId="0" sldId="917"/>
        </pc:sldMkLst>
      </pc:sldChg>
      <pc:sldChg chg="modSp add mod">
        <pc:chgData name="王 欣捷" userId="b965477fa0aef5e6" providerId="LiveId" clId="{CCC25DF9-4458-4252-A1FA-96CED2233F88}" dt="2021-04-22T07:30:15.426" v="47"/>
        <pc:sldMkLst>
          <pc:docMk/>
          <pc:sldMk cId="0" sldId="918"/>
        </pc:sldMkLst>
      </pc:sldChg>
      <pc:sldChg chg="modSp add mod">
        <pc:chgData name="王 欣捷" userId="b965477fa0aef5e6" providerId="LiveId" clId="{CCC25DF9-4458-4252-A1FA-96CED2233F88}" dt="2021-04-22T07:30:15.426" v="47"/>
        <pc:sldMkLst>
          <pc:docMk/>
          <pc:sldMk cId="0" sldId="919"/>
        </pc:sldMkLst>
      </pc:sldChg>
      <pc:sldChg chg="modSp add mod">
        <pc:chgData name="王 欣捷" userId="b965477fa0aef5e6" providerId="LiveId" clId="{CCC25DF9-4458-4252-A1FA-96CED2233F88}" dt="2021-04-22T07:30:15.426" v="47"/>
        <pc:sldMkLst>
          <pc:docMk/>
          <pc:sldMk cId="0" sldId="920"/>
        </pc:sldMkLst>
      </pc:sldChg>
      <pc:sldChg chg="modSp add mod">
        <pc:chgData name="王 欣捷" userId="b965477fa0aef5e6" providerId="LiveId" clId="{CCC25DF9-4458-4252-A1FA-96CED2233F88}" dt="2021-04-22T07:30:15.426" v="47"/>
        <pc:sldMkLst>
          <pc:docMk/>
          <pc:sldMk cId="0" sldId="921"/>
        </pc:sldMkLst>
      </pc:sldChg>
      <pc:sldChg chg="modSp add del">
        <pc:chgData name="王 欣捷" userId="b965477fa0aef5e6" providerId="LiveId" clId="{CCC25DF9-4458-4252-A1FA-96CED2233F88}" dt="2021-04-22T07:44:25.943" v="145"/>
        <pc:sldMkLst>
          <pc:docMk/>
          <pc:sldMk cId="0" sldId="922"/>
        </pc:sldMkLst>
      </pc:sldChg>
      <pc:sldChg chg="modSp add del">
        <pc:chgData name="王 欣捷" userId="b965477fa0aef5e6" providerId="LiveId" clId="{CCC25DF9-4458-4252-A1FA-96CED2233F88}" dt="2021-04-22T07:44:25.943" v="145"/>
        <pc:sldMkLst>
          <pc:docMk/>
          <pc:sldMk cId="0" sldId="923"/>
        </pc:sldMkLst>
      </pc:sldChg>
      <pc:sldChg chg="modSp add del">
        <pc:chgData name="王 欣捷" userId="b965477fa0aef5e6" providerId="LiveId" clId="{CCC25DF9-4458-4252-A1FA-96CED2233F88}" dt="2021-04-22T07:44:25.943" v="145"/>
        <pc:sldMkLst>
          <pc:docMk/>
          <pc:sldMk cId="0" sldId="924"/>
        </pc:sldMkLst>
      </pc:sldChg>
      <pc:sldChg chg="modSp add del">
        <pc:chgData name="王 欣捷" userId="b965477fa0aef5e6" providerId="LiveId" clId="{CCC25DF9-4458-4252-A1FA-96CED2233F88}" dt="2021-04-22T07:44:25.943" v="145"/>
        <pc:sldMkLst>
          <pc:docMk/>
          <pc:sldMk cId="0" sldId="925"/>
        </pc:sldMkLst>
      </pc:sldChg>
      <pc:sldChg chg="modSp add del">
        <pc:chgData name="王 欣捷" userId="b965477fa0aef5e6" providerId="LiveId" clId="{CCC25DF9-4458-4252-A1FA-96CED2233F88}" dt="2021-04-22T07:44:25.943" v="145"/>
        <pc:sldMkLst>
          <pc:docMk/>
          <pc:sldMk cId="0" sldId="926"/>
        </pc:sldMkLst>
      </pc:sldChg>
      <pc:sldChg chg="modSp add del">
        <pc:chgData name="王 欣捷" userId="b965477fa0aef5e6" providerId="LiveId" clId="{CCC25DF9-4458-4252-A1FA-96CED2233F88}" dt="2021-04-22T07:44:25.943" v="145"/>
        <pc:sldMkLst>
          <pc:docMk/>
          <pc:sldMk cId="0" sldId="927"/>
        </pc:sldMkLst>
      </pc:sldChg>
      <pc:sldChg chg="modSp add del">
        <pc:chgData name="王 欣捷" userId="b965477fa0aef5e6" providerId="LiveId" clId="{CCC25DF9-4458-4252-A1FA-96CED2233F88}" dt="2021-04-22T07:44:25.943" v="145"/>
        <pc:sldMkLst>
          <pc:docMk/>
          <pc:sldMk cId="0" sldId="928"/>
        </pc:sldMkLst>
      </pc:sldChg>
      <pc:sldChg chg="modSp add del">
        <pc:chgData name="王 欣捷" userId="b965477fa0aef5e6" providerId="LiveId" clId="{CCC25DF9-4458-4252-A1FA-96CED2233F88}" dt="2021-04-22T07:44:25.943" v="145"/>
        <pc:sldMkLst>
          <pc:docMk/>
          <pc:sldMk cId="0" sldId="929"/>
        </pc:sldMkLst>
      </pc:sldChg>
      <pc:sldChg chg="modSp add del">
        <pc:chgData name="王 欣捷" userId="b965477fa0aef5e6" providerId="LiveId" clId="{CCC25DF9-4458-4252-A1FA-96CED2233F88}" dt="2021-04-22T07:44:25.943" v="145"/>
        <pc:sldMkLst>
          <pc:docMk/>
          <pc:sldMk cId="0" sldId="930"/>
        </pc:sldMkLst>
      </pc:sldChg>
      <pc:sldChg chg="modSp add del">
        <pc:chgData name="王 欣捷" userId="b965477fa0aef5e6" providerId="LiveId" clId="{CCC25DF9-4458-4252-A1FA-96CED2233F88}" dt="2021-04-22T07:44:25.943" v="145"/>
        <pc:sldMkLst>
          <pc:docMk/>
          <pc:sldMk cId="3190100003" sldId="931"/>
        </pc:sldMkLst>
      </pc:sldChg>
      <pc:sldChg chg="modSp add del">
        <pc:chgData name="王 欣捷" userId="b965477fa0aef5e6" providerId="LiveId" clId="{CCC25DF9-4458-4252-A1FA-96CED2233F88}" dt="2021-04-22T07:44:25.943" v="145"/>
        <pc:sldMkLst>
          <pc:docMk/>
          <pc:sldMk cId="0" sldId="932"/>
        </pc:sldMkLst>
      </pc:sldChg>
      <pc:sldChg chg="modSp add del">
        <pc:chgData name="王 欣捷" userId="b965477fa0aef5e6" providerId="LiveId" clId="{CCC25DF9-4458-4252-A1FA-96CED2233F88}" dt="2021-04-22T07:35:09.806" v="111" actId="47"/>
        <pc:sldMkLst>
          <pc:docMk/>
          <pc:sldMk cId="2073985740" sldId="933"/>
        </pc:sldMkLst>
      </pc:sldChg>
      <pc:sldChg chg="modSp add del">
        <pc:chgData name="王 欣捷" userId="b965477fa0aef5e6" providerId="LiveId" clId="{CCC25DF9-4458-4252-A1FA-96CED2233F88}" dt="2021-04-22T07:35:09.806" v="111" actId="47"/>
        <pc:sldMkLst>
          <pc:docMk/>
          <pc:sldMk cId="0" sldId="934"/>
        </pc:sldMkLst>
      </pc:sldChg>
      <pc:sldChg chg="modSp add del">
        <pc:chgData name="王 欣捷" userId="b965477fa0aef5e6" providerId="LiveId" clId="{CCC25DF9-4458-4252-A1FA-96CED2233F88}" dt="2021-04-22T07:35:09.806" v="111" actId="47"/>
        <pc:sldMkLst>
          <pc:docMk/>
          <pc:sldMk cId="0" sldId="935"/>
        </pc:sldMkLst>
      </pc:sldChg>
      <pc:sldChg chg="modSp add del">
        <pc:chgData name="王 欣捷" userId="b965477fa0aef5e6" providerId="LiveId" clId="{CCC25DF9-4458-4252-A1FA-96CED2233F88}" dt="2021-04-22T07:35:09.806" v="111" actId="47"/>
        <pc:sldMkLst>
          <pc:docMk/>
          <pc:sldMk cId="0" sldId="936"/>
        </pc:sldMkLst>
      </pc:sldChg>
      <pc:sldChg chg="modSp add del">
        <pc:chgData name="王 欣捷" userId="b965477fa0aef5e6" providerId="LiveId" clId="{CCC25DF9-4458-4252-A1FA-96CED2233F88}" dt="2021-04-22T07:35:09.806" v="111" actId="47"/>
        <pc:sldMkLst>
          <pc:docMk/>
          <pc:sldMk cId="0" sldId="937"/>
        </pc:sldMkLst>
      </pc:sldChg>
      <pc:sldChg chg="modSp add">
        <pc:chgData name="王 欣捷" userId="b965477fa0aef5e6" providerId="LiveId" clId="{CCC25DF9-4458-4252-A1FA-96CED2233F88}" dt="2021-04-22T07:30:15.426" v="47"/>
        <pc:sldMkLst>
          <pc:docMk/>
          <pc:sldMk cId="0" sldId="938"/>
        </pc:sldMkLst>
      </pc:sldChg>
      <pc:sldChg chg="add del">
        <pc:chgData name="王 欣捷" userId="b965477fa0aef5e6" providerId="LiveId" clId="{CCC25DF9-4458-4252-A1FA-96CED2233F88}" dt="2021-04-22T07:28:32.426" v="23"/>
        <pc:sldMkLst>
          <pc:docMk/>
          <pc:sldMk cId="0" sldId="939"/>
        </pc:sldMkLst>
      </pc:sldChg>
      <pc:sldChg chg="add">
        <pc:chgData name="王 欣捷" userId="b965477fa0aef5e6" providerId="LiveId" clId="{CCC25DF9-4458-4252-A1FA-96CED2233F88}" dt="2021-04-22T07:28:32.426" v="23"/>
        <pc:sldMkLst>
          <pc:docMk/>
          <pc:sldMk cId="0" sldId="940"/>
        </pc:sldMkLst>
      </pc:sldChg>
      <pc:sldChg chg="add del">
        <pc:chgData name="王 欣捷" userId="b965477fa0aef5e6" providerId="LiveId" clId="{CCC25DF9-4458-4252-A1FA-96CED2233F88}" dt="2021-04-22T07:28:32.426" v="23"/>
        <pc:sldMkLst>
          <pc:docMk/>
          <pc:sldMk cId="0" sldId="941"/>
        </pc:sldMkLst>
      </pc:sldChg>
      <pc:sldChg chg="modSp add mod">
        <pc:chgData name="王 欣捷" userId="b965477fa0aef5e6" providerId="LiveId" clId="{CCC25DF9-4458-4252-A1FA-96CED2233F88}" dt="2021-04-22T07:30:15.426" v="47"/>
        <pc:sldMkLst>
          <pc:docMk/>
          <pc:sldMk cId="0" sldId="943"/>
        </pc:sldMkLst>
      </pc:sldChg>
      <pc:sldChg chg="modSp add del">
        <pc:chgData name="王 欣捷" userId="b965477fa0aef5e6" providerId="LiveId" clId="{CCC25DF9-4458-4252-A1FA-96CED2233F88}" dt="2021-04-22T07:30:15.426" v="47"/>
        <pc:sldMkLst>
          <pc:docMk/>
          <pc:sldMk cId="0" sldId="944"/>
        </pc:sldMkLst>
      </pc:sldChg>
      <pc:sldChg chg="addSp delSp modSp new mod modClrScheme modAnim chgLayout">
        <pc:chgData name="王 欣捷" userId="b965477fa0aef5e6" providerId="LiveId" clId="{CCC25DF9-4458-4252-A1FA-96CED2233F88}" dt="2021-04-22T07:33:33.234" v="87"/>
        <pc:sldMkLst>
          <pc:docMk/>
          <pc:sldMk cId="672076074" sldId="945"/>
        </pc:sldMkLst>
      </pc:sldChg>
      <pc:sldChg chg="addSp delSp modSp new mod modClrScheme modAnim chgLayout">
        <pc:chgData name="王 欣捷" userId="b965477fa0aef5e6" providerId="LiveId" clId="{CCC25DF9-4458-4252-A1FA-96CED2233F88}" dt="2021-04-22T07:37:01.921" v="138"/>
        <pc:sldMkLst>
          <pc:docMk/>
          <pc:sldMk cId="4090644917" sldId="946"/>
        </pc:sldMkLst>
      </pc:sldChg>
      <pc:sldChg chg="modSp add del">
        <pc:chgData name="王 欣捷" userId="b965477fa0aef5e6" providerId="LiveId" clId="{CCC25DF9-4458-4252-A1FA-96CED2233F88}" dt="2021-04-22T07:44:25.943" v="145"/>
        <pc:sldMkLst>
          <pc:docMk/>
          <pc:sldMk cId="0" sldId="954"/>
        </pc:sldMkLst>
      </pc:sldChg>
      <pc:sldChg chg="modSp add del">
        <pc:chgData name="王 欣捷" userId="b965477fa0aef5e6" providerId="LiveId" clId="{CCC25DF9-4458-4252-A1FA-96CED2233F88}" dt="2021-04-22T07:44:25.943" v="145"/>
        <pc:sldMkLst>
          <pc:docMk/>
          <pc:sldMk cId="0" sldId="955"/>
        </pc:sldMkLst>
      </pc:sldChg>
      <pc:sldChg chg="modSp add del">
        <pc:chgData name="王 欣捷" userId="b965477fa0aef5e6" providerId="LiveId" clId="{CCC25DF9-4458-4252-A1FA-96CED2233F88}" dt="2021-04-22T07:44:25.943" v="145"/>
        <pc:sldMkLst>
          <pc:docMk/>
          <pc:sldMk cId="0" sldId="956"/>
        </pc:sldMkLst>
      </pc:sldChg>
      <pc:sldChg chg="modSp add del">
        <pc:chgData name="王 欣捷" userId="b965477fa0aef5e6" providerId="LiveId" clId="{CCC25DF9-4458-4252-A1FA-96CED2233F88}" dt="2021-04-22T07:44:25.943" v="145"/>
        <pc:sldMkLst>
          <pc:docMk/>
          <pc:sldMk cId="0" sldId="957"/>
        </pc:sldMkLst>
      </pc:sldChg>
      <pc:sldChg chg="modSp add del">
        <pc:chgData name="王 欣捷" userId="b965477fa0aef5e6" providerId="LiveId" clId="{CCC25DF9-4458-4252-A1FA-96CED2233F88}" dt="2021-04-22T07:44:25.943" v="145"/>
        <pc:sldMkLst>
          <pc:docMk/>
          <pc:sldMk cId="0" sldId="958"/>
        </pc:sldMkLst>
      </pc:sldChg>
      <pc:sldChg chg="modSp add del">
        <pc:chgData name="王 欣捷" userId="b965477fa0aef5e6" providerId="LiveId" clId="{CCC25DF9-4458-4252-A1FA-96CED2233F88}" dt="2021-04-22T07:44:25.943" v="145"/>
        <pc:sldMkLst>
          <pc:docMk/>
          <pc:sldMk cId="0" sldId="959"/>
        </pc:sldMkLst>
      </pc:sldChg>
      <pc:sldChg chg="modSp add del">
        <pc:chgData name="王 欣捷" userId="b965477fa0aef5e6" providerId="LiveId" clId="{CCC25DF9-4458-4252-A1FA-96CED2233F88}" dt="2021-04-22T07:44:25.943" v="145"/>
        <pc:sldMkLst>
          <pc:docMk/>
          <pc:sldMk cId="0" sldId="960"/>
        </pc:sldMkLst>
      </pc:sldChg>
      <pc:sldChg chg="del">
        <pc:chgData name="王 欣捷" userId="b965477fa0aef5e6" providerId="LiveId" clId="{CCC25DF9-4458-4252-A1FA-96CED2233F88}" dt="2021-04-22T07:28:31.744" v="22" actId="47"/>
        <pc:sldMkLst>
          <pc:docMk/>
          <pc:sldMk cId="0" sldId="962"/>
        </pc:sldMkLst>
      </pc:sldChg>
      <pc:sldChg chg="del">
        <pc:chgData name="王 欣捷" userId="b965477fa0aef5e6" providerId="LiveId" clId="{CCC25DF9-4458-4252-A1FA-96CED2233F88}" dt="2021-04-22T07:28:31.744" v="22" actId="47"/>
        <pc:sldMkLst>
          <pc:docMk/>
          <pc:sldMk cId="0" sldId="1029"/>
        </pc:sldMkLst>
      </pc:sldChg>
      <pc:sldChg chg="del">
        <pc:chgData name="王 欣捷" userId="b965477fa0aef5e6" providerId="LiveId" clId="{CCC25DF9-4458-4252-A1FA-96CED2233F88}" dt="2021-04-22T07:28:31.744" v="22" actId="47"/>
        <pc:sldMkLst>
          <pc:docMk/>
          <pc:sldMk cId="0" sldId="1030"/>
        </pc:sldMkLst>
      </pc:sldChg>
      <pc:sldChg chg="del">
        <pc:chgData name="王 欣捷" userId="b965477fa0aef5e6" providerId="LiveId" clId="{CCC25DF9-4458-4252-A1FA-96CED2233F88}" dt="2021-04-22T07:28:31.744" v="22" actId="47"/>
        <pc:sldMkLst>
          <pc:docMk/>
          <pc:sldMk cId="0" sldId="1037"/>
        </pc:sldMkLst>
      </pc:sldChg>
      <pc:sldChg chg="del">
        <pc:chgData name="王 欣捷" userId="b965477fa0aef5e6" providerId="LiveId" clId="{CCC25DF9-4458-4252-A1FA-96CED2233F88}" dt="2021-04-22T07:28:31.744" v="22" actId="47"/>
        <pc:sldMkLst>
          <pc:docMk/>
          <pc:sldMk cId="0" sldId="1059"/>
        </pc:sldMkLst>
      </pc:sldChg>
      <pc:sldChg chg="del">
        <pc:chgData name="王 欣捷" userId="b965477fa0aef5e6" providerId="LiveId" clId="{CCC25DF9-4458-4252-A1FA-96CED2233F88}" dt="2021-04-22T07:28:31.744" v="22" actId="47"/>
        <pc:sldMkLst>
          <pc:docMk/>
          <pc:sldMk cId="0" sldId="1079"/>
        </pc:sldMkLst>
      </pc:sldChg>
      <pc:sldChg chg="del">
        <pc:chgData name="王 欣捷" userId="b965477fa0aef5e6" providerId="LiveId" clId="{CCC25DF9-4458-4252-A1FA-96CED2233F88}" dt="2021-04-22T07:28:31.744" v="22" actId="47"/>
        <pc:sldMkLst>
          <pc:docMk/>
          <pc:sldMk cId="0" sldId="1080"/>
        </pc:sldMkLst>
      </pc:sldChg>
      <pc:sldChg chg="del">
        <pc:chgData name="王 欣捷" userId="b965477fa0aef5e6" providerId="LiveId" clId="{CCC25DF9-4458-4252-A1FA-96CED2233F88}" dt="2021-04-22T07:28:31.744" v="22" actId="47"/>
        <pc:sldMkLst>
          <pc:docMk/>
          <pc:sldMk cId="0" sldId="1081"/>
        </pc:sldMkLst>
      </pc:sldChg>
      <pc:sldChg chg="del">
        <pc:chgData name="王 欣捷" userId="b965477fa0aef5e6" providerId="LiveId" clId="{CCC25DF9-4458-4252-A1FA-96CED2233F88}" dt="2021-04-22T07:28:31.744" v="22" actId="47"/>
        <pc:sldMkLst>
          <pc:docMk/>
          <pc:sldMk cId="0" sldId="1082"/>
        </pc:sldMkLst>
      </pc:sldChg>
      <pc:sldChg chg="del">
        <pc:chgData name="王 欣捷" userId="b965477fa0aef5e6" providerId="LiveId" clId="{CCC25DF9-4458-4252-A1FA-96CED2233F88}" dt="2021-04-22T07:28:31.744" v="22" actId="47"/>
        <pc:sldMkLst>
          <pc:docMk/>
          <pc:sldMk cId="0" sldId="1083"/>
        </pc:sldMkLst>
      </pc:sldChg>
      <pc:sldChg chg="del">
        <pc:chgData name="王 欣捷" userId="b965477fa0aef5e6" providerId="LiveId" clId="{CCC25DF9-4458-4252-A1FA-96CED2233F88}" dt="2021-04-22T07:28:31.744" v="22" actId="47"/>
        <pc:sldMkLst>
          <pc:docMk/>
          <pc:sldMk cId="0" sldId="1087"/>
        </pc:sldMkLst>
      </pc:sldChg>
      <pc:sldChg chg="del">
        <pc:chgData name="王 欣捷" userId="b965477fa0aef5e6" providerId="LiveId" clId="{CCC25DF9-4458-4252-A1FA-96CED2233F88}" dt="2021-04-22T07:28:31.744" v="22" actId="47"/>
        <pc:sldMkLst>
          <pc:docMk/>
          <pc:sldMk cId="0" sldId="1088"/>
        </pc:sldMkLst>
      </pc:sldChg>
      <pc:sldChg chg="del">
        <pc:chgData name="王 欣捷" userId="b965477fa0aef5e6" providerId="LiveId" clId="{CCC25DF9-4458-4252-A1FA-96CED2233F88}" dt="2021-04-22T07:28:31.744" v="22" actId="47"/>
        <pc:sldMkLst>
          <pc:docMk/>
          <pc:sldMk cId="0" sldId="1089"/>
        </pc:sldMkLst>
      </pc:sldChg>
      <pc:sldChg chg="del">
        <pc:chgData name="王 欣捷" userId="b965477fa0aef5e6" providerId="LiveId" clId="{CCC25DF9-4458-4252-A1FA-96CED2233F88}" dt="2021-04-22T07:28:31.744" v="22" actId="47"/>
        <pc:sldMkLst>
          <pc:docMk/>
          <pc:sldMk cId="0" sldId="1090"/>
        </pc:sldMkLst>
      </pc:sldChg>
      <pc:sldChg chg="del">
        <pc:chgData name="王 欣捷" userId="b965477fa0aef5e6" providerId="LiveId" clId="{CCC25DF9-4458-4252-A1FA-96CED2233F88}" dt="2021-04-22T07:28:31.744" v="22" actId="47"/>
        <pc:sldMkLst>
          <pc:docMk/>
          <pc:sldMk cId="0" sldId="1091"/>
        </pc:sldMkLst>
      </pc:sldChg>
      <pc:sldChg chg="del">
        <pc:chgData name="王 欣捷" userId="b965477fa0aef5e6" providerId="LiveId" clId="{CCC25DF9-4458-4252-A1FA-96CED2233F88}" dt="2021-04-22T07:28:31.744" v="22" actId="47"/>
        <pc:sldMkLst>
          <pc:docMk/>
          <pc:sldMk cId="0" sldId="1092"/>
        </pc:sldMkLst>
      </pc:sldChg>
      <pc:sldChg chg="del">
        <pc:chgData name="王 欣捷" userId="b965477fa0aef5e6" providerId="LiveId" clId="{CCC25DF9-4458-4252-A1FA-96CED2233F88}" dt="2021-04-22T07:28:31.744" v="22" actId="47"/>
        <pc:sldMkLst>
          <pc:docMk/>
          <pc:sldMk cId="0" sldId="1093"/>
        </pc:sldMkLst>
      </pc:sldChg>
      <pc:sldChg chg="del">
        <pc:chgData name="王 欣捷" userId="b965477fa0aef5e6" providerId="LiveId" clId="{CCC25DF9-4458-4252-A1FA-96CED2233F88}" dt="2021-04-22T07:28:31.744" v="22" actId="47"/>
        <pc:sldMkLst>
          <pc:docMk/>
          <pc:sldMk cId="0" sldId="1094"/>
        </pc:sldMkLst>
      </pc:sldChg>
      <pc:sldChg chg="del">
        <pc:chgData name="王 欣捷" userId="b965477fa0aef5e6" providerId="LiveId" clId="{CCC25DF9-4458-4252-A1FA-96CED2233F88}" dt="2021-04-22T07:28:31.744" v="22" actId="47"/>
        <pc:sldMkLst>
          <pc:docMk/>
          <pc:sldMk cId="0" sldId="1095"/>
        </pc:sldMkLst>
      </pc:sldChg>
      <pc:sldChg chg="del">
        <pc:chgData name="王 欣捷" userId="b965477fa0aef5e6" providerId="LiveId" clId="{CCC25DF9-4458-4252-A1FA-96CED2233F88}" dt="2021-04-22T07:28:31.744" v="22" actId="47"/>
        <pc:sldMkLst>
          <pc:docMk/>
          <pc:sldMk cId="0" sldId="1096"/>
        </pc:sldMkLst>
      </pc:sldChg>
      <pc:sldChg chg="del">
        <pc:chgData name="王 欣捷" userId="b965477fa0aef5e6" providerId="LiveId" clId="{CCC25DF9-4458-4252-A1FA-96CED2233F88}" dt="2021-04-22T07:28:31.744" v="22" actId="47"/>
        <pc:sldMkLst>
          <pc:docMk/>
          <pc:sldMk cId="0" sldId="1097"/>
        </pc:sldMkLst>
      </pc:sldChg>
      <pc:sldChg chg="del">
        <pc:chgData name="王 欣捷" userId="b965477fa0aef5e6" providerId="LiveId" clId="{CCC25DF9-4458-4252-A1FA-96CED2233F88}" dt="2021-04-22T07:28:31.744" v="22" actId="47"/>
        <pc:sldMkLst>
          <pc:docMk/>
          <pc:sldMk cId="0" sldId="1098"/>
        </pc:sldMkLst>
      </pc:sldChg>
      <pc:sldChg chg="del">
        <pc:chgData name="王 欣捷" userId="b965477fa0aef5e6" providerId="LiveId" clId="{CCC25DF9-4458-4252-A1FA-96CED2233F88}" dt="2021-04-22T07:28:31.744" v="22" actId="47"/>
        <pc:sldMkLst>
          <pc:docMk/>
          <pc:sldMk cId="0" sldId="1099"/>
        </pc:sldMkLst>
      </pc:sldChg>
      <pc:sldChg chg="del">
        <pc:chgData name="王 欣捷" userId="b965477fa0aef5e6" providerId="LiveId" clId="{CCC25DF9-4458-4252-A1FA-96CED2233F88}" dt="2021-04-22T07:28:31.744" v="22" actId="47"/>
        <pc:sldMkLst>
          <pc:docMk/>
          <pc:sldMk cId="0" sldId="1100"/>
        </pc:sldMkLst>
      </pc:sldChg>
      <pc:sldChg chg="del">
        <pc:chgData name="王 欣捷" userId="b965477fa0aef5e6" providerId="LiveId" clId="{CCC25DF9-4458-4252-A1FA-96CED2233F88}" dt="2021-04-22T07:28:31.744" v="22" actId="47"/>
        <pc:sldMkLst>
          <pc:docMk/>
          <pc:sldMk cId="0" sldId="1101"/>
        </pc:sldMkLst>
      </pc:sldChg>
      <pc:sldChg chg="del">
        <pc:chgData name="王 欣捷" userId="b965477fa0aef5e6" providerId="LiveId" clId="{CCC25DF9-4458-4252-A1FA-96CED2233F88}" dt="2021-04-22T07:28:31.744" v="22" actId="47"/>
        <pc:sldMkLst>
          <pc:docMk/>
          <pc:sldMk cId="0" sldId="1102"/>
        </pc:sldMkLst>
      </pc:sldChg>
      <pc:sldChg chg="del">
        <pc:chgData name="王 欣捷" userId="b965477fa0aef5e6" providerId="LiveId" clId="{CCC25DF9-4458-4252-A1FA-96CED2233F88}" dt="2021-04-22T07:28:31.744" v="22" actId="47"/>
        <pc:sldMkLst>
          <pc:docMk/>
          <pc:sldMk cId="0" sldId="1103"/>
        </pc:sldMkLst>
      </pc:sldChg>
      <pc:sldChg chg="del">
        <pc:chgData name="王 欣捷" userId="b965477fa0aef5e6" providerId="LiveId" clId="{CCC25DF9-4458-4252-A1FA-96CED2233F88}" dt="2021-04-22T07:28:31.744" v="22" actId="47"/>
        <pc:sldMkLst>
          <pc:docMk/>
          <pc:sldMk cId="0" sldId="1104"/>
        </pc:sldMkLst>
      </pc:sldChg>
      <pc:sldChg chg="del">
        <pc:chgData name="王 欣捷" userId="b965477fa0aef5e6" providerId="LiveId" clId="{CCC25DF9-4458-4252-A1FA-96CED2233F88}" dt="2021-04-22T07:28:31.744" v="22" actId="47"/>
        <pc:sldMkLst>
          <pc:docMk/>
          <pc:sldMk cId="0" sldId="1105"/>
        </pc:sldMkLst>
      </pc:sldChg>
      <pc:sldChg chg="del">
        <pc:chgData name="王 欣捷" userId="b965477fa0aef5e6" providerId="LiveId" clId="{CCC25DF9-4458-4252-A1FA-96CED2233F88}" dt="2021-04-22T07:28:31.744" v="22" actId="47"/>
        <pc:sldMkLst>
          <pc:docMk/>
          <pc:sldMk cId="0" sldId="1106"/>
        </pc:sldMkLst>
      </pc:sldChg>
      <pc:sldChg chg="del">
        <pc:chgData name="王 欣捷" userId="b965477fa0aef5e6" providerId="LiveId" clId="{CCC25DF9-4458-4252-A1FA-96CED2233F88}" dt="2021-04-22T07:28:31.744" v="22" actId="47"/>
        <pc:sldMkLst>
          <pc:docMk/>
          <pc:sldMk cId="0" sldId="1107"/>
        </pc:sldMkLst>
      </pc:sldChg>
      <pc:sldChg chg="del">
        <pc:chgData name="王 欣捷" userId="b965477fa0aef5e6" providerId="LiveId" clId="{CCC25DF9-4458-4252-A1FA-96CED2233F88}" dt="2021-04-22T07:28:31.744" v="22" actId="47"/>
        <pc:sldMkLst>
          <pc:docMk/>
          <pc:sldMk cId="0" sldId="1110"/>
        </pc:sldMkLst>
      </pc:sldChg>
      <pc:sldChg chg="del">
        <pc:chgData name="王 欣捷" userId="b965477fa0aef5e6" providerId="LiveId" clId="{CCC25DF9-4458-4252-A1FA-96CED2233F88}" dt="2021-04-22T07:28:31.744" v="22" actId="47"/>
        <pc:sldMkLst>
          <pc:docMk/>
          <pc:sldMk cId="0" sldId="1113"/>
        </pc:sldMkLst>
      </pc:sldChg>
      <pc:sldChg chg="del">
        <pc:chgData name="王 欣捷" userId="b965477fa0aef5e6" providerId="LiveId" clId="{CCC25DF9-4458-4252-A1FA-96CED2233F88}" dt="2021-04-22T07:28:31.744" v="22" actId="47"/>
        <pc:sldMkLst>
          <pc:docMk/>
          <pc:sldMk cId="0" sldId="1127"/>
        </pc:sldMkLst>
      </pc:sldChg>
      <pc:sldChg chg="del">
        <pc:chgData name="王 欣捷" userId="b965477fa0aef5e6" providerId="LiveId" clId="{CCC25DF9-4458-4252-A1FA-96CED2233F88}" dt="2021-04-22T07:28:31.744" v="22" actId="47"/>
        <pc:sldMkLst>
          <pc:docMk/>
          <pc:sldMk cId="0" sldId="1138"/>
        </pc:sldMkLst>
      </pc:sldChg>
      <pc:sldChg chg="del">
        <pc:chgData name="王 欣捷" userId="b965477fa0aef5e6" providerId="LiveId" clId="{CCC25DF9-4458-4252-A1FA-96CED2233F88}" dt="2021-04-22T07:28:31.744" v="22" actId="47"/>
        <pc:sldMkLst>
          <pc:docMk/>
          <pc:sldMk cId="516213771" sldId="1139"/>
        </pc:sldMkLst>
      </pc:sldChg>
      <pc:sldChg chg="del">
        <pc:chgData name="王 欣捷" userId="b965477fa0aef5e6" providerId="LiveId" clId="{CCC25DF9-4458-4252-A1FA-96CED2233F88}" dt="2021-04-22T07:28:31.744" v="22" actId="47"/>
        <pc:sldMkLst>
          <pc:docMk/>
          <pc:sldMk cId="406512071" sldId="1141"/>
        </pc:sldMkLst>
      </pc:sldChg>
      <pc:sldChg chg="del">
        <pc:chgData name="王 欣捷" userId="b965477fa0aef5e6" providerId="LiveId" clId="{CCC25DF9-4458-4252-A1FA-96CED2233F88}" dt="2021-04-22T07:28:31.744" v="22" actId="47"/>
        <pc:sldMkLst>
          <pc:docMk/>
          <pc:sldMk cId="1844201406" sldId="1142"/>
        </pc:sldMkLst>
      </pc:sldChg>
      <pc:sldChg chg="del">
        <pc:chgData name="王 欣捷" userId="b965477fa0aef5e6" providerId="LiveId" clId="{CCC25DF9-4458-4252-A1FA-96CED2233F88}" dt="2021-04-22T07:28:31.744" v="22" actId="47"/>
        <pc:sldMkLst>
          <pc:docMk/>
          <pc:sldMk cId="4223351651" sldId="1145"/>
        </pc:sldMkLst>
      </pc:sldChg>
      <pc:sldChg chg="del">
        <pc:chgData name="王 欣捷" userId="b965477fa0aef5e6" providerId="LiveId" clId="{CCC25DF9-4458-4252-A1FA-96CED2233F88}" dt="2021-04-22T07:28:31.744" v="22" actId="47"/>
        <pc:sldMkLst>
          <pc:docMk/>
          <pc:sldMk cId="3962178428" sldId="1151"/>
        </pc:sldMkLst>
      </pc:sldChg>
      <pc:sldChg chg="del">
        <pc:chgData name="王 欣捷" userId="b965477fa0aef5e6" providerId="LiveId" clId="{CCC25DF9-4458-4252-A1FA-96CED2233F88}" dt="2021-04-22T07:28:31.744" v="22" actId="47"/>
        <pc:sldMkLst>
          <pc:docMk/>
          <pc:sldMk cId="2813883607" sldId="1158"/>
        </pc:sldMkLst>
      </pc:sldChg>
      <pc:sldChg chg="del">
        <pc:chgData name="王 欣捷" userId="b965477fa0aef5e6" providerId="LiveId" clId="{CCC25DF9-4458-4252-A1FA-96CED2233F88}" dt="2021-04-22T07:28:31.744" v="22" actId="47"/>
        <pc:sldMkLst>
          <pc:docMk/>
          <pc:sldMk cId="3740059661" sldId="1159"/>
        </pc:sldMkLst>
      </pc:sldChg>
      <pc:sldChg chg="del">
        <pc:chgData name="王 欣捷" userId="b965477fa0aef5e6" providerId="LiveId" clId="{CCC25DF9-4458-4252-A1FA-96CED2233F88}" dt="2021-04-22T07:28:31.744" v="22" actId="47"/>
        <pc:sldMkLst>
          <pc:docMk/>
          <pc:sldMk cId="3618475896" sldId="1160"/>
        </pc:sldMkLst>
      </pc:sldChg>
      <pc:sldChg chg="del">
        <pc:chgData name="王 欣捷" userId="b965477fa0aef5e6" providerId="LiveId" clId="{CCC25DF9-4458-4252-A1FA-96CED2233F88}" dt="2021-04-22T07:28:31.744" v="22" actId="47"/>
        <pc:sldMkLst>
          <pc:docMk/>
          <pc:sldMk cId="2042943240" sldId="1161"/>
        </pc:sldMkLst>
      </pc:sldChg>
      <pc:sldChg chg="del">
        <pc:chgData name="王 欣捷" userId="b965477fa0aef5e6" providerId="LiveId" clId="{CCC25DF9-4458-4252-A1FA-96CED2233F88}" dt="2021-04-22T07:28:31.744" v="22" actId="47"/>
        <pc:sldMkLst>
          <pc:docMk/>
          <pc:sldMk cId="3272006686" sldId="1162"/>
        </pc:sldMkLst>
      </pc:sldChg>
      <pc:sldChg chg="del">
        <pc:chgData name="王 欣捷" userId="b965477fa0aef5e6" providerId="LiveId" clId="{CCC25DF9-4458-4252-A1FA-96CED2233F88}" dt="2021-04-22T07:28:31.744" v="22" actId="47"/>
        <pc:sldMkLst>
          <pc:docMk/>
          <pc:sldMk cId="2547034749" sldId="1163"/>
        </pc:sldMkLst>
      </pc:sldChg>
      <pc:sldChg chg="del">
        <pc:chgData name="王 欣捷" userId="b965477fa0aef5e6" providerId="LiveId" clId="{CCC25DF9-4458-4252-A1FA-96CED2233F88}" dt="2021-04-22T07:28:31.744" v="22" actId="47"/>
        <pc:sldMkLst>
          <pc:docMk/>
          <pc:sldMk cId="771280182" sldId="1165"/>
        </pc:sldMkLst>
      </pc:sldChg>
      <pc:sldChg chg="del">
        <pc:chgData name="王 欣捷" userId="b965477fa0aef5e6" providerId="LiveId" clId="{CCC25DF9-4458-4252-A1FA-96CED2233F88}" dt="2021-04-22T07:28:31.744" v="22" actId="47"/>
        <pc:sldMkLst>
          <pc:docMk/>
          <pc:sldMk cId="2692631" sldId="1166"/>
        </pc:sldMkLst>
      </pc:sldChg>
      <pc:sldChg chg="del">
        <pc:chgData name="王 欣捷" userId="b965477fa0aef5e6" providerId="LiveId" clId="{CCC25DF9-4458-4252-A1FA-96CED2233F88}" dt="2021-04-22T07:28:31.744" v="22" actId="47"/>
        <pc:sldMkLst>
          <pc:docMk/>
          <pc:sldMk cId="3628184232" sldId="1167"/>
        </pc:sldMkLst>
      </pc:sldChg>
      <pc:sldChg chg="del">
        <pc:chgData name="王 欣捷" userId="b965477fa0aef5e6" providerId="LiveId" clId="{CCC25DF9-4458-4252-A1FA-96CED2233F88}" dt="2021-04-22T07:28:31.744" v="22" actId="47"/>
        <pc:sldMkLst>
          <pc:docMk/>
          <pc:sldMk cId="1528587018" sldId="1168"/>
        </pc:sldMkLst>
      </pc:sldChg>
      <pc:sldChg chg="del">
        <pc:chgData name="王 欣捷" userId="b965477fa0aef5e6" providerId="LiveId" clId="{CCC25DF9-4458-4252-A1FA-96CED2233F88}" dt="2021-04-22T07:28:31.744" v="22" actId="47"/>
        <pc:sldMkLst>
          <pc:docMk/>
          <pc:sldMk cId="3168183637" sldId="1169"/>
        </pc:sldMkLst>
      </pc:sldChg>
      <pc:sldChg chg="del">
        <pc:chgData name="王 欣捷" userId="b965477fa0aef5e6" providerId="LiveId" clId="{CCC25DF9-4458-4252-A1FA-96CED2233F88}" dt="2021-04-22T07:28:31.744" v="22" actId="47"/>
        <pc:sldMkLst>
          <pc:docMk/>
          <pc:sldMk cId="1630523457" sldId="1170"/>
        </pc:sldMkLst>
      </pc:sldChg>
    </pc:docChg>
  </pc:docChgLst>
  <pc:docChgLst>
    <pc:chgData name="王 欣捷" userId="b965477fa0aef5e6" providerId="LiveId" clId="{0A1F0649-5624-4053-AE3E-94EDF4846FEF}"/>
    <pc:docChg chg="delSld">
      <pc:chgData name="王 欣捷" userId="b965477fa0aef5e6" providerId="LiveId" clId="{0A1F0649-5624-4053-AE3E-94EDF4846FEF}" dt="2023-03-10T01:46:54.541" v="0" actId="2696"/>
      <pc:docMkLst>
        <pc:docMk/>
      </pc:docMkLst>
      <pc:sldChg chg="del">
        <pc:chgData name="王 欣捷" userId="b965477fa0aef5e6" providerId="LiveId" clId="{0A1F0649-5624-4053-AE3E-94EDF4846FEF}" dt="2023-03-10T01:46:54.541" v="0" actId="2696"/>
        <pc:sldMkLst>
          <pc:docMk/>
          <pc:sldMk cId="0" sldId="295"/>
        </pc:sldMkLst>
      </pc:sldChg>
    </pc:docChg>
  </pc:docChgLst>
  <pc:docChgLst>
    <pc:chgData name="欣捷 王" userId="b965477fa0aef5e6" providerId="LiveId" clId="{B27E5452-7398-437A-B5CB-6D9F5E916CDF}"/>
    <pc:docChg chg="undo custSel delSld modSld">
      <pc:chgData name="欣捷 王" userId="b965477fa0aef5e6" providerId="LiveId" clId="{B27E5452-7398-437A-B5CB-6D9F5E916CDF}" dt="2024-06-07T02:06:58.174" v="293"/>
      <pc:docMkLst>
        <pc:docMk/>
      </pc:docMkLst>
      <pc:sldChg chg="modAnim">
        <pc:chgData name="欣捷 王" userId="b965477fa0aef5e6" providerId="LiveId" clId="{B27E5452-7398-437A-B5CB-6D9F5E916CDF}" dt="2024-06-07T01:55:52.163" v="190"/>
        <pc:sldMkLst>
          <pc:docMk/>
          <pc:sldMk cId="0" sldId="909"/>
        </pc:sldMkLst>
      </pc:sldChg>
      <pc:sldChg chg="modAnim">
        <pc:chgData name="欣捷 王" userId="b965477fa0aef5e6" providerId="LiveId" clId="{B27E5452-7398-437A-B5CB-6D9F5E916CDF}" dt="2024-06-07T01:56:26.696" v="198"/>
        <pc:sldMkLst>
          <pc:docMk/>
          <pc:sldMk cId="0" sldId="911"/>
        </pc:sldMkLst>
      </pc:sldChg>
      <pc:sldChg chg="modSp mod">
        <pc:chgData name="欣捷 王" userId="b965477fa0aef5e6" providerId="LiveId" clId="{B27E5452-7398-437A-B5CB-6D9F5E916CDF}" dt="2024-06-07T01:41:17.275" v="28" actId="1076"/>
        <pc:sldMkLst>
          <pc:docMk/>
          <pc:sldMk cId="3190100003" sldId="931"/>
        </pc:sldMkLst>
      </pc:sldChg>
      <pc:sldChg chg="modSp del mod">
        <pc:chgData name="欣捷 王" userId="b965477fa0aef5e6" providerId="LiveId" clId="{B27E5452-7398-437A-B5CB-6D9F5E916CDF}" dt="2024-06-07T01:45:04.147" v="83" actId="47"/>
        <pc:sldMkLst>
          <pc:docMk/>
          <pc:sldMk cId="0" sldId="952"/>
        </pc:sldMkLst>
      </pc:sldChg>
      <pc:sldChg chg="delSp modSp mod modAnim modNotesTx">
        <pc:chgData name="欣捷 王" userId="b965477fa0aef5e6" providerId="LiveId" clId="{B27E5452-7398-437A-B5CB-6D9F5E916CDF}" dt="2024-06-07T01:49:33.966" v="166" actId="20577"/>
        <pc:sldMkLst>
          <pc:docMk/>
          <pc:sldMk cId="0" sldId="954"/>
        </pc:sldMkLst>
      </pc:sldChg>
      <pc:sldChg chg="modAnim">
        <pc:chgData name="欣捷 王" userId="b965477fa0aef5e6" providerId="LiveId" clId="{B27E5452-7398-437A-B5CB-6D9F5E916CDF}" dt="2024-06-07T02:06:34.097" v="284"/>
        <pc:sldMkLst>
          <pc:docMk/>
          <pc:sldMk cId="0" sldId="965"/>
        </pc:sldMkLst>
      </pc:sldChg>
      <pc:sldChg chg="modSp mod">
        <pc:chgData name="欣捷 王" userId="b965477fa0aef5e6" providerId="LiveId" clId="{B27E5452-7398-437A-B5CB-6D9F5E916CDF}" dt="2024-06-07T02:06:48.546" v="287" actId="207"/>
        <pc:sldMkLst>
          <pc:docMk/>
          <pc:sldMk cId="0" sldId="969"/>
        </pc:sldMkLst>
      </pc:sldChg>
      <pc:sldChg chg="modAnim">
        <pc:chgData name="欣捷 王" userId="b965477fa0aef5e6" providerId="LiveId" clId="{B27E5452-7398-437A-B5CB-6D9F5E916CDF}" dt="2024-06-07T01:57:20.555" v="200"/>
        <pc:sldMkLst>
          <pc:docMk/>
          <pc:sldMk cId="0" sldId="984"/>
        </pc:sldMkLst>
      </pc:sldChg>
      <pc:sldChg chg="modSp modAnim">
        <pc:chgData name="欣捷 王" userId="b965477fa0aef5e6" providerId="LiveId" clId="{B27E5452-7398-437A-B5CB-6D9F5E916CDF}" dt="2024-06-07T01:58:12.789" v="205" actId="207"/>
        <pc:sldMkLst>
          <pc:docMk/>
          <pc:sldMk cId="0" sldId="985"/>
        </pc:sldMkLst>
      </pc:sldChg>
      <pc:sldChg chg="modAnim">
        <pc:chgData name="欣捷 王" userId="b965477fa0aef5e6" providerId="LiveId" clId="{B27E5452-7398-437A-B5CB-6D9F5E916CDF}" dt="2024-06-07T02:01:35.025" v="229"/>
        <pc:sldMkLst>
          <pc:docMk/>
          <pc:sldMk cId="0" sldId="987"/>
        </pc:sldMkLst>
      </pc:sldChg>
      <pc:sldChg chg="modAnim">
        <pc:chgData name="欣捷 王" userId="b965477fa0aef5e6" providerId="LiveId" clId="{B27E5452-7398-437A-B5CB-6D9F5E916CDF}" dt="2024-06-07T02:03:52.956" v="254"/>
        <pc:sldMkLst>
          <pc:docMk/>
          <pc:sldMk cId="0" sldId="989"/>
        </pc:sldMkLst>
      </pc:sldChg>
      <pc:sldChg chg="addSp modSp">
        <pc:chgData name="欣捷 王" userId="b965477fa0aef5e6" providerId="LiveId" clId="{B27E5452-7398-437A-B5CB-6D9F5E916CDF}" dt="2024-06-07T02:05:39.128" v="266"/>
        <pc:sldMkLst>
          <pc:docMk/>
          <pc:sldMk cId="0" sldId="990"/>
        </pc:sldMkLst>
      </pc:sldChg>
      <pc:sldChg chg="modAnim">
        <pc:chgData name="欣捷 王" userId="b965477fa0aef5e6" providerId="LiveId" clId="{B27E5452-7398-437A-B5CB-6D9F5E916CDF}" dt="2024-06-07T01:59:36.578" v="216"/>
        <pc:sldMkLst>
          <pc:docMk/>
          <pc:sldMk cId="0" sldId="994"/>
        </pc:sldMkLst>
      </pc:sldChg>
      <pc:sldChg chg="modAnim">
        <pc:chgData name="欣捷 王" userId="b965477fa0aef5e6" providerId="LiveId" clId="{B27E5452-7398-437A-B5CB-6D9F5E916CDF}" dt="2024-06-07T02:02:04.283" v="232"/>
        <pc:sldMkLst>
          <pc:docMk/>
          <pc:sldMk cId="0" sldId="995"/>
        </pc:sldMkLst>
      </pc:sldChg>
      <pc:sldChg chg="modAnim">
        <pc:chgData name="欣捷 王" userId="b965477fa0aef5e6" providerId="LiveId" clId="{B27E5452-7398-437A-B5CB-6D9F5E916CDF}" dt="2024-06-07T02:02:25.099" v="246"/>
        <pc:sldMkLst>
          <pc:docMk/>
          <pc:sldMk cId="0" sldId="996"/>
        </pc:sldMkLst>
      </pc:sldChg>
      <pc:sldChg chg="modAnim">
        <pc:chgData name="欣捷 王" userId="b965477fa0aef5e6" providerId="LiveId" clId="{B27E5452-7398-437A-B5CB-6D9F5E916CDF}" dt="2024-06-07T02:03:35.751" v="251"/>
        <pc:sldMkLst>
          <pc:docMk/>
          <pc:sldMk cId="0" sldId="997"/>
        </pc:sldMkLst>
      </pc:sldChg>
      <pc:sldChg chg="modSp mod modAnim">
        <pc:chgData name="欣捷 王" userId="b965477fa0aef5e6" providerId="LiveId" clId="{B27E5452-7398-437A-B5CB-6D9F5E916CDF}" dt="2024-06-07T02:06:07.771" v="283" actId="14100"/>
        <pc:sldMkLst>
          <pc:docMk/>
          <pc:sldMk cId="0" sldId="998"/>
        </pc:sldMkLst>
      </pc:sldChg>
      <pc:sldChg chg="addSp modSp">
        <pc:chgData name="欣捷 王" userId="b965477fa0aef5e6" providerId="LiveId" clId="{B27E5452-7398-437A-B5CB-6D9F5E916CDF}" dt="2024-06-07T02:04:32.723" v="259"/>
        <pc:sldMkLst>
          <pc:docMk/>
          <pc:sldMk cId="0" sldId="999"/>
        </pc:sldMkLst>
      </pc:sldChg>
      <pc:sldChg chg="modSp mod">
        <pc:chgData name="欣捷 王" userId="b965477fa0aef5e6" providerId="LiveId" clId="{B27E5452-7398-437A-B5CB-6D9F5E916CDF}" dt="2024-05-30T06:41:09.839" v="22"/>
        <pc:sldMkLst>
          <pc:docMk/>
          <pc:sldMk cId="950512400" sldId="1007"/>
        </pc:sldMkLst>
      </pc:sldChg>
      <pc:sldChg chg="modSp mod">
        <pc:chgData name="欣捷 王" userId="b965477fa0aef5e6" providerId="LiveId" clId="{B27E5452-7398-437A-B5CB-6D9F5E916CDF}" dt="2024-05-30T06:39:09.366" v="7" actId="20577"/>
        <pc:sldMkLst>
          <pc:docMk/>
          <pc:sldMk cId="702515897" sldId="1008"/>
        </pc:sldMkLst>
      </pc:sldChg>
      <pc:sldChg chg="modSp mod">
        <pc:chgData name="欣捷 王" userId="b965477fa0aef5e6" providerId="LiveId" clId="{B27E5452-7398-437A-B5CB-6D9F5E916CDF}" dt="2024-06-07T01:49:57.122" v="184"/>
        <pc:sldMkLst>
          <pc:docMk/>
          <pc:sldMk cId="524904732" sldId="1016"/>
        </pc:sldMkLst>
      </pc:sldChg>
      <pc:sldChg chg="modSp mod">
        <pc:chgData name="欣捷 王" userId="b965477fa0aef5e6" providerId="LiveId" clId="{B27E5452-7398-437A-B5CB-6D9F5E916CDF}" dt="2024-06-07T02:02:09.668" v="244"/>
        <pc:sldMkLst>
          <pc:docMk/>
          <pc:sldMk cId="1379256734" sldId="1018"/>
        </pc:sldMkLst>
      </pc:sldChg>
      <pc:sldChg chg="modSp mod">
        <pc:chgData name="欣捷 王" userId="b965477fa0aef5e6" providerId="LiveId" clId="{B27E5452-7398-437A-B5CB-6D9F5E916CDF}" dt="2024-06-07T02:06:58.174" v="293"/>
        <pc:sldMkLst>
          <pc:docMk/>
          <pc:sldMk cId="2950876322" sldId="1019"/>
        </pc:sldMkLst>
      </pc:sldChg>
    </pc:docChg>
  </pc:docChgLst>
  <pc:docChgLst>
    <pc:chgData name="王 欣捷" userId="b965477fa0aef5e6" providerId="LiveId" clId="{F5C7CE7F-4255-4272-BB66-E36156271E14}"/>
    <pc:docChg chg="undo custSel addSld delSld modSld">
      <pc:chgData name="王 欣捷" userId="b965477fa0aef5e6" providerId="LiveId" clId="{F5C7CE7F-4255-4272-BB66-E36156271E14}" dt="2021-04-22T08:09:02.941" v="399" actId="47"/>
      <pc:docMkLst>
        <pc:docMk/>
      </pc:docMkLst>
      <pc:sldChg chg="modSp mod">
        <pc:chgData name="王 欣捷" userId="b965477fa0aef5e6" providerId="LiveId" clId="{F5C7CE7F-4255-4272-BB66-E36156271E14}" dt="2021-04-22T07:45:16.840" v="0" actId="20577"/>
        <pc:sldMkLst>
          <pc:docMk/>
          <pc:sldMk cId="2470898374" sldId="256"/>
        </pc:sldMkLst>
      </pc:sldChg>
      <pc:sldChg chg="del">
        <pc:chgData name="王 欣捷" userId="b965477fa0aef5e6" providerId="LiveId" clId="{F5C7CE7F-4255-4272-BB66-E36156271E14}" dt="2021-04-22T07:45:21.335" v="1" actId="47"/>
        <pc:sldMkLst>
          <pc:docMk/>
          <pc:sldMk cId="0" sldId="806"/>
        </pc:sldMkLst>
      </pc:sldChg>
      <pc:sldChg chg="del">
        <pc:chgData name="王 欣捷" userId="b965477fa0aef5e6" providerId="LiveId" clId="{F5C7CE7F-4255-4272-BB66-E36156271E14}" dt="2021-04-22T07:45:21.335" v="1" actId="47"/>
        <pc:sldMkLst>
          <pc:docMk/>
          <pc:sldMk cId="0" sldId="807"/>
        </pc:sldMkLst>
      </pc:sldChg>
      <pc:sldChg chg="del">
        <pc:chgData name="王 欣捷" userId="b965477fa0aef5e6" providerId="LiveId" clId="{F5C7CE7F-4255-4272-BB66-E36156271E14}" dt="2021-04-22T07:45:21.335" v="1" actId="47"/>
        <pc:sldMkLst>
          <pc:docMk/>
          <pc:sldMk cId="0" sldId="808"/>
        </pc:sldMkLst>
      </pc:sldChg>
      <pc:sldChg chg="del">
        <pc:chgData name="王 欣捷" userId="b965477fa0aef5e6" providerId="LiveId" clId="{F5C7CE7F-4255-4272-BB66-E36156271E14}" dt="2021-04-22T07:45:21.335" v="1" actId="47"/>
        <pc:sldMkLst>
          <pc:docMk/>
          <pc:sldMk cId="0" sldId="809"/>
        </pc:sldMkLst>
      </pc:sldChg>
      <pc:sldChg chg="del">
        <pc:chgData name="王 欣捷" userId="b965477fa0aef5e6" providerId="LiveId" clId="{F5C7CE7F-4255-4272-BB66-E36156271E14}" dt="2021-04-22T07:45:21.335" v="1" actId="47"/>
        <pc:sldMkLst>
          <pc:docMk/>
          <pc:sldMk cId="0" sldId="810"/>
        </pc:sldMkLst>
      </pc:sldChg>
      <pc:sldChg chg="del">
        <pc:chgData name="王 欣捷" userId="b965477fa0aef5e6" providerId="LiveId" clId="{F5C7CE7F-4255-4272-BB66-E36156271E14}" dt="2021-04-22T07:45:21.335" v="1" actId="47"/>
        <pc:sldMkLst>
          <pc:docMk/>
          <pc:sldMk cId="0" sldId="811"/>
        </pc:sldMkLst>
      </pc:sldChg>
      <pc:sldChg chg="del">
        <pc:chgData name="王 欣捷" userId="b965477fa0aef5e6" providerId="LiveId" clId="{F5C7CE7F-4255-4272-BB66-E36156271E14}" dt="2021-04-22T07:45:21.335" v="1" actId="47"/>
        <pc:sldMkLst>
          <pc:docMk/>
          <pc:sldMk cId="0" sldId="813"/>
        </pc:sldMkLst>
      </pc:sldChg>
      <pc:sldChg chg="del">
        <pc:chgData name="王 欣捷" userId="b965477fa0aef5e6" providerId="LiveId" clId="{F5C7CE7F-4255-4272-BB66-E36156271E14}" dt="2021-04-22T07:45:21.335" v="1" actId="47"/>
        <pc:sldMkLst>
          <pc:docMk/>
          <pc:sldMk cId="0" sldId="814"/>
        </pc:sldMkLst>
      </pc:sldChg>
      <pc:sldChg chg="del">
        <pc:chgData name="王 欣捷" userId="b965477fa0aef5e6" providerId="LiveId" clId="{F5C7CE7F-4255-4272-BB66-E36156271E14}" dt="2021-04-22T07:45:21.335" v="1" actId="47"/>
        <pc:sldMkLst>
          <pc:docMk/>
          <pc:sldMk cId="0" sldId="815"/>
        </pc:sldMkLst>
      </pc:sldChg>
      <pc:sldChg chg="del">
        <pc:chgData name="王 欣捷" userId="b965477fa0aef5e6" providerId="LiveId" clId="{F5C7CE7F-4255-4272-BB66-E36156271E14}" dt="2021-04-22T07:45:21.335" v="1" actId="47"/>
        <pc:sldMkLst>
          <pc:docMk/>
          <pc:sldMk cId="0" sldId="816"/>
        </pc:sldMkLst>
      </pc:sldChg>
      <pc:sldChg chg="del">
        <pc:chgData name="王 欣捷" userId="b965477fa0aef5e6" providerId="LiveId" clId="{F5C7CE7F-4255-4272-BB66-E36156271E14}" dt="2021-04-22T07:45:21.335" v="1" actId="47"/>
        <pc:sldMkLst>
          <pc:docMk/>
          <pc:sldMk cId="0" sldId="817"/>
        </pc:sldMkLst>
      </pc:sldChg>
      <pc:sldChg chg="del">
        <pc:chgData name="王 欣捷" userId="b965477fa0aef5e6" providerId="LiveId" clId="{F5C7CE7F-4255-4272-BB66-E36156271E14}" dt="2021-04-22T07:45:21.335" v="1" actId="47"/>
        <pc:sldMkLst>
          <pc:docMk/>
          <pc:sldMk cId="0" sldId="818"/>
        </pc:sldMkLst>
      </pc:sldChg>
      <pc:sldChg chg="del">
        <pc:chgData name="王 欣捷" userId="b965477fa0aef5e6" providerId="LiveId" clId="{F5C7CE7F-4255-4272-BB66-E36156271E14}" dt="2021-04-22T07:45:21.335" v="1" actId="47"/>
        <pc:sldMkLst>
          <pc:docMk/>
          <pc:sldMk cId="0" sldId="819"/>
        </pc:sldMkLst>
      </pc:sldChg>
      <pc:sldChg chg="del">
        <pc:chgData name="王 欣捷" userId="b965477fa0aef5e6" providerId="LiveId" clId="{F5C7CE7F-4255-4272-BB66-E36156271E14}" dt="2021-04-22T07:45:21.335" v="1" actId="47"/>
        <pc:sldMkLst>
          <pc:docMk/>
          <pc:sldMk cId="0" sldId="820"/>
        </pc:sldMkLst>
      </pc:sldChg>
      <pc:sldChg chg="del">
        <pc:chgData name="王 欣捷" userId="b965477fa0aef5e6" providerId="LiveId" clId="{F5C7CE7F-4255-4272-BB66-E36156271E14}" dt="2021-04-22T07:45:21.335" v="1" actId="47"/>
        <pc:sldMkLst>
          <pc:docMk/>
          <pc:sldMk cId="0" sldId="821"/>
        </pc:sldMkLst>
      </pc:sldChg>
      <pc:sldChg chg="del">
        <pc:chgData name="王 欣捷" userId="b965477fa0aef5e6" providerId="LiveId" clId="{F5C7CE7F-4255-4272-BB66-E36156271E14}" dt="2021-04-22T07:45:21.335" v="1" actId="47"/>
        <pc:sldMkLst>
          <pc:docMk/>
          <pc:sldMk cId="0" sldId="822"/>
        </pc:sldMkLst>
      </pc:sldChg>
      <pc:sldChg chg="del">
        <pc:chgData name="王 欣捷" userId="b965477fa0aef5e6" providerId="LiveId" clId="{F5C7CE7F-4255-4272-BB66-E36156271E14}" dt="2021-04-22T07:45:21.335" v="1" actId="47"/>
        <pc:sldMkLst>
          <pc:docMk/>
          <pc:sldMk cId="0" sldId="836"/>
        </pc:sldMkLst>
      </pc:sldChg>
      <pc:sldChg chg="del">
        <pc:chgData name="王 欣捷" userId="b965477fa0aef5e6" providerId="LiveId" clId="{F5C7CE7F-4255-4272-BB66-E36156271E14}" dt="2021-04-22T07:45:21.335" v="1" actId="47"/>
        <pc:sldMkLst>
          <pc:docMk/>
          <pc:sldMk cId="0" sldId="837"/>
        </pc:sldMkLst>
      </pc:sldChg>
      <pc:sldChg chg="modSp add del mod">
        <pc:chgData name="王 欣捷" userId="b965477fa0aef5e6" providerId="LiveId" clId="{F5C7CE7F-4255-4272-BB66-E36156271E14}" dt="2021-04-22T08:09:02.941" v="399" actId="47"/>
        <pc:sldMkLst>
          <pc:docMk/>
          <pc:sldMk cId="0" sldId="850"/>
        </pc:sldMkLst>
      </pc:sldChg>
      <pc:sldChg chg="del">
        <pc:chgData name="王 欣捷" userId="b965477fa0aef5e6" providerId="LiveId" clId="{F5C7CE7F-4255-4272-BB66-E36156271E14}" dt="2021-04-22T07:45:21.335" v="1" actId="47"/>
        <pc:sldMkLst>
          <pc:docMk/>
          <pc:sldMk cId="0" sldId="851"/>
        </pc:sldMkLst>
      </pc:sldChg>
      <pc:sldChg chg="del">
        <pc:chgData name="王 欣捷" userId="b965477fa0aef5e6" providerId="LiveId" clId="{F5C7CE7F-4255-4272-BB66-E36156271E14}" dt="2021-04-22T07:45:21.335" v="1" actId="47"/>
        <pc:sldMkLst>
          <pc:docMk/>
          <pc:sldMk cId="0" sldId="852"/>
        </pc:sldMkLst>
      </pc:sldChg>
      <pc:sldChg chg="del">
        <pc:chgData name="王 欣捷" userId="b965477fa0aef5e6" providerId="LiveId" clId="{F5C7CE7F-4255-4272-BB66-E36156271E14}" dt="2021-04-22T07:45:21.335" v="1" actId="47"/>
        <pc:sldMkLst>
          <pc:docMk/>
          <pc:sldMk cId="0" sldId="853"/>
        </pc:sldMkLst>
      </pc:sldChg>
      <pc:sldChg chg="del">
        <pc:chgData name="王 欣捷" userId="b965477fa0aef5e6" providerId="LiveId" clId="{F5C7CE7F-4255-4272-BB66-E36156271E14}" dt="2021-04-22T07:45:21.335" v="1" actId="47"/>
        <pc:sldMkLst>
          <pc:docMk/>
          <pc:sldMk cId="0" sldId="854"/>
        </pc:sldMkLst>
      </pc:sldChg>
      <pc:sldChg chg="del">
        <pc:chgData name="王 欣捷" userId="b965477fa0aef5e6" providerId="LiveId" clId="{F5C7CE7F-4255-4272-BB66-E36156271E14}" dt="2021-04-22T07:45:21.335" v="1" actId="47"/>
        <pc:sldMkLst>
          <pc:docMk/>
          <pc:sldMk cId="0" sldId="855"/>
        </pc:sldMkLst>
      </pc:sldChg>
      <pc:sldChg chg="del">
        <pc:chgData name="王 欣捷" userId="b965477fa0aef5e6" providerId="LiveId" clId="{F5C7CE7F-4255-4272-BB66-E36156271E14}" dt="2021-04-22T07:45:21.335" v="1" actId="47"/>
        <pc:sldMkLst>
          <pc:docMk/>
          <pc:sldMk cId="0" sldId="856"/>
        </pc:sldMkLst>
      </pc:sldChg>
      <pc:sldChg chg="del">
        <pc:chgData name="王 欣捷" userId="b965477fa0aef5e6" providerId="LiveId" clId="{F5C7CE7F-4255-4272-BB66-E36156271E14}" dt="2021-04-22T07:45:21.335" v="1" actId="47"/>
        <pc:sldMkLst>
          <pc:docMk/>
          <pc:sldMk cId="0" sldId="857"/>
        </pc:sldMkLst>
      </pc:sldChg>
      <pc:sldChg chg="del">
        <pc:chgData name="王 欣捷" userId="b965477fa0aef5e6" providerId="LiveId" clId="{F5C7CE7F-4255-4272-BB66-E36156271E14}" dt="2021-04-22T07:45:21.335" v="1" actId="47"/>
        <pc:sldMkLst>
          <pc:docMk/>
          <pc:sldMk cId="0" sldId="858"/>
        </pc:sldMkLst>
      </pc:sldChg>
      <pc:sldChg chg="del">
        <pc:chgData name="王 欣捷" userId="b965477fa0aef5e6" providerId="LiveId" clId="{F5C7CE7F-4255-4272-BB66-E36156271E14}" dt="2021-04-22T07:45:21.335" v="1" actId="47"/>
        <pc:sldMkLst>
          <pc:docMk/>
          <pc:sldMk cId="0" sldId="859"/>
        </pc:sldMkLst>
      </pc:sldChg>
      <pc:sldChg chg="del">
        <pc:chgData name="王 欣捷" userId="b965477fa0aef5e6" providerId="LiveId" clId="{F5C7CE7F-4255-4272-BB66-E36156271E14}" dt="2021-04-22T07:45:21.335" v="1" actId="47"/>
        <pc:sldMkLst>
          <pc:docMk/>
          <pc:sldMk cId="0" sldId="860"/>
        </pc:sldMkLst>
      </pc:sldChg>
      <pc:sldChg chg="del">
        <pc:chgData name="王 欣捷" userId="b965477fa0aef5e6" providerId="LiveId" clId="{F5C7CE7F-4255-4272-BB66-E36156271E14}" dt="2021-04-22T07:45:21.335" v="1" actId="47"/>
        <pc:sldMkLst>
          <pc:docMk/>
          <pc:sldMk cId="0" sldId="861"/>
        </pc:sldMkLst>
      </pc:sldChg>
      <pc:sldChg chg="del">
        <pc:chgData name="王 欣捷" userId="b965477fa0aef5e6" providerId="LiveId" clId="{F5C7CE7F-4255-4272-BB66-E36156271E14}" dt="2021-04-22T07:45:21.335" v="1" actId="47"/>
        <pc:sldMkLst>
          <pc:docMk/>
          <pc:sldMk cId="0" sldId="862"/>
        </pc:sldMkLst>
      </pc:sldChg>
      <pc:sldChg chg="del">
        <pc:chgData name="王 欣捷" userId="b965477fa0aef5e6" providerId="LiveId" clId="{F5C7CE7F-4255-4272-BB66-E36156271E14}" dt="2021-04-22T07:45:21.335" v="1" actId="47"/>
        <pc:sldMkLst>
          <pc:docMk/>
          <pc:sldMk cId="0" sldId="863"/>
        </pc:sldMkLst>
      </pc:sldChg>
      <pc:sldChg chg="del">
        <pc:chgData name="王 欣捷" userId="b965477fa0aef5e6" providerId="LiveId" clId="{F5C7CE7F-4255-4272-BB66-E36156271E14}" dt="2021-04-22T07:45:21.335" v="1" actId="47"/>
        <pc:sldMkLst>
          <pc:docMk/>
          <pc:sldMk cId="0" sldId="864"/>
        </pc:sldMkLst>
      </pc:sldChg>
      <pc:sldChg chg="del">
        <pc:chgData name="王 欣捷" userId="b965477fa0aef5e6" providerId="LiveId" clId="{F5C7CE7F-4255-4272-BB66-E36156271E14}" dt="2021-04-22T07:45:21.335" v="1" actId="47"/>
        <pc:sldMkLst>
          <pc:docMk/>
          <pc:sldMk cId="0" sldId="865"/>
        </pc:sldMkLst>
      </pc:sldChg>
      <pc:sldChg chg="del">
        <pc:chgData name="王 欣捷" userId="b965477fa0aef5e6" providerId="LiveId" clId="{F5C7CE7F-4255-4272-BB66-E36156271E14}" dt="2021-04-22T07:45:21.335" v="1" actId="47"/>
        <pc:sldMkLst>
          <pc:docMk/>
          <pc:sldMk cId="0" sldId="866"/>
        </pc:sldMkLst>
      </pc:sldChg>
      <pc:sldChg chg="del">
        <pc:chgData name="王 欣捷" userId="b965477fa0aef5e6" providerId="LiveId" clId="{F5C7CE7F-4255-4272-BB66-E36156271E14}" dt="2021-04-22T07:45:21.335" v="1" actId="47"/>
        <pc:sldMkLst>
          <pc:docMk/>
          <pc:sldMk cId="0" sldId="867"/>
        </pc:sldMkLst>
      </pc:sldChg>
      <pc:sldChg chg="del">
        <pc:chgData name="王 欣捷" userId="b965477fa0aef5e6" providerId="LiveId" clId="{F5C7CE7F-4255-4272-BB66-E36156271E14}" dt="2021-04-22T07:45:21.335" v="1" actId="47"/>
        <pc:sldMkLst>
          <pc:docMk/>
          <pc:sldMk cId="0" sldId="868"/>
        </pc:sldMkLst>
      </pc:sldChg>
      <pc:sldChg chg="del">
        <pc:chgData name="王 欣捷" userId="b965477fa0aef5e6" providerId="LiveId" clId="{F5C7CE7F-4255-4272-BB66-E36156271E14}" dt="2021-04-22T07:45:21.335" v="1" actId="47"/>
        <pc:sldMkLst>
          <pc:docMk/>
          <pc:sldMk cId="0" sldId="869"/>
        </pc:sldMkLst>
      </pc:sldChg>
      <pc:sldChg chg="del">
        <pc:chgData name="王 欣捷" userId="b965477fa0aef5e6" providerId="LiveId" clId="{F5C7CE7F-4255-4272-BB66-E36156271E14}" dt="2021-04-22T07:45:21.335" v="1" actId="47"/>
        <pc:sldMkLst>
          <pc:docMk/>
          <pc:sldMk cId="0" sldId="870"/>
        </pc:sldMkLst>
      </pc:sldChg>
      <pc:sldChg chg="del">
        <pc:chgData name="王 欣捷" userId="b965477fa0aef5e6" providerId="LiveId" clId="{F5C7CE7F-4255-4272-BB66-E36156271E14}" dt="2021-04-22T07:45:21.335" v="1" actId="47"/>
        <pc:sldMkLst>
          <pc:docMk/>
          <pc:sldMk cId="0" sldId="871"/>
        </pc:sldMkLst>
      </pc:sldChg>
      <pc:sldChg chg="del">
        <pc:chgData name="王 欣捷" userId="b965477fa0aef5e6" providerId="LiveId" clId="{F5C7CE7F-4255-4272-BB66-E36156271E14}" dt="2021-04-22T07:45:21.335" v="1" actId="47"/>
        <pc:sldMkLst>
          <pc:docMk/>
          <pc:sldMk cId="0" sldId="872"/>
        </pc:sldMkLst>
      </pc:sldChg>
      <pc:sldChg chg="del">
        <pc:chgData name="王 欣捷" userId="b965477fa0aef5e6" providerId="LiveId" clId="{F5C7CE7F-4255-4272-BB66-E36156271E14}" dt="2021-04-22T07:45:21.335" v="1" actId="47"/>
        <pc:sldMkLst>
          <pc:docMk/>
          <pc:sldMk cId="0" sldId="873"/>
        </pc:sldMkLst>
      </pc:sldChg>
      <pc:sldChg chg="del">
        <pc:chgData name="王 欣捷" userId="b965477fa0aef5e6" providerId="LiveId" clId="{F5C7CE7F-4255-4272-BB66-E36156271E14}" dt="2021-04-22T07:45:21.335" v="1" actId="47"/>
        <pc:sldMkLst>
          <pc:docMk/>
          <pc:sldMk cId="0" sldId="874"/>
        </pc:sldMkLst>
      </pc:sldChg>
      <pc:sldChg chg="del">
        <pc:chgData name="王 欣捷" userId="b965477fa0aef5e6" providerId="LiveId" clId="{F5C7CE7F-4255-4272-BB66-E36156271E14}" dt="2021-04-22T07:45:21.335" v="1" actId="47"/>
        <pc:sldMkLst>
          <pc:docMk/>
          <pc:sldMk cId="0" sldId="875"/>
        </pc:sldMkLst>
      </pc:sldChg>
      <pc:sldChg chg="del">
        <pc:chgData name="王 欣捷" userId="b965477fa0aef5e6" providerId="LiveId" clId="{F5C7CE7F-4255-4272-BB66-E36156271E14}" dt="2021-04-22T07:45:21.335" v="1" actId="47"/>
        <pc:sldMkLst>
          <pc:docMk/>
          <pc:sldMk cId="0" sldId="876"/>
        </pc:sldMkLst>
      </pc:sldChg>
      <pc:sldChg chg="del">
        <pc:chgData name="王 欣捷" userId="b965477fa0aef5e6" providerId="LiveId" clId="{F5C7CE7F-4255-4272-BB66-E36156271E14}" dt="2021-04-22T07:45:21.335" v="1" actId="47"/>
        <pc:sldMkLst>
          <pc:docMk/>
          <pc:sldMk cId="0" sldId="877"/>
        </pc:sldMkLst>
      </pc:sldChg>
      <pc:sldChg chg="del">
        <pc:chgData name="王 欣捷" userId="b965477fa0aef5e6" providerId="LiveId" clId="{F5C7CE7F-4255-4272-BB66-E36156271E14}" dt="2021-04-22T07:45:21.335" v="1" actId="47"/>
        <pc:sldMkLst>
          <pc:docMk/>
          <pc:sldMk cId="0" sldId="878"/>
        </pc:sldMkLst>
      </pc:sldChg>
      <pc:sldChg chg="del">
        <pc:chgData name="王 欣捷" userId="b965477fa0aef5e6" providerId="LiveId" clId="{F5C7CE7F-4255-4272-BB66-E36156271E14}" dt="2021-04-22T07:45:21.335" v="1" actId="47"/>
        <pc:sldMkLst>
          <pc:docMk/>
          <pc:sldMk cId="0" sldId="879"/>
        </pc:sldMkLst>
      </pc:sldChg>
      <pc:sldChg chg="del">
        <pc:chgData name="王 欣捷" userId="b965477fa0aef5e6" providerId="LiveId" clId="{F5C7CE7F-4255-4272-BB66-E36156271E14}" dt="2021-04-22T07:45:21.335" v="1" actId="47"/>
        <pc:sldMkLst>
          <pc:docMk/>
          <pc:sldMk cId="0" sldId="880"/>
        </pc:sldMkLst>
      </pc:sldChg>
      <pc:sldChg chg="modSp add mod">
        <pc:chgData name="王 欣捷" userId="b965477fa0aef5e6" providerId="LiveId" clId="{F5C7CE7F-4255-4272-BB66-E36156271E14}" dt="2021-04-22T07:48:21.138" v="58" actId="1076"/>
        <pc:sldMkLst>
          <pc:docMk/>
          <pc:sldMk cId="0" sldId="882"/>
        </pc:sldMkLst>
      </pc:sldChg>
      <pc:sldChg chg="del">
        <pc:chgData name="王 欣捷" userId="b965477fa0aef5e6" providerId="LiveId" clId="{F5C7CE7F-4255-4272-BB66-E36156271E14}" dt="2021-04-22T07:45:21.335" v="1" actId="47"/>
        <pc:sldMkLst>
          <pc:docMk/>
          <pc:sldMk cId="0" sldId="909"/>
        </pc:sldMkLst>
      </pc:sldChg>
      <pc:sldChg chg="del">
        <pc:chgData name="王 欣捷" userId="b965477fa0aef5e6" providerId="LiveId" clId="{F5C7CE7F-4255-4272-BB66-E36156271E14}" dt="2021-04-22T07:45:21.335" v="1" actId="47"/>
        <pc:sldMkLst>
          <pc:docMk/>
          <pc:sldMk cId="0" sldId="910"/>
        </pc:sldMkLst>
      </pc:sldChg>
      <pc:sldChg chg="modSp add del mod">
        <pc:chgData name="王 欣捷" userId="b965477fa0aef5e6" providerId="LiveId" clId="{F5C7CE7F-4255-4272-BB66-E36156271E14}" dt="2021-04-22T08:05:46.768" v="231" actId="207"/>
        <pc:sldMkLst>
          <pc:docMk/>
          <pc:sldMk cId="0" sldId="911"/>
        </pc:sldMkLst>
      </pc:sldChg>
      <pc:sldChg chg="addSp delSp modSp add del mod modClrScheme chgLayout">
        <pc:chgData name="王 欣捷" userId="b965477fa0aef5e6" providerId="LiveId" clId="{F5C7CE7F-4255-4272-BB66-E36156271E14}" dt="2021-04-22T07:46:23.493" v="37" actId="1076"/>
        <pc:sldMkLst>
          <pc:docMk/>
          <pc:sldMk cId="0" sldId="912"/>
        </pc:sldMkLst>
      </pc:sldChg>
      <pc:sldChg chg="modSp add del mod">
        <pc:chgData name="王 欣捷" userId="b965477fa0aef5e6" providerId="LiveId" clId="{F5C7CE7F-4255-4272-BB66-E36156271E14}" dt="2021-04-22T07:46:32.919" v="39" actId="207"/>
        <pc:sldMkLst>
          <pc:docMk/>
          <pc:sldMk cId="0" sldId="913"/>
        </pc:sldMkLst>
      </pc:sldChg>
      <pc:sldChg chg="modSp add del mod">
        <pc:chgData name="王 欣捷" userId="b965477fa0aef5e6" providerId="LiveId" clId="{F5C7CE7F-4255-4272-BB66-E36156271E14}" dt="2021-04-22T07:46:40.576" v="41" actId="207"/>
        <pc:sldMkLst>
          <pc:docMk/>
          <pc:sldMk cId="0" sldId="914"/>
        </pc:sldMkLst>
      </pc:sldChg>
      <pc:sldChg chg="modSp add del">
        <pc:chgData name="王 欣捷" userId="b965477fa0aef5e6" providerId="LiveId" clId="{F5C7CE7F-4255-4272-BB66-E36156271E14}" dt="2021-04-22T08:06:07.938" v="232" actId="113"/>
        <pc:sldMkLst>
          <pc:docMk/>
          <pc:sldMk cId="0" sldId="915"/>
        </pc:sldMkLst>
      </pc:sldChg>
      <pc:sldChg chg="modSp add del mod">
        <pc:chgData name="王 欣捷" userId="b965477fa0aef5e6" providerId="LiveId" clId="{F5C7CE7F-4255-4272-BB66-E36156271E14}" dt="2021-04-22T08:08:51.979" v="396"/>
        <pc:sldMkLst>
          <pc:docMk/>
          <pc:sldMk cId="0" sldId="916"/>
        </pc:sldMkLst>
      </pc:sldChg>
      <pc:sldChg chg="modSp add del">
        <pc:chgData name="王 欣捷" userId="b965477fa0aef5e6" providerId="LiveId" clId="{F5C7CE7F-4255-4272-BB66-E36156271E14}" dt="2021-04-22T07:46:07.334" v="28"/>
        <pc:sldMkLst>
          <pc:docMk/>
          <pc:sldMk cId="0" sldId="917"/>
        </pc:sldMkLst>
      </pc:sldChg>
      <pc:sldChg chg="del">
        <pc:chgData name="王 欣捷" userId="b965477fa0aef5e6" providerId="LiveId" clId="{F5C7CE7F-4255-4272-BB66-E36156271E14}" dt="2021-04-22T07:45:21.335" v="1" actId="47"/>
        <pc:sldMkLst>
          <pc:docMk/>
          <pc:sldMk cId="0" sldId="918"/>
        </pc:sldMkLst>
      </pc:sldChg>
      <pc:sldChg chg="del">
        <pc:chgData name="王 欣捷" userId="b965477fa0aef5e6" providerId="LiveId" clId="{F5C7CE7F-4255-4272-BB66-E36156271E14}" dt="2021-04-22T07:45:21.335" v="1" actId="47"/>
        <pc:sldMkLst>
          <pc:docMk/>
          <pc:sldMk cId="0" sldId="919"/>
        </pc:sldMkLst>
      </pc:sldChg>
      <pc:sldChg chg="modSp add del">
        <pc:chgData name="王 欣捷" userId="b965477fa0aef5e6" providerId="LiveId" clId="{F5C7CE7F-4255-4272-BB66-E36156271E14}" dt="2021-04-22T08:06:16.934" v="233" actId="113"/>
        <pc:sldMkLst>
          <pc:docMk/>
          <pc:sldMk cId="0" sldId="920"/>
        </pc:sldMkLst>
      </pc:sldChg>
      <pc:sldChg chg="delSp modSp add del mod modClrScheme chgLayout">
        <pc:chgData name="王 欣捷" userId="b965477fa0aef5e6" providerId="LiveId" clId="{F5C7CE7F-4255-4272-BB66-E36156271E14}" dt="2021-04-22T07:47:47.494" v="49" actId="1076"/>
        <pc:sldMkLst>
          <pc:docMk/>
          <pc:sldMk cId="0" sldId="921"/>
        </pc:sldMkLst>
      </pc:sldChg>
      <pc:sldChg chg="add">
        <pc:chgData name="王 欣捷" userId="b965477fa0aef5e6" providerId="LiveId" clId="{F5C7CE7F-4255-4272-BB66-E36156271E14}" dt="2021-04-22T07:45:22.033" v="2"/>
        <pc:sldMkLst>
          <pc:docMk/>
          <pc:sldMk cId="0" sldId="922"/>
        </pc:sldMkLst>
      </pc:sldChg>
      <pc:sldChg chg="add">
        <pc:chgData name="王 欣捷" userId="b965477fa0aef5e6" providerId="LiveId" clId="{F5C7CE7F-4255-4272-BB66-E36156271E14}" dt="2021-04-22T07:45:22.033" v="2"/>
        <pc:sldMkLst>
          <pc:docMk/>
          <pc:sldMk cId="0" sldId="923"/>
        </pc:sldMkLst>
      </pc:sldChg>
      <pc:sldChg chg="addSp delSp modSp add mod modClrScheme chgLayout">
        <pc:chgData name="王 欣捷" userId="b965477fa0aef5e6" providerId="LiveId" clId="{F5C7CE7F-4255-4272-BB66-E36156271E14}" dt="2021-04-22T07:53:32.326" v="62" actId="1076"/>
        <pc:sldMkLst>
          <pc:docMk/>
          <pc:sldMk cId="0" sldId="924"/>
        </pc:sldMkLst>
      </pc:sldChg>
      <pc:sldChg chg="modSp add">
        <pc:chgData name="王 欣捷" userId="b965477fa0aef5e6" providerId="LiveId" clId="{F5C7CE7F-4255-4272-BB66-E36156271E14}" dt="2021-04-22T07:46:07.334" v="28"/>
        <pc:sldMkLst>
          <pc:docMk/>
          <pc:sldMk cId="0" sldId="925"/>
        </pc:sldMkLst>
      </pc:sldChg>
      <pc:sldChg chg="add">
        <pc:chgData name="王 欣捷" userId="b965477fa0aef5e6" providerId="LiveId" clId="{F5C7CE7F-4255-4272-BB66-E36156271E14}" dt="2021-04-22T07:45:22.033" v="2"/>
        <pc:sldMkLst>
          <pc:docMk/>
          <pc:sldMk cId="0" sldId="926"/>
        </pc:sldMkLst>
      </pc:sldChg>
      <pc:sldChg chg="modSp add mod">
        <pc:chgData name="王 欣捷" userId="b965477fa0aef5e6" providerId="LiveId" clId="{F5C7CE7F-4255-4272-BB66-E36156271E14}" dt="2021-04-22T07:53:57.456" v="69" actId="14100"/>
        <pc:sldMkLst>
          <pc:docMk/>
          <pc:sldMk cId="0" sldId="927"/>
        </pc:sldMkLst>
      </pc:sldChg>
      <pc:sldChg chg="modSp add mod">
        <pc:chgData name="王 欣捷" userId="b965477fa0aef5e6" providerId="LiveId" clId="{F5C7CE7F-4255-4272-BB66-E36156271E14}" dt="2021-04-22T07:53:46.505" v="66" actId="27636"/>
        <pc:sldMkLst>
          <pc:docMk/>
          <pc:sldMk cId="0" sldId="928"/>
        </pc:sldMkLst>
      </pc:sldChg>
      <pc:sldChg chg="addSp delSp modSp add">
        <pc:chgData name="王 欣捷" userId="b965477fa0aef5e6" providerId="LiveId" clId="{F5C7CE7F-4255-4272-BB66-E36156271E14}" dt="2021-04-22T07:54:34.364" v="81"/>
        <pc:sldMkLst>
          <pc:docMk/>
          <pc:sldMk cId="0" sldId="929"/>
        </pc:sldMkLst>
      </pc:sldChg>
      <pc:sldChg chg="addSp delSp modSp add mod modClrScheme chgLayout">
        <pc:chgData name="王 欣捷" userId="b965477fa0aef5e6" providerId="LiveId" clId="{F5C7CE7F-4255-4272-BB66-E36156271E14}" dt="2021-04-22T07:54:26.499" v="78" actId="1076"/>
        <pc:sldMkLst>
          <pc:docMk/>
          <pc:sldMk cId="0" sldId="930"/>
        </pc:sldMkLst>
      </pc:sldChg>
      <pc:sldChg chg="modSp add">
        <pc:chgData name="王 欣捷" userId="b965477fa0aef5e6" providerId="LiveId" clId="{F5C7CE7F-4255-4272-BB66-E36156271E14}" dt="2021-04-22T07:46:07.334" v="28"/>
        <pc:sldMkLst>
          <pc:docMk/>
          <pc:sldMk cId="3190100003" sldId="931"/>
        </pc:sldMkLst>
      </pc:sldChg>
      <pc:sldChg chg="modSp add mod">
        <pc:chgData name="王 欣捷" userId="b965477fa0aef5e6" providerId="LiveId" clId="{F5C7CE7F-4255-4272-BB66-E36156271E14}" dt="2021-04-22T07:54:45.552" v="82" actId="2710"/>
        <pc:sldMkLst>
          <pc:docMk/>
          <pc:sldMk cId="0" sldId="932"/>
        </pc:sldMkLst>
      </pc:sldChg>
      <pc:sldChg chg="modSp add">
        <pc:chgData name="王 欣捷" userId="b965477fa0aef5e6" providerId="LiveId" clId="{F5C7CE7F-4255-4272-BB66-E36156271E14}" dt="2021-04-22T07:46:07.334" v="28"/>
        <pc:sldMkLst>
          <pc:docMk/>
          <pc:sldMk cId="0" sldId="937"/>
        </pc:sldMkLst>
      </pc:sldChg>
      <pc:sldChg chg="addSp delSp modSp add del mod modClrScheme chgLayout">
        <pc:chgData name="王 欣捷" userId="b965477fa0aef5e6" providerId="LiveId" clId="{F5C7CE7F-4255-4272-BB66-E36156271E14}" dt="2021-04-22T07:55:06.652" v="91" actId="1076"/>
        <pc:sldMkLst>
          <pc:docMk/>
          <pc:sldMk cId="0" sldId="938"/>
        </pc:sldMkLst>
      </pc:sldChg>
      <pc:sldChg chg="del">
        <pc:chgData name="王 欣捷" userId="b965477fa0aef5e6" providerId="LiveId" clId="{F5C7CE7F-4255-4272-BB66-E36156271E14}" dt="2021-04-22T07:45:21.335" v="1" actId="47"/>
        <pc:sldMkLst>
          <pc:docMk/>
          <pc:sldMk cId="0" sldId="939"/>
        </pc:sldMkLst>
      </pc:sldChg>
      <pc:sldChg chg="modSp add del mod">
        <pc:chgData name="王 欣捷" userId="b965477fa0aef5e6" providerId="LiveId" clId="{F5C7CE7F-4255-4272-BB66-E36156271E14}" dt="2021-04-22T07:55:33.283" v="93" actId="2710"/>
        <pc:sldMkLst>
          <pc:docMk/>
          <pc:sldMk cId="0" sldId="940"/>
        </pc:sldMkLst>
      </pc:sldChg>
      <pc:sldChg chg="delSp modSp add del mod modClrScheme chgLayout">
        <pc:chgData name="王 欣捷" userId="b965477fa0aef5e6" providerId="LiveId" clId="{F5C7CE7F-4255-4272-BB66-E36156271E14}" dt="2021-04-22T07:56:32.447" v="111" actId="14100"/>
        <pc:sldMkLst>
          <pc:docMk/>
          <pc:sldMk cId="0" sldId="941"/>
        </pc:sldMkLst>
      </pc:sldChg>
      <pc:sldChg chg="add">
        <pc:chgData name="王 欣捷" userId="b965477fa0aef5e6" providerId="LiveId" clId="{F5C7CE7F-4255-4272-BB66-E36156271E14}" dt="2021-04-22T07:45:22.033" v="2"/>
        <pc:sldMkLst>
          <pc:docMk/>
          <pc:sldMk cId="0" sldId="942"/>
        </pc:sldMkLst>
      </pc:sldChg>
      <pc:sldChg chg="modSp add del mod chgLayout">
        <pc:chgData name="王 欣捷" userId="b965477fa0aef5e6" providerId="LiveId" clId="{F5C7CE7F-4255-4272-BB66-E36156271E14}" dt="2021-04-22T07:56:42.362" v="112" actId="700"/>
        <pc:sldMkLst>
          <pc:docMk/>
          <pc:sldMk cId="0" sldId="943"/>
        </pc:sldMkLst>
      </pc:sldChg>
      <pc:sldChg chg="modSp add del mod chgLayout">
        <pc:chgData name="王 欣捷" userId="b965477fa0aef5e6" providerId="LiveId" clId="{F5C7CE7F-4255-4272-BB66-E36156271E14}" dt="2021-04-22T07:56:45.269" v="113" actId="700"/>
        <pc:sldMkLst>
          <pc:docMk/>
          <pc:sldMk cId="0" sldId="944"/>
        </pc:sldMkLst>
      </pc:sldChg>
      <pc:sldChg chg="modSp add mod chgLayout">
        <pc:chgData name="王 欣捷" userId="b965477fa0aef5e6" providerId="LiveId" clId="{F5C7CE7F-4255-4272-BB66-E36156271E14}" dt="2021-04-22T07:56:48.751" v="114" actId="700"/>
        <pc:sldMkLst>
          <pc:docMk/>
          <pc:sldMk cId="0" sldId="945"/>
        </pc:sldMkLst>
      </pc:sldChg>
      <pc:sldChg chg="del">
        <pc:chgData name="王 欣捷" userId="b965477fa0aef5e6" providerId="LiveId" clId="{F5C7CE7F-4255-4272-BB66-E36156271E14}" dt="2021-04-22T07:45:21.335" v="1" actId="47"/>
        <pc:sldMkLst>
          <pc:docMk/>
          <pc:sldMk cId="672076074" sldId="945"/>
        </pc:sldMkLst>
      </pc:sldChg>
      <pc:sldChg chg="modSp add mod chgLayout">
        <pc:chgData name="王 欣捷" userId="b965477fa0aef5e6" providerId="LiveId" clId="{F5C7CE7F-4255-4272-BB66-E36156271E14}" dt="2021-04-22T07:56:53.090" v="115" actId="700"/>
        <pc:sldMkLst>
          <pc:docMk/>
          <pc:sldMk cId="0" sldId="946"/>
        </pc:sldMkLst>
      </pc:sldChg>
      <pc:sldChg chg="del">
        <pc:chgData name="王 欣捷" userId="b965477fa0aef5e6" providerId="LiveId" clId="{F5C7CE7F-4255-4272-BB66-E36156271E14}" dt="2021-04-22T07:45:21.335" v="1" actId="47"/>
        <pc:sldMkLst>
          <pc:docMk/>
          <pc:sldMk cId="4090644917" sldId="946"/>
        </pc:sldMkLst>
      </pc:sldChg>
      <pc:sldChg chg="modSp add mod delCm chgLayout">
        <pc:chgData name="王 欣捷" userId="b965477fa0aef5e6" providerId="LiveId" clId="{F5C7CE7F-4255-4272-BB66-E36156271E14}" dt="2021-04-22T07:58:43.486" v="137" actId="1076"/>
        <pc:sldMkLst>
          <pc:docMk/>
          <pc:sldMk cId="0" sldId="947"/>
        </pc:sldMkLst>
      </pc:sldChg>
      <pc:sldChg chg="add">
        <pc:chgData name="王 欣捷" userId="b965477fa0aef5e6" providerId="LiveId" clId="{F5C7CE7F-4255-4272-BB66-E36156271E14}" dt="2021-04-22T07:45:22.033" v="2"/>
        <pc:sldMkLst>
          <pc:docMk/>
          <pc:sldMk cId="0" sldId="948"/>
        </pc:sldMkLst>
      </pc:sldChg>
      <pc:sldChg chg="modSp add mod">
        <pc:chgData name="王 欣捷" userId="b965477fa0aef5e6" providerId="LiveId" clId="{F5C7CE7F-4255-4272-BB66-E36156271E14}" dt="2021-04-22T07:46:07.394" v="29" actId="27636"/>
        <pc:sldMkLst>
          <pc:docMk/>
          <pc:sldMk cId="0" sldId="949"/>
        </pc:sldMkLst>
      </pc:sldChg>
      <pc:sldChg chg="modSp add mod">
        <pc:chgData name="王 欣捷" userId="b965477fa0aef5e6" providerId="LiveId" clId="{F5C7CE7F-4255-4272-BB66-E36156271E14}" dt="2021-04-22T07:46:07.404" v="31" actId="27636"/>
        <pc:sldMkLst>
          <pc:docMk/>
          <pc:sldMk cId="0" sldId="950"/>
        </pc:sldMkLst>
      </pc:sldChg>
      <pc:sldChg chg="modSp add mod">
        <pc:chgData name="王 欣捷" userId="b965477fa0aef5e6" providerId="LiveId" clId="{F5C7CE7F-4255-4272-BB66-E36156271E14}" dt="2021-04-22T07:46:07.410" v="32" actId="27636"/>
        <pc:sldMkLst>
          <pc:docMk/>
          <pc:sldMk cId="0" sldId="951"/>
        </pc:sldMkLst>
      </pc:sldChg>
      <pc:sldChg chg="modSp add mod">
        <pc:chgData name="王 欣捷" userId="b965477fa0aef5e6" providerId="LiveId" clId="{F5C7CE7F-4255-4272-BB66-E36156271E14}" dt="2021-04-22T07:46:07.414" v="33" actId="27636"/>
        <pc:sldMkLst>
          <pc:docMk/>
          <pc:sldMk cId="0" sldId="952"/>
        </pc:sldMkLst>
      </pc:sldChg>
      <pc:sldChg chg="modSp add mod">
        <pc:chgData name="王 欣捷" userId="b965477fa0aef5e6" providerId="LiveId" clId="{F5C7CE7F-4255-4272-BB66-E36156271E14}" dt="2021-04-22T07:46:07.394" v="30" actId="27636"/>
        <pc:sldMkLst>
          <pc:docMk/>
          <pc:sldMk cId="0" sldId="953"/>
        </pc:sldMkLst>
      </pc:sldChg>
      <pc:sldChg chg="modSp add">
        <pc:chgData name="王 欣捷" userId="b965477fa0aef5e6" providerId="LiveId" clId="{F5C7CE7F-4255-4272-BB66-E36156271E14}" dt="2021-04-22T07:46:07.334" v="28"/>
        <pc:sldMkLst>
          <pc:docMk/>
          <pc:sldMk cId="0" sldId="954"/>
        </pc:sldMkLst>
      </pc:sldChg>
      <pc:sldChg chg="modSp add">
        <pc:chgData name="王 欣捷" userId="b965477fa0aef5e6" providerId="LiveId" clId="{F5C7CE7F-4255-4272-BB66-E36156271E14}" dt="2021-04-22T07:46:07.334" v="28"/>
        <pc:sldMkLst>
          <pc:docMk/>
          <pc:sldMk cId="0" sldId="955"/>
        </pc:sldMkLst>
      </pc:sldChg>
      <pc:sldChg chg="modSp add">
        <pc:chgData name="王 欣捷" userId="b965477fa0aef5e6" providerId="LiveId" clId="{F5C7CE7F-4255-4272-BB66-E36156271E14}" dt="2021-04-22T07:46:07.334" v="28"/>
        <pc:sldMkLst>
          <pc:docMk/>
          <pc:sldMk cId="0" sldId="956"/>
        </pc:sldMkLst>
      </pc:sldChg>
      <pc:sldChg chg="modSp add mod">
        <pc:chgData name="王 欣捷" userId="b965477fa0aef5e6" providerId="LiveId" clId="{F5C7CE7F-4255-4272-BB66-E36156271E14}" dt="2021-04-22T07:55:30.579" v="92" actId="2710"/>
        <pc:sldMkLst>
          <pc:docMk/>
          <pc:sldMk cId="0" sldId="957"/>
        </pc:sldMkLst>
      </pc:sldChg>
      <pc:sldChg chg="modSp add mod">
        <pc:chgData name="王 欣捷" userId="b965477fa0aef5e6" providerId="LiveId" clId="{F5C7CE7F-4255-4272-BB66-E36156271E14}" dt="2021-04-22T07:45:46.273" v="24" actId="20577"/>
        <pc:sldMkLst>
          <pc:docMk/>
          <pc:sldMk cId="0" sldId="958"/>
        </pc:sldMkLst>
      </pc:sldChg>
      <pc:sldChg chg="modSp add mod chgLayout">
        <pc:chgData name="王 欣捷" userId="b965477fa0aef5e6" providerId="LiveId" clId="{F5C7CE7F-4255-4272-BB66-E36156271E14}" dt="2021-04-22T07:58:57.143" v="138" actId="700"/>
        <pc:sldMkLst>
          <pc:docMk/>
          <pc:sldMk cId="0" sldId="959"/>
        </pc:sldMkLst>
      </pc:sldChg>
      <pc:sldChg chg="modSp add mod chgLayout">
        <pc:chgData name="王 欣捷" userId="b965477fa0aef5e6" providerId="LiveId" clId="{F5C7CE7F-4255-4272-BB66-E36156271E14}" dt="2021-04-22T07:58:59.510" v="139" actId="700"/>
        <pc:sldMkLst>
          <pc:docMk/>
          <pc:sldMk cId="0" sldId="960"/>
        </pc:sldMkLst>
      </pc:sldChg>
      <pc:sldChg chg="modSp add mod chgLayout">
        <pc:chgData name="王 欣捷" userId="b965477fa0aef5e6" providerId="LiveId" clId="{F5C7CE7F-4255-4272-BB66-E36156271E14}" dt="2021-04-22T07:59:03.625" v="140" actId="700"/>
        <pc:sldMkLst>
          <pc:docMk/>
          <pc:sldMk cId="0" sldId="961"/>
        </pc:sldMkLst>
      </pc:sldChg>
      <pc:sldChg chg="modSp add mod">
        <pc:chgData name="王 欣捷" userId="b965477fa0aef5e6" providerId="LiveId" clId="{F5C7CE7F-4255-4272-BB66-E36156271E14}" dt="2021-04-22T07:46:07.334" v="28"/>
        <pc:sldMkLst>
          <pc:docMk/>
          <pc:sldMk cId="0" sldId="962"/>
        </pc:sldMkLst>
      </pc:sldChg>
      <pc:sldChg chg="modSp add mod">
        <pc:chgData name="王 欣捷" userId="b965477fa0aef5e6" providerId="LiveId" clId="{F5C7CE7F-4255-4272-BB66-E36156271E14}" dt="2021-04-22T07:46:07.334" v="28"/>
        <pc:sldMkLst>
          <pc:docMk/>
          <pc:sldMk cId="0" sldId="963"/>
        </pc:sldMkLst>
      </pc:sldChg>
      <pc:sldChg chg="add">
        <pc:chgData name="王 欣捷" userId="b965477fa0aef5e6" providerId="LiveId" clId="{F5C7CE7F-4255-4272-BB66-E36156271E14}" dt="2021-04-22T07:45:22.033" v="2"/>
        <pc:sldMkLst>
          <pc:docMk/>
          <pc:sldMk cId="0" sldId="964"/>
        </pc:sldMkLst>
      </pc:sldChg>
      <pc:sldChg chg="modSp add mod modClrScheme chgLayout">
        <pc:chgData name="王 欣捷" userId="b965477fa0aef5e6" providerId="LiveId" clId="{F5C7CE7F-4255-4272-BB66-E36156271E14}" dt="2021-04-22T07:59:28.872" v="141" actId="700"/>
        <pc:sldMkLst>
          <pc:docMk/>
          <pc:sldMk cId="0" sldId="965"/>
        </pc:sldMkLst>
      </pc:sldChg>
      <pc:sldChg chg="modSp add mod modClrScheme chgLayout">
        <pc:chgData name="王 欣捷" userId="b965477fa0aef5e6" providerId="LiveId" clId="{F5C7CE7F-4255-4272-BB66-E36156271E14}" dt="2021-04-22T07:59:49.914" v="143" actId="1076"/>
        <pc:sldMkLst>
          <pc:docMk/>
          <pc:sldMk cId="0" sldId="966"/>
        </pc:sldMkLst>
      </pc:sldChg>
      <pc:sldChg chg="modSp add mod modClrScheme chgLayout">
        <pc:chgData name="王 欣捷" userId="b965477fa0aef5e6" providerId="LiveId" clId="{F5C7CE7F-4255-4272-BB66-E36156271E14}" dt="2021-04-22T08:00:53.894" v="160" actId="1076"/>
        <pc:sldMkLst>
          <pc:docMk/>
          <pc:sldMk cId="0" sldId="967"/>
        </pc:sldMkLst>
      </pc:sldChg>
      <pc:sldChg chg="modSp add mod modClrScheme chgLayout">
        <pc:chgData name="王 欣捷" userId="b965477fa0aef5e6" providerId="LiveId" clId="{F5C7CE7F-4255-4272-BB66-E36156271E14}" dt="2021-04-22T08:00:12.274" v="147" actId="700"/>
        <pc:sldMkLst>
          <pc:docMk/>
          <pc:sldMk cId="0" sldId="968"/>
        </pc:sldMkLst>
      </pc:sldChg>
      <pc:sldChg chg="modSp add mod modClrScheme chgLayout">
        <pc:chgData name="王 欣捷" userId="b965477fa0aef5e6" providerId="LiveId" clId="{F5C7CE7F-4255-4272-BB66-E36156271E14}" dt="2021-04-22T08:01:02.763" v="163" actId="1037"/>
        <pc:sldMkLst>
          <pc:docMk/>
          <pc:sldMk cId="0" sldId="969"/>
        </pc:sldMkLst>
      </pc:sldChg>
      <pc:sldChg chg="modSp add mod modClrScheme chgLayout">
        <pc:chgData name="王 欣捷" userId="b965477fa0aef5e6" providerId="LiveId" clId="{F5C7CE7F-4255-4272-BB66-E36156271E14}" dt="2021-04-22T08:01:12.249" v="167" actId="1076"/>
        <pc:sldMkLst>
          <pc:docMk/>
          <pc:sldMk cId="0" sldId="970"/>
        </pc:sldMkLst>
      </pc:sldChg>
      <pc:sldChg chg="modSp add mod chgLayout">
        <pc:chgData name="王 欣捷" userId="b965477fa0aef5e6" providerId="LiveId" clId="{F5C7CE7F-4255-4272-BB66-E36156271E14}" dt="2021-04-22T08:01:19.016" v="168" actId="700"/>
        <pc:sldMkLst>
          <pc:docMk/>
          <pc:sldMk cId="0" sldId="971"/>
        </pc:sldMkLst>
      </pc:sldChg>
      <pc:sldChg chg="modSp add">
        <pc:chgData name="王 欣捷" userId="b965477fa0aef5e6" providerId="LiveId" clId="{F5C7CE7F-4255-4272-BB66-E36156271E14}" dt="2021-04-22T07:46:07.334" v="28"/>
        <pc:sldMkLst>
          <pc:docMk/>
          <pc:sldMk cId="0" sldId="972"/>
        </pc:sldMkLst>
      </pc:sldChg>
      <pc:sldChg chg="add">
        <pc:chgData name="王 欣捷" userId="b965477fa0aef5e6" providerId="LiveId" clId="{F5C7CE7F-4255-4272-BB66-E36156271E14}" dt="2021-04-22T07:45:22.033" v="2"/>
        <pc:sldMkLst>
          <pc:docMk/>
          <pc:sldMk cId="0" sldId="973"/>
        </pc:sldMkLst>
      </pc:sldChg>
      <pc:sldChg chg="modSp add">
        <pc:chgData name="王 欣捷" userId="b965477fa0aef5e6" providerId="LiveId" clId="{F5C7CE7F-4255-4272-BB66-E36156271E14}" dt="2021-04-22T07:46:07.334" v="28"/>
        <pc:sldMkLst>
          <pc:docMk/>
          <pc:sldMk cId="0" sldId="974"/>
        </pc:sldMkLst>
      </pc:sldChg>
      <pc:sldChg chg="modSp add">
        <pc:chgData name="王 欣捷" userId="b965477fa0aef5e6" providerId="LiveId" clId="{F5C7CE7F-4255-4272-BB66-E36156271E14}" dt="2021-04-22T07:46:07.334" v="28"/>
        <pc:sldMkLst>
          <pc:docMk/>
          <pc:sldMk cId="0" sldId="975"/>
        </pc:sldMkLst>
      </pc:sldChg>
      <pc:sldChg chg="modSp add mod modClrScheme chgLayout">
        <pc:chgData name="王 欣捷" userId="b965477fa0aef5e6" providerId="LiveId" clId="{F5C7CE7F-4255-4272-BB66-E36156271E14}" dt="2021-04-22T08:01:28.550" v="169" actId="700"/>
        <pc:sldMkLst>
          <pc:docMk/>
          <pc:sldMk cId="0" sldId="976"/>
        </pc:sldMkLst>
      </pc:sldChg>
      <pc:sldChg chg="modSp add">
        <pc:chgData name="王 欣捷" userId="b965477fa0aef5e6" providerId="LiveId" clId="{F5C7CE7F-4255-4272-BB66-E36156271E14}" dt="2021-04-22T08:01:35.388" v="170" actId="1076"/>
        <pc:sldMkLst>
          <pc:docMk/>
          <pc:sldMk cId="0" sldId="977"/>
        </pc:sldMkLst>
      </pc:sldChg>
      <pc:sldChg chg="modSp add mod modClrScheme chgLayout">
        <pc:chgData name="王 欣捷" userId="b965477fa0aef5e6" providerId="LiveId" clId="{F5C7CE7F-4255-4272-BB66-E36156271E14}" dt="2021-04-22T08:01:37.821" v="171" actId="700"/>
        <pc:sldMkLst>
          <pc:docMk/>
          <pc:sldMk cId="0" sldId="978"/>
        </pc:sldMkLst>
      </pc:sldChg>
      <pc:sldChg chg="addSp delSp modSp add mod modClrScheme chgLayout">
        <pc:chgData name="王 欣捷" userId="b965477fa0aef5e6" providerId="LiveId" clId="{F5C7CE7F-4255-4272-BB66-E36156271E14}" dt="2021-04-22T08:03:26.278" v="198" actId="1076"/>
        <pc:sldMkLst>
          <pc:docMk/>
          <pc:sldMk cId="0" sldId="979"/>
        </pc:sldMkLst>
      </pc:sldChg>
      <pc:sldChg chg="modSp add mod modClrScheme chgLayout">
        <pc:chgData name="王 欣捷" userId="b965477fa0aef5e6" providerId="LiveId" clId="{F5C7CE7F-4255-4272-BB66-E36156271E14}" dt="2021-04-22T08:03:08.435" v="195" actId="1076"/>
        <pc:sldMkLst>
          <pc:docMk/>
          <pc:sldMk cId="0" sldId="980"/>
        </pc:sldMkLst>
      </pc:sldChg>
      <pc:sldChg chg="modSp add mod modClrScheme chgLayout">
        <pc:chgData name="王 欣捷" userId="b965477fa0aef5e6" providerId="LiveId" clId="{F5C7CE7F-4255-4272-BB66-E36156271E14}" dt="2021-04-22T08:03:51.731" v="205" actId="1076"/>
        <pc:sldMkLst>
          <pc:docMk/>
          <pc:sldMk cId="0" sldId="981"/>
        </pc:sldMkLst>
      </pc:sldChg>
      <pc:sldChg chg="modSp add mod modClrScheme chgLayout">
        <pc:chgData name="王 欣捷" userId="b965477fa0aef5e6" providerId="LiveId" clId="{F5C7CE7F-4255-4272-BB66-E36156271E14}" dt="2021-04-22T08:04:06.141" v="215" actId="1036"/>
        <pc:sldMkLst>
          <pc:docMk/>
          <pc:sldMk cId="0" sldId="982"/>
        </pc:sldMkLst>
      </pc:sldChg>
      <pc:sldChg chg="modSp add mod modClrScheme chgLayout">
        <pc:chgData name="王 欣捷" userId="b965477fa0aef5e6" providerId="LiveId" clId="{F5C7CE7F-4255-4272-BB66-E36156271E14}" dt="2021-04-22T08:04:56.979" v="222" actId="1076"/>
        <pc:sldMkLst>
          <pc:docMk/>
          <pc:sldMk cId="0" sldId="983"/>
        </pc:sldMkLst>
      </pc:sldChg>
      <pc:sldChg chg="modSp add mod modClrScheme chgLayout">
        <pc:chgData name="王 欣捷" userId="b965477fa0aef5e6" providerId="LiveId" clId="{F5C7CE7F-4255-4272-BB66-E36156271E14}" dt="2021-04-22T08:05:10.290" v="226" actId="1076"/>
        <pc:sldMkLst>
          <pc:docMk/>
          <pc:sldMk cId="0" sldId="984"/>
        </pc:sldMkLst>
      </pc:sldChg>
      <pc:sldChg chg="modSp add mod modClrScheme chgLayout">
        <pc:chgData name="王 欣捷" userId="b965477fa0aef5e6" providerId="LiveId" clId="{F5C7CE7F-4255-4272-BB66-E36156271E14}" dt="2021-04-22T08:05:34.382" v="229" actId="1076"/>
        <pc:sldMkLst>
          <pc:docMk/>
          <pc:sldMk cId="0" sldId="985"/>
        </pc:sldMkLst>
      </pc:sldChg>
      <pc:sldChg chg="modSp add">
        <pc:chgData name="王 欣捷" userId="b965477fa0aef5e6" providerId="LiveId" clId="{F5C7CE7F-4255-4272-BB66-E36156271E14}" dt="2021-04-22T07:46:07.334" v="28"/>
        <pc:sldMkLst>
          <pc:docMk/>
          <pc:sldMk cId="0" sldId="986"/>
        </pc:sldMkLst>
      </pc:sldChg>
      <pc:sldChg chg="modSp add mod">
        <pc:chgData name="王 欣捷" userId="b965477fa0aef5e6" providerId="LiveId" clId="{F5C7CE7F-4255-4272-BB66-E36156271E14}" dt="2021-04-22T08:09:01.701" v="398"/>
        <pc:sldMkLst>
          <pc:docMk/>
          <pc:sldMk cId="3597084887" sldId="987"/>
        </pc:sldMkLst>
      </pc:sldChg>
      <pc:sldChg chg="add del">
        <pc:chgData name="王 欣捷" userId="b965477fa0aef5e6" providerId="LiveId" clId="{F5C7CE7F-4255-4272-BB66-E36156271E14}" dt="2021-04-22T07:45:30.559" v="19"/>
        <pc:sldMkLst>
          <pc:docMk/>
          <pc:sldMk cId="0" sldId="988"/>
        </pc:sldMkLst>
      </pc:sldChg>
      <pc:sldChg chg="add del">
        <pc:chgData name="王 欣捷" userId="b965477fa0aef5e6" providerId="LiveId" clId="{F5C7CE7F-4255-4272-BB66-E36156271E14}" dt="2021-04-22T07:45:30.559" v="19"/>
        <pc:sldMkLst>
          <pc:docMk/>
          <pc:sldMk cId="0" sldId="989"/>
        </pc:sldMkLst>
      </pc:sldChg>
      <pc:sldChg chg="add del">
        <pc:chgData name="王 欣捷" userId="b965477fa0aef5e6" providerId="LiveId" clId="{F5C7CE7F-4255-4272-BB66-E36156271E14}" dt="2021-04-22T07:45:30.559" v="19"/>
        <pc:sldMkLst>
          <pc:docMk/>
          <pc:sldMk cId="0" sldId="990"/>
        </pc:sldMkLst>
      </pc:sldChg>
      <pc:sldChg chg="add del">
        <pc:chgData name="王 欣捷" userId="b965477fa0aef5e6" providerId="LiveId" clId="{F5C7CE7F-4255-4272-BB66-E36156271E14}" dt="2021-04-22T07:45:30.559" v="19"/>
        <pc:sldMkLst>
          <pc:docMk/>
          <pc:sldMk cId="0" sldId="991"/>
        </pc:sldMkLst>
      </pc:sldChg>
      <pc:sldChg chg="add del">
        <pc:chgData name="王 欣捷" userId="b965477fa0aef5e6" providerId="LiveId" clId="{F5C7CE7F-4255-4272-BB66-E36156271E14}" dt="2021-04-22T07:45:30.559" v="19"/>
        <pc:sldMkLst>
          <pc:docMk/>
          <pc:sldMk cId="0" sldId="992"/>
        </pc:sldMkLst>
      </pc:sldChg>
      <pc:sldChg chg="add del">
        <pc:chgData name="王 欣捷" userId="b965477fa0aef5e6" providerId="LiveId" clId="{F5C7CE7F-4255-4272-BB66-E36156271E14}" dt="2021-04-22T07:45:30.559" v="19"/>
        <pc:sldMkLst>
          <pc:docMk/>
          <pc:sldMk cId="0" sldId="993"/>
        </pc:sldMkLst>
      </pc:sldChg>
      <pc:sldChg chg="add del">
        <pc:chgData name="王 欣捷" userId="b965477fa0aef5e6" providerId="LiveId" clId="{F5C7CE7F-4255-4272-BB66-E36156271E14}" dt="2021-04-22T07:45:30.559" v="19"/>
        <pc:sldMkLst>
          <pc:docMk/>
          <pc:sldMk cId="0" sldId="994"/>
        </pc:sldMkLst>
      </pc:sldChg>
      <pc:sldChg chg="add del">
        <pc:chgData name="王 欣捷" userId="b965477fa0aef5e6" providerId="LiveId" clId="{F5C7CE7F-4255-4272-BB66-E36156271E14}" dt="2021-04-22T07:45:30.559" v="19"/>
        <pc:sldMkLst>
          <pc:docMk/>
          <pc:sldMk cId="0" sldId="995"/>
        </pc:sldMkLst>
      </pc:sldChg>
      <pc:sldChg chg="add del">
        <pc:chgData name="王 欣捷" userId="b965477fa0aef5e6" providerId="LiveId" clId="{F5C7CE7F-4255-4272-BB66-E36156271E14}" dt="2021-04-22T07:45:30.559" v="19"/>
        <pc:sldMkLst>
          <pc:docMk/>
          <pc:sldMk cId="0" sldId="996"/>
        </pc:sldMkLst>
      </pc:sldChg>
      <pc:sldChg chg="add del">
        <pc:chgData name="王 欣捷" userId="b965477fa0aef5e6" providerId="LiveId" clId="{F5C7CE7F-4255-4272-BB66-E36156271E14}" dt="2021-04-22T07:45:30.559" v="19"/>
        <pc:sldMkLst>
          <pc:docMk/>
          <pc:sldMk cId="0" sldId="997"/>
        </pc:sldMkLst>
      </pc:sldChg>
      <pc:sldChg chg="add del">
        <pc:chgData name="王 欣捷" userId="b965477fa0aef5e6" providerId="LiveId" clId="{F5C7CE7F-4255-4272-BB66-E36156271E14}" dt="2021-04-22T07:45:30.559" v="19"/>
        <pc:sldMkLst>
          <pc:docMk/>
          <pc:sldMk cId="0" sldId="998"/>
        </pc:sldMkLst>
      </pc:sldChg>
      <pc:sldChg chg="add del">
        <pc:chgData name="王 欣捷" userId="b965477fa0aef5e6" providerId="LiveId" clId="{F5C7CE7F-4255-4272-BB66-E36156271E14}" dt="2021-04-22T07:45:30.559" v="19"/>
        <pc:sldMkLst>
          <pc:docMk/>
          <pc:sldMk cId="0" sldId="999"/>
        </pc:sldMkLst>
      </pc:sldChg>
      <pc:sldChg chg="add del">
        <pc:chgData name="王 欣捷" userId="b965477fa0aef5e6" providerId="LiveId" clId="{F5C7CE7F-4255-4272-BB66-E36156271E14}" dt="2021-04-22T07:45:30.559" v="19"/>
        <pc:sldMkLst>
          <pc:docMk/>
          <pc:sldMk cId="0" sldId="1000"/>
        </pc:sldMkLst>
      </pc:sldChg>
      <pc:sldChg chg="add del">
        <pc:chgData name="王 欣捷" userId="b965477fa0aef5e6" providerId="LiveId" clId="{F5C7CE7F-4255-4272-BB66-E36156271E14}" dt="2021-04-22T07:45:30.559" v="19"/>
        <pc:sldMkLst>
          <pc:docMk/>
          <pc:sldMk cId="0" sldId="1001"/>
        </pc:sldMkLst>
      </pc:sldChg>
      <pc:sldChg chg="add del">
        <pc:chgData name="王 欣捷" userId="b965477fa0aef5e6" providerId="LiveId" clId="{F5C7CE7F-4255-4272-BB66-E36156271E14}" dt="2021-04-22T07:45:30.559" v="19"/>
        <pc:sldMkLst>
          <pc:docMk/>
          <pc:sldMk cId="0" sldId="1002"/>
        </pc:sldMkLst>
      </pc:sldChg>
      <pc:sldChg chg="add del">
        <pc:chgData name="王 欣捷" userId="b965477fa0aef5e6" providerId="LiveId" clId="{F5C7CE7F-4255-4272-BB66-E36156271E14}" dt="2021-04-22T07:45:30.559" v="19"/>
        <pc:sldMkLst>
          <pc:docMk/>
          <pc:sldMk cId="0" sldId="1003"/>
        </pc:sldMkLst>
      </pc:sldChg>
      <pc:sldChg chg="add del">
        <pc:chgData name="王 欣捷" userId="b965477fa0aef5e6" providerId="LiveId" clId="{F5C7CE7F-4255-4272-BB66-E36156271E14}" dt="2021-04-22T07:45:30.559" v="19"/>
        <pc:sldMkLst>
          <pc:docMk/>
          <pc:sldMk cId="732440855" sldId="1004"/>
        </pc:sldMkLst>
      </pc:sldChg>
      <pc:sldChg chg="add del">
        <pc:chgData name="王 欣捷" userId="b965477fa0aef5e6" providerId="LiveId" clId="{F5C7CE7F-4255-4272-BB66-E36156271E14}" dt="2021-04-22T07:45:30.559" v="19"/>
        <pc:sldMkLst>
          <pc:docMk/>
          <pc:sldMk cId="3202799724" sldId="1005"/>
        </pc:sldMkLst>
      </pc:sldChg>
      <pc:sldChg chg="add del">
        <pc:chgData name="王 欣捷" userId="b965477fa0aef5e6" providerId="LiveId" clId="{F5C7CE7F-4255-4272-BB66-E36156271E14}" dt="2021-04-22T07:45:30.559" v="19"/>
        <pc:sldMkLst>
          <pc:docMk/>
          <pc:sldMk cId="914867800" sldId="1006"/>
        </pc:sldMkLst>
      </pc:sldChg>
      <pc:sldChg chg="add del">
        <pc:chgData name="王 欣捷" userId="b965477fa0aef5e6" providerId="LiveId" clId="{F5C7CE7F-4255-4272-BB66-E36156271E14}" dt="2021-04-22T07:45:30.559" v="19"/>
        <pc:sldMkLst>
          <pc:docMk/>
          <pc:sldMk cId="950512400" sldId="1007"/>
        </pc:sldMkLst>
      </pc:sldChg>
      <pc:sldChg chg="add del">
        <pc:chgData name="王 欣捷" userId="b965477fa0aef5e6" providerId="LiveId" clId="{F5C7CE7F-4255-4272-BB66-E36156271E14}" dt="2021-04-22T07:45:30.559" v="19"/>
        <pc:sldMkLst>
          <pc:docMk/>
          <pc:sldMk cId="702515897" sldId="1008"/>
        </pc:sldMkLst>
      </pc:sldChg>
      <pc:sldChg chg="add del">
        <pc:chgData name="王 欣捷" userId="b965477fa0aef5e6" providerId="LiveId" clId="{F5C7CE7F-4255-4272-BB66-E36156271E14}" dt="2021-04-22T07:45:30.559" v="19"/>
        <pc:sldMkLst>
          <pc:docMk/>
          <pc:sldMk cId="0" sldId="1009"/>
        </pc:sldMkLst>
      </pc:sldChg>
      <pc:sldChg chg="add del">
        <pc:chgData name="王 欣捷" userId="b965477fa0aef5e6" providerId="LiveId" clId="{F5C7CE7F-4255-4272-BB66-E36156271E14}" dt="2021-04-22T07:45:30.559" v="19"/>
        <pc:sldMkLst>
          <pc:docMk/>
          <pc:sldMk cId="0" sldId="1010"/>
        </pc:sldMkLst>
      </pc:sldChg>
      <pc:sldChg chg="add del">
        <pc:chgData name="王 欣捷" userId="b965477fa0aef5e6" providerId="LiveId" clId="{F5C7CE7F-4255-4272-BB66-E36156271E14}" dt="2021-04-22T07:45:30.559" v="19"/>
        <pc:sldMkLst>
          <pc:docMk/>
          <pc:sldMk cId="0" sldId="1011"/>
        </pc:sldMkLst>
      </pc:sldChg>
      <pc:sldChg chg="add del">
        <pc:chgData name="王 欣捷" userId="b965477fa0aef5e6" providerId="LiveId" clId="{F5C7CE7F-4255-4272-BB66-E36156271E14}" dt="2021-04-22T07:45:30.559" v="19"/>
        <pc:sldMkLst>
          <pc:docMk/>
          <pc:sldMk cId="0" sldId="1012"/>
        </pc:sldMkLst>
      </pc:sldChg>
      <pc:sldChg chg="add del">
        <pc:chgData name="王 欣捷" userId="b965477fa0aef5e6" providerId="LiveId" clId="{F5C7CE7F-4255-4272-BB66-E36156271E14}" dt="2021-04-22T07:45:30.559" v="19"/>
        <pc:sldMkLst>
          <pc:docMk/>
          <pc:sldMk cId="0" sldId="1013"/>
        </pc:sldMkLst>
      </pc:sldChg>
      <pc:sldChg chg="add del">
        <pc:chgData name="王 欣捷" userId="b965477fa0aef5e6" providerId="LiveId" clId="{F5C7CE7F-4255-4272-BB66-E36156271E14}" dt="2021-04-22T07:45:30.559" v="19"/>
        <pc:sldMkLst>
          <pc:docMk/>
          <pc:sldMk cId="0" sldId="1014"/>
        </pc:sldMkLst>
      </pc:sldChg>
      <pc:sldChg chg="add del">
        <pc:chgData name="王 欣捷" userId="b965477fa0aef5e6" providerId="LiveId" clId="{F5C7CE7F-4255-4272-BB66-E36156271E14}" dt="2021-04-22T07:45:30.559" v="19"/>
        <pc:sldMkLst>
          <pc:docMk/>
          <pc:sldMk cId="0" sldId="1015"/>
        </pc:sldMkLst>
      </pc:sldChg>
      <pc:sldChg chg="add del">
        <pc:chgData name="王 欣捷" userId="b965477fa0aef5e6" providerId="LiveId" clId="{F5C7CE7F-4255-4272-BB66-E36156271E14}" dt="2021-04-22T07:45:30.559" v="19"/>
        <pc:sldMkLst>
          <pc:docMk/>
          <pc:sldMk cId="524904732" sldId="1016"/>
        </pc:sldMkLst>
      </pc:sldChg>
      <pc:sldChg chg="add del">
        <pc:chgData name="王 欣捷" userId="b965477fa0aef5e6" providerId="LiveId" clId="{F5C7CE7F-4255-4272-BB66-E36156271E14}" dt="2021-04-22T07:45:30.559" v="19"/>
        <pc:sldMkLst>
          <pc:docMk/>
          <pc:sldMk cId="877558421" sldId="1017"/>
        </pc:sldMkLst>
      </pc:sldChg>
      <pc:sldChg chg="add del">
        <pc:chgData name="王 欣捷" userId="b965477fa0aef5e6" providerId="LiveId" clId="{F5C7CE7F-4255-4272-BB66-E36156271E14}" dt="2021-04-22T07:45:30.559" v="19"/>
        <pc:sldMkLst>
          <pc:docMk/>
          <pc:sldMk cId="1379256734" sldId="1018"/>
        </pc:sldMkLst>
      </pc:sldChg>
      <pc:sldChg chg="add del">
        <pc:chgData name="王 欣捷" userId="b965477fa0aef5e6" providerId="LiveId" clId="{F5C7CE7F-4255-4272-BB66-E36156271E14}" dt="2021-04-22T07:45:30.559" v="19"/>
        <pc:sldMkLst>
          <pc:docMk/>
          <pc:sldMk cId="2950876322" sldId="1019"/>
        </pc:sldMkLst>
      </pc:sldChg>
      <pc:sldChg chg="add del">
        <pc:chgData name="王 欣捷" userId="b965477fa0aef5e6" providerId="LiveId" clId="{F5C7CE7F-4255-4272-BB66-E36156271E14}" dt="2021-04-22T07:45:30.559" v="19"/>
        <pc:sldMkLst>
          <pc:docMk/>
          <pc:sldMk cId="3356771433" sldId="1020"/>
        </pc:sldMkLst>
      </pc:sldChg>
      <pc:sldChg chg="add del">
        <pc:chgData name="王 欣捷" userId="b965477fa0aef5e6" providerId="LiveId" clId="{F5C7CE7F-4255-4272-BB66-E36156271E14}" dt="2021-04-22T07:45:30.559" v="19"/>
        <pc:sldMkLst>
          <pc:docMk/>
          <pc:sldMk cId="3855178499" sldId="1021"/>
        </pc:sldMkLst>
      </pc:sldChg>
      <pc:sldChg chg="add del">
        <pc:chgData name="王 欣捷" userId="b965477fa0aef5e6" providerId="LiveId" clId="{F5C7CE7F-4255-4272-BB66-E36156271E14}" dt="2021-04-22T07:45:30.559" v="19"/>
        <pc:sldMkLst>
          <pc:docMk/>
          <pc:sldMk cId="0" sldId="1022"/>
        </pc:sldMkLst>
      </pc:sldChg>
      <pc:sldChg chg="modSp add del mod">
        <pc:chgData name="王 欣捷" userId="b965477fa0aef5e6" providerId="LiveId" clId="{F5C7CE7F-4255-4272-BB66-E36156271E14}" dt="2021-04-22T07:45:30.559" v="19"/>
        <pc:sldMkLst>
          <pc:docMk/>
          <pc:sldMk cId="0" sldId="1023"/>
        </pc:sldMkLst>
      </pc:sldChg>
      <pc:sldChg chg="modSp add del mod">
        <pc:chgData name="王 欣捷" userId="b965477fa0aef5e6" providerId="LiveId" clId="{F5C7CE7F-4255-4272-BB66-E36156271E14}" dt="2021-04-22T07:45:30.559" v="19"/>
        <pc:sldMkLst>
          <pc:docMk/>
          <pc:sldMk cId="0" sldId="1024"/>
        </pc:sldMkLst>
      </pc:sldChg>
      <pc:sldChg chg="modSp add del mod">
        <pc:chgData name="王 欣捷" userId="b965477fa0aef5e6" providerId="LiveId" clId="{F5C7CE7F-4255-4272-BB66-E36156271E14}" dt="2021-04-22T07:45:30.559" v="19"/>
        <pc:sldMkLst>
          <pc:docMk/>
          <pc:sldMk cId="0" sldId="1025"/>
        </pc:sldMkLst>
      </pc:sldChg>
      <pc:sldChg chg="modSp add del mod">
        <pc:chgData name="王 欣捷" userId="b965477fa0aef5e6" providerId="LiveId" clId="{F5C7CE7F-4255-4272-BB66-E36156271E14}" dt="2021-04-22T07:45:30.559" v="19"/>
        <pc:sldMkLst>
          <pc:docMk/>
          <pc:sldMk cId="0" sldId="1026"/>
        </pc:sldMkLst>
      </pc:sldChg>
      <pc:sldChg chg="modSp add del mod">
        <pc:chgData name="王 欣捷" userId="b965477fa0aef5e6" providerId="LiveId" clId="{F5C7CE7F-4255-4272-BB66-E36156271E14}" dt="2021-04-22T07:45:30.559" v="19"/>
        <pc:sldMkLst>
          <pc:docMk/>
          <pc:sldMk cId="0" sldId="1027"/>
        </pc:sldMkLst>
      </pc:sldChg>
      <pc:sldChg chg="add del">
        <pc:chgData name="王 欣捷" userId="b965477fa0aef5e6" providerId="LiveId" clId="{F5C7CE7F-4255-4272-BB66-E36156271E14}" dt="2021-04-22T07:45:30.559" v="19"/>
        <pc:sldMkLst>
          <pc:docMk/>
          <pc:sldMk cId="0" sldId="1028"/>
        </pc:sldMkLst>
      </pc:sldChg>
      <pc:sldChg chg="add del">
        <pc:chgData name="王 欣捷" userId="b965477fa0aef5e6" providerId="LiveId" clId="{F5C7CE7F-4255-4272-BB66-E36156271E14}" dt="2021-04-22T07:45:30.559" v="19"/>
        <pc:sldMkLst>
          <pc:docMk/>
          <pc:sldMk cId="0" sldId="1029"/>
        </pc:sldMkLst>
      </pc:sldChg>
      <pc:sldChg chg="add del">
        <pc:chgData name="王 欣捷" userId="b965477fa0aef5e6" providerId="LiveId" clId="{F5C7CE7F-4255-4272-BB66-E36156271E14}" dt="2021-04-22T07:45:30.559" v="19"/>
        <pc:sldMkLst>
          <pc:docMk/>
          <pc:sldMk cId="0" sldId="1030"/>
        </pc:sldMkLst>
      </pc:sldChg>
      <pc:sldChg chg="modSp add del mod">
        <pc:chgData name="王 欣捷" userId="b965477fa0aef5e6" providerId="LiveId" clId="{F5C7CE7F-4255-4272-BB66-E36156271E14}" dt="2021-04-22T07:45:30.559" v="19"/>
        <pc:sldMkLst>
          <pc:docMk/>
          <pc:sldMk cId="0" sldId="1031"/>
        </pc:sldMkLst>
      </pc:sldChg>
      <pc:sldChg chg="modSp add del mod">
        <pc:chgData name="王 欣捷" userId="b965477fa0aef5e6" providerId="LiveId" clId="{F5C7CE7F-4255-4272-BB66-E36156271E14}" dt="2021-04-22T07:45:30.559" v="19"/>
        <pc:sldMkLst>
          <pc:docMk/>
          <pc:sldMk cId="0" sldId="1032"/>
        </pc:sldMkLst>
      </pc:sldChg>
      <pc:sldChg chg="add del">
        <pc:chgData name="王 欣捷" userId="b965477fa0aef5e6" providerId="LiveId" clId="{F5C7CE7F-4255-4272-BB66-E36156271E14}" dt="2021-04-22T07:45:30.559" v="19"/>
        <pc:sldMkLst>
          <pc:docMk/>
          <pc:sldMk cId="0" sldId="1033"/>
        </pc:sldMkLst>
      </pc:sldChg>
      <pc:sldChg chg="add del">
        <pc:chgData name="王 欣捷" userId="b965477fa0aef5e6" providerId="LiveId" clId="{F5C7CE7F-4255-4272-BB66-E36156271E14}" dt="2021-04-22T07:45:30.559" v="19"/>
        <pc:sldMkLst>
          <pc:docMk/>
          <pc:sldMk cId="0" sldId="1034"/>
        </pc:sldMkLst>
      </pc:sldChg>
      <pc:sldChg chg="add del">
        <pc:chgData name="王 欣捷" userId="b965477fa0aef5e6" providerId="LiveId" clId="{F5C7CE7F-4255-4272-BB66-E36156271E14}" dt="2021-04-22T07:45:30.559" v="19"/>
        <pc:sldMkLst>
          <pc:docMk/>
          <pc:sldMk cId="0" sldId="1035"/>
        </pc:sldMkLst>
      </pc:sldChg>
      <pc:sldChg chg="add del">
        <pc:chgData name="王 欣捷" userId="b965477fa0aef5e6" providerId="LiveId" clId="{F5C7CE7F-4255-4272-BB66-E36156271E14}" dt="2021-04-22T07:45:30.559" v="19"/>
        <pc:sldMkLst>
          <pc:docMk/>
          <pc:sldMk cId="0" sldId="1036"/>
        </pc:sldMkLst>
      </pc:sldChg>
      <pc:sldChg chg="add del">
        <pc:chgData name="王 欣捷" userId="b965477fa0aef5e6" providerId="LiveId" clId="{F5C7CE7F-4255-4272-BB66-E36156271E14}" dt="2021-04-22T07:45:30.559" v="19"/>
        <pc:sldMkLst>
          <pc:docMk/>
          <pc:sldMk cId="0" sldId="1037"/>
        </pc:sldMkLst>
      </pc:sldChg>
      <pc:sldChg chg="add del">
        <pc:chgData name="王 欣捷" userId="b965477fa0aef5e6" providerId="LiveId" clId="{F5C7CE7F-4255-4272-BB66-E36156271E14}" dt="2021-04-22T07:45:30.559" v="19"/>
        <pc:sldMkLst>
          <pc:docMk/>
          <pc:sldMk cId="0" sldId="1038"/>
        </pc:sldMkLst>
      </pc:sldChg>
      <pc:sldChg chg="add del">
        <pc:chgData name="王 欣捷" userId="b965477fa0aef5e6" providerId="LiveId" clId="{F5C7CE7F-4255-4272-BB66-E36156271E14}" dt="2021-04-22T07:45:30.559" v="19"/>
        <pc:sldMkLst>
          <pc:docMk/>
          <pc:sldMk cId="0" sldId="1039"/>
        </pc:sldMkLst>
      </pc:sldChg>
      <pc:sldChg chg="add del">
        <pc:chgData name="王 欣捷" userId="b965477fa0aef5e6" providerId="LiveId" clId="{F5C7CE7F-4255-4272-BB66-E36156271E14}" dt="2021-04-22T07:45:30.559" v="19"/>
        <pc:sldMkLst>
          <pc:docMk/>
          <pc:sldMk cId="0" sldId="1040"/>
        </pc:sldMkLst>
      </pc:sldChg>
      <pc:sldChg chg="add del">
        <pc:chgData name="王 欣捷" userId="b965477fa0aef5e6" providerId="LiveId" clId="{F5C7CE7F-4255-4272-BB66-E36156271E14}" dt="2021-04-22T07:45:30.559" v="19"/>
        <pc:sldMkLst>
          <pc:docMk/>
          <pc:sldMk cId="0" sldId="1041"/>
        </pc:sldMkLst>
      </pc:sldChg>
      <pc:sldChg chg="add del">
        <pc:chgData name="王 欣捷" userId="b965477fa0aef5e6" providerId="LiveId" clId="{F5C7CE7F-4255-4272-BB66-E36156271E14}" dt="2021-04-22T07:45:30.559" v="19"/>
        <pc:sldMkLst>
          <pc:docMk/>
          <pc:sldMk cId="0" sldId="1042"/>
        </pc:sldMkLst>
      </pc:sldChg>
      <pc:sldChg chg="add del">
        <pc:chgData name="王 欣捷" userId="b965477fa0aef5e6" providerId="LiveId" clId="{F5C7CE7F-4255-4272-BB66-E36156271E14}" dt="2021-04-22T07:45:30.559" v="19"/>
        <pc:sldMkLst>
          <pc:docMk/>
          <pc:sldMk cId="0" sldId="1043"/>
        </pc:sldMkLst>
      </pc:sldChg>
      <pc:sldChg chg="add del">
        <pc:chgData name="王 欣捷" userId="b965477fa0aef5e6" providerId="LiveId" clId="{F5C7CE7F-4255-4272-BB66-E36156271E14}" dt="2021-04-22T07:45:30.559" v="19"/>
        <pc:sldMkLst>
          <pc:docMk/>
          <pc:sldMk cId="0" sldId="1044"/>
        </pc:sldMkLst>
      </pc:sldChg>
      <pc:sldChg chg="add del">
        <pc:chgData name="王 欣捷" userId="b965477fa0aef5e6" providerId="LiveId" clId="{F5C7CE7F-4255-4272-BB66-E36156271E14}" dt="2021-04-22T07:45:30.559" v="19"/>
        <pc:sldMkLst>
          <pc:docMk/>
          <pc:sldMk cId="0" sldId="1045"/>
        </pc:sldMkLst>
      </pc:sldChg>
      <pc:sldChg chg="add del">
        <pc:chgData name="王 欣捷" userId="b965477fa0aef5e6" providerId="LiveId" clId="{F5C7CE7F-4255-4272-BB66-E36156271E14}" dt="2021-04-22T07:45:30.559" v="19"/>
        <pc:sldMkLst>
          <pc:docMk/>
          <pc:sldMk cId="0" sldId="1046"/>
        </pc:sldMkLst>
      </pc:sldChg>
      <pc:sldChg chg="add del">
        <pc:chgData name="王 欣捷" userId="b965477fa0aef5e6" providerId="LiveId" clId="{F5C7CE7F-4255-4272-BB66-E36156271E14}" dt="2021-04-22T07:45:30.559" v="19"/>
        <pc:sldMkLst>
          <pc:docMk/>
          <pc:sldMk cId="0" sldId="1047"/>
        </pc:sldMkLst>
      </pc:sldChg>
      <pc:sldChg chg="add del">
        <pc:chgData name="王 欣捷" userId="b965477fa0aef5e6" providerId="LiveId" clId="{F5C7CE7F-4255-4272-BB66-E36156271E14}" dt="2021-04-22T07:45:30.559" v="19"/>
        <pc:sldMkLst>
          <pc:docMk/>
          <pc:sldMk cId="0" sldId="1048"/>
        </pc:sldMkLst>
      </pc:sldChg>
      <pc:sldChg chg="add del">
        <pc:chgData name="王 欣捷" userId="b965477fa0aef5e6" providerId="LiveId" clId="{F5C7CE7F-4255-4272-BB66-E36156271E14}" dt="2021-04-22T07:45:30.559" v="19"/>
        <pc:sldMkLst>
          <pc:docMk/>
          <pc:sldMk cId="0" sldId="1049"/>
        </pc:sldMkLst>
      </pc:sldChg>
      <pc:sldChg chg="add del">
        <pc:chgData name="王 欣捷" userId="b965477fa0aef5e6" providerId="LiveId" clId="{F5C7CE7F-4255-4272-BB66-E36156271E14}" dt="2021-04-22T07:45:30.559" v="19"/>
        <pc:sldMkLst>
          <pc:docMk/>
          <pc:sldMk cId="0" sldId="1050"/>
        </pc:sldMkLst>
      </pc:sldChg>
      <pc:sldChg chg="add del">
        <pc:chgData name="王 欣捷" userId="b965477fa0aef5e6" providerId="LiveId" clId="{F5C7CE7F-4255-4272-BB66-E36156271E14}" dt="2021-04-22T07:45:30.559" v="19"/>
        <pc:sldMkLst>
          <pc:docMk/>
          <pc:sldMk cId="0" sldId="1051"/>
        </pc:sldMkLst>
      </pc:sldChg>
      <pc:sldChg chg="add del">
        <pc:chgData name="王 欣捷" userId="b965477fa0aef5e6" providerId="LiveId" clId="{F5C7CE7F-4255-4272-BB66-E36156271E14}" dt="2021-04-22T07:45:30.559" v="19"/>
        <pc:sldMkLst>
          <pc:docMk/>
          <pc:sldMk cId="0" sldId="1052"/>
        </pc:sldMkLst>
      </pc:sldChg>
      <pc:sldChg chg="add del">
        <pc:chgData name="王 欣捷" userId="b965477fa0aef5e6" providerId="LiveId" clId="{F5C7CE7F-4255-4272-BB66-E36156271E14}" dt="2021-04-22T07:45:30.559" v="19"/>
        <pc:sldMkLst>
          <pc:docMk/>
          <pc:sldMk cId="0" sldId="1053"/>
        </pc:sldMkLst>
      </pc:sldChg>
      <pc:sldChg chg="add del">
        <pc:chgData name="王 欣捷" userId="b965477fa0aef5e6" providerId="LiveId" clId="{F5C7CE7F-4255-4272-BB66-E36156271E14}" dt="2021-04-22T07:45:30.559" v="19"/>
        <pc:sldMkLst>
          <pc:docMk/>
          <pc:sldMk cId="0" sldId="1054"/>
        </pc:sldMkLst>
      </pc:sldChg>
      <pc:sldChg chg="add del">
        <pc:chgData name="王 欣捷" userId="b965477fa0aef5e6" providerId="LiveId" clId="{F5C7CE7F-4255-4272-BB66-E36156271E14}" dt="2021-04-22T07:45:30.559" v="19"/>
        <pc:sldMkLst>
          <pc:docMk/>
          <pc:sldMk cId="0" sldId="1055"/>
        </pc:sldMkLst>
      </pc:sldChg>
      <pc:sldChg chg="add del">
        <pc:chgData name="王 欣捷" userId="b965477fa0aef5e6" providerId="LiveId" clId="{F5C7CE7F-4255-4272-BB66-E36156271E14}" dt="2021-04-22T07:45:30.559" v="19"/>
        <pc:sldMkLst>
          <pc:docMk/>
          <pc:sldMk cId="0" sldId="1056"/>
        </pc:sldMkLst>
      </pc:sldChg>
      <pc:sldMasterChg chg="delSldLayout">
        <pc:chgData name="王 欣捷" userId="b965477fa0aef5e6" providerId="LiveId" clId="{F5C7CE7F-4255-4272-BB66-E36156271E14}" dt="2021-04-22T07:45:21.335" v="1" actId="47"/>
        <pc:sldMasterMkLst>
          <pc:docMk/>
          <pc:sldMasterMk cId="2602849841" sldId="2147483673"/>
        </pc:sldMasterMkLst>
        <pc:sldLayoutChg chg="del">
          <pc:chgData name="王 欣捷" userId="b965477fa0aef5e6" providerId="LiveId" clId="{F5C7CE7F-4255-4272-BB66-E36156271E14}" dt="2021-04-22T07:45:21.335" v="1" actId="47"/>
          <pc:sldLayoutMkLst>
            <pc:docMk/>
            <pc:sldMasterMk cId="2602849841" sldId="2147483673"/>
            <pc:sldLayoutMk cId="3282724221" sldId="2147483685"/>
          </pc:sldLayoutMkLst>
        </pc:sldLayoutChg>
        <pc:sldLayoutChg chg="del">
          <pc:chgData name="王 欣捷" userId="b965477fa0aef5e6" providerId="LiveId" clId="{F5C7CE7F-4255-4272-BB66-E36156271E14}" dt="2021-04-22T07:45:21.335" v="1" actId="47"/>
          <pc:sldLayoutMkLst>
            <pc:docMk/>
            <pc:sldMasterMk cId="2602849841" sldId="2147483673"/>
            <pc:sldLayoutMk cId="3869728626" sldId="214748368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6F474-3F77-4C96-AA90-4EF0466282D8}" type="datetimeFigureOut">
              <a:rPr lang="zh-CN" altLang="en-US" smtClean="0"/>
              <a:t>2025/4/30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E0CB0-7C81-4F13-BB43-6685CB01EB5E}" type="slidenum">
              <a:rPr lang="zh-CN" altLang="en-US" smtClean="0"/>
              <a:t>‹#›</a:t>
            </a:fld>
            <a:endParaRPr lang="zh-CN" altLang="en-US"/>
          </a:p>
        </p:txBody>
      </p:sp>
    </p:spTree>
    <p:extLst>
      <p:ext uri="{BB962C8B-B14F-4D97-AF65-F5344CB8AC3E}">
        <p14:creationId xmlns:p14="http://schemas.microsoft.com/office/powerpoint/2010/main" val="260914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t>环境规则对应代码中变量声明语句和符号表。</a:t>
            </a:r>
            <a:endParaRPr lang="en-US" altLang="zh-CN" b="0" dirty="0"/>
          </a:p>
          <a:p>
            <a:r>
              <a:rPr lang="zh-CN" altLang="en-US" b="0" dirty="0"/>
              <a:t>语法规则对应从文法的声明规则中提取出来的类型表达式。</a:t>
            </a:r>
            <a:endParaRPr lang="en-US" altLang="zh-CN" b="0" dirty="0"/>
          </a:p>
          <a:p>
            <a:r>
              <a:rPr lang="zh-CN" altLang="en-US" b="0" dirty="0"/>
              <a:t>定型规则对应代码中的各类执行语句，如赋值语句等。</a:t>
            </a:r>
          </a:p>
        </p:txBody>
      </p:sp>
      <p:sp>
        <p:nvSpPr>
          <p:cNvPr id="4" name="灯片编号占位符 3"/>
          <p:cNvSpPr>
            <a:spLocks noGrp="1"/>
          </p:cNvSpPr>
          <p:nvPr>
            <p:ph type="sldNum" sz="quarter" idx="5"/>
          </p:nvPr>
        </p:nvSpPr>
        <p:spPr/>
        <p:txBody>
          <a:bodyPr/>
          <a:lstStyle/>
          <a:p>
            <a:fld id="{E13E0CB0-7C81-4F13-BB43-6685CB01EB5E}" type="slidenum">
              <a:rPr lang="zh-CN" altLang="en-US" smtClean="0"/>
              <a:t>3</a:t>
            </a:fld>
            <a:endParaRPr lang="zh-CN" altLang="en-US"/>
          </a:p>
        </p:txBody>
      </p:sp>
    </p:spTree>
    <p:extLst>
      <p:ext uri="{BB962C8B-B14F-4D97-AF65-F5344CB8AC3E}">
        <p14:creationId xmlns:p14="http://schemas.microsoft.com/office/powerpoint/2010/main" val="256084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7</a:t>
            </a:fld>
            <a:endParaRPr lang="zh-CN" altLang="en-US"/>
          </a:p>
        </p:txBody>
      </p:sp>
    </p:spTree>
    <p:extLst>
      <p:ext uri="{BB962C8B-B14F-4D97-AF65-F5344CB8AC3E}">
        <p14:creationId xmlns:p14="http://schemas.microsoft.com/office/powerpoint/2010/main" val="3281361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类型检查器除了报告错误的性质和位置外，也要求它至少能从错误中恢复过来，以便检查剩余输入中的各种错误，因此需要增加</a:t>
            </a:r>
            <a:r>
              <a:rPr lang="en-US" altLang="zh-CN" b="1" i="1" dirty="0" err="1"/>
              <a:t>type_error</a:t>
            </a:r>
            <a:r>
              <a:rPr lang="zh-CN" altLang="en-US" dirty="0"/>
              <a:t>类型</a:t>
            </a:r>
            <a:r>
              <a:rPr lang="zh-CN" altLang="en-US" sz="1200" dirty="0"/>
              <a:t>，如果表达式</a:t>
            </a:r>
            <a:r>
              <a:rPr lang="en-US" altLang="zh-CN" sz="1200" b="1" i="1" dirty="0"/>
              <a:t>E</a:t>
            </a:r>
            <a:r>
              <a:rPr lang="zh-CN" altLang="en-US" sz="1200" dirty="0"/>
              <a:t>的某个子表达式的类型是</a:t>
            </a:r>
            <a:r>
              <a:rPr lang="en-US" altLang="zh-CN" sz="1200" b="1" i="1" dirty="0" err="1"/>
              <a:t>type_error</a:t>
            </a:r>
            <a:r>
              <a:rPr lang="zh-CN" altLang="en-US" sz="1200" dirty="0"/>
              <a:t>，那么</a:t>
            </a:r>
            <a:r>
              <a:rPr lang="en-US" altLang="zh-CN" sz="1200" b="1" i="1" dirty="0" err="1"/>
              <a:t>type_error</a:t>
            </a:r>
            <a:r>
              <a:rPr lang="zh-CN" altLang="en-US" sz="1200" dirty="0"/>
              <a:t>从这个子构造一直传到</a:t>
            </a:r>
            <a:r>
              <a:rPr lang="en-US" altLang="zh-CN" sz="1200" b="1" i="1" dirty="0"/>
              <a:t>E</a:t>
            </a:r>
            <a:r>
              <a:rPr lang="zh-CN" altLang="en-US" sz="1200" b="1" i="1" dirty="0"/>
              <a:t>。</a:t>
            </a:r>
            <a:endParaRPr lang="en-US" altLang="zh-CN" sz="1200" b="1"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i="1" dirty="0"/>
          </a:p>
          <a:p>
            <a:pPr lvl="0" eaLnBrk="1" hangingPunct="1">
              <a:defRPr/>
            </a:pPr>
            <a:r>
              <a:rPr lang="zh-CN" altLang="en-US" sz="1200" dirty="0"/>
              <a:t>类型检查器和类型系统的一个重要区别是：类型系统的设计只考虑对无类型错误的语法构造定型，而类型检查器的设计还必须对付出现类型错误的情况。</a:t>
            </a:r>
            <a:endParaRPr lang="en-US" altLang="zh-CN" sz="1200" dirty="0"/>
          </a:p>
          <a:p>
            <a:pPr lvl="0" eaLnBrk="1" hangingPunct="1">
              <a:defRPr/>
            </a:pP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8</a:t>
            </a:fld>
            <a:endParaRPr lang="zh-CN" altLang="en-US"/>
          </a:p>
        </p:txBody>
      </p:sp>
    </p:spTree>
    <p:extLst>
      <p:ext uri="{BB962C8B-B14F-4D97-AF65-F5344CB8AC3E}">
        <p14:creationId xmlns:p14="http://schemas.microsoft.com/office/powerpoint/2010/main" val="3969549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B42A1BB0-B4DF-4EC9-A6C1-5EBE1326C1B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备注占位符 2">
            <a:extLst>
              <a:ext uri="{FF2B5EF4-FFF2-40B4-BE49-F238E27FC236}">
                <a16:creationId xmlns:a16="http://schemas.microsoft.com/office/drawing/2014/main" id="{3203C250-864B-4E4E-B0D1-97BC6CA206F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14340" name="灯片编号占位符 3">
            <a:extLst>
              <a:ext uri="{FF2B5EF4-FFF2-40B4-BE49-F238E27FC236}">
                <a16:creationId xmlns:a16="http://schemas.microsoft.com/office/drawing/2014/main" id="{3E81709D-933D-4519-8CB0-826BE06EB97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66E0D88E-8F1B-4066-A37A-0371010E4461}" type="slidenum">
              <a:rPr lang="zh-CN" altLang="en-US" sz="1200"/>
              <a:pPr/>
              <a:t>16</a:t>
            </a:fld>
            <a:endParaRPr lang="zh-CN"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22</a:t>
            </a:fld>
            <a:endParaRPr lang="zh-CN" altLang="en-US"/>
          </a:p>
        </p:txBody>
      </p:sp>
    </p:spTree>
    <p:extLst>
      <p:ext uri="{BB962C8B-B14F-4D97-AF65-F5344CB8AC3E}">
        <p14:creationId xmlns:p14="http://schemas.microsoft.com/office/powerpoint/2010/main" val="1609520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FF"/>
                </a:solidFill>
              </a:rPr>
              <a:t>在实际使用时，数组越界需要动态检查，因为编译时无法知晓</a:t>
            </a:r>
            <a:r>
              <a:rPr lang="en-US" altLang="zh-CN" sz="1200" b="1" i="1" dirty="0">
                <a:solidFill>
                  <a:srgbClr val="FF00FF"/>
                </a:solidFill>
              </a:rPr>
              <a:t>s </a:t>
            </a:r>
            <a:r>
              <a:rPr lang="zh-CN" altLang="en-US" sz="1200" dirty="0">
                <a:solidFill>
                  <a:srgbClr val="FF00FF"/>
                </a:solidFill>
              </a:rPr>
              <a:t>的具体值。</a:t>
            </a:r>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23</a:t>
            </a:fld>
            <a:endParaRPr lang="zh-CN" altLang="en-US"/>
          </a:p>
        </p:txBody>
      </p:sp>
    </p:spTree>
    <p:extLst>
      <p:ext uri="{BB962C8B-B14F-4D97-AF65-F5344CB8AC3E}">
        <p14:creationId xmlns:p14="http://schemas.microsoft.com/office/powerpoint/2010/main" val="3558042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E0A3E152-71F5-4F34-89E1-9C67E269A5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备注占位符 2">
            <a:extLst>
              <a:ext uri="{FF2B5EF4-FFF2-40B4-BE49-F238E27FC236}">
                <a16:creationId xmlns:a16="http://schemas.microsoft.com/office/drawing/2014/main" id="{72E1C82C-1FB5-4F1F-BB8F-88391426BC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在许多语言中，隐式转换原则上要求不丢失信息，比如整型可以转变为实型，但反过来不行。不过，当整数和实数用同样位数表示时，还是有可能丢失信息。</a:t>
            </a:r>
          </a:p>
        </p:txBody>
      </p:sp>
      <p:sp>
        <p:nvSpPr>
          <p:cNvPr id="28676" name="灯片编号占位符 3">
            <a:extLst>
              <a:ext uri="{FF2B5EF4-FFF2-40B4-BE49-F238E27FC236}">
                <a16:creationId xmlns:a16="http://schemas.microsoft.com/office/drawing/2014/main" id="{67C7644F-24F9-4DFF-882C-4FFB3EBC72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2E82F0B2-A396-4AC2-8FFE-0320AB151DF1}" type="slidenum">
              <a:rPr lang="zh-CN" altLang="en-US" sz="1200"/>
              <a:pPr/>
              <a:t>30</a:t>
            </a:fld>
            <a:endParaRPr lang="zh-CN"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pPr>
            <a:r>
              <a:rPr lang="zh-CN" altLang="en-US" sz="2800" dirty="0">
                <a:latin typeface="宋体" panose="02010600030101010101" pitchFamily="2" charset="-122"/>
              </a:rPr>
              <a:t>当允许对类型表达式命名后</a:t>
            </a:r>
            <a:r>
              <a:rPr lang="zh-CN" altLang="en-US" sz="2800" dirty="0"/>
              <a:t>：</a:t>
            </a:r>
          </a:p>
          <a:p>
            <a:pPr lvl="1" eaLnBrk="1" hangingPunct="1">
              <a:lnSpc>
                <a:spcPct val="110000"/>
              </a:lnSpc>
            </a:pPr>
            <a:r>
              <a:rPr lang="zh-CN" altLang="en-US" sz="2400" dirty="0">
                <a:latin typeface="宋体" panose="02010600030101010101" pitchFamily="2" charset="-122"/>
              </a:rPr>
              <a:t>类型表达式是否相同就有了不同的解释</a:t>
            </a:r>
          </a:p>
          <a:p>
            <a:pPr lvl="1" eaLnBrk="1" hangingPunct="1">
              <a:lnSpc>
                <a:spcPct val="110000"/>
              </a:lnSpc>
            </a:pPr>
            <a:r>
              <a:rPr lang="zh-CN" altLang="en-US" sz="2400" dirty="0">
                <a:latin typeface="宋体" panose="02010600030101010101" pitchFamily="2" charset="-122"/>
              </a:rPr>
              <a:t>关键问题是类型表达式中的名字是代表它自己（则不同名字代表不同类型）还是作为另一个类型表达式的缩写（则不同名字可能代表相同类型。）</a:t>
            </a:r>
            <a:endParaRPr lang="en-US" altLang="zh-CN" sz="2400" dirty="0">
              <a:latin typeface="宋体" panose="02010600030101010101" pitchFamily="2" charset="-122"/>
            </a:endParaRPr>
          </a:p>
          <a:p>
            <a:pPr lvl="1" eaLnBrk="1" hangingPunct="1">
              <a:lnSpc>
                <a:spcPct val="110000"/>
              </a:lnSpc>
            </a:pPr>
            <a:r>
              <a:rPr lang="zh-CN" altLang="en-US" sz="2400" dirty="0">
                <a:latin typeface="宋体" panose="02010600030101010101" pitchFamily="2" charset="-122"/>
              </a:rPr>
              <a:t>出现了结构等价和名字等价两个不同的概念</a:t>
            </a:r>
            <a:endParaRPr lang="zh-CN" altLang="en-US" sz="2400" b="1" dirty="0">
              <a:latin typeface="宋体" panose="02010600030101010101" pitchFamily="2" charset="-122"/>
            </a:endParaRPr>
          </a:p>
          <a:p>
            <a:endParaRPr lang="en-US" altLang="zh-CN" dirty="0"/>
          </a:p>
          <a:p>
            <a:r>
              <a:rPr lang="zh-CN" altLang="en-US" dirty="0"/>
              <a:t>本节对类型表达式等价的讨论依据类型表达式的图形表示。（类似抽象语法树，算符也就是类型构造符作为内部结点，基本类型作为叶子结点。）</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33</a:t>
            </a:fld>
            <a:endParaRPr lang="zh-CN" altLang="en-US"/>
          </a:p>
        </p:txBody>
      </p:sp>
    </p:spTree>
    <p:extLst>
      <p:ext uri="{BB962C8B-B14F-4D97-AF65-F5344CB8AC3E}">
        <p14:creationId xmlns:p14="http://schemas.microsoft.com/office/powerpoint/2010/main" val="2155133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34</a:t>
            </a:fld>
            <a:endParaRPr lang="zh-CN" altLang="en-US"/>
          </a:p>
        </p:txBody>
      </p:sp>
    </p:spTree>
    <p:extLst>
      <p:ext uri="{BB962C8B-B14F-4D97-AF65-F5344CB8AC3E}">
        <p14:creationId xmlns:p14="http://schemas.microsoft.com/office/powerpoint/2010/main" val="2484586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注意：上述算法递归地比较类型表达式的结构而不检查环，所以它能用于类型表达式的树形表示（无环）。</a:t>
            </a:r>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35</a:t>
            </a:fld>
            <a:endParaRPr lang="zh-CN" altLang="en-US"/>
          </a:p>
        </p:txBody>
      </p:sp>
    </p:spTree>
    <p:extLst>
      <p:ext uri="{BB962C8B-B14F-4D97-AF65-F5344CB8AC3E}">
        <p14:creationId xmlns:p14="http://schemas.microsoft.com/office/powerpoint/2010/main" val="743268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宋体" panose="02010600030101010101" pitchFamily="2" charset="-122"/>
              </a:rPr>
              <a:t>在实际使用中，结构等价的概念常常需要修改以反映源语言的实际类型检查规则，例如，当数组作为参数传递时，可能不希望数组的界作为类型的一部分。</a:t>
            </a:r>
            <a:endParaRPr lang="en-US" altLang="zh-CN" sz="1200" dirty="0">
              <a:latin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36</a:t>
            </a:fld>
            <a:endParaRPr lang="zh-CN" altLang="en-US"/>
          </a:p>
        </p:txBody>
      </p:sp>
    </p:spTree>
    <p:extLst>
      <p:ext uri="{BB962C8B-B14F-4D97-AF65-F5344CB8AC3E}">
        <p14:creationId xmlns:p14="http://schemas.microsoft.com/office/powerpoint/2010/main" val="3382672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B42D4F45-7D19-406C-A459-099BC46F12B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备注占位符 2">
            <a:extLst>
              <a:ext uri="{FF2B5EF4-FFF2-40B4-BE49-F238E27FC236}">
                <a16:creationId xmlns:a16="http://schemas.microsoft.com/office/drawing/2014/main" id="{58A15BCF-3BCF-40E1-9F02-20720CD3A2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书上例</a:t>
            </a:r>
            <a:r>
              <a:rPr lang="en-US" altLang="zh-CN" dirty="0"/>
              <a:t>5.6</a:t>
            </a:r>
          </a:p>
          <a:p>
            <a:pPr eaLnBrk="1" hangingPunct="1">
              <a:spcBef>
                <a:spcPct val="0"/>
              </a:spcBef>
            </a:pPr>
            <a:r>
              <a:rPr lang="zh-CN" altLang="en-US" dirty="0"/>
              <a:t>在结构等价下，左右两列所有的变量都有相同的类型</a:t>
            </a:r>
            <a:endParaRPr lang="en-US" altLang="zh-CN" dirty="0"/>
          </a:p>
          <a:p>
            <a:pPr eaLnBrk="1" hangingPunct="1">
              <a:spcBef>
                <a:spcPct val="0"/>
              </a:spcBef>
            </a:pPr>
            <a:r>
              <a:rPr lang="zh-CN" altLang="en-US" dirty="0"/>
              <a:t>在名字等价下，左边一列，变量</a:t>
            </a:r>
            <a:r>
              <a:rPr lang="en-US" altLang="zh-CN" dirty="0"/>
              <a:t>next</a:t>
            </a:r>
            <a:r>
              <a:rPr lang="zh-CN" altLang="en-US" dirty="0"/>
              <a:t>和</a:t>
            </a:r>
            <a:r>
              <a:rPr lang="en-US" altLang="zh-CN" dirty="0"/>
              <a:t>last</a:t>
            </a:r>
            <a:r>
              <a:rPr lang="zh-CN" altLang="en-US" dirty="0"/>
              <a:t>有相同的类型，变量</a:t>
            </a:r>
            <a:r>
              <a:rPr lang="en-US" altLang="zh-CN" dirty="0" err="1"/>
              <a:t>p,q,r</a:t>
            </a:r>
            <a:r>
              <a:rPr lang="zh-CN" altLang="en-US" dirty="0"/>
              <a:t>也有相同的类型，但是</a:t>
            </a:r>
            <a:r>
              <a:rPr lang="en-US" altLang="zh-CN" dirty="0"/>
              <a:t>p</a:t>
            </a:r>
            <a:r>
              <a:rPr lang="zh-CN" altLang="en-US" dirty="0"/>
              <a:t>和</a:t>
            </a:r>
            <a:r>
              <a:rPr lang="en-US" altLang="zh-CN" dirty="0"/>
              <a:t>next</a:t>
            </a:r>
            <a:r>
              <a:rPr lang="zh-CN" altLang="en-US" dirty="0"/>
              <a:t>的类型不相同，因为它们的类型表达式不同；右边一列，变量</a:t>
            </a:r>
            <a:r>
              <a:rPr lang="en-US" altLang="zh-CN" dirty="0"/>
              <a:t>next</a:t>
            </a:r>
            <a:r>
              <a:rPr lang="zh-CN" altLang="en-US" dirty="0"/>
              <a:t>和</a:t>
            </a:r>
            <a:r>
              <a:rPr lang="en-US" altLang="zh-CN" dirty="0"/>
              <a:t>last</a:t>
            </a:r>
            <a:r>
              <a:rPr lang="zh-CN" altLang="en-US" dirty="0"/>
              <a:t>具有相同的类型，变量</a:t>
            </a:r>
            <a:r>
              <a:rPr lang="en-US" altLang="zh-CN" dirty="0" err="1"/>
              <a:t>q,r</a:t>
            </a:r>
            <a:r>
              <a:rPr lang="zh-CN" altLang="en-US" dirty="0"/>
              <a:t>具有相同的类型。</a:t>
            </a:r>
          </a:p>
        </p:txBody>
      </p:sp>
      <p:sp>
        <p:nvSpPr>
          <p:cNvPr id="41988" name="灯片编号占位符 3">
            <a:extLst>
              <a:ext uri="{FF2B5EF4-FFF2-40B4-BE49-F238E27FC236}">
                <a16:creationId xmlns:a16="http://schemas.microsoft.com/office/drawing/2014/main" id="{8B8E6C60-F69B-49C9-ABAC-FE8A45DC24E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A5910202-FD79-47ED-8A2A-697FF22AAB83}" type="slidenum">
              <a:rPr lang="zh-CN" altLang="en-US" sz="1200"/>
              <a:pPr/>
              <a:t>38</a:t>
            </a:fld>
            <a:endParaRPr lang="zh-CN" alt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19443AC8-0A09-414D-99DC-640706160B4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a:extLst>
              <a:ext uri="{FF2B5EF4-FFF2-40B4-BE49-F238E27FC236}">
                <a16:creationId xmlns:a16="http://schemas.microsoft.com/office/drawing/2014/main" id="{6CB5B87C-5ED8-42FE-A415-2CC95BB56E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记录类型从某种意义上来说是它各个域类型的积，记录和积之间的主要区别是记录的域会被命名。</a:t>
            </a:r>
          </a:p>
        </p:txBody>
      </p:sp>
      <p:sp>
        <p:nvSpPr>
          <p:cNvPr id="45060" name="灯片编号占位符 3">
            <a:extLst>
              <a:ext uri="{FF2B5EF4-FFF2-40B4-BE49-F238E27FC236}">
                <a16:creationId xmlns:a16="http://schemas.microsoft.com/office/drawing/2014/main" id="{8C23EEAE-9A0D-43E3-821D-D29B7CC5568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6A6A076C-8CEF-4275-AD1D-B5F033ACB209}" type="slidenum">
              <a:rPr lang="zh-CN" altLang="en-US" sz="1200"/>
              <a:pPr/>
              <a:t>39</a:t>
            </a:fld>
            <a:endParaRPr lang="zh-CN"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45</a:t>
            </a:fld>
            <a:endParaRPr lang="zh-CN" altLang="en-US"/>
          </a:p>
        </p:txBody>
      </p:sp>
    </p:spTree>
    <p:extLst>
      <p:ext uri="{BB962C8B-B14F-4D97-AF65-F5344CB8AC3E}">
        <p14:creationId xmlns:p14="http://schemas.microsoft.com/office/powerpoint/2010/main" val="1612054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全局变量，没有给初始值时，编译器会默认将其初始化为</a:t>
            </a:r>
            <a:r>
              <a:rPr lang="en-US" altLang="zh-CN" dirty="0"/>
              <a:t>0</a:t>
            </a:r>
            <a:r>
              <a:rPr lang="zh-CN" altLang="en-US" dirty="0"/>
              <a:t>。</a:t>
            </a:r>
            <a:endParaRPr lang="en-US" altLang="zh-CN" dirty="0"/>
          </a:p>
          <a:p>
            <a:r>
              <a:rPr lang="en-US" altLang="zh-CN" dirty="0" err="1"/>
              <a:t>i</a:t>
            </a:r>
            <a:r>
              <a:rPr lang="zh-CN" altLang="en-US" dirty="0"/>
              <a:t>的初始值为</a:t>
            </a:r>
            <a:r>
              <a:rPr lang="en-US" altLang="zh-CN" dirty="0"/>
              <a:t>0</a:t>
            </a:r>
            <a:r>
              <a:rPr lang="zh-CN" altLang="en-US" dirty="0"/>
              <a:t>，</a:t>
            </a:r>
            <a:r>
              <a:rPr lang="en-US" altLang="zh-CN" b="1" dirty="0" err="1"/>
              <a:t>i</a:t>
            </a:r>
            <a:r>
              <a:rPr lang="en-US" altLang="zh-CN" b="1" dirty="0"/>
              <a:t> - - </a:t>
            </a:r>
            <a:r>
              <a:rPr lang="zh-CN" altLang="en-US" dirty="0"/>
              <a:t>的结果为</a:t>
            </a:r>
            <a:r>
              <a:rPr lang="en-US" altLang="zh-CN" dirty="0"/>
              <a:t>-1</a:t>
            </a:r>
            <a:r>
              <a:rPr lang="zh-CN" altLang="en-US" dirty="0"/>
              <a:t>。</a:t>
            </a:r>
            <a:endParaRPr lang="en-US" altLang="zh-CN" dirty="0"/>
          </a:p>
          <a:p>
            <a:r>
              <a:rPr lang="en-US" altLang="zh-CN" b="1" dirty="0" err="1"/>
              <a:t>sizeof</a:t>
            </a:r>
            <a:r>
              <a:rPr lang="en-US" altLang="zh-CN" b="1" dirty="0"/>
              <a:t>(</a:t>
            </a:r>
            <a:r>
              <a:rPr lang="en-US" altLang="zh-CN" b="1" dirty="0" err="1"/>
              <a:t>i</a:t>
            </a:r>
            <a:r>
              <a:rPr lang="en-US" altLang="zh-CN" b="1" dirty="0"/>
              <a:t>)</a:t>
            </a:r>
            <a:r>
              <a:rPr lang="zh-CN" altLang="en-US" dirty="0"/>
              <a:t>返回一个无符号整数，表示</a:t>
            </a:r>
            <a:r>
              <a:rPr lang="en-US" altLang="zh-CN" dirty="0" err="1"/>
              <a:t>i</a:t>
            </a:r>
            <a:r>
              <a:rPr lang="zh-CN" altLang="en-US" dirty="0"/>
              <a:t>所占字节的长度，</a:t>
            </a:r>
            <a:r>
              <a:rPr lang="en-US" altLang="zh-CN" dirty="0"/>
              <a:t>int</a:t>
            </a:r>
            <a:r>
              <a:rPr lang="zh-CN" altLang="en-US" dirty="0"/>
              <a:t>类型的长度为</a:t>
            </a:r>
            <a:r>
              <a:rPr lang="en-US" altLang="zh-CN" dirty="0"/>
              <a:t>4</a:t>
            </a:r>
            <a:r>
              <a:rPr lang="zh-CN" altLang="en-US" dirty="0"/>
              <a:t>。</a:t>
            </a:r>
            <a:endParaRPr lang="en-US" altLang="zh-CN" dirty="0"/>
          </a:p>
          <a:p>
            <a:r>
              <a:rPr lang="zh-CN" altLang="en-US" sz="1200" b="0" dirty="0">
                <a:solidFill>
                  <a:srgbClr val="000000"/>
                </a:solidFill>
                <a:latin typeface="新宋体" panose="02010609030101010101" pitchFamily="49" charset="-122"/>
                <a:ea typeface="新宋体" panose="02010609030101010101" pitchFamily="49" charset="-122"/>
              </a:rPr>
              <a:t>编译器会将</a:t>
            </a:r>
            <a:r>
              <a:rPr lang="en-US" altLang="zh-CN" sz="1200" b="1" dirty="0" err="1">
                <a:solidFill>
                  <a:srgbClr val="000000"/>
                </a:solidFill>
                <a:latin typeface="新宋体" panose="02010609030101010101" pitchFamily="49" charset="-122"/>
                <a:ea typeface="新宋体" panose="02010609030101010101" pitchFamily="49" charset="-122"/>
              </a:rPr>
              <a:t>i</a:t>
            </a:r>
            <a:r>
              <a:rPr lang="en-US" altLang="zh-CN" sz="1200" b="1" dirty="0">
                <a:solidFill>
                  <a:srgbClr val="000000"/>
                </a:solidFill>
                <a:latin typeface="新宋体" panose="02010609030101010101" pitchFamily="49" charset="-122"/>
                <a:ea typeface="新宋体" panose="02010609030101010101" pitchFamily="49" charset="-122"/>
              </a:rPr>
              <a:t> &gt; </a:t>
            </a:r>
            <a:r>
              <a:rPr lang="en-US" altLang="zh-CN" sz="1200" b="1" dirty="0" err="1">
                <a:solidFill>
                  <a:srgbClr val="0000FF"/>
                </a:solidFill>
                <a:latin typeface="新宋体" panose="02010609030101010101" pitchFamily="49" charset="-122"/>
                <a:ea typeface="新宋体" panose="02010609030101010101" pitchFamily="49" charset="-122"/>
              </a:rPr>
              <a:t>sizeof</a:t>
            </a:r>
            <a:r>
              <a:rPr lang="en-US" altLang="zh-CN" sz="1200" b="1" dirty="0">
                <a:solidFill>
                  <a:srgbClr val="000000"/>
                </a:solidFill>
                <a:latin typeface="新宋体" panose="02010609030101010101" pitchFamily="49" charset="-122"/>
                <a:ea typeface="新宋体" panose="02010609030101010101" pitchFamily="49" charset="-122"/>
              </a:rPr>
              <a:t>(</a:t>
            </a:r>
            <a:r>
              <a:rPr lang="en-US" altLang="zh-CN" sz="1200" b="1" dirty="0" err="1">
                <a:solidFill>
                  <a:srgbClr val="000000"/>
                </a:solidFill>
                <a:latin typeface="新宋体" panose="02010609030101010101" pitchFamily="49" charset="-122"/>
                <a:ea typeface="新宋体" panose="02010609030101010101" pitchFamily="49" charset="-122"/>
              </a:rPr>
              <a:t>i</a:t>
            </a:r>
            <a:r>
              <a:rPr lang="en-US" altLang="zh-CN" sz="1200" b="1" dirty="0">
                <a:solidFill>
                  <a:srgbClr val="000000"/>
                </a:solidFill>
                <a:latin typeface="新宋体" panose="02010609030101010101" pitchFamily="49" charset="-122"/>
                <a:ea typeface="新宋体" panose="02010609030101010101" pitchFamily="49" charset="-122"/>
              </a:rPr>
              <a:t>)</a:t>
            </a:r>
            <a:r>
              <a:rPr lang="zh-CN" altLang="en-US" sz="1200" b="0" dirty="0">
                <a:solidFill>
                  <a:srgbClr val="000000"/>
                </a:solidFill>
                <a:latin typeface="新宋体" panose="02010609030101010101" pitchFamily="49" charset="-122"/>
                <a:ea typeface="新宋体" panose="02010609030101010101" pitchFamily="49" charset="-122"/>
              </a:rPr>
              <a:t>中的</a:t>
            </a:r>
            <a:r>
              <a:rPr lang="zh-CN" altLang="en-US" dirty="0"/>
              <a:t>左侧</a:t>
            </a:r>
            <a:r>
              <a:rPr lang="en-US" altLang="zh-CN" dirty="0" err="1"/>
              <a:t>i</a:t>
            </a:r>
            <a:r>
              <a:rPr lang="zh-CN" altLang="en-US" dirty="0"/>
              <a:t>自动转换为无符号整数类型。</a:t>
            </a:r>
            <a:endParaRPr lang="en-US" altLang="zh-CN" dirty="0"/>
          </a:p>
          <a:p>
            <a:r>
              <a:rPr lang="zh-CN" altLang="en-US" dirty="0"/>
              <a:t>将</a:t>
            </a:r>
            <a:r>
              <a:rPr lang="en-US" altLang="zh-CN" dirty="0"/>
              <a:t>-1</a:t>
            </a:r>
            <a:r>
              <a:rPr lang="zh-CN" altLang="en-US" dirty="0"/>
              <a:t>转化为无符号整型，实际上就是将它的符号位视为有效位，故此时它是一个正数，而正数的补码，反码，原码相同。</a:t>
            </a:r>
            <a:endParaRPr lang="en-US" altLang="zh-CN" dirty="0"/>
          </a:p>
          <a:p>
            <a:r>
              <a:rPr lang="en-US" altLang="zh-CN" dirty="0"/>
              <a:t>-1</a:t>
            </a:r>
            <a:r>
              <a:rPr lang="zh-CN" altLang="en-US" dirty="0"/>
              <a:t>的原码：</a:t>
            </a:r>
            <a:r>
              <a:rPr lang="en-US" altLang="zh-CN" dirty="0"/>
              <a:t>10000000000000000000000000000001</a:t>
            </a:r>
          </a:p>
          <a:p>
            <a:r>
              <a:rPr lang="en-US" altLang="zh-CN" dirty="0"/>
              <a:t>-1</a:t>
            </a:r>
            <a:r>
              <a:rPr lang="zh-CN" altLang="en-US" dirty="0"/>
              <a:t>的反码：</a:t>
            </a:r>
            <a:r>
              <a:rPr lang="en-US" altLang="zh-CN" dirty="0"/>
              <a:t>111111111111111111111111111111111110</a:t>
            </a:r>
          </a:p>
          <a:p>
            <a:r>
              <a:rPr lang="en-US" altLang="zh-CN" dirty="0"/>
              <a:t>-1</a:t>
            </a:r>
            <a:r>
              <a:rPr lang="zh-CN" altLang="en-US" dirty="0"/>
              <a:t>的补码：</a:t>
            </a:r>
            <a:r>
              <a:rPr lang="en-US" altLang="zh-CN" dirty="0"/>
              <a:t>111111111111111111111111111111111111</a:t>
            </a:r>
          </a:p>
          <a:p>
            <a:r>
              <a:rPr lang="zh-CN" altLang="en-US" dirty="0"/>
              <a:t>所以</a:t>
            </a:r>
            <a:r>
              <a:rPr lang="en-US" altLang="zh-CN" dirty="0"/>
              <a:t>-1</a:t>
            </a:r>
            <a:r>
              <a:rPr lang="zh-CN" altLang="en-US" dirty="0"/>
              <a:t>对应的无符号整形是一个非常大的数字，超过</a:t>
            </a:r>
            <a:r>
              <a:rPr lang="en-US" altLang="zh-CN" dirty="0"/>
              <a:t>4</a:t>
            </a:r>
            <a:r>
              <a:rPr lang="zh-CN" altLang="en-US" dirty="0"/>
              <a:t>或者</a:t>
            </a:r>
            <a:r>
              <a:rPr lang="en-US" altLang="zh-CN" dirty="0"/>
              <a:t>8</a:t>
            </a:r>
            <a:r>
              <a:rPr lang="zh-CN" altLang="en-US" dirty="0"/>
              <a:t>，答案为 </a:t>
            </a:r>
            <a:r>
              <a:rPr lang="en-US" altLang="zh-CN" b="1" dirty="0"/>
              <a:t>&gt; </a:t>
            </a:r>
            <a:r>
              <a:rPr lang="zh-CN" altLang="en-US" dirty="0"/>
              <a:t>号。</a:t>
            </a:r>
            <a:endParaRPr lang="en-US" altLang="zh-CN"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47</a:t>
            </a:fld>
            <a:endParaRPr lang="zh-CN" altLang="en-US"/>
          </a:p>
        </p:txBody>
      </p:sp>
    </p:spTree>
    <p:extLst>
      <p:ext uri="{BB962C8B-B14F-4D97-AF65-F5344CB8AC3E}">
        <p14:creationId xmlns:p14="http://schemas.microsoft.com/office/powerpoint/2010/main" val="3948192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20455A"/>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B629830-5336-4949-A8B2-948D6B2F12A5}"/>
              </a:ext>
            </a:extLst>
          </p:cNvPr>
          <p:cNvPicPr>
            <a:picLocks noChangeAspect="1"/>
          </p:cNvPicPr>
          <p:nvPr/>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
        <p:nvSpPr>
          <p:cNvPr id="2" name="Title 1"/>
          <p:cNvSpPr>
            <a:spLocks noGrp="1"/>
          </p:cNvSpPr>
          <p:nvPr>
            <p:ph type="ctrTitle"/>
          </p:nvPr>
        </p:nvSpPr>
        <p:spPr>
          <a:xfrm>
            <a:off x="685800" y="2541494"/>
            <a:ext cx="7772400" cy="2192151"/>
          </a:xfrm>
        </p:spPr>
        <p:txBody>
          <a:bodyPr anchor="b"/>
          <a:lstStyle>
            <a:lvl1pPr algn="ctr">
              <a:defRPr sz="6000">
                <a:solidFill>
                  <a:schemeClr val="bg1"/>
                </a:solidFill>
              </a:defRPr>
            </a:lvl1pPr>
          </a:lstStyle>
          <a:p>
            <a:r>
              <a:rPr lang="zh-CN" altLang="en-US"/>
              <a:t>单击此处编辑母版标题样式</a:t>
            </a:r>
            <a:endParaRPr lang="en-US"/>
          </a:p>
        </p:txBody>
      </p:sp>
      <p:sp>
        <p:nvSpPr>
          <p:cNvPr id="3" name="Subtitle 2"/>
          <p:cNvSpPr>
            <a:spLocks noGrp="1"/>
          </p:cNvSpPr>
          <p:nvPr>
            <p:ph type="subTitle" idx="1"/>
          </p:nvPr>
        </p:nvSpPr>
        <p:spPr>
          <a:xfrm>
            <a:off x="1143000" y="4966310"/>
            <a:ext cx="6858000" cy="936951"/>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pic>
        <p:nvPicPr>
          <p:cNvPr id="5" name="图片 4">
            <a:extLst>
              <a:ext uri="{FF2B5EF4-FFF2-40B4-BE49-F238E27FC236}">
                <a16:creationId xmlns:a16="http://schemas.microsoft.com/office/drawing/2014/main" id="{37E01A93-E996-4DF8-B9CC-4F6E64C77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pic>
        <p:nvPicPr>
          <p:cNvPr id="4" name="图片 3">
            <a:extLst>
              <a:ext uri="{FF2B5EF4-FFF2-40B4-BE49-F238E27FC236}">
                <a16:creationId xmlns:a16="http://schemas.microsoft.com/office/drawing/2014/main" id="{64D699AA-A17D-6288-182C-12C51A9DA3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spTree>
    <p:extLst>
      <p:ext uri="{BB962C8B-B14F-4D97-AF65-F5344CB8AC3E}">
        <p14:creationId xmlns:p14="http://schemas.microsoft.com/office/powerpoint/2010/main" val="2016282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日期占位符 3">
            <a:extLst>
              <a:ext uri="{FF2B5EF4-FFF2-40B4-BE49-F238E27FC236}">
                <a16:creationId xmlns:a16="http://schemas.microsoft.com/office/drawing/2014/main" id="{8FD20E6C-FB89-68E9-164A-0E504C4D3FB8}"/>
              </a:ext>
            </a:extLst>
          </p:cNvPr>
          <p:cNvSpPr>
            <a:spLocks noGrp="1"/>
          </p:cNvSpPr>
          <p:nvPr>
            <p:ph type="dt" sz="half" idx="10"/>
          </p:nvPr>
        </p:nvSpPr>
        <p:spPr/>
        <p:txBody>
          <a:bodyPr/>
          <a:lstStyle/>
          <a:p>
            <a:fld id="{BB3CF05F-6465-4EB0-8146-BAE37349DAEA}"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996A6C13-CFA3-3AF6-23F4-C8246972D47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6" name="灯片编号占位符 5">
            <a:extLst>
              <a:ext uri="{FF2B5EF4-FFF2-40B4-BE49-F238E27FC236}">
                <a16:creationId xmlns:a16="http://schemas.microsoft.com/office/drawing/2014/main" id="{71E45253-17F5-89F1-7504-AB07B9F23A86}"/>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741988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B14192-683D-1581-6D26-BAED78CAF6E7}"/>
              </a:ext>
            </a:extLst>
          </p:cNvPr>
          <p:cNvSpPr>
            <a:spLocks noGrp="1"/>
          </p:cNvSpPr>
          <p:nvPr>
            <p:ph type="dt" sz="half" idx="10"/>
          </p:nvPr>
        </p:nvSpPr>
        <p:spPr/>
        <p:txBody>
          <a:bodyPr/>
          <a:lstStyle/>
          <a:p>
            <a:fld id="{FA89F099-1F54-4F43-8CD3-F8CDB8031ABD}"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0907685F-6B1C-E4EB-B539-2D58EFF019E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6" name="灯片编号占位符 5">
            <a:extLst>
              <a:ext uri="{FF2B5EF4-FFF2-40B4-BE49-F238E27FC236}">
                <a16:creationId xmlns:a16="http://schemas.microsoft.com/office/drawing/2014/main" id="{C4AF35F3-E92D-A082-789F-7BFB914AD4DE}"/>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130945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291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A43A4307-F5F5-FBB6-DD85-C8604FD0BC55}"/>
              </a:ext>
            </a:extLst>
          </p:cNvPr>
          <p:cNvSpPr>
            <a:spLocks noGrp="1"/>
          </p:cNvSpPr>
          <p:nvPr>
            <p:ph type="dt" sz="half" idx="10"/>
          </p:nvPr>
        </p:nvSpPr>
        <p:spPr/>
        <p:txBody>
          <a:bodyPr/>
          <a:lstStyle/>
          <a:p>
            <a:fld id="{6C50EB57-C30E-4D93-8B0F-0B98340483A2}" type="datetime2">
              <a:rPr lang="zh-CN" altLang="en-US" smtClean="0"/>
              <a:t>2025年4月30日</a:t>
            </a:fld>
            <a:endParaRPr lang="zh-CN" altLang="en-US" dirty="0"/>
          </a:p>
        </p:txBody>
      </p:sp>
      <p:sp>
        <p:nvSpPr>
          <p:cNvPr id="6" name="页脚占位符 5">
            <a:extLst>
              <a:ext uri="{FF2B5EF4-FFF2-40B4-BE49-F238E27FC236}">
                <a16:creationId xmlns:a16="http://schemas.microsoft.com/office/drawing/2014/main" id="{B3B68E56-23AC-9E86-771E-FFFE4E4FBA8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7" name="灯片编号占位符 6">
            <a:extLst>
              <a:ext uri="{FF2B5EF4-FFF2-40B4-BE49-F238E27FC236}">
                <a16:creationId xmlns:a16="http://schemas.microsoft.com/office/drawing/2014/main" id="{FD96845B-7BC8-589A-CACC-42DDF8853BB2}"/>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160076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1"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1"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6"/>
            <a:ext cx="7886700" cy="953133"/>
          </a:xfrm>
        </p:spPr>
        <p:txBody>
          <a:body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B189DA9E-6D2C-ECFE-516A-4D7CBF5DE6CD}"/>
              </a:ext>
            </a:extLst>
          </p:cNvPr>
          <p:cNvSpPr>
            <a:spLocks noGrp="1"/>
          </p:cNvSpPr>
          <p:nvPr>
            <p:ph type="dt" sz="half" idx="10"/>
          </p:nvPr>
        </p:nvSpPr>
        <p:spPr/>
        <p:txBody>
          <a:bodyPr/>
          <a:lstStyle/>
          <a:p>
            <a:fld id="{59DCFADE-BE1A-48A4-B3F2-47BDAA4B2A5C}" type="datetime2">
              <a:rPr lang="zh-CN" altLang="en-US" smtClean="0"/>
              <a:t>2025年4月30日</a:t>
            </a:fld>
            <a:endParaRPr lang="zh-CN" altLang="en-US" dirty="0"/>
          </a:p>
        </p:txBody>
      </p:sp>
      <p:sp>
        <p:nvSpPr>
          <p:cNvPr id="7" name="页脚占位符 6">
            <a:extLst>
              <a:ext uri="{FF2B5EF4-FFF2-40B4-BE49-F238E27FC236}">
                <a16:creationId xmlns:a16="http://schemas.microsoft.com/office/drawing/2014/main" id="{84D214C7-BE70-775E-3184-699E828CAA6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8" name="灯片编号占位符 7">
            <a:extLst>
              <a:ext uri="{FF2B5EF4-FFF2-40B4-BE49-F238E27FC236}">
                <a16:creationId xmlns:a16="http://schemas.microsoft.com/office/drawing/2014/main" id="{4E63B42C-0A8D-3187-C6A2-EC53CC68F059}"/>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694441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6F910E3A-F2ED-EEF4-F254-EC2E311F2E32}"/>
              </a:ext>
            </a:extLst>
          </p:cNvPr>
          <p:cNvSpPr>
            <a:spLocks noGrp="1"/>
          </p:cNvSpPr>
          <p:nvPr>
            <p:ph type="dt" sz="half" idx="10"/>
          </p:nvPr>
        </p:nvSpPr>
        <p:spPr/>
        <p:txBody>
          <a:bodyPr/>
          <a:lstStyle/>
          <a:p>
            <a:fld id="{EC66BA0C-5F09-4EC6-89BF-1DF119828E5B}" type="datetime2">
              <a:rPr lang="zh-CN" altLang="en-US" smtClean="0"/>
              <a:t>2025年4月30日</a:t>
            </a:fld>
            <a:endParaRPr lang="zh-CN" altLang="en-US" dirty="0"/>
          </a:p>
        </p:txBody>
      </p:sp>
      <p:sp>
        <p:nvSpPr>
          <p:cNvPr id="4" name="页脚占位符 3">
            <a:extLst>
              <a:ext uri="{FF2B5EF4-FFF2-40B4-BE49-F238E27FC236}">
                <a16:creationId xmlns:a16="http://schemas.microsoft.com/office/drawing/2014/main" id="{92EB21E9-A4F5-FC64-1354-7982178B27C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5" name="灯片编号占位符 4">
            <a:extLst>
              <a:ext uri="{FF2B5EF4-FFF2-40B4-BE49-F238E27FC236}">
                <a16:creationId xmlns:a16="http://schemas.microsoft.com/office/drawing/2014/main" id="{4B089F21-B949-2FD1-743C-8877F79815E4}"/>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25203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0BF46A-E386-812F-0D08-5F8229156F0F}"/>
              </a:ext>
            </a:extLst>
          </p:cNvPr>
          <p:cNvSpPr>
            <a:spLocks noGrp="1"/>
          </p:cNvSpPr>
          <p:nvPr>
            <p:ph type="dt" sz="half" idx="10"/>
          </p:nvPr>
        </p:nvSpPr>
        <p:spPr/>
        <p:txBody>
          <a:bodyPr/>
          <a:lstStyle/>
          <a:p>
            <a:fld id="{4F0C9752-DE56-4C51-9229-33AD76CDE485}"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AF34F61A-207B-527E-FBEF-08F5D67B5E4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790BB434-81FB-B74A-0CBE-68F34BF44D4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3024573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704851"/>
            <a:ext cx="4629150" cy="5156201"/>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29841" y="1371602"/>
            <a:ext cx="2949178" cy="44973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D298AE-E700-D985-6042-9D007D8F30EB}"/>
              </a:ext>
            </a:extLst>
          </p:cNvPr>
          <p:cNvSpPr>
            <a:spLocks noGrp="1"/>
          </p:cNvSpPr>
          <p:nvPr>
            <p:ph type="dt" sz="half" idx="10"/>
          </p:nvPr>
        </p:nvSpPr>
        <p:spPr/>
        <p:txBody>
          <a:bodyPr/>
          <a:lstStyle/>
          <a:p>
            <a:fld id="{404F89B8-DFCE-464C-93B0-12B90B83AE19}" type="datetime2">
              <a:rPr lang="zh-CN" altLang="en-US" smtClean="0"/>
              <a:t>2025年4月30日</a:t>
            </a:fld>
            <a:endParaRPr lang="zh-CN" altLang="en-US" dirty="0"/>
          </a:p>
        </p:txBody>
      </p:sp>
      <p:sp>
        <p:nvSpPr>
          <p:cNvPr id="6" name="页脚占位符 5">
            <a:extLst>
              <a:ext uri="{FF2B5EF4-FFF2-40B4-BE49-F238E27FC236}">
                <a16:creationId xmlns:a16="http://schemas.microsoft.com/office/drawing/2014/main" id="{2B258D42-CF72-34ED-F56F-AE9B813E9CC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7" name="灯片编号占位符 6">
            <a:extLst>
              <a:ext uri="{FF2B5EF4-FFF2-40B4-BE49-F238E27FC236}">
                <a16:creationId xmlns:a16="http://schemas.microsoft.com/office/drawing/2014/main" id="{DBDFD631-A3E9-165A-35DB-0DEA1F6E9435}"/>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889458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7"/>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9781ADDD-B50D-2265-4F73-7D94A8CACBC9}"/>
              </a:ext>
            </a:extLst>
          </p:cNvPr>
          <p:cNvSpPr>
            <a:spLocks noGrp="1"/>
          </p:cNvSpPr>
          <p:nvPr>
            <p:ph type="dt" sz="half" idx="10"/>
          </p:nvPr>
        </p:nvSpPr>
        <p:spPr/>
        <p:txBody>
          <a:bodyPr/>
          <a:lstStyle/>
          <a:p>
            <a:fld id="{09605EC3-8F1C-4756-B215-830F56524ABA}"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317C0C95-F80D-C1E1-CCD9-FED7EC490C5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6" name="灯片编号占位符 5">
            <a:extLst>
              <a:ext uri="{FF2B5EF4-FFF2-40B4-BE49-F238E27FC236}">
                <a16:creationId xmlns:a16="http://schemas.microsoft.com/office/drawing/2014/main" id="{561A04C7-B65F-289E-E03D-12535DA86D1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226162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2858B23B-E63C-7924-6739-DE03BC37431D}"/>
              </a:ext>
            </a:extLst>
          </p:cNvPr>
          <p:cNvSpPr>
            <a:spLocks noGrp="1"/>
          </p:cNvSpPr>
          <p:nvPr>
            <p:ph type="dt" sz="half" idx="10"/>
          </p:nvPr>
        </p:nvSpPr>
        <p:spPr/>
        <p:txBody>
          <a:bodyPr/>
          <a:lstStyle/>
          <a:p>
            <a:fld id="{F551FFC1-03BA-409E-9D2B-BFE11B0B6DED}"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3ADDC46F-A2C9-DCCE-53CA-FD68C17AB64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6" name="灯片编号占位符 5">
            <a:extLst>
              <a:ext uri="{FF2B5EF4-FFF2-40B4-BE49-F238E27FC236}">
                <a16:creationId xmlns:a16="http://schemas.microsoft.com/office/drawing/2014/main" id="{2FE5539E-CDF7-804D-9506-F8F808768310}"/>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557847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5B09B39-3007-BEB7-B5AD-FF5977A94FB9}"/>
              </a:ext>
            </a:extLst>
          </p:cNvPr>
          <p:cNvSpPr>
            <a:spLocks noGrp="1"/>
          </p:cNvSpPr>
          <p:nvPr>
            <p:ph type="dt" sz="half" idx="10"/>
          </p:nvPr>
        </p:nvSpPr>
        <p:spPr/>
        <p:txBody>
          <a:bodyPr/>
          <a:lstStyle/>
          <a:p>
            <a:fld id="{69232726-C97F-4070-BE48-B526F8664BCC}"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3DC64B84-DDCA-A2A7-6AF5-422C28B8707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6" name="灯片编号占位符 5">
            <a:extLst>
              <a:ext uri="{FF2B5EF4-FFF2-40B4-BE49-F238E27FC236}">
                <a16:creationId xmlns:a16="http://schemas.microsoft.com/office/drawing/2014/main" id="{6F739592-4F64-1117-E412-90F3314629D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0894939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8" name="日期占位符 7">
            <a:extLst>
              <a:ext uri="{FF2B5EF4-FFF2-40B4-BE49-F238E27FC236}">
                <a16:creationId xmlns:a16="http://schemas.microsoft.com/office/drawing/2014/main" id="{DFF38CD5-A72C-F759-0789-EEDBD4DE3D74}"/>
              </a:ext>
            </a:extLst>
          </p:cNvPr>
          <p:cNvSpPr>
            <a:spLocks noGrp="1"/>
          </p:cNvSpPr>
          <p:nvPr>
            <p:ph type="dt" sz="half" idx="10"/>
          </p:nvPr>
        </p:nvSpPr>
        <p:spPr/>
        <p:txBody>
          <a:bodyPr/>
          <a:lstStyle/>
          <a:p>
            <a:pPr>
              <a:defRPr/>
            </a:pPr>
            <a:fld id="{B891C11C-45A2-4ACC-B096-91E0A5777EB8}" type="datetime2">
              <a:rPr lang="zh-CN" altLang="en-US" smtClean="0"/>
              <a:t>2025年4月30日</a:t>
            </a:fld>
            <a:endParaRPr lang="en-US" altLang="zh-CN"/>
          </a:p>
        </p:txBody>
      </p:sp>
      <p:sp>
        <p:nvSpPr>
          <p:cNvPr id="9" name="页脚占位符 8">
            <a:extLst>
              <a:ext uri="{FF2B5EF4-FFF2-40B4-BE49-F238E27FC236}">
                <a16:creationId xmlns:a16="http://schemas.microsoft.com/office/drawing/2014/main" id="{538FBA95-D414-F06C-DB52-00D94A9C9E67}"/>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p>
        </p:txBody>
      </p:sp>
      <p:sp>
        <p:nvSpPr>
          <p:cNvPr id="10" name="灯片编号占位符 9">
            <a:extLst>
              <a:ext uri="{FF2B5EF4-FFF2-40B4-BE49-F238E27FC236}">
                <a16:creationId xmlns:a16="http://schemas.microsoft.com/office/drawing/2014/main" id="{8FA977F0-2D4E-D075-7789-0395E8EE4A0F}"/>
              </a:ext>
            </a:extLst>
          </p:cNvPr>
          <p:cNvSpPr>
            <a:spLocks noGrp="1"/>
          </p:cNvSpPr>
          <p:nvPr>
            <p:ph type="sldNum" sz="quarter" idx="12"/>
          </p:nvPr>
        </p:nvSpPr>
        <p:spPr/>
        <p:txBody>
          <a:bodyPr/>
          <a:lstStyle/>
          <a:p>
            <a:fld id="{B8792307-A222-49C4-BB81-065F249ECFC6}" type="slidenum">
              <a:rPr lang="en-US" altLang="zh-CN" smtClean="0"/>
              <a:pPr/>
              <a:t>‹#›</a:t>
            </a:fld>
            <a:endParaRPr lang="en-US" altLang="zh-CN"/>
          </a:p>
        </p:txBody>
      </p:sp>
    </p:spTree>
    <p:extLst>
      <p:ext uri="{BB962C8B-B14F-4D97-AF65-F5344CB8AC3E}">
        <p14:creationId xmlns:p14="http://schemas.microsoft.com/office/powerpoint/2010/main" val="2470563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r>
              <a:rPr lang="zh-CN" altLang="en-US" noProof="0"/>
              <a:t>单击图标添加表格</a:t>
            </a:r>
          </a:p>
        </p:txBody>
      </p:sp>
      <p:sp>
        <p:nvSpPr>
          <p:cNvPr id="7" name="日期占位符 6">
            <a:extLst>
              <a:ext uri="{FF2B5EF4-FFF2-40B4-BE49-F238E27FC236}">
                <a16:creationId xmlns:a16="http://schemas.microsoft.com/office/drawing/2014/main" id="{C9A8814B-8A88-C255-1CC9-3C519F1E888A}"/>
              </a:ext>
            </a:extLst>
          </p:cNvPr>
          <p:cNvSpPr>
            <a:spLocks noGrp="1"/>
          </p:cNvSpPr>
          <p:nvPr>
            <p:ph type="dt" sz="half" idx="10"/>
          </p:nvPr>
        </p:nvSpPr>
        <p:spPr/>
        <p:txBody>
          <a:bodyPr/>
          <a:lstStyle/>
          <a:p>
            <a:pPr>
              <a:defRPr/>
            </a:pPr>
            <a:fld id="{01274CFF-0A7F-44B3-9FAC-6495FBEBA12C}" type="datetime2">
              <a:rPr lang="zh-CN" altLang="en-US" smtClean="0"/>
              <a:t>2025年4月30日</a:t>
            </a:fld>
            <a:endParaRPr lang="en-US" altLang="zh-CN"/>
          </a:p>
        </p:txBody>
      </p:sp>
      <p:sp>
        <p:nvSpPr>
          <p:cNvPr id="8" name="页脚占位符 7">
            <a:extLst>
              <a:ext uri="{FF2B5EF4-FFF2-40B4-BE49-F238E27FC236}">
                <a16:creationId xmlns:a16="http://schemas.microsoft.com/office/drawing/2014/main" id="{F89516C1-45F7-9ADE-2F07-8A46D2457D3A}"/>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p>
        </p:txBody>
      </p:sp>
      <p:sp>
        <p:nvSpPr>
          <p:cNvPr id="9" name="灯片编号占位符 8">
            <a:extLst>
              <a:ext uri="{FF2B5EF4-FFF2-40B4-BE49-F238E27FC236}">
                <a16:creationId xmlns:a16="http://schemas.microsoft.com/office/drawing/2014/main" id="{1A007FEB-0C75-86B7-2DB2-264DC6B13F21}"/>
              </a:ext>
            </a:extLst>
          </p:cNvPr>
          <p:cNvSpPr>
            <a:spLocks noGrp="1"/>
          </p:cNvSpPr>
          <p:nvPr>
            <p:ph type="sldNum" sz="quarter" idx="12"/>
          </p:nvPr>
        </p:nvSpPr>
        <p:spPr/>
        <p:txBody>
          <a:bodyPr/>
          <a:lstStyle/>
          <a:p>
            <a:fld id="{AB728D9E-AB16-4FB0-AFB8-170F4056A412}" type="slidenum">
              <a:rPr lang="en-US" altLang="zh-CN" smtClean="0"/>
              <a:pPr/>
              <a:t>‹#›</a:t>
            </a:fld>
            <a:endParaRPr lang="en-US" altLang="zh-CN"/>
          </a:p>
        </p:txBody>
      </p:sp>
    </p:spTree>
    <p:extLst>
      <p:ext uri="{BB962C8B-B14F-4D97-AF65-F5344CB8AC3E}">
        <p14:creationId xmlns:p14="http://schemas.microsoft.com/office/powerpoint/2010/main" val="36445738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46BCFD9B-F924-E41E-A6A2-B0F24DFA4E80}"/>
              </a:ext>
            </a:extLst>
          </p:cNvPr>
          <p:cNvSpPr>
            <a:spLocks noGrp="1"/>
          </p:cNvSpPr>
          <p:nvPr>
            <p:ph type="ftr" sz="quarter" idx="10"/>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(1)</a:t>
            </a:r>
            <a:endParaRPr lang="zh-CN" altLang="en-US"/>
          </a:p>
        </p:txBody>
      </p:sp>
      <p:sp>
        <p:nvSpPr>
          <p:cNvPr id="3" name="灯片编号占位符 2">
            <a:extLst>
              <a:ext uri="{FF2B5EF4-FFF2-40B4-BE49-F238E27FC236}">
                <a16:creationId xmlns:a16="http://schemas.microsoft.com/office/drawing/2014/main" id="{D780F769-1043-A327-669E-60DB3D141C4B}"/>
              </a:ext>
            </a:extLst>
          </p:cNvPr>
          <p:cNvSpPr>
            <a:spLocks noGrp="1"/>
          </p:cNvSpPr>
          <p:nvPr>
            <p:ph type="sldNum" sz="quarter" idx="11"/>
          </p:nvPr>
        </p:nvSpPr>
        <p:spPr/>
        <p:txBody>
          <a:body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FAA66CB8-EF80-1A0E-F494-94A08361FEF3}"/>
              </a:ext>
            </a:extLst>
          </p:cNvPr>
          <p:cNvSpPr>
            <a:spLocks noGrp="1"/>
          </p:cNvSpPr>
          <p:nvPr>
            <p:ph type="dt" sz="half" idx="12"/>
          </p:nvPr>
        </p:nvSpPr>
        <p:spPr/>
        <p:txBody>
          <a:bodyPr/>
          <a:lstStyle/>
          <a:p>
            <a:fld id="{658B95DB-A261-43B5-80BA-FC17F36D6D1B}" type="datetime2">
              <a:rPr lang="zh-CN" altLang="en-US" smtClean="0"/>
              <a:t>2025年4月30日</a:t>
            </a:fld>
            <a:endParaRPr lang="zh-CN" altLang="en-US"/>
          </a:p>
        </p:txBody>
      </p:sp>
    </p:spTree>
    <p:extLst>
      <p:ext uri="{BB962C8B-B14F-4D97-AF65-F5344CB8AC3E}">
        <p14:creationId xmlns:p14="http://schemas.microsoft.com/office/powerpoint/2010/main" val="543537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0F3958B-01C0-0A96-68C9-F7752383FD9A}"/>
              </a:ext>
            </a:extLst>
          </p:cNvPr>
          <p:cNvSpPr/>
          <p:nvPr/>
        </p:nvSpPr>
        <p:spPr>
          <a:xfrm>
            <a:off x="0" y="0"/>
            <a:ext cx="9144000" cy="229128"/>
          </a:xfrm>
          <a:prstGeom prst="rect">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cxnSp>
        <p:nvCxnSpPr>
          <p:cNvPr id="10" name="直接连接符 9">
            <a:extLst>
              <a:ext uri="{FF2B5EF4-FFF2-40B4-BE49-F238E27FC236}">
                <a16:creationId xmlns:a16="http://schemas.microsoft.com/office/drawing/2014/main" id="{8D5E4ABF-DD54-6BBA-BAC2-E1D45644836D}"/>
              </a:ext>
            </a:extLst>
          </p:cNvPr>
          <p:cNvCxnSpPr/>
          <p:nvPr/>
        </p:nvCxnSpPr>
        <p:spPr>
          <a:xfrm>
            <a:off x="0" y="229136"/>
            <a:ext cx="9144000"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628650" y="229136"/>
            <a:ext cx="7886700" cy="95313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257300"/>
            <a:ext cx="7886700" cy="49196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箭头: 五边形 6">
            <a:extLst>
              <a:ext uri="{FF2B5EF4-FFF2-40B4-BE49-F238E27FC236}">
                <a16:creationId xmlns:a16="http://schemas.microsoft.com/office/drawing/2014/main" id="{6CBCA317-D25B-4606-AB40-B04900150411}"/>
              </a:ext>
            </a:extLst>
          </p:cNvPr>
          <p:cNvSpPr/>
          <p:nvPr/>
        </p:nvSpPr>
        <p:spPr>
          <a:xfrm>
            <a:off x="0" y="365136"/>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箭头: 五边形 4">
            <a:extLst>
              <a:ext uri="{FF2B5EF4-FFF2-40B4-BE49-F238E27FC236}">
                <a16:creationId xmlns:a16="http://schemas.microsoft.com/office/drawing/2014/main" id="{97360822-865F-4201-A117-CC1E539ED999}"/>
              </a:ext>
            </a:extLst>
          </p:cNvPr>
          <p:cNvSpPr/>
          <p:nvPr/>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
        <p:nvSpPr>
          <p:cNvPr id="6" name="页脚占位符 5">
            <a:extLst>
              <a:ext uri="{FF2B5EF4-FFF2-40B4-BE49-F238E27FC236}">
                <a16:creationId xmlns:a16="http://schemas.microsoft.com/office/drawing/2014/main" id="{A1345553-EF4A-DBDE-C790-A708CC05CA81}"/>
              </a:ext>
            </a:extLst>
          </p:cNvPr>
          <p:cNvSpPr>
            <a:spLocks noGrp="1"/>
          </p:cNvSpPr>
          <p:nvPr>
            <p:ph type="ftr" sz="quarter" idx="3"/>
          </p:nvPr>
        </p:nvSpPr>
        <p:spPr>
          <a:xfrm>
            <a:off x="3028950" y="10800"/>
            <a:ext cx="3086100" cy="180000"/>
          </a:xfrm>
          <a:prstGeom prst="rect">
            <a:avLst/>
          </a:prstGeom>
        </p:spPr>
        <p:txBody>
          <a:bodyPr vert="horz" lIns="91440" tIns="45720" rIns="91440" bIns="45720" rtlCol="0" anchor="ctr"/>
          <a:lstStyle>
            <a:lvl1pPr algn="ctr">
              <a:defRPr sz="1200">
                <a:solidFill>
                  <a:schemeClr val="bg1"/>
                </a:solidFill>
              </a:defRPr>
            </a:lvl1p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8" name="灯片编号占位符 7">
            <a:extLst>
              <a:ext uri="{FF2B5EF4-FFF2-40B4-BE49-F238E27FC236}">
                <a16:creationId xmlns:a16="http://schemas.microsoft.com/office/drawing/2014/main" id="{1023F4F9-B6BF-0026-295C-0157F77F367D}"/>
              </a:ext>
            </a:extLst>
          </p:cNvPr>
          <p:cNvSpPr>
            <a:spLocks noGrp="1"/>
          </p:cNvSpPr>
          <p:nvPr>
            <p:ph type="sldNum" sz="quarter" idx="4"/>
          </p:nvPr>
        </p:nvSpPr>
        <p:spPr>
          <a:xfrm>
            <a:off x="7056000" y="10800"/>
            <a:ext cx="2057400" cy="180000"/>
          </a:xfrm>
          <a:prstGeom prst="rect">
            <a:avLst/>
          </a:prstGeom>
        </p:spPr>
        <p:txBody>
          <a:bodyPr vert="horz" lIns="91440" tIns="45720" rIns="91440" bIns="45720" rtlCol="0" anchor="ctr"/>
          <a:lstStyle>
            <a:lvl1pPr algn="r">
              <a:defRPr sz="1200">
                <a:solidFill>
                  <a:schemeClr val="bg1"/>
                </a:solidFill>
              </a:defRPr>
            </a:lvl1p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A980115C-8837-19E6-64B4-FBB7C7E3D3D2}"/>
              </a:ext>
            </a:extLst>
          </p:cNvPr>
          <p:cNvSpPr>
            <a:spLocks noGrp="1"/>
          </p:cNvSpPr>
          <p:nvPr>
            <p:ph type="dt" sz="half" idx="2"/>
          </p:nvPr>
        </p:nvSpPr>
        <p:spPr>
          <a:xfrm>
            <a:off x="32400" y="10800"/>
            <a:ext cx="2059200" cy="180000"/>
          </a:xfrm>
          <a:prstGeom prst="rect">
            <a:avLst/>
          </a:prstGeom>
        </p:spPr>
        <p:txBody>
          <a:bodyPr vert="horz" lIns="91440" tIns="45720" rIns="91440" bIns="45720" rtlCol="0" anchor="ctr"/>
          <a:lstStyle>
            <a:lvl1pPr algn="l">
              <a:defRPr sz="1200">
                <a:solidFill>
                  <a:schemeClr val="bg1"/>
                </a:solidFill>
              </a:defRPr>
            </a:lvl1pPr>
          </a:lstStyle>
          <a:p>
            <a:fld id="{6C50EB57-C30E-4D93-8B0F-0B98340483A2}" type="datetime2">
              <a:rPr lang="zh-CN" altLang="en-US" smtClean="0"/>
              <a:t>2025年4月30日</a:t>
            </a:fld>
            <a:endParaRPr lang="zh-CN" altLang="en-US" dirty="0"/>
          </a:p>
        </p:txBody>
      </p:sp>
      <p:sp>
        <p:nvSpPr>
          <p:cNvPr id="11" name="箭头: 五边形 10">
            <a:extLst>
              <a:ext uri="{FF2B5EF4-FFF2-40B4-BE49-F238E27FC236}">
                <a16:creationId xmlns:a16="http://schemas.microsoft.com/office/drawing/2014/main" id="{AD305B21-DEFE-C1E4-66E7-31AB80435E8A}"/>
              </a:ext>
            </a:extLst>
          </p:cNvPr>
          <p:cNvSpPr/>
          <p:nvPr userDrawn="1"/>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Tree>
    <p:extLst>
      <p:ext uri="{BB962C8B-B14F-4D97-AF65-F5344CB8AC3E}">
        <p14:creationId xmlns:p14="http://schemas.microsoft.com/office/powerpoint/2010/main" val="3645101094"/>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4.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14.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2.pn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notesSlide" Target="../notesSlides/notesSlide5.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14.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2.png"/><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0.emf"/><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oleObject" Target="../embeddings/oleObject2.bin"/><Relationship Id="rId5" Type="http://schemas.openxmlformats.org/officeDocument/2006/relationships/image" Target="../media/image9.emf"/><Relationship Id="rId4" Type="http://schemas.openxmlformats.org/officeDocument/2006/relationships/oleObject" Target="../embeddings/oleObject1.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C3515-54D4-4A44-A409-1AD3C10C63ED}"/>
              </a:ext>
            </a:extLst>
          </p:cNvPr>
          <p:cNvSpPr>
            <a:spLocks noGrp="1"/>
          </p:cNvSpPr>
          <p:nvPr>
            <p:ph type="ctrTitle"/>
          </p:nvPr>
        </p:nvSpPr>
        <p:spPr/>
        <p:txBody>
          <a:bodyPr>
            <a:normAutofit/>
          </a:bodyPr>
          <a:lstStyle/>
          <a:p>
            <a:r>
              <a:rPr lang="zh-CN" altLang="en-US" sz="4800" dirty="0"/>
              <a:t>第五章 类型检查</a:t>
            </a:r>
            <a:r>
              <a:rPr lang="en-US" altLang="zh-CN" sz="4800" dirty="0"/>
              <a:t>(2)</a:t>
            </a:r>
            <a:endParaRPr lang="zh-CN" altLang="en-US" sz="2800" dirty="0"/>
          </a:p>
        </p:txBody>
      </p:sp>
      <p:sp>
        <p:nvSpPr>
          <p:cNvPr id="3" name="副标题 2">
            <a:extLst>
              <a:ext uri="{FF2B5EF4-FFF2-40B4-BE49-F238E27FC236}">
                <a16:creationId xmlns:a16="http://schemas.microsoft.com/office/drawing/2014/main" id="{B9F7C19A-4716-4FDA-9AAE-2A3CD35E521D}"/>
              </a:ext>
            </a:extLst>
          </p:cNvPr>
          <p:cNvSpPr>
            <a:spLocks noGrp="1"/>
          </p:cNvSpPr>
          <p:nvPr>
            <p:ph type="subTitle" idx="1"/>
          </p:nvPr>
        </p:nvSpPr>
        <p:spPr/>
        <p:txBody>
          <a:bodyPr>
            <a:normAutofit fontScale="85000" lnSpcReduction="20000"/>
          </a:bodyPr>
          <a:lstStyle/>
          <a:p>
            <a:endParaRPr lang="en-US" altLang="zh-CN" sz="1800" dirty="0"/>
          </a:p>
          <a:p>
            <a:r>
              <a:rPr lang="zh-CN" altLang="en-US" sz="1800" dirty="0"/>
              <a:t>中国海洋大学 计算机系 王欣捷</a:t>
            </a:r>
            <a:endParaRPr lang="en-US" altLang="zh-CN" sz="1800" dirty="0"/>
          </a:p>
          <a:p>
            <a:r>
              <a:rPr lang="en-US" altLang="zh-CN" sz="1800" dirty="0"/>
              <a:t>wangxinjie@ouc.edu.cn</a:t>
            </a:r>
            <a:endParaRPr lang="zh-CN" altLang="en-US" sz="1800" dirty="0"/>
          </a:p>
        </p:txBody>
      </p:sp>
      <p:sp>
        <p:nvSpPr>
          <p:cNvPr id="4" name="文本框 3">
            <a:extLst>
              <a:ext uri="{FF2B5EF4-FFF2-40B4-BE49-F238E27FC236}">
                <a16:creationId xmlns:a16="http://schemas.microsoft.com/office/drawing/2014/main" id="{CB9EEABF-8F2E-4A8A-9369-F41B0C31DBC7}"/>
              </a:ext>
            </a:extLst>
          </p:cNvPr>
          <p:cNvSpPr txBox="1"/>
          <p:nvPr/>
        </p:nvSpPr>
        <p:spPr>
          <a:xfrm>
            <a:off x="3363977" y="3105834"/>
            <a:ext cx="2416046" cy="646331"/>
          </a:xfrm>
          <a:prstGeom prst="rect">
            <a:avLst/>
          </a:prstGeom>
          <a:noFill/>
        </p:spPr>
        <p:txBody>
          <a:bodyPr wrap="none" rtlCol="0">
            <a:spAutoFit/>
          </a:bodyPr>
          <a:lstStyle/>
          <a:p>
            <a:r>
              <a:rPr lang="zh-CN" altLang="en-US" sz="3600">
                <a:solidFill>
                  <a:schemeClr val="bg1"/>
                </a:solidFill>
              </a:rPr>
              <a:t>编 译 原 理</a:t>
            </a:r>
          </a:p>
        </p:txBody>
      </p:sp>
    </p:spTree>
    <p:extLst>
      <p:ext uri="{BB962C8B-B14F-4D97-AF65-F5344CB8AC3E}">
        <p14:creationId xmlns:p14="http://schemas.microsoft.com/office/powerpoint/2010/main" val="2470898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672A59-69B1-4040-AA09-7425F372152D}"/>
              </a:ext>
            </a:extLst>
          </p:cNvPr>
          <p:cNvSpPr>
            <a:spLocks noGrp="1"/>
          </p:cNvSpPr>
          <p:nvPr>
            <p:ph type="title"/>
          </p:nvPr>
        </p:nvSpPr>
        <p:spPr/>
        <p:txBody>
          <a:bodyPr/>
          <a:lstStyle/>
          <a:p>
            <a:r>
              <a:rPr lang="en-US" altLang="zh-CN" dirty="0"/>
              <a:t>5.15 </a:t>
            </a:r>
            <a:r>
              <a:rPr lang="zh-CN" altLang="en-US" dirty="0"/>
              <a:t>类型表达式</a:t>
            </a:r>
          </a:p>
        </p:txBody>
      </p:sp>
      <p:sp>
        <p:nvSpPr>
          <p:cNvPr id="3" name="内容占位符 2">
            <a:extLst>
              <a:ext uri="{FF2B5EF4-FFF2-40B4-BE49-F238E27FC236}">
                <a16:creationId xmlns:a16="http://schemas.microsoft.com/office/drawing/2014/main" id="{17952C89-5C7A-4439-BE62-54B7D3A96CDD}"/>
              </a:ext>
            </a:extLst>
          </p:cNvPr>
          <p:cNvSpPr>
            <a:spLocks noGrp="1"/>
          </p:cNvSpPr>
          <p:nvPr>
            <p:ph idx="1"/>
          </p:nvPr>
        </p:nvSpPr>
        <p:spPr>
          <a:xfrm>
            <a:off x="628650" y="1257300"/>
            <a:ext cx="7886700" cy="5755896"/>
          </a:xfrm>
        </p:spPr>
        <p:txBody>
          <a:bodyPr>
            <a:normAutofit/>
          </a:bodyPr>
          <a:lstStyle/>
          <a:p>
            <a:r>
              <a:rPr lang="zh-CN" altLang="en-US" sz="2800" dirty="0"/>
              <a:t>例：有</a:t>
            </a:r>
            <a:r>
              <a:rPr lang="en-US" altLang="zh-CN" sz="2800" dirty="0"/>
              <a:t>C</a:t>
            </a:r>
            <a:r>
              <a:rPr lang="zh-CN" altLang="en-US" sz="2800" dirty="0"/>
              <a:t>语言片段</a:t>
            </a:r>
            <a:endParaRPr lang="en-US" altLang="zh-CN" sz="2400" dirty="0"/>
          </a:p>
          <a:p>
            <a:r>
              <a:rPr lang="zh-CN" altLang="en-US" sz="2400" dirty="0"/>
              <a:t>和</a:t>
            </a:r>
            <a:r>
              <a:rPr lang="en-US" altLang="zh-CN" sz="2400" b="1" i="1" dirty="0"/>
              <a:t>SHORT</a:t>
            </a:r>
            <a:r>
              <a:rPr lang="zh-CN" altLang="en-US" sz="2400" dirty="0"/>
              <a:t>绑定的类型表达式：</a:t>
            </a:r>
            <a:endParaRPr lang="en-US" altLang="zh-CN" sz="2400" dirty="0"/>
          </a:p>
          <a:p>
            <a:pPr lvl="1"/>
            <a:r>
              <a:rPr lang="en-US" altLang="zh-CN" sz="2000" b="1" i="1" dirty="0"/>
              <a:t>char</a:t>
            </a:r>
          </a:p>
          <a:p>
            <a:r>
              <a:rPr lang="zh-CN" altLang="en-US" sz="2400" dirty="0"/>
              <a:t>和</a:t>
            </a:r>
            <a:r>
              <a:rPr lang="en-US" altLang="zh-CN" sz="2400" b="1" i="1" dirty="0" err="1"/>
              <a:t>stype</a:t>
            </a:r>
            <a:r>
              <a:rPr lang="zh-CN" altLang="en-US" sz="2400" dirty="0"/>
              <a:t>绑定的类型表达式：</a:t>
            </a:r>
            <a:endParaRPr lang="en-US" altLang="zh-CN" sz="2400" dirty="0"/>
          </a:p>
          <a:p>
            <a:pPr lvl="1"/>
            <a:r>
              <a:rPr lang="en-US" altLang="zh-CN" sz="2000" b="1" i="1" dirty="0">
                <a:solidFill>
                  <a:schemeClr val="accent1"/>
                </a:solidFill>
              </a:rPr>
              <a:t>record</a:t>
            </a:r>
            <a:r>
              <a:rPr lang="en-US" altLang="zh-CN" sz="2000" b="1" dirty="0"/>
              <a:t>(</a:t>
            </a:r>
            <a:r>
              <a:rPr lang="en-US" altLang="zh-CN" sz="2000" b="1" i="1" dirty="0"/>
              <a:t>name</a:t>
            </a:r>
            <a:r>
              <a:rPr lang="en-US" altLang="zh-CN" sz="2000" b="1" dirty="0"/>
              <a:t>:</a:t>
            </a:r>
            <a:r>
              <a:rPr lang="en-US" altLang="zh-CN" sz="2000" dirty="0"/>
              <a:t> </a:t>
            </a:r>
            <a:r>
              <a:rPr lang="en-US" altLang="zh-CN" sz="2000" b="1" i="1" dirty="0">
                <a:solidFill>
                  <a:schemeClr val="accent1"/>
                </a:solidFill>
              </a:rPr>
              <a:t>array</a:t>
            </a:r>
            <a:r>
              <a:rPr lang="en-US" altLang="zh-CN" sz="2000" dirty="0"/>
              <a:t> (</a:t>
            </a:r>
            <a:r>
              <a:rPr lang="en-US" altLang="zh-CN" sz="2000" b="1" dirty="0"/>
              <a:t>8, </a:t>
            </a:r>
            <a:r>
              <a:rPr lang="en-US" altLang="zh-CN" sz="2000" b="1" i="1" dirty="0"/>
              <a:t>char</a:t>
            </a:r>
            <a:r>
              <a:rPr lang="en-US" altLang="zh-CN" sz="2000" dirty="0"/>
              <a:t>)</a:t>
            </a:r>
            <a:r>
              <a:rPr lang="en-US" altLang="zh-CN" sz="2000" b="1" dirty="0"/>
              <a:t>,</a:t>
            </a:r>
            <a:r>
              <a:rPr lang="en-US" altLang="zh-CN" sz="2000" dirty="0"/>
              <a:t> </a:t>
            </a:r>
            <a:r>
              <a:rPr lang="en-US" altLang="zh-CN" sz="2000" b="1" i="1" dirty="0"/>
              <a:t>score</a:t>
            </a:r>
            <a:r>
              <a:rPr lang="en-US" altLang="zh-CN" sz="2000" b="1" dirty="0"/>
              <a:t>:</a:t>
            </a:r>
            <a:r>
              <a:rPr lang="en-US" altLang="zh-CN" sz="2000" b="1" i="1" dirty="0"/>
              <a:t> integer</a:t>
            </a:r>
            <a:r>
              <a:rPr lang="en-US" altLang="zh-CN" sz="2000" b="1" dirty="0"/>
              <a:t>)</a:t>
            </a:r>
          </a:p>
          <a:p>
            <a:r>
              <a:rPr lang="zh-CN" altLang="en-US" sz="2400" dirty="0"/>
              <a:t>和</a:t>
            </a:r>
            <a:r>
              <a:rPr lang="en-US" altLang="zh-CN" sz="2400" b="1" i="1" dirty="0"/>
              <a:t>table</a:t>
            </a:r>
            <a:r>
              <a:rPr lang="zh-CN" altLang="en-US" sz="2400" dirty="0"/>
              <a:t>绑定的类型表达式：</a:t>
            </a:r>
            <a:endParaRPr lang="en-US" altLang="zh-CN" sz="2400" dirty="0"/>
          </a:p>
          <a:p>
            <a:pPr lvl="1"/>
            <a:r>
              <a:rPr lang="en-US" altLang="zh-CN" sz="2000" b="1" i="1" dirty="0">
                <a:solidFill>
                  <a:schemeClr val="accent1"/>
                </a:solidFill>
              </a:rPr>
              <a:t>array</a:t>
            </a:r>
            <a:r>
              <a:rPr lang="en-US" altLang="zh-CN" sz="2000" dirty="0"/>
              <a:t>(</a:t>
            </a:r>
            <a:r>
              <a:rPr lang="en-US" altLang="zh-CN" sz="2000" b="1" dirty="0"/>
              <a:t>50,</a:t>
            </a:r>
            <a:r>
              <a:rPr lang="en-US" altLang="zh-CN" sz="2000" b="1" i="1" dirty="0"/>
              <a:t> </a:t>
            </a:r>
            <a:r>
              <a:rPr lang="en-US" altLang="zh-CN" sz="2000" b="1" i="1" dirty="0" err="1"/>
              <a:t>stype</a:t>
            </a:r>
            <a:r>
              <a:rPr lang="en-US" altLang="zh-CN" sz="2000" dirty="0"/>
              <a:t>)</a:t>
            </a:r>
            <a:r>
              <a:rPr lang="en-US" altLang="zh-CN" sz="2000" b="1" dirty="0"/>
              <a:t>)</a:t>
            </a:r>
          </a:p>
          <a:p>
            <a:r>
              <a:rPr lang="zh-CN" altLang="en-US" sz="2400" dirty="0"/>
              <a:t>和</a:t>
            </a:r>
            <a:r>
              <a:rPr lang="en-US" altLang="zh-CN" sz="2400" b="1" i="1" dirty="0"/>
              <a:t>p</a:t>
            </a:r>
            <a:r>
              <a:rPr lang="zh-CN" altLang="en-US" sz="2400" dirty="0"/>
              <a:t>绑定的类型表达式：</a:t>
            </a:r>
            <a:endParaRPr lang="en-US" altLang="zh-CN" sz="2400" dirty="0"/>
          </a:p>
          <a:p>
            <a:pPr lvl="1"/>
            <a:r>
              <a:rPr lang="en-US" altLang="zh-CN" sz="2000" b="1" i="1" dirty="0">
                <a:solidFill>
                  <a:schemeClr val="accent1"/>
                </a:solidFill>
              </a:rPr>
              <a:t>pointer</a:t>
            </a:r>
            <a:r>
              <a:rPr lang="en-US" altLang="zh-CN" sz="2000" dirty="0"/>
              <a:t>(</a:t>
            </a:r>
            <a:r>
              <a:rPr lang="en-US" altLang="zh-CN" sz="2000" b="1" i="1" dirty="0"/>
              <a:t>SHORT</a:t>
            </a:r>
            <a:r>
              <a:rPr lang="en-US" altLang="zh-CN" sz="2000" b="1" dirty="0"/>
              <a:t>)</a:t>
            </a:r>
          </a:p>
          <a:p>
            <a:r>
              <a:rPr lang="zh-CN" altLang="en-US" sz="2400" dirty="0"/>
              <a:t>和</a:t>
            </a:r>
            <a:r>
              <a:rPr lang="en-US" altLang="zh-CN" sz="2400" b="1" i="1" dirty="0" err="1"/>
              <a:t>func</a:t>
            </a:r>
            <a:r>
              <a:rPr lang="zh-CN" altLang="en-US" sz="2400" dirty="0"/>
              <a:t>绑定的类型表达式：</a:t>
            </a:r>
            <a:endParaRPr lang="en-US" altLang="zh-CN" sz="2400" dirty="0"/>
          </a:p>
          <a:p>
            <a:pPr lvl="1"/>
            <a:r>
              <a:rPr lang="en-US" altLang="zh-CN" sz="2000" b="1" i="1" dirty="0" err="1"/>
              <a:t>stype</a:t>
            </a:r>
            <a:r>
              <a:rPr lang="en-US" altLang="zh-CN" sz="2000" b="1" i="1" dirty="0"/>
              <a:t> </a:t>
            </a:r>
            <a:r>
              <a:rPr lang="en-US" altLang="zh-CN" sz="2000" dirty="0"/>
              <a:t>×</a:t>
            </a:r>
            <a:r>
              <a:rPr lang="en-US" altLang="zh-CN" sz="2000" b="1" i="1" dirty="0"/>
              <a:t> </a:t>
            </a:r>
            <a:r>
              <a:rPr lang="en-US" altLang="zh-CN" sz="2000" b="1" i="1" dirty="0" err="1"/>
              <a:t>stype</a:t>
            </a:r>
            <a:r>
              <a:rPr lang="en-US" altLang="zh-CN" sz="2000" b="1" i="1" dirty="0"/>
              <a:t> </a:t>
            </a:r>
            <a:r>
              <a:rPr lang="zh-CN" altLang="en-US" sz="2000" dirty="0"/>
              <a:t>→</a:t>
            </a:r>
            <a:r>
              <a:rPr lang="en-US" altLang="zh-CN" sz="2000" b="1" i="1" dirty="0"/>
              <a:t> integer</a:t>
            </a:r>
          </a:p>
          <a:p>
            <a:pPr lvl="1"/>
            <a:endParaRPr lang="en-US" altLang="zh-CN" sz="2000" b="1" i="1" dirty="0"/>
          </a:p>
        </p:txBody>
      </p:sp>
      <p:sp>
        <p:nvSpPr>
          <p:cNvPr id="4" name="矩形 3">
            <a:extLst>
              <a:ext uri="{FF2B5EF4-FFF2-40B4-BE49-F238E27FC236}">
                <a16:creationId xmlns:a16="http://schemas.microsoft.com/office/drawing/2014/main" id="{2D02CE70-5411-426F-9A69-8DC61C2DAECD}"/>
              </a:ext>
            </a:extLst>
          </p:cNvPr>
          <p:cNvSpPr/>
          <p:nvPr/>
        </p:nvSpPr>
        <p:spPr>
          <a:xfrm>
            <a:off x="5350940" y="310343"/>
            <a:ext cx="3562850" cy="2822600"/>
          </a:xfrm>
          <a:prstGeom prst="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altLang="zh-CN" sz="1600" b="0" dirty="0">
                <a:solidFill>
                  <a:srgbClr val="0000FF"/>
                </a:solidFill>
                <a:effectLst/>
                <a:latin typeface="Consolas" panose="020B0609020204030204" pitchFamily="49" charset="0"/>
              </a:rPr>
              <a:t>typedef</a:t>
            </a:r>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char</a:t>
            </a:r>
            <a:r>
              <a:rPr lang="en-US" altLang="zh-CN" sz="1600" b="0" dirty="0">
                <a:solidFill>
                  <a:srgbClr val="000000"/>
                </a:solidFill>
                <a:effectLst/>
                <a:latin typeface="Consolas" panose="020B0609020204030204" pitchFamily="49" charset="0"/>
              </a:rPr>
              <a:t> SHORT;</a:t>
            </a:r>
          </a:p>
          <a:p>
            <a:r>
              <a:rPr lang="en-US" altLang="zh-CN" sz="1600" b="0" dirty="0">
                <a:solidFill>
                  <a:srgbClr val="0000FF"/>
                </a:solidFill>
                <a:effectLst/>
                <a:latin typeface="Consolas" panose="020B0609020204030204" pitchFamily="49" charset="0"/>
              </a:rPr>
              <a:t>struct</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stype</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char</a:t>
            </a:r>
            <a:r>
              <a:rPr lang="en-US" altLang="zh-CN" sz="1600" b="0" dirty="0">
                <a:solidFill>
                  <a:srgbClr val="000000"/>
                </a:solidFill>
                <a:effectLst/>
                <a:latin typeface="Consolas" panose="020B0609020204030204" pitchFamily="49" charset="0"/>
              </a:rPr>
              <a:t> name[</a:t>
            </a:r>
            <a:r>
              <a:rPr lang="en-US" altLang="zh-CN" sz="1600" b="0" dirty="0">
                <a:solidFill>
                  <a:srgbClr val="098658"/>
                </a:solidFill>
                <a:effectLst/>
                <a:latin typeface="Consolas" panose="020B0609020204030204" pitchFamily="49" charset="0"/>
              </a:rPr>
              <a:t>8</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score;</a:t>
            </a:r>
          </a:p>
          <a:p>
            <a:r>
              <a:rPr lang="en-US" altLang="zh-CN" sz="1600" b="0" dirty="0">
                <a:solidFill>
                  <a:srgbClr val="000000"/>
                </a:solidFill>
                <a:effectLst/>
                <a:latin typeface="Consolas" panose="020B0609020204030204" pitchFamily="49" charset="0"/>
              </a:rPr>
              <a:t>};</a:t>
            </a:r>
          </a:p>
          <a:p>
            <a:r>
              <a:rPr lang="en-US" altLang="zh-CN" sz="1600" b="0" dirty="0" err="1">
                <a:solidFill>
                  <a:srgbClr val="000000"/>
                </a:solidFill>
                <a:effectLst/>
                <a:latin typeface="Consolas" panose="020B0609020204030204" pitchFamily="49" charset="0"/>
              </a:rPr>
              <a:t>stype</a:t>
            </a:r>
            <a:r>
              <a:rPr lang="en-US" altLang="zh-CN" sz="1600" b="0" dirty="0">
                <a:solidFill>
                  <a:srgbClr val="000000"/>
                </a:solidFill>
                <a:effectLst/>
                <a:latin typeface="Consolas" panose="020B0609020204030204" pitchFamily="49" charset="0"/>
              </a:rPr>
              <a:t> table[</a:t>
            </a:r>
            <a:r>
              <a:rPr lang="en-US" altLang="zh-CN" sz="1600" b="0" dirty="0">
                <a:solidFill>
                  <a:srgbClr val="098658"/>
                </a:solidFill>
                <a:effectLst/>
                <a:latin typeface="Consolas" panose="020B0609020204030204" pitchFamily="49" charset="0"/>
              </a:rPr>
              <a:t>50</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SHORT* p;</a:t>
            </a:r>
          </a:p>
          <a:p>
            <a:br>
              <a:rPr lang="en-US" altLang="zh-CN" sz="1600" b="0" dirty="0">
                <a:solidFill>
                  <a:srgbClr val="000000"/>
                </a:solidFill>
                <a:effectLst/>
                <a:latin typeface="Consolas" panose="020B0609020204030204" pitchFamily="49" charset="0"/>
              </a:rPr>
            </a:br>
            <a:r>
              <a:rPr lang="en-US" altLang="zh-CN" sz="1600" b="0" dirty="0">
                <a:solidFill>
                  <a:srgbClr val="0000FF"/>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func</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stype</a:t>
            </a:r>
            <a:r>
              <a:rPr lang="en-US" altLang="zh-CN" sz="1600" b="0" dirty="0">
                <a:solidFill>
                  <a:srgbClr val="000000"/>
                </a:solidFill>
                <a:effectLst/>
                <a:latin typeface="Consolas" panose="020B0609020204030204" pitchFamily="49" charset="0"/>
              </a:rPr>
              <a:t> a, </a:t>
            </a:r>
            <a:r>
              <a:rPr lang="en-US" altLang="zh-CN" sz="1600" b="0" dirty="0" err="1">
                <a:solidFill>
                  <a:srgbClr val="000000"/>
                </a:solidFill>
                <a:effectLst/>
                <a:latin typeface="Consolas" panose="020B0609020204030204" pitchFamily="49" charset="0"/>
              </a:rPr>
              <a:t>stype</a:t>
            </a:r>
            <a:r>
              <a:rPr lang="en-US" altLang="zh-CN" sz="1600" b="0" dirty="0">
                <a:solidFill>
                  <a:srgbClr val="000000"/>
                </a:solidFill>
                <a:effectLst/>
                <a:latin typeface="Consolas" panose="020B0609020204030204" pitchFamily="49" charset="0"/>
              </a:rPr>
              <a:t> b) {</a:t>
            </a:r>
          </a:p>
          <a:p>
            <a:r>
              <a:rPr lang="en-US" altLang="zh-CN" sz="1600" b="0" dirty="0">
                <a:solidFill>
                  <a:srgbClr val="000000"/>
                </a:solidFill>
                <a:effectLst/>
                <a:latin typeface="Consolas" panose="020B0609020204030204" pitchFamily="49" charset="0"/>
              </a:rPr>
              <a:t>    </a:t>
            </a:r>
            <a:r>
              <a:rPr lang="en-US" altLang="zh-CN" sz="1600" b="0" dirty="0">
                <a:solidFill>
                  <a:srgbClr val="0000FF"/>
                </a:solidFill>
                <a:effectLst/>
                <a:latin typeface="Consolas" panose="020B0609020204030204" pitchFamily="49" charset="0"/>
              </a:rPr>
              <a:t>return</a:t>
            </a:r>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a.score</a:t>
            </a:r>
            <a:r>
              <a:rPr lang="en-US" altLang="zh-CN" sz="1600" b="0" dirty="0">
                <a:solidFill>
                  <a:srgbClr val="000000"/>
                </a:solidFill>
                <a:effectLst/>
                <a:latin typeface="Consolas" panose="020B0609020204030204" pitchFamily="49" charset="0"/>
              </a:rPr>
              <a:t> + </a:t>
            </a:r>
            <a:r>
              <a:rPr lang="en-US" altLang="zh-CN" sz="1600" b="0" dirty="0" err="1">
                <a:solidFill>
                  <a:srgbClr val="000000"/>
                </a:solidFill>
                <a:effectLst/>
                <a:latin typeface="Consolas" panose="020B0609020204030204" pitchFamily="49" charset="0"/>
              </a:rPr>
              <a:t>b.score</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a:t>
            </a:r>
            <a:r>
              <a:rPr lang="en-US" altLang="zh-CN" sz="1600" dirty="0">
                <a:solidFill>
                  <a:schemeClr val="tx1"/>
                </a:solidFill>
              </a:rPr>
              <a:t> </a:t>
            </a:r>
            <a:endParaRPr lang="zh-CN" altLang="en-US" sz="1600" dirty="0">
              <a:solidFill>
                <a:schemeClr val="tx1"/>
              </a:solidFill>
            </a:endParaRPr>
          </a:p>
        </p:txBody>
      </p:sp>
      <p:sp>
        <p:nvSpPr>
          <p:cNvPr id="5" name="日期占位符 4">
            <a:extLst>
              <a:ext uri="{FF2B5EF4-FFF2-40B4-BE49-F238E27FC236}">
                <a16:creationId xmlns:a16="http://schemas.microsoft.com/office/drawing/2014/main" id="{EAFE576A-630C-D362-1EBF-164943011ED5}"/>
              </a:ext>
            </a:extLst>
          </p:cNvPr>
          <p:cNvSpPr>
            <a:spLocks noGrp="1"/>
          </p:cNvSpPr>
          <p:nvPr>
            <p:ph type="dt" sz="half" idx="10"/>
          </p:nvPr>
        </p:nvSpPr>
        <p:spPr/>
        <p:txBody>
          <a:bodyPr/>
          <a:lstStyle/>
          <a:p>
            <a:fld id="{CB560950-C516-4F56-A736-44DF8FC2AA6A}" type="datetime2">
              <a:rPr lang="zh-CN" altLang="en-US" smtClean="0"/>
              <a:t>2025年4月30日</a:t>
            </a:fld>
            <a:endParaRPr lang="zh-CN" altLang="en-US" dirty="0"/>
          </a:p>
        </p:txBody>
      </p:sp>
      <p:sp>
        <p:nvSpPr>
          <p:cNvPr id="6" name="页脚占位符 5">
            <a:extLst>
              <a:ext uri="{FF2B5EF4-FFF2-40B4-BE49-F238E27FC236}">
                <a16:creationId xmlns:a16="http://schemas.microsoft.com/office/drawing/2014/main" id="{1412D7D8-8334-1C6C-BE4C-9C5DF722EC6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7" name="灯片编号占位符 6">
            <a:extLst>
              <a:ext uri="{FF2B5EF4-FFF2-40B4-BE49-F238E27FC236}">
                <a16:creationId xmlns:a16="http://schemas.microsoft.com/office/drawing/2014/main" id="{1767BC36-B4A7-C5EA-33D7-62B225C4738F}"/>
              </a:ext>
            </a:extLst>
          </p:cNvPr>
          <p:cNvSpPr>
            <a:spLocks noGrp="1"/>
          </p:cNvSpPr>
          <p:nvPr>
            <p:ph type="sldNum" sz="quarter" idx="12"/>
          </p:nvPr>
        </p:nvSpPr>
        <p:spPr/>
        <p:txBody>
          <a:bodyPr/>
          <a:lstStyle/>
          <a:p>
            <a:fld id="{094DEB03-EFC6-4C20-8FC8-295189A5386F}" type="slidenum">
              <a:rPr lang="zh-CN" altLang="en-US" smtClean="0"/>
              <a:pPr/>
              <a:t>2</a:t>
            </a:fld>
            <a:endParaRPr lang="zh-CN" altLang="en-US"/>
          </a:p>
        </p:txBody>
      </p:sp>
    </p:spTree>
    <p:extLst>
      <p:ext uri="{BB962C8B-B14F-4D97-AF65-F5344CB8AC3E}">
        <p14:creationId xmlns:p14="http://schemas.microsoft.com/office/powerpoint/2010/main" val="3190100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8E2611A-F111-420A-8B1C-113562A83562}"/>
              </a:ext>
            </a:extLst>
          </p:cNvPr>
          <p:cNvSpPr>
            <a:spLocks noGrp="1" noChangeArrowheads="1"/>
          </p:cNvSpPr>
          <p:nvPr>
            <p:ph type="title"/>
          </p:nvPr>
        </p:nvSpPr>
        <p:spPr/>
        <p:txBody>
          <a:bodyPr/>
          <a:lstStyle/>
          <a:p>
            <a:pPr eaLnBrk="1" hangingPunct="1"/>
            <a:r>
              <a:rPr lang="zh-CN" altLang="en-US" dirty="0"/>
              <a:t>上次课回顾</a:t>
            </a:r>
          </a:p>
        </p:txBody>
      </p:sp>
      <p:sp>
        <p:nvSpPr>
          <p:cNvPr id="10243" name="Rectangle 3">
            <a:extLst>
              <a:ext uri="{FF2B5EF4-FFF2-40B4-BE49-F238E27FC236}">
                <a16:creationId xmlns:a16="http://schemas.microsoft.com/office/drawing/2014/main" id="{336D7E15-7902-497C-9E3B-94ED2EBDEACF}"/>
              </a:ext>
            </a:extLst>
          </p:cNvPr>
          <p:cNvSpPr>
            <a:spLocks noGrp="1" noChangeArrowheads="1"/>
          </p:cNvSpPr>
          <p:nvPr>
            <p:ph idx="1"/>
          </p:nvPr>
        </p:nvSpPr>
        <p:spPr>
          <a:xfrm>
            <a:off x="628650" y="1257300"/>
            <a:ext cx="7886700" cy="5371564"/>
          </a:xfrm>
        </p:spPr>
        <p:txBody>
          <a:bodyPr>
            <a:normAutofit/>
          </a:bodyPr>
          <a:lstStyle/>
          <a:p>
            <a:pPr eaLnBrk="1" hangingPunct="1"/>
            <a:r>
              <a:rPr lang="zh-CN" altLang="en-US" sz="2400" dirty="0"/>
              <a:t>类型系统是一种逻辑系统，包含类型表达式、断言和推理规则。</a:t>
            </a:r>
            <a:endParaRPr lang="en-US" altLang="zh-CN" sz="2400" dirty="0"/>
          </a:p>
          <a:p>
            <a:pPr eaLnBrk="1" hangingPunct="1">
              <a:buFont typeface="Wingdings" panose="05000000000000000000" pitchFamily="2" charset="2"/>
              <a:buNone/>
            </a:pPr>
            <a:r>
              <a:rPr lang="en-US" altLang="zh-CN" sz="2400" dirty="0">
                <a:solidFill>
                  <a:srgbClr val="FF0000"/>
                </a:solidFill>
                <a:latin typeface="宋体" panose="02010600030101010101" pitchFamily="2" charset="-122"/>
                <a:cs typeface="Times New Roman" panose="02020603050405020304" pitchFamily="18" charset="0"/>
              </a:rPr>
              <a:t>		</a:t>
            </a:r>
            <a:r>
              <a:rPr lang="zh-CN" altLang="en-US" sz="2400" dirty="0">
                <a:solidFill>
                  <a:srgbClr val="FF0000"/>
                </a:solidFill>
                <a:latin typeface="宋体" panose="02010600030101010101" pitchFamily="2" charset="-122"/>
                <a:cs typeface="Times New Roman" panose="02020603050405020304" pitchFamily="18" charset="0"/>
              </a:rPr>
              <a:t>（规则名）</a:t>
            </a:r>
            <a:r>
              <a:rPr lang="en-US" altLang="zh-CN" sz="2400" dirty="0">
                <a:solidFill>
                  <a:srgbClr val="FF0000"/>
                </a:solidFill>
                <a:latin typeface="宋体" panose="02010600030101010101" pitchFamily="2" charset="-122"/>
                <a:cs typeface="Times New Roman" panose="02020603050405020304" pitchFamily="18" charset="0"/>
              </a:rPr>
              <a:t>	</a:t>
            </a:r>
            <a:r>
              <a:rPr lang="zh-CN" altLang="en-US" sz="2400" dirty="0">
                <a:solidFill>
                  <a:srgbClr val="FF0000"/>
                </a:solidFill>
                <a:latin typeface="宋体" panose="02010600030101010101" pitchFamily="2" charset="-122"/>
                <a:cs typeface="Times New Roman" panose="02020603050405020304" pitchFamily="18" charset="0"/>
              </a:rPr>
              <a:t>（注释）	</a:t>
            </a:r>
            <a:r>
              <a:rPr lang="zh-CN" altLang="en-US" sz="2400" dirty="0">
                <a:solidFill>
                  <a:srgbClr val="FF0000"/>
                </a:solidFill>
                <a:latin typeface="宋体" panose="02010600030101010101" pitchFamily="2" charset="-122"/>
              </a:rPr>
              <a:t>推理规则	</a:t>
            </a:r>
            <a:r>
              <a:rPr lang="zh-CN" altLang="en-US" sz="2400" dirty="0">
                <a:solidFill>
                  <a:srgbClr val="FF0000"/>
                </a:solidFill>
                <a:latin typeface="宋体" panose="02010600030101010101" pitchFamily="2" charset="-122"/>
                <a:cs typeface="Times New Roman" panose="02020603050405020304" pitchFamily="18" charset="0"/>
              </a:rPr>
              <a:t>（注释）</a:t>
            </a:r>
          </a:p>
          <a:p>
            <a:pPr lvl="1" algn="just" eaLnBrk="1" hangingPunct="1"/>
            <a:r>
              <a:rPr lang="zh-CN" altLang="en-US" sz="2400" dirty="0">
                <a:latin typeface="Comic Sans MS" panose="030F0702030302020204" pitchFamily="66" charset="0"/>
              </a:rPr>
              <a:t>环境规则</a:t>
            </a:r>
            <a:endParaRPr lang="zh-CN" altLang="en-US" sz="2400" dirty="0">
              <a:latin typeface="宋体" panose="02010600030101010101" pitchFamily="2" charset="-122"/>
            </a:endParaRPr>
          </a:p>
          <a:p>
            <a:pPr algn="just" eaLnBrk="1" hangingPunct="1">
              <a:buFont typeface="Wingdings" panose="05000000000000000000" pitchFamily="2" charset="2"/>
              <a:buNone/>
            </a:pPr>
            <a:r>
              <a:rPr lang="zh-CN" altLang="en-US" sz="2400" b="1" dirty="0"/>
              <a:t>	</a:t>
            </a:r>
            <a:r>
              <a:rPr lang="en-US" altLang="zh-CN" sz="2400" b="1" dirty="0"/>
              <a:t>		(Env </a:t>
            </a:r>
            <a:r>
              <a:rPr lang="en-US" altLang="zh-CN" sz="2400" b="1" dirty="0">
                <a:sym typeface="Symbol" panose="05050102010706020507" pitchFamily="18" charset="2"/>
              </a:rPr>
              <a:t></a:t>
            </a:r>
            <a:r>
              <a:rPr lang="en-US" altLang="zh-CN" sz="2400" b="1" dirty="0"/>
              <a:t>)	</a:t>
            </a:r>
            <a:endParaRPr lang="en-US" altLang="zh-CN" sz="2400" b="1" dirty="0">
              <a:sym typeface="Symbol" panose="05050102010706020507" pitchFamily="18" charset="2"/>
            </a:endParaRPr>
          </a:p>
          <a:p>
            <a:pPr algn="just" eaLnBrk="1" hangingPunct="1"/>
            <a:endParaRPr lang="en-US" altLang="zh-CN" sz="2400" b="1" dirty="0">
              <a:latin typeface="宋体" panose="02010600030101010101" pitchFamily="2" charset="-122"/>
              <a:sym typeface="Symbol" panose="05050102010706020507" pitchFamily="18" charset="2"/>
            </a:endParaRPr>
          </a:p>
          <a:p>
            <a:pPr lvl="1" algn="just" eaLnBrk="1" hangingPunct="1"/>
            <a:r>
              <a:rPr lang="zh-CN" altLang="en-US" sz="2400" dirty="0">
                <a:latin typeface="宋体" panose="02010600030101010101" pitchFamily="2" charset="-122"/>
                <a:sym typeface="Symbol" panose="05050102010706020507" pitchFamily="18" charset="2"/>
              </a:rPr>
              <a:t>语法规则</a:t>
            </a:r>
          </a:p>
          <a:p>
            <a:pPr algn="just" eaLnBrk="1" hangingPunct="1">
              <a:buFont typeface="Wingdings" panose="05000000000000000000" pitchFamily="2" charset="2"/>
              <a:buNone/>
            </a:pPr>
            <a:r>
              <a:rPr lang="zh-CN" altLang="en-US" sz="2400" b="1" dirty="0"/>
              <a:t>	</a:t>
            </a:r>
            <a:r>
              <a:rPr lang="en-US" altLang="zh-CN" sz="2400" b="1" dirty="0"/>
              <a:t>		(Type Bool)	</a:t>
            </a:r>
            <a:endParaRPr lang="en-US" altLang="zh-CN" sz="2400" b="1" i="1" dirty="0"/>
          </a:p>
          <a:p>
            <a:pPr algn="just" eaLnBrk="1" hangingPunct="1"/>
            <a:endParaRPr lang="en-US" altLang="zh-CN" sz="2400" b="1" dirty="0"/>
          </a:p>
          <a:p>
            <a:pPr lvl="1" algn="just" eaLnBrk="1" hangingPunct="1"/>
            <a:r>
              <a:rPr lang="zh-CN" altLang="en-US" sz="2400" dirty="0"/>
              <a:t>定型规则</a:t>
            </a:r>
            <a:endParaRPr lang="zh-CN" altLang="en-US" sz="2400" i="1" dirty="0"/>
          </a:p>
          <a:p>
            <a:pPr algn="just" eaLnBrk="1" hangingPunct="1">
              <a:buFont typeface="Wingdings" panose="05000000000000000000" pitchFamily="2" charset="2"/>
              <a:buNone/>
            </a:pPr>
            <a:r>
              <a:rPr lang="zh-CN" altLang="en-US" sz="2400" b="1" dirty="0"/>
              <a:t>	</a:t>
            </a:r>
            <a:r>
              <a:rPr lang="en-US" altLang="zh-CN" sz="2400" b="1" dirty="0"/>
              <a:t>		(Val +)</a:t>
            </a:r>
            <a:endParaRPr lang="en-US" altLang="zh-CN" sz="2400" b="1" i="1" dirty="0"/>
          </a:p>
          <a:p>
            <a:pPr eaLnBrk="1" hangingPunct="1"/>
            <a:endParaRPr lang="en-US" altLang="zh-CN" sz="2400" dirty="0"/>
          </a:p>
        </p:txBody>
      </p:sp>
      <p:grpSp>
        <p:nvGrpSpPr>
          <p:cNvPr id="3" name="Group 7">
            <a:extLst>
              <a:ext uri="{FF2B5EF4-FFF2-40B4-BE49-F238E27FC236}">
                <a16:creationId xmlns:a16="http://schemas.microsoft.com/office/drawing/2014/main" id="{63E9DEB0-FFD7-4408-B932-A25511F48512}"/>
              </a:ext>
            </a:extLst>
          </p:cNvPr>
          <p:cNvGrpSpPr>
            <a:grpSpLocks/>
          </p:cNvGrpSpPr>
          <p:nvPr/>
        </p:nvGrpSpPr>
        <p:grpSpPr bwMode="auto">
          <a:xfrm>
            <a:off x="4067175" y="3048000"/>
            <a:ext cx="3816350" cy="762000"/>
            <a:chOff x="2971" y="3702"/>
            <a:chExt cx="2404" cy="480"/>
          </a:xfrm>
        </p:grpSpPr>
        <p:sp>
          <p:nvSpPr>
            <p:cNvPr id="10252" name="Rectangle 8" descr="Green marble">
              <a:extLst>
                <a:ext uri="{FF2B5EF4-FFF2-40B4-BE49-F238E27FC236}">
                  <a16:creationId xmlns:a16="http://schemas.microsoft.com/office/drawing/2014/main" id="{E9389597-9C22-41E4-8535-EE17760F751B}"/>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buClrTx/>
                <a:buSzTx/>
                <a:buFontTx/>
                <a:buNone/>
              </a:pPr>
              <a:r>
                <a:rPr lang="en-US" altLang="zh-CN" sz="2800" b="1" dirty="0">
                  <a:ea typeface="宋体" panose="02010600030101010101" pitchFamily="2" charset="-122"/>
                  <a:sym typeface="Symbol" panose="05050102010706020507" pitchFamily="18" charset="2"/>
                </a:rPr>
                <a:t> </a:t>
              </a:r>
              <a:endParaRPr lang="en-US" altLang="zh-CN" sz="2400" b="1" i="1" baseline="-25000" dirty="0">
                <a:ea typeface="宋体" panose="02010600030101010101" pitchFamily="2" charset="-122"/>
              </a:endParaRPr>
            </a:p>
            <a:p>
              <a:pPr algn="ctr">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p>
          </p:txBody>
        </p:sp>
        <p:sp>
          <p:nvSpPr>
            <p:cNvPr id="10253" name="Line 9">
              <a:extLst>
                <a:ext uri="{FF2B5EF4-FFF2-40B4-BE49-F238E27FC236}">
                  <a16:creationId xmlns:a16="http://schemas.microsoft.com/office/drawing/2014/main" id="{F83FB8A3-6BB2-40CB-B611-B79F942B3C76}"/>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 name="Group 10">
            <a:extLst>
              <a:ext uri="{FF2B5EF4-FFF2-40B4-BE49-F238E27FC236}">
                <a16:creationId xmlns:a16="http://schemas.microsoft.com/office/drawing/2014/main" id="{89B53B84-30BF-4E22-8110-E386FDAD5A83}"/>
              </a:ext>
            </a:extLst>
          </p:cNvPr>
          <p:cNvGrpSpPr>
            <a:grpSpLocks/>
          </p:cNvGrpSpPr>
          <p:nvPr/>
        </p:nvGrpSpPr>
        <p:grpSpPr bwMode="auto">
          <a:xfrm>
            <a:off x="4067175" y="4457432"/>
            <a:ext cx="3816350" cy="762000"/>
            <a:chOff x="2971" y="3702"/>
            <a:chExt cx="2404" cy="480"/>
          </a:xfrm>
        </p:grpSpPr>
        <p:sp>
          <p:nvSpPr>
            <p:cNvPr id="10250" name="Rectangle 11" descr="Green marble">
              <a:extLst>
                <a:ext uri="{FF2B5EF4-FFF2-40B4-BE49-F238E27FC236}">
                  <a16:creationId xmlns:a16="http://schemas.microsoft.com/office/drawing/2014/main" id="{54DDE553-DA61-491D-9AE2-B9C6BE2A382D}"/>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 </a:t>
              </a:r>
              <a:endParaRPr lang="en-US" altLang="zh-CN" sz="2400" b="1" i="1" baseline="-25000" dirty="0">
                <a:ea typeface="宋体" panose="02010600030101010101" pitchFamily="2" charset="-122"/>
              </a:endParaRPr>
            </a:p>
            <a:p>
              <a:pPr algn="ctr">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err="1">
                  <a:ea typeface="宋体" panose="02010600030101010101" pitchFamily="2" charset="-122"/>
                </a:rPr>
                <a:t>boolean</a:t>
              </a:r>
              <a:endParaRPr lang="en-US" altLang="zh-CN" sz="2400" b="1" dirty="0">
                <a:ea typeface="宋体" panose="02010600030101010101" pitchFamily="2" charset="-122"/>
              </a:endParaRPr>
            </a:p>
          </p:txBody>
        </p:sp>
        <p:sp>
          <p:nvSpPr>
            <p:cNvPr id="10251" name="Line 12">
              <a:extLst>
                <a:ext uri="{FF2B5EF4-FFF2-40B4-BE49-F238E27FC236}">
                  <a16:creationId xmlns:a16="http://schemas.microsoft.com/office/drawing/2014/main" id="{3041786C-F1FD-411D-87DE-E0E8558FB7A0}"/>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5" name="Group 13">
            <a:extLst>
              <a:ext uri="{FF2B5EF4-FFF2-40B4-BE49-F238E27FC236}">
                <a16:creationId xmlns:a16="http://schemas.microsoft.com/office/drawing/2014/main" id="{CABBFC42-76D5-4AA2-B7FD-BCDFB24C8C3E}"/>
              </a:ext>
            </a:extLst>
          </p:cNvPr>
          <p:cNvGrpSpPr>
            <a:grpSpLocks/>
          </p:cNvGrpSpPr>
          <p:nvPr/>
        </p:nvGrpSpPr>
        <p:grpSpPr bwMode="auto">
          <a:xfrm>
            <a:off x="4067175" y="5866864"/>
            <a:ext cx="3816350" cy="762000"/>
            <a:chOff x="2971" y="3702"/>
            <a:chExt cx="2404" cy="480"/>
          </a:xfrm>
        </p:grpSpPr>
        <p:sp>
          <p:nvSpPr>
            <p:cNvPr id="10248" name="Rectangle 14" descr="Green marble">
              <a:extLst>
                <a:ext uri="{FF2B5EF4-FFF2-40B4-BE49-F238E27FC236}">
                  <a16:creationId xmlns:a16="http://schemas.microsoft.com/office/drawing/2014/main" id="{4E2E20BD-ADD6-4961-89F2-2CFD8AB92AF3}"/>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buClrTx/>
                <a:buSzTx/>
                <a:buFontTx/>
                <a:buNone/>
              </a:pPr>
              <a:r>
                <a:rPr lang="en-US" altLang="zh-CN" sz="28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sym typeface="Symbol" panose="05050102010706020507" pitchFamily="18" charset="2"/>
                </a:rPr>
                <a:t> |– </a:t>
              </a:r>
              <a:r>
                <a:rPr lang="en-US" altLang="zh-CN" sz="2400" b="1" i="1" dirty="0">
                  <a:ea typeface="宋体" panose="02010600030101010101" pitchFamily="2" charset="-122"/>
                  <a:sym typeface="Symbol" panose="05050102010706020507" pitchFamily="18" charset="2"/>
                </a:rPr>
                <a:t>M</a:t>
              </a:r>
              <a:r>
                <a:rPr lang="en-US" altLang="zh-CN" sz="2400" b="1" dirty="0">
                  <a:ea typeface="宋体" panose="02010600030101010101" pitchFamily="2" charset="-122"/>
                  <a:sym typeface="Symbol" panose="05050102010706020507" pitchFamily="18" charset="2"/>
                </a:rPr>
                <a:t> : int,  |– </a:t>
              </a:r>
              <a:r>
                <a:rPr lang="en-US" altLang="zh-CN" sz="2400" b="1" i="1" dirty="0">
                  <a:ea typeface="宋体" panose="02010600030101010101" pitchFamily="2" charset="-122"/>
                  <a:sym typeface="Symbol" panose="05050102010706020507" pitchFamily="18" charset="2"/>
                </a:rPr>
                <a:t>N</a:t>
              </a:r>
              <a:r>
                <a:rPr lang="en-US" altLang="zh-CN" sz="2400" b="1" dirty="0">
                  <a:ea typeface="宋体" panose="02010600030101010101" pitchFamily="2" charset="-122"/>
                  <a:sym typeface="Symbol" panose="05050102010706020507" pitchFamily="18" charset="2"/>
                </a:rPr>
                <a:t> : int</a:t>
              </a:r>
              <a:endParaRPr lang="en-US" altLang="zh-CN" sz="2400" b="1" dirty="0">
                <a:ea typeface="宋体" panose="02010600030101010101" pitchFamily="2" charset="-122"/>
              </a:endParaRPr>
            </a:p>
            <a:p>
              <a:pPr algn="ctr">
                <a:buClrTx/>
                <a:buSzTx/>
                <a:buFontTx/>
                <a:buNone/>
              </a:pPr>
              <a:r>
                <a:rPr lang="en-US" altLang="zh-CN" sz="2400" b="1" dirty="0">
                  <a:ea typeface="宋体" panose="02010600030101010101" pitchFamily="2" charset="-122"/>
                  <a:sym typeface="Symbol" panose="05050102010706020507" pitchFamily="18" charset="2"/>
                </a:rPr>
                <a:t> |– </a:t>
              </a:r>
              <a:r>
                <a:rPr lang="en-US" altLang="zh-CN" sz="2400" b="1" i="1" dirty="0">
                  <a:ea typeface="宋体" panose="02010600030101010101" pitchFamily="2" charset="-122"/>
                  <a:sym typeface="Symbol" panose="05050102010706020507" pitchFamily="18" charset="2"/>
                </a:rPr>
                <a:t>M </a:t>
              </a:r>
              <a:r>
                <a:rPr lang="en-US" altLang="zh-CN" sz="2400" b="1" dirty="0">
                  <a:ea typeface="宋体" panose="02010600030101010101" pitchFamily="2" charset="-122"/>
                  <a:sym typeface="Symbol" panose="05050102010706020507" pitchFamily="18" charset="2"/>
                </a:rPr>
                <a:t>+ </a:t>
              </a:r>
              <a:r>
                <a:rPr lang="en-US" altLang="zh-CN" sz="2400" b="1" i="1" dirty="0">
                  <a:ea typeface="宋体" panose="02010600030101010101" pitchFamily="2" charset="-122"/>
                  <a:sym typeface="Symbol" panose="05050102010706020507" pitchFamily="18" charset="2"/>
                </a:rPr>
                <a:t>N</a:t>
              </a:r>
              <a:r>
                <a:rPr lang="en-US" altLang="zh-CN" sz="2400" b="1" dirty="0">
                  <a:ea typeface="宋体" panose="02010600030101010101" pitchFamily="2" charset="-122"/>
                  <a:sym typeface="Symbol" panose="05050102010706020507" pitchFamily="18" charset="2"/>
                </a:rPr>
                <a:t> : int</a:t>
              </a:r>
              <a:r>
                <a:rPr lang="en-US" altLang="zh-CN" sz="2800" b="1" dirty="0">
                  <a:ea typeface="宋体" panose="02010600030101010101" pitchFamily="2" charset="-122"/>
                  <a:sym typeface="Symbol" panose="05050102010706020507" pitchFamily="18" charset="2"/>
                </a:rPr>
                <a:t> </a:t>
              </a:r>
            </a:p>
          </p:txBody>
        </p:sp>
        <p:sp>
          <p:nvSpPr>
            <p:cNvPr id="10249" name="Line 15">
              <a:extLst>
                <a:ext uri="{FF2B5EF4-FFF2-40B4-BE49-F238E27FC236}">
                  <a16:creationId xmlns:a16="http://schemas.microsoft.com/office/drawing/2014/main" id="{06D6CBB1-6951-42B6-9852-6C628953BD3A}"/>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C737A448-DEF0-6389-ED34-82BFDC56753E}"/>
              </a:ext>
            </a:extLst>
          </p:cNvPr>
          <p:cNvSpPr>
            <a:spLocks noGrp="1"/>
          </p:cNvSpPr>
          <p:nvPr>
            <p:ph type="dt" sz="half" idx="10"/>
          </p:nvPr>
        </p:nvSpPr>
        <p:spPr/>
        <p:txBody>
          <a:bodyPr/>
          <a:lstStyle/>
          <a:p>
            <a:fld id="{729D923B-89F5-4ABB-8929-23FE15E0C5AC}" type="datetime2">
              <a:rPr lang="zh-CN" altLang="en-US" smtClean="0"/>
              <a:t>2025年4月30日</a:t>
            </a:fld>
            <a:endParaRPr lang="zh-CN" altLang="en-US" dirty="0"/>
          </a:p>
        </p:txBody>
      </p:sp>
      <p:sp>
        <p:nvSpPr>
          <p:cNvPr id="6" name="页脚占位符 5">
            <a:extLst>
              <a:ext uri="{FF2B5EF4-FFF2-40B4-BE49-F238E27FC236}">
                <a16:creationId xmlns:a16="http://schemas.microsoft.com/office/drawing/2014/main" id="{151A38CB-E173-063A-5981-DAA279FF0AE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7" name="灯片编号占位符 6">
            <a:extLst>
              <a:ext uri="{FF2B5EF4-FFF2-40B4-BE49-F238E27FC236}">
                <a16:creationId xmlns:a16="http://schemas.microsoft.com/office/drawing/2014/main" id="{40B3E254-98B5-025F-BC16-A2C94DCBF116}"/>
              </a:ext>
            </a:extLst>
          </p:cNvPr>
          <p:cNvSpPr>
            <a:spLocks noGrp="1"/>
          </p:cNvSpPr>
          <p:nvPr>
            <p:ph type="sldNum" sz="quarter" idx="12"/>
          </p:nvPr>
        </p:nvSpPr>
        <p:spPr/>
        <p:txBody>
          <a:bodyPr/>
          <a:lstStyle/>
          <a:p>
            <a:fld id="{094DEB03-EFC6-4C20-8FC8-295189A5386F}" type="slidenum">
              <a:rPr lang="zh-CN" altLang="en-US" smtClean="0"/>
              <a:pPr/>
              <a:t>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03D6949-9ABC-4F75-979E-A65C60F8174E}"/>
              </a:ext>
            </a:extLst>
          </p:cNvPr>
          <p:cNvSpPr>
            <a:spLocks noGrp="1" noChangeArrowheads="1"/>
          </p:cNvSpPr>
          <p:nvPr>
            <p:ph type="title"/>
          </p:nvPr>
        </p:nvSpPr>
        <p:spPr/>
        <p:txBody>
          <a:bodyPr/>
          <a:lstStyle/>
          <a:p>
            <a:pPr eaLnBrk="1" hangingPunct="1"/>
            <a:r>
              <a:rPr lang="zh-CN" altLang="en-US" dirty="0"/>
              <a:t>本次课内容</a:t>
            </a:r>
          </a:p>
        </p:txBody>
      </p:sp>
      <p:sp>
        <p:nvSpPr>
          <p:cNvPr id="11267" name="Rectangle 3">
            <a:extLst>
              <a:ext uri="{FF2B5EF4-FFF2-40B4-BE49-F238E27FC236}">
                <a16:creationId xmlns:a16="http://schemas.microsoft.com/office/drawing/2014/main" id="{A0ADE091-7629-4DDB-A8EA-D1ABF9DF2745}"/>
              </a:ext>
            </a:extLst>
          </p:cNvPr>
          <p:cNvSpPr>
            <a:spLocks noGrp="1" noChangeArrowheads="1"/>
          </p:cNvSpPr>
          <p:nvPr>
            <p:ph idx="1"/>
          </p:nvPr>
        </p:nvSpPr>
        <p:spPr/>
        <p:txBody>
          <a:bodyPr>
            <a:normAutofit/>
          </a:bodyPr>
          <a:lstStyle/>
          <a:p>
            <a:pPr eaLnBrk="1" hangingPunct="1">
              <a:defRPr/>
            </a:pPr>
            <a:r>
              <a:rPr lang="zh-CN" altLang="en-US" sz="3600" dirty="0"/>
              <a:t>第五章 类型检查</a:t>
            </a:r>
          </a:p>
          <a:p>
            <a:pPr lvl="1" eaLnBrk="1" hangingPunct="1">
              <a:lnSpc>
                <a:spcPct val="90000"/>
              </a:lnSpc>
              <a:defRPr/>
            </a:pPr>
            <a:r>
              <a:rPr lang="en-US" altLang="zh-CN" sz="3200" dirty="0"/>
              <a:t>5.3 </a:t>
            </a:r>
            <a:r>
              <a:rPr lang="zh-CN" altLang="en-US" sz="3200" dirty="0"/>
              <a:t>一个简单类型检查器的规范</a:t>
            </a:r>
            <a:r>
              <a:rPr lang="zh-CN" altLang="en-US" sz="3200" dirty="0">
                <a:sym typeface="Wingdings" panose="05000000000000000000" pitchFamily="2" charset="2"/>
              </a:rPr>
              <a:t>：</a:t>
            </a:r>
            <a:endParaRPr lang="zh-CN" altLang="en-US" sz="3200" dirty="0"/>
          </a:p>
          <a:p>
            <a:pPr lvl="2" eaLnBrk="1" hangingPunct="1">
              <a:lnSpc>
                <a:spcPct val="90000"/>
              </a:lnSpc>
              <a:defRPr/>
            </a:pPr>
            <a:r>
              <a:rPr lang="en-US" altLang="zh-CN" sz="2800" dirty="0"/>
              <a:t>5.3.1 </a:t>
            </a:r>
            <a:r>
              <a:rPr lang="zh-CN" altLang="en-US" sz="2800" dirty="0"/>
              <a:t>语言文法</a:t>
            </a:r>
          </a:p>
          <a:p>
            <a:pPr lvl="2" eaLnBrk="1" hangingPunct="1">
              <a:lnSpc>
                <a:spcPct val="90000"/>
              </a:lnSpc>
              <a:defRPr/>
            </a:pPr>
            <a:r>
              <a:rPr lang="en-US" altLang="zh-CN" sz="2800" dirty="0"/>
              <a:t>5.3.2 </a:t>
            </a:r>
            <a:r>
              <a:rPr lang="zh-CN" altLang="en-US" sz="2800" dirty="0"/>
              <a:t>类型系统（类型表达式、断言、推理规则）</a:t>
            </a:r>
          </a:p>
          <a:p>
            <a:pPr lvl="2" eaLnBrk="1" hangingPunct="1">
              <a:lnSpc>
                <a:spcPct val="90000"/>
              </a:lnSpc>
              <a:defRPr/>
            </a:pPr>
            <a:r>
              <a:rPr lang="en-US" altLang="zh-CN" sz="2800" dirty="0"/>
              <a:t>5.3.3 </a:t>
            </a:r>
            <a:r>
              <a:rPr lang="zh-CN" altLang="en-US" sz="2800" dirty="0"/>
              <a:t>类型检查器翻译方案</a:t>
            </a:r>
          </a:p>
          <a:p>
            <a:pPr lvl="1" eaLnBrk="1" hangingPunct="1">
              <a:defRPr/>
            </a:pPr>
            <a:r>
              <a:rPr lang="en-US" altLang="zh-CN" sz="3200" dirty="0"/>
              <a:t>5.5 </a:t>
            </a:r>
            <a:r>
              <a:rPr lang="zh-CN" altLang="en-US" sz="3200" dirty="0"/>
              <a:t>类型表达式的等价</a:t>
            </a:r>
            <a:endParaRPr lang="en-US" altLang="zh-CN" sz="3200" dirty="0"/>
          </a:p>
          <a:p>
            <a:pPr lvl="2">
              <a:defRPr/>
            </a:pPr>
            <a:r>
              <a:rPr lang="en-US" altLang="zh-CN" sz="2800" dirty="0"/>
              <a:t>5.5.1 </a:t>
            </a:r>
            <a:r>
              <a:rPr lang="zh-CN" altLang="en-US" sz="2800" dirty="0"/>
              <a:t>结构等价</a:t>
            </a:r>
            <a:endParaRPr lang="en-US" altLang="zh-CN" sz="2800" dirty="0"/>
          </a:p>
          <a:p>
            <a:pPr lvl="2">
              <a:defRPr/>
            </a:pPr>
            <a:r>
              <a:rPr lang="en-US" altLang="zh-CN" sz="2800" dirty="0"/>
              <a:t>5.5.2 </a:t>
            </a:r>
            <a:r>
              <a:rPr lang="zh-CN" altLang="en-US" sz="2800" dirty="0"/>
              <a:t>名字等价</a:t>
            </a:r>
            <a:endParaRPr lang="en-US" altLang="zh-CN" sz="2800" dirty="0"/>
          </a:p>
          <a:p>
            <a:pPr lvl="2">
              <a:defRPr/>
            </a:pPr>
            <a:r>
              <a:rPr lang="en-US" altLang="zh-CN" sz="2800" dirty="0"/>
              <a:t>5.5.4 </a:t>
            </a:r>
            <a:r>
              <a:rPr lang="zh-CN" altLang="en-US" sz="2800" dirty="0"/>
              <a:t>类型表示中的环</a:t>
            </a:r>
            <a:endParaRPr lang="en-US" altLang="zh-CN" sz="2800" dirty="0"/>
          </a:p>
        </p:txBody>
      </p:sp>
      <p:sp>
        <p:nvSpPr>
          <p:cNvPr id="2" name="日期占位符 1">
            <a:extLst>
              <a:ext uri="{FF2B5EF4-FFF2-40B4-BE49-F238E27FC236}">
                <a16:creationId xmlns:a16="http://schemas.microsoft.com/office/drawing/2014/main" id="{69FEBDD5-B999-4199-F75D-BD468ACF691A}"/>
              </a:ext>
            </a:extLst>
          </p:cNvPr>
          <p:cNvSpPr>
            <a:spLocks noGrp="1"/>
          </p:cNvSpPr>
          <p:nvPr>
            <p:ph type="dt" sz="half" idx="10"/>
          </p:nvPr>
        </p:nvSpPr>
        <p:spPr/>
        <p:txBody>
          <a:bodyPr/>
          <a:lstStyle/>
          <a:p>
            <a:fld id="{72C09C45-9CD8-46CF-818A-F3CE9370590A}"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A4BCC632-6085-DDB2-3FE2-73AA192F98F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1743B0FB-A6B1-7E09-951A-B3DD6A67D16F}"/>
              </a:ext>
            </a:extLst>
          </p:cNvPr>
          <p:cNvSpPr>
            <a:spLocks noGrp="1"/>
          </p:cNvSpPr>
          <p:nvPr>
            <p:ph type="sldNum" sz="quarter" idx="12"/>
          </p:nvPr>
        </p:nvSpPr>
        <p:spPr/>
        <p:txBody>
          <a:bodyPr/>
          <a:lstStyle/>
          <a:p>
            <a:fld id="{094DEB03-EFC6-4C20-8FC8-295189A5386F}" type="slidenum">
              <a:rPr lang="zh-CN" altLang="en-US" smtClean="0"/>
              <a:pPr/>
              <a:t>4</a:t>
            </a:fld>
            <a:endParaRPr lang="zh-CN" altLang="en-US"/>
          </a:p>
        </p:txBody>
      </p:sp>
    </p:spTree>
    <p:extLst>
      <p:ext uri="{BB962C8B-B14F-4D97-AF65-F5344CB8AC3E}">
        <p14:creationId xmlns:p14="http://schemas.microsoft.com/office/powerpoint/2010/main" val="3202799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19B41E1E-A33E-8F23-29FA-5350EC567627}"/>
              </a:ext>
            </a:extLst>
          </p:cNvPr>
          <p:cNvSpPr>
            <a:spLocks noGrp="1"/>
          </p:cNvSpPr>
          <p:nvPr>
            <p:ph type="dt" sz="half" idx="4294967295"/>
          </p:nvPr>
        </p:nvSpPr>
        <p:spPr>
          <a:xfrm>
            <a:off x="0" y="11113"/>
            <a:ext cx="3086100" cy="179387"/>
          </a:xfrm>
        </p:spPr>
        <p:txBody>
          <a:bodyPr/>
          <a:lstStyle/>
          <a:p>
            <a:fld id="{F7DAD5CB-7203-4A9F-AACC-BFB30592BD9D}" type="datetime2">
              <a:rPr lang="zh-CN" altLang="en-US" smtClean="0"/>
              <a:t>2025年4月30日</a:t>
            </a:fld>
            <a:endParaRPr lang="zh-CN" altLang="en-US"/>
          </a:p>
        </p:txBody>
      </p:sp>
      <p:sp>
        <p:nvSpPr>
          <p:cNvPr id="5" name="页脚占位符 4">
            <a:extLst>
              <a:ext uri="{FF2B5EF4-FFF2-40B4-BE49-F238E27FC236}">
                <a16:creationId xmlns:a16="http://schemas.microsoft.com/office/drawing/2014/main" id="{6A82B176-5467-EE4E-1358-96C4B7AD292F}"/>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(1)</a:t>
            </a:r>
            <a:endParaRPr lang="zh-CN" altLang="en-US"/>
          </a:p>
        </p:txBody>
      </p:sp>
      <p:sp>
        <p:nvSpPr>
          <p:cNvPr id="6" name="灯片编号占位符 5">
            <a:extLst>
              <a:ext uri="{FF2B5EF4-FFF2-40B4-BE49-F238E27FC236}">
                <a16:creationId xmlns:a16="http://schemas.microsoft.com/office/drawing/2014/main" id="{B3A4C4FF-74D9-61FC-9451-0B76165670DB}"/>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5</a:t>
            </a:fld>
            <a:endParaRPr lang="zh-CN" altLang="en-US"/>
          </a:p>
        </p:txBody>
      </p:sp>
      <p:sp>
        <p:nvSpPr>
          <p:cNvPr id="9" name="文本框 8">
            <a:extLst>
              <a:ext uri="{FF2B5EF4-FFF2-40B4-BE49-F238E27FC236}">
                <a16:creationId xmlns:a16="http://schemas.microsoft.com/office/drawing/2014/main" id="{2F45D6AD-FDD1-583F-BDF3-E3394BF0CBDC}"/>
              </a:ext>
            </a:extLst>
          </p:cNvPr>
          <p:cNvSpPr txBox="1"/>
          <p:nvPr>
            <p:custDataLst>
              <p:tags r:id="rId2"/>
            </p:custDataLst>
          </p:nvPr>
        </p:nvSpPr>
        <p:spPr>
          <a:xfrm>
            <a:off x="190500" y="656431"/>
            <a:ext cx="8826500" cy="1685132"/>
          </a:xfrm>
          <a:prstGeom prst="rect">
            <a:avLst/>
          </a:prstGeom>
          <a:noFill/>
        </p:spPr>
        <p:txBody>
          <a:bodyPr vert="horz" wrap="square" rtlCol="0" anchor="ctr" anchorCtr="0">
            <a:noAutofit/>
          </a:bodyPr>
          <a:lstStyle/>
          <a:p>
            <a:pPr algn="ctr"/>
            <a:r>
              <a:rPr lang="zh-CN" altLang="en-US" sz="2600">
                <a:solidFill>
                  <a:srgbClr val="000000"/>
                </a:solidFill>
                <a:sym typeface="Microsoft Yahei" panose="020B0503020204020204" pitchFamily="34" charset="-122"/>
              </a:rPr>
              <a:t>描述下列定型规则的含义时，正确的是：</a:t>
            </a:r>
            <a:endParaRPr lang="en-US" altLang="zh-CN" sz="2600">
              <a:solidFill>
                <a:srgbClr val="000000"/>
              </a:solidFill>
              <a:sym typeface="Microsoft Yahei" panose="020B0503020204020204" pitchFamily="34" charset="-122"/>
            </a:endParaRPr>
          </a:p>
          <a:p>
            <a:pPr algn="ctr"/>
            <a:endParaRPr lang="en-US" altLang="zh-CN" sz="2600">
              <a:solidFill>
                <a:srgbClr val="000000"/>
              </a:solidFill>
              <a:sym typeface="Microsoft Yahei" panose="020B0503020204020204" pitchFamily="34" charset="-122"/>
            </a:endParaRPr>
          </a:p>
          <a:p>
            <a:pPr algn="just" eaLnBrk="1" hangingPunct="1">
              <a:lnSpc>
                <a:spcPct val="90000"/>
              </a:lnSpc>
              <a:buFont typeface="Wingdings" panose="05000000000000000000" pitchFamily="2" charset="2"/>
              <a:buNone/>
            </a:pPr>
            <a:r>
              <a:rPr lang="en-US" altLang="zh-CN" sz="2400" b="1"/>
              <a:t>(</a:t>
            </a:r>
            <a:r>
              <a:rPr lang="en-US" altLang="zh-CN" sz="2400" b="1" err="1"/>
              <a:t>ExpIndex</a:t>
            </a:r>
            <a:r>
              <a:rPr lang="en-US" altLang="zh-CN" sz="2400" b="1"/>
              <a:t>)                                                                      (0</a:t>
            </a:r>
            <a:r>
              <a:rPr lang="en-US" altLang="zh-CN" sz="2400" b="1">
                <a:sym typeface="Symbol" panose="05050102010706020507" pitchFamily="18" charset="2"/>
              </a:rPr>
              <a:t></a:t>
            </a:r>
            <a:r>
              <a:rPr lang="en-US" altLang="zh-CN" sz="2400" b="1" i="1"/>
              <a:t>E</a:t>
            </a:r>
            <a:r>
              <a:rPr lang="en-US" altLang="zh-CN" sz="2400" b="1" baseline="-25000"/>
              <a:t>2</a:t>
            </a:r>
            <a:r>
              <a:rPr lang="en-US" altLang="zh-CN" sz="2400" b="1"/>
              <a:t>.val</a:t>
            </a:r>
            <a:r>
              <a:rPr lang="en-US" altLang="zh-CN" sz="2400" b="1" baseline="-25000"/>
              <a:t> </a:t>
            </a:r>
            <a:r>
              <a:rPr lang="en-US" altLang="zh-CN" sz="2400" b="1">
                <a:sym typeface="Symbol" panose="05050102010706020507" pitchFamily="18" charset="2"/>
              </a:rPr>
              <a:t>&lt;</a:t>
            </a:r>
            <a:r>
              <a:rPr lang="en-US" altLang="zh-CN" sz="2400" b="1" baseline="-25000"/>
              <a:t> </a:t>
            </a:r>
            <a:r>
              <a:rPr lang="en-US" altLang="zh-CN" sz="2400" b="1" i="1"/>
              <a:t>N</a:t>
            </a:r>
            <a:r>
              <a:rPr lang="en-US" altLang="zh-CN" sz="2400" b="1"/>
              <a:t>)</a:t>
            </a:r>
          </a:p>
        </p:txBody>
      </p:sp>
      <p:sp>
        <p:nvSpPr>
          <p:cNvPr id="10" name="文本框 9">
            <a:extLst>
              <a:ext uri="{FF2B5EF4-FFF2-40B4-BE49-F238E27FC236}">
                <a16:creationId xmlns:a16="http://schemas.microsoft.com/office/drawing/2014/main" id="{2D34C4F4-D20F-5599-6EC6-49A265E8424F}"/>
              </a:ext>
            </a:extLst>
          </p:cNvPr>
          <p:cNvSpPr txBox="1"/>
          <p:nvPr>
            <p:custDataLst>
              <p:tags r:id="rId3"/>
            </p:custDataLst>
          </p:nvPr>
        </p:nvSpPr>
        <p:spPr>
          <a:xfrm>
            <a:off x="1828800" y="2659181"/>
            <a:ext cx="6400800" cy="642938"/>
          </a:xfrm>
          <a:prstGeom prst="rect">
            <a:avLst/>
          </a:prstGeom>
          <a:noFill/>
        </p:spPr>
        <p:txBody>
          <a:bodyPr vert="horz" rtlCol="0" anchor="ctr" anchorCtr="0">
            <a:noAutofit/>
          </a:bodyPr>
          <a:lstStyle/>
          <a:p>
            <a:r>
              <a:rPr lang="zh-CN" altLang="en-US" sz="2800"/>
              <a:t>“</a:t>
            </a:r>
            <a:r>
              <a:rPr lang="en-US" altLang="zh-CN" sz="2800" b="1" i="1"/>
              <a:t>E</a:t>
            </a:r>
            <a:r>
              <a:rPr lang="en-US" altLang="zh-CN" sz="2800" b="1" baseline="-25000"/>
              <a:t>2</a:t>
            </a:r>
            <a:r>
              <a:rPr lang="zh-CN" altLang="en-US" sz="2800"/>
              <a:t>的类型为</a:t>
            </a:r>
            <a:r>
              <a:rPr lang="en-US" altLang="zh-CN" sz="2800" b="1"/>
              <a:t>int</a:t>
            </a:r>
            <a:r>
              <a:rPr lang="zh-CN" altLang="en-US" sz="2800"/>
              <a:t>”是一个结论</a:t>
            </a:r>
            <a:endParaRPr lang="zh-CN" altLang="en-US" sz="2600">
              <a:solidFill>
                <a:srgbClr val="000000"/>
              </a:solidFill>
              <a:sym typeface="Microsoft Yahei" panose="020B0503020204020204" pitchFamily="34" charset="-122"/>
            </a:endParaRPr>
          </a:p>
        </p:txBody>
      </p:sp>
      <p:sp>
        <p:nvSpPr>
          <p:cNvPr id="11" name="文本框 10">
            <a:extLst>
              <a:ext uri="{FF2B5EF4-FFF2-40B4-BE49-F238E27FC236}">
                <a16:creationId xmlns:a16="http://schemas.microsoft.com/office/drawing/2014/main" id="{F39EBD38-58E8-F12B-DBF8-AA4DDF37D61E}"/>
              </a:ext>
            </a:extLst>
          </p:cNvPr>
          <p:cNvSpPr txBox="1"/>
          <p:nvPr>
            <p:custDataLst>
              <p:tags r:id="rId4"/>
            </p:custDataLst>
          </p:nvPr>
        </p:nvSpPr>
        <p:spPr>
          <a:xfrm>
            <a:off x="1828800" y="3439714"/>
            <a:ext cx="6400800" cy="642938"/>
          </a:xfrm>
          <a:prstGeom prst="rect">
            <a:avLst/>
          </a:prstGeom>
          <a:noFill/>
        </p:spPr>
        <p:txBody>
          <a:bodyPr vert="horz" rtlCol="0" anchor="ctr" anchorCtr="0">
            <a:noAutofit/>
          </a:bodyPr>
          <a:lstStyle/>
          <a:p>
            <a:r>
              <a:rPr lang="en-US" altLang="zh-CN" sz="2800" b="1">
                <a:sym typeface="Symbol" panose="05050102010706020507" pitchFamily="18" charset="2"/>
              </a:rPr>
              <a:t></a:t>
            </a:r>
            <a:r>
              <a:rPr lang="en-US" altLang="zh-CN" sz="2800" b="1"/>
              <a:t> |</a:t>
            </a:r>
            <a:r>
              <a:rPr lang="en-US" altLang="zh-CN" sz="2800" b="1">
                <a:sym typeface="Symbol" panose="05050102010706020507" pitchFamily="18" charset="2"/>
              </a:rPr>
              <a:t></a:t>
            </a:r>
            <a:r>
              <a:rPr lang="en-US" altLang="zh-CN" sz="2800" b="1"/>
              <a:t> </a:t>
            </a:r>
            <a:r>
              <a:rPr lang="en-US" altLang="zh-CN" sz="2800" b="1" i="1"/>
              <a:t>E</a:t>
            </a:r>
            <a:r>
              <a:rPr lang="en-US" altLang="zh-CN" sz="2800" b="1" baseline="-25000"/>
              <a:t>1</a:t>
            </a:r>
            <a:r>
              <a:rPr lang="en-US" altLang="zh-CN" sz="2800" b="1"/>
              <a:t>: </a:t>
            </a:r>
            <a:r>
              <a:rPr lang="en-US" altLang="zh-CN" sz="2800" b="1" i="1"/>
              <a:t>array</a:t>
            </a:r>
            <a:r>
              <a:rPr lang="en-US" altLang="zh-CN" sz="2800" b="1"/>
              <a:t>(</a:t>
            </a:r>
            <a:r>
              <a:rPr lang="en-US" altLang="zh-CN" sz="2800" b="1" i="1"/>
              <a:t>N</a:t>
            </a:r>
            <a:r>
              <a:rPr lang="en-US" altLang="zh-CN" sz="2800" b="1"/>
              <a:t>, </a:t>
            </a:r>
            <a:r>
              <a:rPr lang="en-US" altLang="zh-CN" sz="2800" b="1" i="1"/>
              <a:t>T</a:t>
            </a:r>
            <a:r>
              <a:rPr lang="en-US" altLang="zh-CN" sz="2800" b="1"/>
              <a:t>) </a:t>
            </a:r>
            <a:r>
              <a:rPr lang="zh-CN" altLang="en-US" sz="2800"/>
              <a:t>是一个推理规则</a:t>
            </a:r>
            <a:endParaRPr lang="zh-CN" altLang="en-US" sz="2600">
              <a:solidFill>
                <a:srgbClr val="000000"/>
              </a:solidFill>
              <a:sym typeface="Microsoft Yahei" panose="020B0503020204020204" pitchFamily="34" charset="-122"/>
            </a:endParaRPr>
          </a:p>
        </p:txBody>
      </p:sp>
      <p:sp>
        <p:nvSpPr>
          <p:cNvPr id="12" name="文本框 11">
            <a:extLst>
              <a:ext uri="{FF2B5EF4-FFF2-40B4-BE49-F238E27FC236}">
                <a16:creationId xmlns:a16="http://schemas.microsoft.com/office/drawing/2014/main" id="{466667CE-15A8-C8CB-8652-5DB3D6E57E7B}"/>
              </a:ext>
            </a:extLst>
          </p:cNvPr>
          <p:cNvSpPr txBox="1"/>
          <p:nvPr>
            <p:custDataLst>
              <p:tags r:id="rId5"/>
            </p:custDataLst>
          </p:nvPr>
        </p:nvSpPr>
        <p:spPr>
          <a:xfrm>
            <a:off x="1828800" y="4203145"/>
            <a:ext cx="6400800" cy="1435894"/>
          </a:xfrm>
          <a:prstGeom prst="rect">
            <a:avLst/>
          </a:prstGeom>
          <a:noFill/>
        </p:spPr>
        <p:txBody>
          <a:bodyPr vert="horz" rtlCol="0" anchor="ctr" anchorCtr="0">
            <a:noAutofit/>
          </a:bodyPr>
          <a:lstStyle/>
          <a:p>
            <a:r>
              <a:rPr lang="zh-CN" altLang="en-US" sz="2600">
                <a:solidFill>
                  <a:srgbClr val="000000"/>
                </a:solidFill>
                <a:sym typeface="Microsoft Yahei" panose="020B0503020204020204" pitchFamily="34" charset="-122"/>
              </a:rPr>
              <a:t>该定型规则表示“如果</a:t>
            </a:r>
            <a:r>
              <a:rPr lang="en-US" altLang="zh-CN" sz="2800" b="1" i="1"/>
              <a:t>E</a:t>
            </a:r>
            <a:r>
              <a:rPr lang="en-US" altLang="zh-CN" sz="2800" b="1" baseline="-25000"/>
              <a:t>1</a:t>
            </a:r>
            <a:r>
              <a:rPr lang="zh-CN" altLang="en-US" sz="2600">
                <a:solidFill>
                  <a:srgbClr val="000000"/>
                </a:solidFill>
                <a:sym typeface="Microsoft Yahei" panose="020B0503020204020204" pitchFamily="34" charset="-122"/>
              </a:rPr>
              <a:t>是由若干元素</a:t>
            </a:r>
            <a:r>
              <a:rPr lang="en-US" altLang="zh-CN" sz="2600" b="1" i="1">
                <a:solidFill>
                  <a:srgbClr val="000000"/>
                </a:solidFill>
                <a:sym typeface="Microsoft Yahei" panose="020B0503020204020204" pitchFamily="34" charset="-122"/>
              </a:rPr>
              <a:t>T</a:t>
            </a:r>
            <a:r>
              <a:rPr lang="zh-CN" altLang="en-US" sz="2600">
                <a:solidFill>
                  <a:srgbClr val="000000"/>
                </a:solidFill>
                <a:sym typeface="Microsoft Yahei" panose="020B0503020204020204" pitchFamily="34" charset="-122"/>
              </a:rPr>
              <a:t>组成的一维数组，</a:t>
            </a:r>
            <a:r>
              <a:rPr lang="en-US" altLang="zh-CN" sz="2800" b="1" i="1">
                <a:latin typeface="+mn-lt"/>
                <a:ea typeface="+mn-ea"/>
              </a:rPr>
              <a:t> E</a:t>
            </a:r>
            <a:r>
              <a:rPr lang="en-US" altLang="zh-CN" sz="2800" b="1" baseline="-25000">
                <a:latin typeface="+mn-lt"/>
                <a:ea typeface="+mn-ea"/>
              </a:rPr>
              <a:t>2</a:t>
            </a:r>
            <a:r>
              <a:rPr lang="zh-CN" altLang="en-US" sz="2600">
                <a:solidFill>
                  <a:srgbClr val="000000"/>
                </a:solidFill>
                <a:sym typeface="Microsoft Yahei" panose="020B0503020204020204" pitchFamily="34" charset="-122"/>
              </a:rPr>
              <a:t>是一个</a:t>
            </a:r>
            <a:r>
              <a:rPr lang="en-US" altLang="zh-CN" sz="2600" b="1">
                <a:solidFill>
                  <a:srgbClr val="000000"/>
                </a:solidFill>
                <a:sym typeface="Microsoft Yahei" panose="020B0503020204020204" pitchFamily="34" charset="-122"/>
              </a:rPr>
              <a:t>[0,N)</a:t>
            </a:r>
            <a:r>
              <a:rPr lang="zh-CN" altLang="en-US" sz="2600">
                <a:solidFill>
                  <a:srgbClr val="000000"/>
                </a:solidFill>
                <a:sym typeface="Microsoft Yahei" panose="020B0503020204020204" pitchFamily="34" charset="-122"/>
              </a:rPr>
              <a:t>的整数，则数组中的某元素</a:t>
            </a:r>
            <a:r>
              <a:rPr lang="en-US" altLang="zh-CN" sz="2800" b="1" i="1">
                <a:latin typeface="+mn-lt"/>
                <a:ea typeface="+mn-ea"/>
              </a:rPr>
              <a:t>E</a:t>
            </a:r>
            <a:r>
              <a:rPr lang="en-US" altLang="zh-CN" sz="2800" b="1" baseline="-25000">
                <a:latin typeface="+mn-lt"/>
                <a:ea typeface="+mn-ea"/>
              </a:rPr>
              <a:t>1</a:t>
            </a:r>
            <a:r>
              <a:rPr lang="en-US" altLang="zh-CN" sz="2800" b="1">
                <a:latin typeface="+mn-lt"/>
                <a:ea typeface="+mn-ea"/>
              </a:rPr>
              <a:t>[</a:t>
            </a:r>
            <a:r>
              <a:rPr lang="en-US" altLang="zh-CN" sz="2800" b="1" i="1">
                <a:latin typeface="+mn-lt"/>
                <a:ea typeface="+mn-ea"/>
              </a:rPr>
              <a:t>E</a:t>
            </a:r>
            <a:r>
              <a:rPr lang="en-US" altLang="zh-CN" sz="2800" b="1" baseline="-25000">
                <a:latin typeface="+mn-lt"/>
                <a:ea typeface="+mn-ea"/>
              </a:rPr>
              <a:t>2</a:t>
            </a:r>
            <a:r>
              <a:rPr lang="en-US" altLang="zh-CN" sz="2800" b="1">
                <a:latin typeface="+mn-lt"/>
                <a:ea typeface="+mn-ea"/>
              </a:rPr>
              <a:t>]</a:t>
            </a:r>
            <a:r>
              <a:rPr lang="zh-CN" altLang="en-US" sz="2600">
                <a:solidFill>
                  <a:srgbClr val="000000"/>
                </a:solidFill>
                <a:sym typeface="Microsoft Yahei" panose="020B0503020204020204" pitchFamily="34" charset="-122"/>
              </a:rPr>
              <a:t>类型为</a:t>
            </a:r>
            <a:r>
              <a:rPr lang="en-US" altLang="zh-CN" sz="2600" b="1" i="1">
                <a:solidFill>
                  <a:srgbClr val="000000"/>
                </a:solidFill>
                <a:sym typeface="Microsoft Yahei" panose="020B0503020204020204" pitchFamily="34" charset="-122"/>
              </a:rPr>
              <a:t>T</a:t>
            </a:r>
            <a:r>
              <a:rPr lang="zh-CN" altLang="en-US" sz="2600">
                <a:solidFill>
                  <a:srgbClr val="000000"/>
                </a:solidFill>
                <a:sym typeface="Microsoft Yahei" panose="020B0503020204020204" pitchFamily="34" charset="-122"/>
              </a:rPr>
              <a:t>”</a:t>
            </a:r>
          </a:p>
        </p:txBody>
      </p:sp>
      <p:sp>
        <p:nvSpPr>
          <p:cNvPr id="13" name="文本框 12">
            <a:extLst>
              <a:ext uri="{FF2B5EF4-FFF2-40B4-BE49-F238E27FC236}">
                <a16:creationId xmlns:a16="http://schemas.microsoft.com/office/drawing/2014/main" id="{CAB05495-FCEC-48E5-2E94-182FFC8054FB}"/>
              </a:ext>
            </a:extLst>
          </p:cNvPr>
          <p:cNvSpPr txBox="1"/>
          <p:nvPr>
            <p:custDataLst>
              <p:tags r:id="rId6"/>
            </p:custDataLst>
          </p:nvPr>
        </p:nvSpPr>
        <p:spPr>
          <a:xfrm>
            <a:off x="1828800" y="5666659"/>
            <a:ext cx="6400800" cy="642938"/>
          </a:xfrm>
          <a:prstGeom prst="rect">
            <a:avLst/>
          </a:prstGeom>
          <a:noFill/>
        </p:spPr>
        <p:txBody>
          <a:bodyPr vert="horz" rtlCol="0" anchor="ctr" anchorCtr="0">
            <a:noAutofit/>
          </a:bodyPr>
          <a:lstStyle/>
          <a:p>
            <a:r>
              <a:rPr lang="en-US" altLang="zh-CN" sz="2800" b="1" i="1">
                <a:latin typeface="+mn-lt"/>
                <a:ea typeface="+mn-ea"/>
              </a:rPr>
              <a:t>array</a:t>
            </a:r>
            <a:r>
              <a:rPr lang="en-US" altLang="zh-CN" sz="2800" b="1">
                <a:latin typeface="+mn-lt"/>
                <a:ea typeface="+mn-ea"/>
              </a:rPr>
              <a:t>(</a:t>
            </a:r>
            <a:r>
              <a:rPr lang="en-US" altLang="zh-CN" sz="2800" b="1" i="1">
                <a:latin typeface="+mn-lt"/>
                <a:ea typeface="+mn-ea"/>
              </a:rPr>
              <a:t>N</a:t>
            </a:r>
            <a:r>
              <a:rPr lang="en-US" altLang="zh-CN" sz="2800" b="1">
                <a:latin typeface="+mn-lt"/>
                <a:ea typeface="+mn-ea"/>
              </a:rPr>
              <a:t>, </a:t>
            </a:r>
            <a:r>
              <a:rPr lang="en-US" altLang="zh-CN" sz="2800" b="1" i="1">
                <a:latin typeface="+mn-lt"/>
                <a:ea typeface="+mn-ea"/>
              </a:rPr>
              <a:t>T</a:t>
            </a:r>
            <a:r>
              <a:rPr lang="en-US" altLang="zh-CN" sz="2800" b="1">
                <a:latin typeface="+mn-lt"/>
                <a:ea typeface="+mn-ea"/>
              </a:rPr>
              <a:t>)</a:t>
            </a:r>
            <a:r>
              <a:rPr lang="zh-CN" altLang="en-US" sz="2800">
                <a:latin typeface="+mn-lt"/>
                <a:ea typeface="+mn-ea"/>
              </a:rPr>
              <a:t>是一个基本类型表达式</a:t>
            </a:r>
            <a:endParaRPr lang="zh-CN" altLang="en-US" sz="2600">
              <a:solidFill>
                <a:srgbClr val="000000"/>
              </a:solidFill>
              <a:sym typeface="Microsoft Yahei" panose="020B0503020204020204" pitchFamily="34" charset="-122"/>
            </a:endParaRPr>
          </a:p>
        </p:txBody>
      </p:sp>
      <p:sp>
        <p:nvSpPr>
          <p:cNvPr id="14" name="椭圆 13">
            <a:extLst>
              <a:ext uri="{FF2B5EF4-FFF2-40B4-BE49-F238E27FC236}">
                <a16:creationId xmlns:a16="http://schemas.microsoft.com/office/drawing/2014/main" id="{434695F7-3BAD-48D2-F15E-60BDFE11C744}"/>
              </a:ext>
            </a:extLst>
          </p:cNvPr>
          <p:cNvSpPr>
            <a:spLocks noChangeAspect="1"/>
          </p:cNvSpPr>
          <p:nvPr>
            <p:custDataLst>
              <p:tags r:id="rId7"/>
            </p:custDataLst>
          </p:nvPr>
        </p:nvSpPr>
        <p:spPr>
          <a:xfrm>
            <a:off x="1114425" y="2723474"/>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sym typeface="Microsoft Yahei" panose="020B0503020204020204" pitchFamily="34" charset="-122"/>
              </a:rPr>
              <a:t>A</a:t>
            </a:r>
            <a:endParaRPr lang="zh-CN" altLang="en-US" sz="1600">
              <a:solidFill>
                <a:srgbClr val="FFFFFF"/>
              </a:solidFill>
              <a:sym typeface="Microsoft Yahei" panose="020B0503020204020204" pitchFamily="34" charset="-122"/>
            </a:endParaRPr>
          </a:p>
        </p:txBody>
      </p:sp>
      <p:sp>
        <p:nvSpPr>
          <p:cNvPr id="15" name="椭圆 14">
            <a:extLst>
              <a:ext uri="{FF2B5EF4-FFF2-40B4-BE49-F238E27FC236}">
                <a16:creationId xmlns:a16="http://schemas.microsoft.com/office/drawing/2014/main" id="{0632D261-E93C-6025-961A-864D8ADFA213}"/>
              </a:ext>
            </a:extLst>
          </p:cNvPr>
          <p:cNvSpPr>
            <a:spLocks noChangeAspect="1"/>
          </p:cNvSpPr>
          <p:nvPr>
            <p:custDataLst>
              <p:tags r:id="rId8"/>
            </p:custDataLst>
          </p:nvPr>
        </p:nvSpPr>
        <p:spPr>
          <a:xfrm>
            <a:off x="1114425" y="3504007"/>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sym typeface="Microsoft Yahei" panose="020B0503020204020204" pitchFamily="34" charset="-122"/>
              </a:rPr>
              <a:t>B</a:t>
            </a:r>
            <a:endParaRPr lang="zh-CN" altLang="en-US" sz="1600">
              <a:solidFill>
                <a:srgbClr val="FFFFFF"/>
              </a:solidFill>
              <a:sym typeface="Microsoft Yahei" panose="020B0503020204020204" pitchFamily="34" charset="-122"/>
            </a:endParaRPr>
          </a:p>
        </p:txBody>
      </p:sp>
      <p:sp>
        <p:nvSpPr>
          <p:cNvPr id="16" name="椭圆 15">
            <a:extLst>
              <a:ext uri="{FF2B5EF4-FFF2-40B4-BE49-F238E27FC236}">
                <a16:creationId xmlns:a16="http://schemas.microsoft.com/office/drawing/2014/main" id="{75291A8F-1121-A6AB-C8AF-9194C3816BC7}"/>
              </a:ext>
            </a:extLst>
          </p:cNvPr>
          <p:cNvSpPr>
            <a:spLocks noChangeAspect="1"/>
          </p:cNvSpPr>
          <p:nvPr>
            <p:custDataLst>
              <p:tags r:id="rId9"/>
            </p:custDataLst>
          </p:nvPr>
        </p:nvSpPr>
        <p:spPr>
          <a:xfrm>
            <a:off x="1114425" y="4308754"/>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sym typeface="Microsoft Yahei" panose="020B0503020204020204" pitchFamily="34" charset="-122"/>
              </a:rPr>
              <a:t>C</a:t>
            </a:r>
            <a:endParaRPr lang="zh-CN" altLang="en-US" sz="1600">
              <a:solidFill>
                <a:srgbClr val="FFFFFF"/>
              </a:solidFill>
              <a:sym typeface="Microsoft Yahei" panose="020B0503020204020204" pitchFamily="34" charset="-122"/>
            </a:endParaRPr>
          </a:p>
        </p:txBody>
      </p:sp>
      <p:sp>
        <p:nvSpPr>
          <p:cNvPr id="17" name="椭圆 16">
            <a:extLst>
              <a:ext uri="{FF2B5EF4-FFF2-40B4-BE49-F238E27FC236}">
                <a16:creationId xmlns:a16="http://schemas.microsoft.com/office/drawing/2014/main" id="{E908B40B-76BD-1095-C46C-83F52E58C73F}"/>
              </a:ext>
            </a:extLst>
          </p:cNvPr>
          <p:cNvSpPr>
            <a:spLocks noChangeAspect="1"/>
          </p:cNvSpPr>
          <p:nvPr>
            <p:custDataLst>
              <p:tags r:id="rId10"/>
            </p:custDataLst>
          </p:nvPr>
        </p:nvSpPr>
        <p:spPr>
          <a:xfrm>
            <a:off x="1114425" y="5730952"/>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sym typeface="Microsoft Yahei" panose="020B0503020204020204" pitchFamily="34" charset="-122"/>
              </a:rPr>
              <a:t>D</a:t>
            </a:r>
            <a:endParaRPr lang="zh-CN" altLang="en-US" sz="1600">
              <a:solidFill>
                <a:srgbClr val="FFFFFF"/>
              </a:solidFill>
              <a:sym typeface="Microsoft Yahei" panose="020B0503020204020204" pitchFamily="34" charset="-122"/>
            </a:endParaRPr>
          </a:p>
        </p:txBody>
      </p:sp>
      <p:sp>
        <p:nvSpPr>
          <p:cNvPr id="18" name="矩形: 圆角 17">
            <a:extLst>
              <a:ext uri="{FF2B5EF4-FFF2-40B4-BE49-F238E27FC236}">
                <a16:creationId xmlns:a16="http://schemas.microsoft.com/office/drawing/2014/main" id="{DAC373BF-1E7B-EE10-FC4D-B9E5166B6092}"/>
              </a:ext>
            </a:extLst>
          </p:cNvPr>
          <p:cNvSpPr/>
          <p:nvPr>
            <p:custDataLst>
              <p:tags r:id="rId11"/>
            </p:custDataLst>
          </p:nvPr>
        </p:nvSpPr>
        <p:spPr>
          <a:xfrm>
            <a:off x="7315200" y="6309359"/>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sym typeface="Microsoft Yahei" panose="020B0503020204020204" pitchFamily="34" charset="-122"/>
              </a:rPr>
              <a:t>提交</a:t>
            </a:r>
          </a:p>
        </p:txBody>
      </p:sp>
      <p:grpSp>
        <p:nvGrpSpPr>
          <p:cNvPr id="25" name="Group 7">
            <a:extLst>
              <a:ext uri="{FF2B5EF4-FFF2-40B4-BE49-F238E27FC236}">
                <a16:creationId xmlns:a16="http://schemas.microsoft.com/office/drawing/2014/main" id="{DE827914-6DA4-2CCF-06DD-C1C83F3D753C}"/>
              </a:ext>
            </a:extLst>
          </p:cNvPr>
          <p:cNvGrpSpPr>
            <a:grpSpLocks/>
          </p:cNvGrpSpPr>
          <p:nvPr/>
        </p:nvGrpSpPr>
        <p:grpSpPr bwMode="auto">
          <a:xfrm>
            <a:off x="1628775" y="1595437"/>
            <a:ext cx="5457825" cy="762000"/>
            <a:chOff x="2971" y="3702"/>
            <a:chExt cx="2404" cy="480"/>
          </a:xfrm>
        </p:grpSpPr>
        <p:sp>
          <p:nvSpPr>
            <p:cNvPr id="26" name="Rectangle 8" descr="Green marble">
              <a:extLst>
                <a:ext uri="{FF2B5EF4-FFF2-40B4-BE49-F238E27FC236}">
                  <a16:creationId xmlns:a16="http://schemas.microsoft.com/office/drawing/2014/main" id="{EFC3D439-EDA0-006E-08CA-4EE21795CF25}"/>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a:latin typeface="+mn-lt"/>
                  <a:ea typeface="+mn-ea"/>
                  <a:sym typeface="Symbol" panose="05050102010706020507" pitchFamily="18" charset="2"/>
                </a:rPr>
                <a:t> </a:t>
              </a:r>
              <a:r>
                <a:rPr lang="en-US" altLang="zh-CN" sz="2400" b="1">
                  <a:latin typeface="+mn-lt"/>
                  <a:ea typeface="+mn-ea"/>
                </a:rPr>
                <a:t> |</a:t>
              </a:r>
              <a:r>
                <a:rPr lang="en-US" altLang="zh-CN" sz="2400" b="1">
                  <a:latin typeface="+mn-lt"/>
                  <a:ea typeface="+mn-ea"/>
                  <a:sym typeface="Symbol" panose="05050102010706020507" pitchFamily="18" charset="2"/>
                </a:rPr>
                <a:t></a:t>
              </a:r>
              <a:r>
                <a:rPr lang="en-US" altLang="zh-CN" sz="2400" b="1">
                  <a:latin typeface="+mn-lt"/>
                  <a:ea typeface="+mn-ea"/>
                </a:rPr>
                <a:t> </a:t>
              </a:r>
              <a:r>
                <a:rPr lang="en-US" altLang="zh-CN" sz="2400" b="1" i="1">
                  <a:latin typeface="+mn-lt"/>
                  <a:ea typeface="+mn-ea"/>
                </a:rPr>
                <a:t>E</a:t>
              </a:r>
              <a:r>
                <a:rPr lang="en-US" altLang="zh-CN" sz="2400" b="1" baseline="-25000">
                  <a:latin typeface="+mn-lt"/>
                  <a:ea typeface="+mn-ea"/>
                </a:rPr>
                <a:t>1</a:t>
              </a:r>
              <a:r>
                <a:rPr lang="en-US" altLang="zh-CN" sz="2400" b="1">
                  <a:latin typeface="+mn-lt"/>
                  <a:ea typeface="+mn-ea"/>
                </a:rPr>
                <a:t>: </a:t>
              </a:r>
              <a:r>
                <a:rPr lang="en-US" altLang="zh-CN" sz="2400" b="1" i="1">
                  <a:latin typeface="+mn-lt"/>
                  <a:ea typeface="+mn-ea"/>
                </a:rPr>
                <a:t>array</a:t>
              </a:r>
              <a:r>
                <a:rPr lang="en-US" altLang="zh-CN" sz="2400" b="1">
                  <a:latin typeface="+mn-lt"/>
                  <a:ea typeface="+mn-ea"/>
                </a:rPr>
                <a:t>(</a:t>
              </a:r>
              <a:r>
                <a:rPr lang="en-US" altLang="zh-CN" sz="2400" b="1" i="1">
                  <a:latin typeface="+mn-lt"/>
                  <a:ea typeface="+mn-ea"/>
                </a:rPr>
                <a:t>N</a:t>
              </a:r>
              <a:r>
                <a:rPr lang="en-US" altLang="zh-CN" sz="2400" b="1">
                  <a:latin typeface="+mn-lt"/>
                  <a:ea typeface="+mn-ea"/>
                </a:rPr>
                <a:t>, </a:t>
              </a:r>
              <a:r>
                <a:rPr lang="en-US" altLang="zh-CN" sz="2400" b="1" i="1">
                  <a:latin typeface="+mn-lt"/>
                  <a:ea typeface="+mn-ea"/>
                </a:rPr>
                <a:t>T</a:t>
              </a:r>
              <a:r>
                <a:rPr lang="en-US" altLang="zh-CN" sz="2400" b="1">
                  <a:latin typeface="+mn-lt"/>
                  <a:ea typeface="+mn-ea"/>
                </a:rPr>
                <a:t>), </a:t>
              </a:r>
              <a:r>
                <a:rPr lang="en-US" altLang="zh-CN" sz="2400" b="1">
                  <a:latin typeface="+mn-lt"/>
                  <a:ea typeface="+mn-ea"/>
                  <a:sym typeface="Symbol" panose="05050102010706020507" pitchFamily="18" charset="2"/>
                </a:rPr>
                <a:t></a:t>
              </a:r>
              <a:r>
                <a:rPr lang="en-US" altLang="zh-CN" sz="2400" b="1">
                  <a:latin typeface="+mn-lt"/>
                  <a:ea typeface="+mn-ea"/>
                </a:rPr>
                <a:t> |</a:t>
              </a:r>
              <a:r>
                <a:rPr lang="en-US" altLang="zh-CN" sz="2400" b="1">
                  <a:latin typeface="+mn-lt"/>
                  <a:ea typeface="+mn-ea"/>
                  <a:sym typeface="Symbol" panose="05050102010706020507" pitchFamily="18" charset="2"/>
                </a:rPr>
                <a:t></a:t>
              </a:r>
              <a:r>
                <a:rPr lang="en-US" altLang="zh-CN" sz="2400" b="1">
                  <a:latin typeface="+mn-lt"/>
                  <a:ea typeface="+mn-ea"/>
                </a:rPr>
                <a:t> </a:t>
              </a:r>
              <a:r>
                <a:rPr lang="en-US" altLang="zh-CN" sz="2400" b="1" i="1">
                  <a:latin typeface="+mn-lt"/>
                  <a:ea typeface="+mn-ea"/>
                </a:rPr>
                <a:t>E</a:t>
              </a:r>
              <a:r>
                <a:rPr lang="en-US" altLang="zh-CN" sz="2400" b="1" baseline="-25000">
                  <a:latin typeface="+mn-lt"/>
                  <a:ea typeface="+mn-ea"/>
                </a:rPr>
                <a:t>2</a:t>
              </a:r>
              <a:r>
                <a:rPr lang="en-US" altLang="zh-CN" sz="2400" b="1">
                  <a:latin typeface="+mn-lt"/>
                  <a:ea typeface="+mn-ea"/>
                </a:rPr>
                <a:t>: </a:t>
              </a:r>
              <a:r>
                <a:rPr lang="en-US" altLang="zh-CN" sz="2400" b="1" i="1">
                  <a:latin typeface="+mn-lt"/>
                  <a:ea typeface="+mn-ea"/>
                </a:rPr>
                <a:t>integer</a:t>
              </a:r>
              <a:endParaRPr lang="en-US" altLang="zh-CN" sz="2400" b="1" i="1" baseline="-25000">
                <a:latin typeface="+mn-lt"/>
                <a:ea typeface="+mn-ea"/>
              </a:endParaRPr>
            </a:p>
            <a:p>
              <a:pPr algn="ctr">
                <a:spcBef>
                  <a:spcPct val="0"/>
                </a:spcBef>
                <a:buClrTx/>
                <a:buSzTx/>
                <a:buFontTx/>
                <a:buNone/>
              </a:pPr>
              <a:r>
                <a:rPr lang="en-US" altLang="zh-CN" sz="2400" b="1">
                  <a:latin typeface="+mn-lt"/>
                  <a:ea typeface="+mn-ea"/>
                  <a:sym typeface="Symbol" panose="05050102010706020507" pitchFamily="18" charset="2"/>
                </a:rPr>
                <a:t></a:t>
              </a:r>
              <a:r>
                <a:rPr lang="en-US" altLang="zh-CN" sz="2400" b="1">
                  <a:latin typeface="+mn-lt"/>
                  <a:ea typeface="+mn-ea"/>
                </a:rPr>
                <a:t> |</a:t>
              </a:r>
              <a:r>
                <a:rPr lang="en-US" altLang="zh-CN" sz="2400" b="1">
                  <a:latin typeface="+mn-lt"/>
                  <a:ea typeface="+mn-ea"/>
                  <a:sym typeface="Symbol" panose="05050102010706020507" pitchFamily="18" charset="2"/>
                </a:rPr>
                <a:t></a:t>
              </a:r>
              <a:r>
                <a:rPr lang="en-US" altLang="zh-CN" sz="2400" b="1">
                  <a:latin typeface="+mn-lt"/>
                  <a:ea typeface="+mn-ea"/>
                </a:rPr>
                <a:t> </a:t>
              </a:r>
              <a:r>
                <a:rPr lang="en-US" altLang="zh-CN" sz="2400" b="1" i="1">
                  <a:solidFill>
                    <a:srgbClr val="C00000"/>
                  </a:solidFill>
                  <a:latin typeface="+mn-lt"/>
                  <a:ea typeface="+mn-ea"/>
                </a:rPr>
                <a:t>E</a:t>
              </a:r>
              <a:r>
                <a:rPr lang="en-US" altLang="zh-CN" sz="2400" b="1" baseline="-25000">
                  <a:solidFill>
                    <a:srgbClr val="C00000"/>
                  </a:solidFill>
                  <a:latin typeface="+mn-lt"/>
                  <a:ea typeface="+mn-ea"/>
                </a:rPr>
                <a:t>1</a:t>
              </a:r>
              <a:r>
                <a:rPr lang="en-US" altLang="zh-CN" sz="2400" b="1">
                  <a:solidFill>
                    <a:srgbClr val="C00000"/>
                  </a:solidFill>
                  <a:latin typeface="+mn-lt"/>
                  <a:ea typeface="+mn-ea"/>
                </a:rPr>
                <a:t>[</a:t>
              </a:r>
              <a:r>
                <a:rPr lang="en-US" altLang="zh-CN" sz="2400" b="1" i="1">
                  <a:solidFill>
                    <a:srgbClr val="C00000"/>
                  </a:solidFill>
                  <a:latin typeface="+mn-lt"/>
                  <a:ea typeface="+mn-ea"/>
                </a:rPr>
                <a:t>E</a:t>
              </a:r>
              <a:r>
                <a:rPr lang="en-US" altLang="zh-CN" sz="2400" b="1" baseline="-25000">
                  <a:solidFill>
                    <a:srgbClr val="C00000"/>
                  </a:solidFill>
                  <a:latin typeface="+mn-lt"/>
                  <a:ea typeface="+mn-ea"/>
                </a:rPr>
                <a:t>2</a:t>
              </a:r>
              <a:r>
                <a:rPr lang="en-US" altLang="zh-CN" sz="2400" b="1">
                  <a:solidFill>
                    <a:srgbClr val="C00000"/>
                  </a:solidFill>
                  <a:latin typeface="+mn-lt"/>
                  <a:ea typeface="+mn-ea"/>
                </a:rPr>
                <a:t>] </a:t>
              </a:r>
              <a:r>
                <a:rPr lang="en-US" altLang="zh-CN" sz="2400" b="1">
                  <a:latin typeface="+mn-lt"/>
                  <a:ea typeface="+mn-ea"/>
                </a:rPr>
                <a:t>: </a:t>
              </a:r>
              <a:r>
                <a:rPr lang="en-US" altLang="zh-CN" sz="2400" b="1" i="1">
                  <a:latin typeface="+mn-lt"/>
                  <a:ea typeface="+mn-ea"/>
                </a:rPr>
                <a:t>T</a:t>
              </a:r>
            </a:p>
          </p:txBody>
        </p:sp>
        <p:sp>
          <p:nvSpPr>
            <p:cNvPr id="27" name="Line 9">
              <a:extLst>
                <a:ext uri="{FF2B5EF4-FFF2-40B4-BE49-F238E27FC236}">
                  <a16:creationId xmlns:a16="http://schemas.microsoft.com/office/drawing/2014/main" id="{573A9FC7-2D48-9A10-1250-F0223D02D26E}"/>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23" name="组合 22">
            <a:extLst>
              <a:ext uri="{FF2B5EF4-FFF2-40B4-BE49-F238E27FC236}">
                <a16:creationId xmlns:a16="http://schemas.microsoft.com/office/drawing/2014/main" id="{6A370EFD-A259-D444-DF89-E297CC0B38A8}"/>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A37BD15C-E4CE-4551-B523-851529D8D4A4}"/>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E3432851-61BF-992A-3AB4-0465BC85912E}"/>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CB588928-1EF1-4170-5BD7-351300461718}"/>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EFFB0892-2E12-1FEB-5DD2-99656859F1F0}"/>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0A1B0C1A-391B-E7DD-802A-8FEEEB95E15F}"/>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524904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6FB0577-C7C7-41E8-9D8C-77A7F166B79F}"/>
              </a:ext>
            </a:extLst>
          </p:cNvPr>
          <p:cNvSpPr>
            <a:spLocks noGrp="1" noChangeArrowheads="1"/>
          </p:cNvSpPr>
          <p:nvPr>
            <p:ph type="title"/>
          </p:nvPr>
        </p:nvSpPr>
        <p:spPr/>
        <p:txBody>
          <a:bodyPr/>
          <a:lstStyle/>
          <a:p>
            <a:pPr eaLnBrk="1" hangingPunct="1"/>
            <a:r>
              <a:rPr lang="en-US" altLang="zh-CN" dirty="0"/>
              <a:t>5.3 </a:t>
            </a:r>
            <a:r>
              <a:rPr lang="zh-CN" altLang="en-US" dirty="0"/>
              <a:t>一个简单类型检查器的规范</a:t>
            </a:r>
          </a:p>
        </p:txBody>
      </p:sp>
      <p:sp>
        <p:nvSpPr>
          <p:cNvPr id="35843" name="Rectangle 3">
            <a:extLst>
              <a:ext uri="{FF2B5EF4-FFF2-40B4-BE49-F238E27FC236}">
                <a16:creationId xmlns:a16="http://schemas.microsoft.com/office/drawing/2014/main" id="{B0A44B80-E413-4555-95FC-96C7A6E6953A}"/>
              </a:ext>
            </a:extLst>
          </p:cNvPr>
          <p:cNvSpPr>
            <a:spLocks noGrp="1" noChangeArrowheads="1"/>
          </p:cNvSpPr>
          <p:nvPr>
            <p:ph idx="1"/>
          </p:nvPr>
        </p:nvSpPr>
        <p:spPr/>
        <p:txBody>
          <a:bodyPr/>
          <a:lstStyle/>
          <a:p>
            <a:pPr eaLnBrk="1" hangingPunct="1"/>
            <a:r>
              <a:rPr lang="zh-CN" altLang="en-US" dirty="0">
                <a:latin typeface="宋体" panose="02010600030101010101" pitchFamily="2" charset="-122"/>
              </a:rPr>
              <a:t>本节描述一个简单语言的类型系统和它的一个语法制导的类型检查器</a:t>
            </a:r>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pPr eaLnBrk="1" hangingPunct="1"/>
            <a:endParaRPr lang="en-US" altLang="zh-CN" dirty="0">
              <a:latin typeface="宋体" panose="02010600030101010101" pitchFamily="2" charset="-122"/>
            </a:endParaRPr>
          </a:p>
          <a:p>
            <a:r>
              <a:rPr lang="zh-CN" altLang="en-US" dirty="0"/>
              <a:t>给定文法，先定义类型表达式语法，再给出类型系统的形式描述，最后写出类型检查的翻译方案</a:t>
            </a:r>
            <a:endParaRPr lang="zh-CN" altLang="en-US" dirty="0">
              <a:latin typeface="宋体" panose="02010600030101010101" pitchFamily="2" charset="-122"/>
            </a:endParaRPr>
          </a:p>
        </p:txBody>
      </p:sp>
      <p:grpSp>
        <p:nvGrpSpPr>
          <p:cNvPr id="13" name="组合 12">
            <a:extLst>
              <a:ext uri="{FF2B5EF4-FFF2-40B4-BE49-F238E27FC236}">
                <a16:creationId xmlns:a16="http://schemas.microsoft.com/office/drawing/2014/main" id="{CF8B9AB7-A3C9-0836-8C02-48408E8A7122}"/>
              </a:ext>
            </a:extLst>
          </p:cNvPr>
          <p:cNvGrpSpPr/>
          <p:nvPr/>
        </p:nvGrpSpPr>
        <p:grpSpPr>
          <a:xfrm>
            <a:off x="149785" y="2457975"/>
            <a:ext cx="8835868" cy="1711352"/>
            <a:chOff x="149785" y="2457975"/>
            <a:chExt cx="8835868" cy="1711352"/>
          </a:xfrm>
        </p:grpSpPr>
        <p:sp>
          <p:nvSpPr>
            <p:cNvPr id="4" name="矩形: 圆角 3">
              <a:extLst>
                <a:ext uri="{FF2B5EF4-FFF2-40B4-BE49-F238E27FC236}">
                  <a16:creationId xmlns:a16="http://schemas.microsoft.com/office/drawing/2014/main" id="{AE0BBB95-F9F5-42A5-8A0A-7E38BB714298}"/>
                </a:ext>
              </a:extLst>
            </p:cNvPr>
            <p:cNvSpPr/>
            <p:nvPr/>
          </p:nvSpPr>
          <p:spPr>
            <a:xfrm>
              <a:off x="149785" y="2781475"/>
              <a:ext cx="1367930" cy="1064353"/>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rPr>
                <a:t>一个语言文法</a:t>
              </a:r>
            </a:p>
          </p:txBody>
        </p:sp>
        <p:sp>
          <p:nvSpPr>
            <p:cNvPr id="5" name="箭头: 右 4">
              <a:extLst>
                <a:ext uri="{FF2B5EF4-FFF2-40B4-BE49-F238E27FC236}">
                  <a16:creationId xmlns:a16="http://schemas.microsoft.com/office/drawing/2014/main" id="{253E5BD8-E452-4787-9AE6-2B6FD268BA5D}"/>
                </a:ext>
              </a:extLst>
            </p:cNvPr>
            <p:cNvSpPr/>
            <p:nvPr/>
          </p:nvSpPr>
          <p:spPr>
            <a:xfrm>
              <a:off x="1694576" y="3071420"/>
              <a:ext cx="545284" cy="484464"/>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D7D4BB24-E500-448F-A399-EA582427B1F3}"/>
                </a:ext>
              </a:extLst>
            </p:cNvPr>
            <p:cNvSpPr/>
            <p:nvPr/>
          </p:nvSpPr>
          <p:spPr>
            <a:xfrm>
              <a:off x="2399775" y="2657474"/>
              <a:ext cx="1618550" cy="1312354"/>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rPr>
                <a:t>提炼类型表达式语法</a:t>
              </a:r>
            </a:p>
          </p:txBody>
        </p:sp>
        <p:sp>
          <p:nvSpPr>
            <p:cNvPr id="7" name="箭头: 右 6">
              <a:extLst>
                <a:ext uri="{FF2B5EF4-FFF2-40B4-BE49-F238E27FC236}">
                  <a16:creationId xmlns:a16="http://schemas.microsoft.com/office/drawing/2014/main" id="{C991CF0D-4CA0-4769-A0BE-CF5EB0A3D435}"/>
                </a:ext>
              </a:extLst>
            </p:cNvPr>
            <p:cNvSpPr/>
            <p:nvPr/>
          </p:nvSpPr>
          <p:spPr>
            <a:xfrm>
              <a:off x="4178240" y="3071420"/>
              <a:ext cx="545284" cy="484464"/>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5E7C60F3-559E-4F4B-A7A7-A456B01F063C}"/>
                </a:ext>
              </a:extLst>
            </p:cNvPr>
            <p:cNvSpPr/>
            <p:nvPr/>
          </p:nvSpPr>
          <p:spPr>
            <a:xfrm>
              <a:off x="4883439" y="2781474"/>
              <a:ext cx="1618550" cy="1064354"/>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rPr>
                <a:t>设计类型系统</a:t>
              </a:r>
            </a:p>
          </p:txBody>
        </p:sp>
        <p:sp>
          <p:nvSpPr>
            <p:cNvPr id="9" name="箭头: 右 8">
              <a:extLst>
                <a:ext uri="{FF2B5EF4-FFF2-40B4-BE49-F238E27FC236}">
                  <a16:creationId xmlns:a16="http://schemas.microsoft.com/office/drawing/2014/main" id="{7E2339E7-9584-431C-BB9C-A669103FB8D0}"/>
                </a:ext>
              </a:extLst>
            </p:cNvPr>
            <p:cNvSpPr/>
            <p:nvPr/>
          </p:nvSpPr>
          <p:spPr>
            <a:xfrm>
              <a:off x="6661904" y="3071420"/>
              <a:ext cx="545284" cy="484464"/>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2FD19977-2912-43A6-BBCE-D4A6C6668C21}"/>
                </a:ext>
              </a:extLst>
            </p:cNvPr>
            <p:cNvSpPr/>
            <p:nvPr/>
          </p:nvSpPr>
          <p:spPr>
            <a:xfrm>
              <a:off x="7367103" y="2457975"/>
              <a:ext cx="1618550" cy="1711352"/>
            </a:xfrm>
            <a:prstGeom prst="round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rPr>
                <a:t>在语法制导翻译方案中加入类型检查</a:t>
              </a:r>
            </a:p>
          </p:txBody>
        </p:sp>
      </p:grpSp>
      <p:sp>
        <p:nvSpPr>
          <p:cNvPr id="2" name="日期占位符 1">
            <a:extLst>
              <a:ext uri="{FF2B5EF4-FFF2-40B4-BE49-F238E27FC236}">
                <a16:creationId xmlns:a16="http://schemas.microsoft.com/office/drawing/2014/main" id="{228E2AD9-00AC-3496-F30C-8979960C4FC6}"/>
              </a:ext>
            </a:extLst>
          </p:cNvPr>
          <p:cNvSpPr>
            <a:spLocks noGrp="1"/>
          </p:cNvSpPr>
          <p:nvPr>
            <p:ph type="dt" sz="half" idx="10"/>
          </p:nvPr>
        </p:nvSpPr>
        <p:spPr/>
        <p:txBody>
          <a:bodyPr/>
          <a:lstStyle/>
          <a:p>
            <a:fld id="{44C8ED8C-F572-405C-9EB0-92C4C354809B}"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EA9F3BF0-524F-0E37-34BC-1458771F62A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11" name="灯片编号占位符 10">
            <a:extLst>
              <a:ext uri="{FF2B5EF4-FFF2-40B4-BE49-F238E27FC236}">
                <a16:creationId xmlns:a16="http://schemas.microsoft.com/office/drawing/2014/main" id="{8BE55B95-2E3C-62BF-F831-F86445AE1F3F}"/>
              </a:ext>
            </a:extLst>
          </p:cNvPr>
          <p:cNvSpPr>
            <a:spLocks noGrp="1"/>
          </p:cNvSpPr>
          <p:nvPr>
            <p:ph type="sldNum" sz="quarter" idx="12"/>
          </p:nvPr>
        </p:nvSpPr>
        <p:spPr/>
        <p:txBody>
          <a:bodyPr/>
          <a:lstStyle/>
          <a:p>
            <a:fld id="{094DEB03-EFC6-4C20-8FC8-295189A5386F}" type="slidenum">
              <a:rPr lang="zh-CN" altLang="en-US" smtClean="0"/>
              <a:pPr/>
              <a:t>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843">
                                            <p:txEl>
                                              <p:pRg st="4" end="4"/>
                                            </p:txEl>
                                          </p:spTgt>
                                        </p:tgtEl>
                                        <p:attrNameLst>
                                          <p:attrName>style.visibility</p:attrName>
                                        </p:attrNameLst>
                                      </p:cBhvr>
                                      <p:to>
                                        <p:strVal val="visible"/>
                                      </p:to>
                                    </p:set>
                                    <p:anim calcmode="lin" valueType="num">
                                      <p:cBhvr additive="base">
                                        <p:cTn id="11" dur="500" fill="hold"/>
                                        <p:tgtEl>
                                          <p:spTgt spid="3584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84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C2E55AA3-5A3B-4B25-BBDF-879F6A304ABE}"/>
              </a:ext>
            </a:extLst>
          </p:cNvPr>
          <p:cNvSpPr>
            <a:spLocks noGrp="1" noChangeArrowheads="1"/>
          </p:cNvSpPr>
          <p:nvPr>
            <p:ph type="title"/>
          </p:nvPr>
        </p:nvSpPr>
        <p:spPr/>
        <p:txBody>
          <a:bodyPr/>
          <a:lstStyle/>
          <a:p>
            <a:pPr eaLnBrk="1" hangingPunct="1"/>
            <a:r>
              <a:rPr lang="en-US" altLang="zh-CN"/>
              <a:t>5.3.1 </a:t>
            </a:r>
            <a:r>
              <a:rPr lang="zh-CN" altLang="en-US"/>
              <a:t>一个简单的语言</a:t>
            </a:r>
          </a:p>
        </p:txBody>
      </p:sp>
      <p:sp>
        <p:nvSpPr>
          <p:cNvPr id="36867" name="Rectangle 3">
            <a:extLst>
              <a:ext uri="{FF2B5EF4-FFF2-40B4-BE49-F238E27FC236}">
                <a16:creationId xmlns:a16="http://schemas.microsoft.com/office/drawing/2014/main" id="{D14E3654-1A21-48DD-BE08-6AABEF725D0C}"/>
              </a:ext>
            </a:extLst>
          </p:cNvPr>
          <p:cNvSpPr>
            <a:spLocks noGrp="1" noChangeArrowheads="1"/>
          </p:cNvSpPr>
          <p:nvPr>
            <p:ph idx="1"/>
          </p:nvPr>
        </p:nvSpPr>
        <p:spPr/>
        <p:txBody>
          <a:bodyPr/>
          <a:lstStyle/>
          <a:p>
            <a:pPr eaLnBrk="1" hangingPunct="1">
              <a:buFont typeface="Wingdings" panose="05000000000000000000" pitchFamily="2" charset="2"/>
              <a:buNone/>
            </a:pPr>
            <a:r>
              <a:rPr lang="en-US" altLang="zh-CN" sz="2800" b="1" i="1" dirty="0"/>
              <a:t>P </a:t>
            </a:r>
            <a:r>
              <a:rPr lang="en-US" altLang="zh-CN" sz="2800" b="1" dirty="0">
                <a:sym typeface="Symbol" panose="05050102010706020507" pitchFamily="18" charset="2"/>
              </a:rPr>
              <a:t></a:t>
            </a:r>
            <a:r>
              <a:rPr lang="en-US" altLang="zh-CN" sz="2800" b="1" dirty="0"/>
              <a:t> </a:t>
            </a:r>
            <a:r>
              <a:rPr lang="en-US" altLang="zh-CN" sz="2800" b="1" i="1" dirty="0"/>
              <a:t>D </a:t>
            </a:r>
            <a:r>
              <a:rPr lang="en-US" altLang="zh-CN" sz="2800" b="1" dirty="0"/>
              <a:t>; </a:t>
            </a:r>
            <a:r>
              <a:rPr lang="en-US" altLang="zh-CN" sz="2800" b="1" i="1" dirty="0"/>
              <a:t>S</a:t>
            </a:r>
            <a:endParaRPr lang="en-US" altLang="zh-CN" sz="2800" b="1" dirty="0"/>
          </a:p>
          <a:p>
            <a:pPr eaLnBrk="1" hangingPunct="1">
              <a:buFont typeface="Wingdings" panose="05000000000000000000" pitchFamily="2" charset="2"/>
              <a:buNone/>
            </a:pPr>
            <a:r>
              <a:rPr lang="en-US" altLang="zh-CN" sz="2800" b="1" i="1" dirty="0"/>
              <a:t>D </a:t>
            </a:r>
            <a:r>
              <a:rPr lang="en-US" altLang="zh-CN" sz="2800" b="1" dirty="0">
                <a:sym typeface="Symbol" panose="05050102010706020507" pitchFamily="18" charset="2"/>
              </a:rPr>
              <a:t></a:t>
            </a:r>
            <a:r>
              <a:rPr lang="en-US" altLang="zh-CN" sz="2800" b="1" dirty="0"/>
              <a:t> </a:t>
            </a:r>
            <a:r>
              <a:rPr lang="en-US" altLang="zh-CN" sz="2800" b="1" i="1" dirty="0"/>
              <a:t>D </a:t>
            </a:r>
            <a:r>
              <a:rPr lang="en-US" altLang="zh-CN" sz="2800" b="1" dirty="0"/>
              <a:t>; </a:t>
            </a:r>
            <a:r>
              <a:rPr lang="en-US" altLang="zh-CN" sz="2800" b="1" i="1" dirty="0"/>
              <a:t>D</a:t>
            </a:r>
            <a:r>
              <a:rPr lang="en-US" altLang="zh-CN" sz="2800" b="1" dirty="0"/>
              <a:t> | id : </a:t>
            </a:r>
            <a:r>
              <a:rPr lang="en-US" altLang="zh-CN" sz="2800" b="1" i="1" dirty="0"/>
              <a:t>T</a:t>
            </a:r>
            <a:endParaRPr lang="en-US" altLang="zh-CN" sz="2800" b="1" dirty="0"/>
          </a:p>
          <a:p>
            <a:pPr eaLnBrk="1" hangingPunct="1">
              <a:buFont typeface="Wingdings" panose="05000000000000000000" pitchFamily="2" charset="2"/>
              <a:buNone/>
            </a:pPr>
            <a:r>
              <a:rPr lang="en-US" altLang="zh-CN" sz="2800" b="1" i="1" dirty="0"/>
              <a:t>T</a:t>
            </a:r>
            <a:r>
              <a:rPr lang="en-US" altLang="zh-CN" sz="2800" b="1" dirty="0"/>
              <a:t> </a:t>
            </a:r>
            <a:r>
              <a:rPr lang="en-US" altLang="zh-CN" sz="2800" b="1" dirty="0">
                <a:sym typeface="Symbol" panose="05050102010706020507" pitchFamily="18" charset="2"/>
              </a:rPr>
              <a:t></a:t>
            </a:r>
            <a:r>
              <a:rPr lang="en-US" altLang="zh-CN" sz="2800" b="1" dirty="0"/>
              <a:t> </a:t>
            </a:r>
            <a:r>
              <a:rPr lang="en-US" altLang="zh-CN" sz="2800" b="1" dirty="0" err="1"/>
              <a:t>boolean</a:t>
            </a:r>
            <a:r>
              <a:rPr lang="en-US" altLang="zh-CN" sz="2800" b="1" dirty="0"/>
              <a:t> | integer | array [num ] of </a:t>
            </a:r>
            <a:r>
              <a:rPr lang="en-US" altLang="zh-CN" sz="2800" b="1" i="1" dirty="0"/>
              <a:t>T</a:t>
            </a:r>
            <a:r>
              <a:rPr lang="en-US" altLang="zh-CN" sz="2800" b="1" dirty="0"/>
              <a:t> | </a:t>
            </a:r>
          </a:p>
          <a:p>
            <a:pPr eaLnBrk="1" hangingPunct="1">
              <a:buFont typeface="Wingdings" panose="05000000000000000000" pitchFamily="2" charset="2"/>
              <a:buNone/>
            </a:pPr>
            <a:r>
              <a:rPr lang="en-US" altLang="zh-CN" sz="2800" b="1" dirty="0"/>
              <a:t>		</a:t>
            </a:r>
            <a:r>
              <a:rPr lang="en-US" altLang="zh-CN" sz="2800" b="1" dirty="0">
                <a:sym typeface="Symbol" panose="05050102010706020507" pitchFamily="18" charset="2"/>
              </a:rPr>
              <a:t></a:t>
            </a:r>
            <a:r>
              <a:rPr lang="en-US" altLang="zh-CN" sz="2800" b="1" i="1" dirty="0"/>
              <a:t>T</a:t>
            </a:r>
            <a:r>
              <a:rPr lang="en-US" altLang="zh-CN" sz="2800" b="1" dirty="0"/>
              <a:t> | </a:t>
            </a:r>
            <a:r>
              <a:rPr lang="en-US" altLang="zh-CN" sz="2800" b="1" i="1" dirty="0"/>
              <a:t>T</a:t>
            </a:r>
            <a:r>
              <a:rPr lang="en-US" altLang="zh-CN" sz="2800" b="1" dirty="0"/>
              <a:t> ‘</a:t>
            </a:r>
            <a:r>
              <a:rPr lang="en-US" altLang="zh-CN" sz="2800" b="1" dirty="0">
                <a:sym typeface="Symbol" panose="05050102010706020507" pitchFamily="18" charset="2"/>
              </a:rPr>
              <a:t></a:t>
            </a:r>
            <a:r>
              <a:rPr lang="en-US" altLang="zh-CN" sz="2800" b="1" dirty="0"/>
              <a:t>’</a:t>
            </a:r>
            <a:r>
              <a:rPr lang="en-US" altLang="zh-CN" sz="2800" b="1" i="1" dirty="0"/>
              <a:t>T</a:t>
            </a:r>
            <a:endParaRPr lang="en-US" altLang="zh-CN" sz="2400" b="1" dirty="0"/>
          </a:p>
          <a:p>
            <a:pPr eaLnBrk="1" hangingPunct="1">
              <a:buFont typeface="Wingdings" panose="05000000000000000000" pitchFamily="2" charset="2"/>
              <a:buNone/>
            </a:pPr>
            <a:r>
              <a:rPr lang="en-US" altLang="zh-CN" sz="2800" b="1" i="1" dirty="0"/>
              <a:t>S </a:t>
            </a:r>
            <a:r>
              <a:rPr lang="en-US" altLang="zh-CN" sz="2800" b="1" dirty="0">
                <a:sym typeface="Symbol" panose="05050102010706020507" pitchFamily="18" charset="2"/>
              </a:rPr>
              <a:t></a:t>
            </a:r>
            <a:r>
              <a:rPr lang="en-US" altLang="zh-CN" sz="2800" b="1" dirty="0"/>
              <a:t> id := </a:t>
            </a:r>
            <a:r>
              <a:rPr lang="en-US" altLang="zh-CN" sz="2800" b="1" i="1" dirty="0"/>
              <a:t>E</a:t>
            </a:r>
            <a:r>
              <a:rPr lang="en-US" altLang="zh-CN" sz="2800" b="1" dirty="0"/>
              <a:t> | if </a:t>
            </a:r>
            <a:r>
              <a:rPr lang="en-US" altLang="zh-CN" sz="2800" b="1" i="1" dirty="0"/>
              <a:t>E</a:t>
            </a:r>
            <a:r>
              <a:rPr lang="en-US" altLang="zh-CN" sz="2800" b="1" dirty="0"/>
              <a:t> then </a:t>
            </a:r>
            <a:r>
              <a:rPr lang="en-US" altLang="zh-CN" sz="2800" b="1" i="1" dirty="0"/>
              <a:t>S</a:t>
            </a:r>
            <a:r>
              <a:rPr lang="en-US" altLang="zh-CN" sz="2800" b="1" dirty="0"/>
              <a:t> | while </a:t>
            </a:r>
            <a:r>
              <a:rPr lang="en-US" altLang="zh-CN" sz="2800" b="1" i="1" dirty="0"/>
              <a:t>E</a:t>
            </a:r>
            <a:r>
              <a:rPr lang="en-US" altLang="zh-CN" sz="2800" b="1" dirty="0"/>
              <a:t> do </a:t>
            </a:r>
            <a:r>
              <a:rPr lang="en-US" altLang="zh-CN" sz="2800" b="1" i="1" dirty="0"/>
              <a:t>S</a:t>
            </a:r>
            <a:r>
              <a:rPr lang="en-US" altLang="zh-CN" sz="2800" b="1" dirty="0"/>
              <a:t> | </a:t>
            </a:r>
            <a:r>
              <a:rPr lang="en-US" altLang="zh-CN" sz="2800" b="1" i="1" dirty="0"/>
              <a:t>S</a:t>
            </a:r>
            <a:r>
              <a:rPr lang="en-US" altLang="zh-CN" sz="2800" b="1" dirty="0"/>
              <a:t> ; </a:t>
            </a:r>
            <a:r>
              <a:rPr lang="en-US" altLang="zh-CN" sz="2800" b="1" i="1" dirty="0"/>
              <a:t>S</a:t>
            </a:r>
            <a:endParaRPr lang="en-US" altLang="zh-CN" sz="2800" b="1" dirty="0"/>
          </a:p>
          <a:p>
            <a:pPr eaLnBrk="1" hangingPunct="1">
              <a:buFont typeface="Wingdings" panose="05000000000000000000" pitchFamily="2" charset="2"/>
              <a:buNone/>
            </a:pPr>
            <a:r>
              <a:rPr lang="en-US" altLang="zh-CN" sz="2800" b="1" i="1" dirty="0"/>
              <a:t>E</a:t>
            </a:r>
            <a:r>
              <a:rPr lang="en-US" altLang="zh-CN" sz="2800" b="1" dirty="0"/>
              <a:t> </a:t>
            </a:r>
            <a:r>
              <a:rPr lang="en-US" altLang="zh-CN" sz="2800" b="1" dirty="0">
                <a:sym typeface="Symbol" panose="05050102010706020507" pitchFamily="18" charset="2"/>
              </a:rPr>
              <a:t></a:t>
            </a:r>
            <a:r>
              <a:rPr lang="en-US" altLang="zh-CN" sz="2800" b="1" dirty="0"/>
              <a:t> truth | num | id | </a:t>
            </a:r>
            <a:r>
              <a:rPr lang="en-US" altLang="zh-CN" sz="2800" b="1" i="1" dirty="0"/>
              <a:t>E</a:t>
            </a:r>
            <a:r>
              <a:rPr lang="en-US" altLang="zh-CN" sz="2800" b="1" dirty="0"/>
              <a:t> mod </a:t>
            </a:r>
            <a:r>
              <a:rPr lang="en-US" altLang="zh-CN" sz="2800" b="1" i="1" dirty="0"/>
              <a:t>E</a:t>
            </a:r>
            <a:r>
              <a:rPr lang="en-US" altLang="zh-CN" sz="2800" b="1" dirty="0"/>
              <a:t> | </a:t>
            </a:r>
            <a:r>
              <a:rPr lang="en-US" altLang="zh-CN" sz="2800" b="1" i="1" dirty="0"/>
              <a:t>E</a:t>
            </a:r>
            <a:r>
              <a:rPr lang="en-US" altLang="zh-CN" sz="2800" b="1" dirty="0"/>
              <a:t> [ </a:t>
            </a:r>
            <a:r>
              <a:rPr lang="en-US" altLang="zh-CN" sz="2800" b="1" i="1" dirty="0"/>
              <a:t>E</a:t>
            </a:r>
            <a:r>
              <a:rPr lang="en-US" altLang="zh-CN" sz="2800" b="1" dirty="0"/>
              <a:t> ] | </a:t>
            </a:r>
          </a:p>
          <a:p>
            <a:pPr eaLnBrk="1" hangingPunct="1">
              <a:buFont typeface="Wingdings" panose="05000000000000000000" pitchFamily="2" charset="2"/>
              <a:buNone/>
            </a:pPr>
            <a:r>
              <a:rPr lang="en-US" altLang="zh-CN" sz="2800" b="1" dirty="0"/>
              <a:t>		</a:t>
            </a:r>
            <a:r>
              <a:rPr lang="en-US" altLang="zh-CN" sz="2800" b="1" i="1" dirty="0"/>
              <a:t>E</a:t>
            </a:r>
            <a:r>
              <a:rPr lang="en-US" altLang="zh-CN" sz="2800" b="1" dirty="0">
                <a:sym typeface="Symbol" panose="05050102010706020507" pitchFamily="18" charset="2"/>
              </a:rPr>
              <a:t></a:t>
            </a:r>
            <a:r>
              <a:rPr lang="en-US" altLang="zh-CN" sz="2800" b="1" dirty="0"/>
              <a:t> | </a:t>
            </a:r>
            <a:r>
              <a:rPr lang="en-US" altLang="zh-CN" sz="2800" b="1" i="1" dirty="0"/>
              <a:t>E </a:t>
            </a:r>
            <a:r>
              <a:rPr lang="en-US" altLang="zh-CN" sz="2800" b="1" dirty="0"/>
              <a:t>(</a:t>
            </a:r>
            <a:r>
              <a:rPr lang="en-US" altLang="zh-CN" sz="2800" b="1" i="1" dirty="0"/>
              <a:t>E </a:t>
            </a:r>
            <a:r>
              <a:rPr lang="en-US" altLang="zh-CN" sz="2800" b="1" dirty="0"/>
              <a:t>) </a:t>
            </a:r>
          </a:p>
          <a:p>
            <a:pPr eaLnBrk="1" hangingPunct="1"/>
            <a:endParaRPr lang="en-US" altLang="zh-CN" sz="2800" dirty="0"/>
          </a:p>
        </p:txBody>
      </p:sp>
      <p:sp>
        <p:nvSpPr>
          <p:cNvPr id="2" name="日期占位符 1">
            <a:extLst>
              <a:ext uri="{FF2B5EF4-FFF2-40B4-BE49-F238E27FC236}">
                <a16:creationId xmlns:a16="http://schemas.microsoft.com/office/drawing/2014/main" id="{82A35A6E-CEB8-05E5-D43A-86022B3DFE78}"/>
              </a:ext>
            </a:extLst>
          </p:cNvPr>
          <p:cNvSpPr>
            <a:spLocks noGrp="1"/>
          </p:cNvSpPr>
          <p:nvPr>
            <p:ph type="dt" sz="half" idx="10"/>
          </p:nvPr>
        </p:nvSpPr>
        <p:spPr/>
        <p:txBody>
          <a:bodyPr/>
          <a:lstStyle/>
          <a:p>
            <a:fld id="{CC536A87-9774-49FE-B484-2D98A3E4C087}"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BF518391-8214-811F-0E47-A9DE9C1C92D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53224F0A-5984-9F00-352A-B242A446B698}"/>
              </a:ext>
            </a:extLst>
          </p:cNvPr>
          <p:cNvSpPr>
            <a:spLocks noGrp="1"/>
          </p:cNvSpPr>
          <p:nvPr>
            <p:ph type="sldNum" sz="quarter" idx="12"/>
          </p:nvPr>
        </p:nvSpPr>
        <p:spPr/>
        <p:txBody>
          <a:bodyPr/>
          <a:lstStyle/>
          <a:p>
            <a:fld id="{094DEB03-EFC6-4C20-8FC8-295189A5386F}" type="slidenum">
              <a:rPr lang="zh-CN" altLang="en-US" smtClean="0"/>
              <a:pPr/>
              <a:t>7</a:t>
            </a:fld>
            <a:endParaRPr lang="zh-CN" altLang="en-US"/>
          </a:p>
        </p:txBody>
      </p:sp>
      <p:sp>
        <p:nvSpPr>
          <p:cNvPr id="5" name="矩形: 圆角 4">
            <a:extLst>
              <a:ext uri="{FF2B5EF4-FFF2-40B4-BE49-F238E27FC236}">
                <a16:creationId xmlns:a16="http://schemas.microsoft.com/office/drawing/2014/main" id="{428E91C1-D820-ACC0-0446-E5F1723DFD07}"/>
              </a:ext>
            </a:extLst>
          </p:cNvPr>
          <p:cNvSpPr/>
          <p:nvPr/>
        </p:nvSpPr>
        <p:spPr>
          <a:xfrm>
            <a:off x="5648632" y="4623619"/>
            <a:ext cx="3156155" cy="1954161"/>
          </a:xfrm>
          <a:prstGeom prst="roundRect">
            <a:avLst>
              <a:gd name="adj" fmla="val 8257"/>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eaLnBrk="1" hangingPunct="1"/>
            <a:r>
              <a:rPr lang="zh-CN" altLang="en-US" sz="2800" dirty="0">
                <a:solidFill>
                  <a:schemeClr val="tx1"/>
                </a:solidFill>
              </a:rPr>
              <a:t>程序实例：</a:t>
            </a:r>
          </a:p>
          <a:p>
            <a:pPr eaLnBrk="1" hangingPunct="1">
              <a:buFont typeface="Wingdings" panose="05000000000000000000" pitchFamily="2" charset="2"/>
              <a:buNone/>
            </a:pPr>
            <a:r>
              <a:rPr lang="zh-CN" altLang="en-US" sz="2800" b="1" dirty="0">
                <a:solidFill>
                  <a:schemeClr val="tx1"/>
                </a:solidFill>
              </a:rPr>
              <a:t>	</a:t>
            </a:r>
            <a:r>
              <a:rPr lang="en-US" altLang="zh-CN" sz="2800" b="1" dirty="0" err="1">
                <a:solidFill>
                  <a:schemeClr val="tx1"/>
                </a:solidFill>
              </a:rPr>
              <a:t>i</a:t>
            </a:r>
            <a:r>
              <a:rPr lang="en-US" altLang="zh-CN" sz="2800" b="1" dirty="0">
                <a:solidFill>
                  <a:schemeClr val="tx1"/>
                </a:solidFill>
              </a:rPr>
              <a:t> : integer;</a:t>
            </a:r>
          </a:p>
          <a:p>
            <a:pPr eaLnBrk="1" hangingPunct="1">
              <a:buFont typeface="Wingdings" panose="05000000000000000000" pitchFamily="2" charset="2"/>
              <a:buNone/>
            </a:pPr>
            <a:r>
              <a:rPr lang="en-US" altLang="zh-CN" sz="2800" b="1" dirty="0">
                <a:solidFill>
                  <a:schemeClr val="tx1"/>
                </a:solidFill>
              </a:rPr>
              <a:t>	j : integer;</a:t>
            </a:r>
          </a:p>
          <a:p>
            <a:pPr eaLnBrk="1" hangingPunct="1">
              <a:buFont typeface="Wingdings" panose="05000000000000000000" pitchFamily="2" charset="2"/>
              <a:buNone/>
            </a:pPr>
            <a:r>
              <a:rPr lang="en-US" altLang="zh-CN" sz="2800" b="1" dirty="0">
                <a:solidFill>
                  <a:schemeClr val="tx1"/>
                </a:solidFill>
              </a:rPr>
              <a:t>	j := </a:t>
            </a:r>
            <a:r>
              <a:rPr lang="en-US" altLang="zh-CN" sz="2800" b="1" dirty="0" err="1">
                <a:solidFill>
                  <a:schemeClr val="tx1"/>
                </a:solidFill>
              </a:rPr>
              <a:t>i</a:t>
            </a:r>
            <a:r>
              <a:rPr lang="en-US" altLang="zh-CN" sz="2800" b="1" dirty="0">
                <a:solidFill>
                  <a:schemeClr val="tx1"/>
                </a:solidFill>
              </a:rPr>
              <a:t> mod 2000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2FB49CDD-C251-4098-876C-907B5F0722DD}"/>
              </a:ext>
            </a:extLst>
          </p:cNvPr>
          <p:cNvSpPr>
            <a:spLocks noGrp="1" noChangeArrowheads="1"/>
          </p:cNvSpPr>
          <p:nvPr>
            <p:ph type="title"/>
          </p:nvPr>
        </p:nvSpPr>
        <p:spPr/>
        <p:txBody>
          <a:bodyPr/>
          <a:lstStyle/>
          <a:p>
            <a:pPr eaLnBrk="1" hangingPunct="1"/>
            <a:r>
              <a:rPr lang="en-US" altLang="zh-CN" dirty="0"/>
              <a:t>5.3.1 </a:t>
            </a:r>
            <a:r>
              <a:rPr lang="zh-CN" altLang="en-US" dirty="0"/>
              <a:t>一个简单的语言</a:t>
            </a:r>
          </a:p>
        </p:txBody>
      </p:sp>
      <p:sp>
        <p:nvSpPr>
          <p:cNvPr id="38915" name="Rectangle 3">
            <a:extLst>
              <a:ext uri="{FF2B5EF4-FFF2-40B4-BE49-F238E27FC236}">
                <a16:creationId xmlns:a16="http://schemas.microsoft.com/office/drawing/2014/main" id="{0C2F6F47-7DA7-43F3-82FA-ADAB4C6DF9A8}"/>
              </a:ext>
            </a:extLst>
          </p:cNvPr>
          <p:cNvSpPr>
            <a:spLocks noGrp="1" noChangeArrowheads="1"/>
          </p:cNvSpPr>
          <p:nvPr>
            <p:ph idx="1"/>
          </p:nvPr>
        </p:nvSpPr>
        <p:spPr/>
        <p:txBody>
          <a:bodyPr>
            <a:normAutofit/>
          </a:bodyPr>
          <a:lstStyle/>
          <a:p>
            <a:pPr eaLnBrk="1" hangingPunct="1">
              <a:lnSpc>
                <a:spcPct val="90000"/>
              </a:lnSpc>
            </a:pPr>
            <a:r>
              <a:rPr lang="zh-CN" altLang="en-US" dirty="0"/>
              <a:t>从文法中提炼类型表达式：</a:t>
            </a:r>
            <a:endParaRPr lang="en-US" altLang="zh-CN" dirty="0"/>
          </a:p>
          <a:p>
            <a:pPr eaLnBrk="1" hangingPunct="1">
              <a:buFont typeface="Wingdings" panose="05000000000000000000" pitchFamily="2" charset="2"/>
              <a:buNone/>
            </a:pPr>
            <a:r>
              <a:rPr lang="en-US" altLang="zh-CN" sz="2600" b="1" i="1" dirty="0"/>
              <a:t>T</a:t>
            </a:r>
            <a:r>
              <a:rPr lang="en-US" altLang="zh-CN" sz="2600" b="1" dirty="0"/>
              <a:t> </a:t>
            </a:r>
            <a:r>
              <a:rPr lang="en-US" altLang="zh-CN" sz="2600" b="1" dirty="0">
                <a:sym typeface="Symbol" panose="05050102010706020507" pitchFamily="18" charset="2"/>
              </a:rPr>
              <a:t></a:t>
            </a:r>
            <a:r>
              <a:rPr lang="en-US" altLang="zh-CN" sz="2600" b="1" dirty="0"/>
              <a:t> </a:t>
            </a:r>
            <a:r>
              <a:rPr lang="en-US" altLang="zh-CN" sz="2600" b="1" dirty="0" err="1"/>
              <a:t>boolean</a:t>
            </a:r>
            <a:r>
              <a:rPr lang="en-US" altLang="zh-CN" sz="2600" b="1" dirty="0"/>
              <a:t> | integer | array [num ] of </a:t>
            </a:r>
            <a:r>
              <a:rPr lang="en-US" altLang="zh-CN" sz="2600" b="1" i="1" dirty="0"/>
              <a:t>T</a:t>
            </a:r>
            <a:r>
              <a:rPr lang="en-US" altLang="zh-CN" sz="2600" b="1" dirty="0"/>
              <a:t> | </a:t>
            </a:r>
            <a:r>
              <a:rPr lang="en-US" altLang="zh-CN" sz="2600" b="1" dirty="0">
                <a:sym typeface="Symbol" panose="05050102010706020507" pitchFamily="18" charset="2"/>
              </a:rPr>
              <a:t></a:t>
            </a:r>
            <a:r>
              <a:rPr lang="en-US" altLang="zh-CN" sz="2600" b="1" i="1" dirty="0"/>
              <a:t>T</a:t>
            </a:r>
            <a:r>
              <a:rPr lang="en-US" altLang="zh-CN" sz="2600" b="1" dirty="0"/>
              <a:t> | </a:t>
            </a:r>
            <a:r>
              <a:rPr lang="en-US" altLang="zh-CN" sz="2600" b="1" i="1" dirty="0"/>
              <a:t>T</a:t>
            </a:r>
            <a:r>
              <a:rPr lang="en-US" altLang="zh-CN" sz="2600" b="1" dirty="0"/>
              <a:t> ‘</a:t>
            </a:r>
            <a:r>
              <a:rPr lang="en-US" altLang="zh-CN" sz="2600" b="1" dirty="0">
                <a:sym typeface="Symbol" panose="05050102010706020507" pitchFamily="18" charset="2"/>
              </a:rPr>
              <a:t></a:t>
            </a:r>
            <a:r>
              <a:rPr lang="en-US" altLang="zh-CN" sz="2600" b="1" dirty="0"/>
              <a:t>’</a:t>
            </a:r>
            <a:r>
              <a:rPr lang="en-US" altLang="zh-CN" sz="2600" b="1" i="1" dirty="0"/>
              <a:t>T</a:t>
            </a:r>
            <a:endParaRPr lang="zh-CN" altLang="en-US" dirty="0"/>
          </a:p>
          <a:p>
            <a:pPr>
              <a:lnSpc>
                <a:spcPct val="90000"/>
              </a:lnSpc>
            </a:pPr>
            <a:r>
              <a:rPr lang="zh-CN" altLang="en-US" sz="3000" dirty="0"/>
              <a:t>类型系统的类型表达式如下：</a:t>
            </a:r>
            <a:endParaRPr lang="en-US" altLang="zh-CN" sz="3000" dirty="0"/>
          </a:p>
          <a:p>
            <a:pPr lvl="1">
              <a:lnSpc>
                <a:spcPct val="90000"/>
              </a:lnSpc>
            </a:pPr>
            <a:r>
              <a:rPr lang="en-US" altLang="zh-CN" sz="2600" b="1" i="1" dirty="0" err="1"/>
              <a:t>boolean</a:t>
            </a:r>
            <a:endParaRPr lang="en-US" altLang="zh-CN" sz="2600" b="1" i="1" dirty="0"/>
          </a:p>
          <a:p>
            <a:pPr lvl="1">
              <a:lnSpc>
                <a:spcPct val="90000"/>
              </a:lnSpc>
            </a:pPr>
            <a:r>
              <a:rPr lang="en-US" altLang="zh-CN" sz="2600" b="1" i="1" dirty="0"/>
              <a:t>integer</a:t>
            </a:r>
          </a:p>
          <a:p>
            <a:pPr lvl="1">
              <a:lnSpc>
                <a:spcPct val="90000"/>
              </a:lnSpc>
            </a:pPr>
            <a:r>
              <a:rPr lang="en-US" altLang="zh-CN" sz="2600" b="1" i="1" dirty="0"/>
              <a:t>array</a:t>
            </a:r>
            <a:r>
              <a:rPr lang="en-US" altLang="zh-CN" sz="2600" b="1" dirty="0"/>
              <a:t>(num, </a:t>
            </a:r>
            <a:r>
              <a:rPr lang="en-US" altLang="zh-CN" sz="2600" b="1" i="1" dirty="0"/>
              <a:t>T</a:t>
            </a:r>
            <a:r>
              <a:rPr lang="en-US" altLang="zh-CN" sz="2600" b="1" dirty="0"/>
              <a:t>)</a:t>
            </a:r>
          </a:p>
          <a:p>
            <a:pPr lvl="1">
              <a:lnSpc>
                <a:spcPct val="90000"/>
              </a:lnSpc>
            </a:pPr>
            <a:r>
              <a:rPr lang="en-US" altLang="zh-CN" sz="2600" b="1" i="1" dirty="0"/>
              <a:t>pointer</a:t>
            </a:r>
            <a:r>
              <a:rPr lang="en-US" altLang="zh-CN" sz="2600" b="1" dirty="0"/>
              <a:t>(</a:t>
            </a:r>
            <a:r>
              <a:rPr lang="en-US" altLang="zh-CN" sz="2600" b="1" i="1" dirty="0"/>
              <a:t>T</a:t>
            </a:r>
            <a:r>
              <a:rPr lang="en-US" altLang="zh-CN" sz="2600" b="1" dirty="0"/>
              <a:t>)</a:t>
            </a:r>
          </a:p>
          <a:p>
            <a:pPr lvl="1">
              <a:lnSpc>
                <a:spcPct val="90000"/>
              </a:lnSpc>
            </a:pPr>
            <a:r>
              <a:rPr lang="en-US" altLang="zh-CN" sz="2600" b="1" i="1" dirty="0"/>
              <a:t>T</a:t>
            </a:r>
            <a:r>
              <a:rPr lang="en-US" altLang="zh-CN" sz="2600" b="1" dirty="0"/>
              <a:t>  </a:t>
            </a:r>
            <a:r>
              <a:rPr lang="en-US" altLang="zh-CN" sz="2600" b="1" dirty="0">
                <a:sym typeface="Symbol" panose="05050102010706020507" pitchFamily="18" charset="2"/>
              </a:rPr>
              <a:t></a:t>
            </a:r>
            <a:r>
              <a:rPr lang="en-US" altLang="zh-CN" sz="2600" b="1" dirty="0"/>
              <a:t> </a:t>
            </a:r>
            <a:r>
              <a:rPr lang="en-US" altLang="zh-CN" sz="2600" b="1" i="1" dirty="0"/>
              <a:t>T </a:t>
            </a:r>
          </a:p>
          <a:p>
            <a:pPr lvl="1">
              <a:lnSpc>
                <a:spcPct val="90000"/>
              </a:lnSpc>
            </a:pPr>
            <a:r>
              <a:rPr lang="en-US" altLang="zh-CN" sz="2600" b="1" i="1" dirty="0"/>
              <a:t>void 	</a:t>
            </a:r>
            <a:r>
              <a:rPr lang="zh-CN" altLang="en-US" sz="2600" dirty="0"/>
              <a:t>（新增无类型，比如语句的类型就是</a:t>
            </a:r>
            <a:r>
              <a:rPr lang="en-US" altLang="zh-CN" sz="2600" dirty="0"/>
              <a:t>void</a:t>
            </a:r>
            <a:r>
              <a:rPr lang="zh-CN" altLang="en-US" sz="2600" dirty="0"/>
              <a:t>）</a:t>
            </a:r>
            <a:endParaRPr lang="en-US" altLang="zh-CN" sz="2600" dirty="0"/>
          </a:p>
          <a:p>
            <a:pPr lvl="1">
              <a:lnSpc>
                <a:spcPct val="90000"/>
              </a:lnSpc>
            </a:pPr>
            <a:r>
              <a:rPr lang="en-US" altLang="zh-CN" sz="2600" b="1" i="1" dirty="0" err="1"/>
              <a:t>type_error</a:t>
            </a:r>
            <a:r>
              <a:rPr lang="en-US" altLang="zh-CN" sz="2600" b="1" i="1" dirty="0"/>
              <a:t> </a:t>
            </a:r>
            <a:r>
              <a:rPr lang="zh-CN" altLang="en-US" sz="2600" dirty="0"/>
              <a:t>（新增错误类型）</a:t>
            </a:r>
            <a:endParaRPr lang="en-US" altLang="zh-CN" sz="2600" dirty="0"/>
          </a:p>
        </p:txBody>
      </p:sp>
      <p:sp>
        <p:nvSpPr>
          <p:cNvPr id="5" name="文本框 4">
            <a:extLst>
              <a:ext uri="{FF2B5EF4-FFF2-40B4-BE49-F238E27FC236}">
                <a16:creationId xmlns:a16="http://schemas.microsoft.com/office/drawing/2014/main" id="{C7E41156-71E2-4E8A-8F67-B8618D6B1800}"/>
              </a:ext>
            </a:extLst>
          </p:cNvPr>
          <p:cNvSpPr txBox="1"/>
          <p:nvPr/>
        </p:nvSpPr>
        <p:spPr>
          <a:xfrm>
            <a:off x="4802699" y="3061459"/>
            <a:ext cx="3141676" cy="1089529"/>
          </a:xfrm>
          <a:prstGeom prst="wedgeRectCallout">
            <a:avLst>
              <a:gd name="adj1" fmla="val -50550"/>
              <a:gd name="adj2" fmla="val 113893"/>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pPr algn="just" eaLnBrk="1" hangingPunct="1">
              <a:lnSpc>
                <a:spcPct val="90000"/>
              </a:lnSpc>
              <a:buFont typeface="Wingdings" panose="05000000000000000000" pitchFamily="2" charset="2"/>
              <a:buNone/>
            </a:pPr>
            <a:r>
              <a:rPr lang="zh-CN" altLang="en-US" sz="2400" dirty="0"/>
              <a:t>表明编程语言和定型断言的类型表达式并非完全一致</a:t>
            </a:r>
          </a:p>
        </p:txBody>
      </p:sp>
      <p:sp>
        <p:nvSpPr>
          <p:cNvPr id="2" name="日期占位符 1">
            <a:extLst>
              <a:ext uri="{FF2B5EF4-FFF2-40B4-BE49-F238E27FC236}">
                <a16:creationId xmlns:a16="http://schemas.microsoft.com/office/drawing/2014/main" id="{1EBA5453-DE13-5660-3EFB-F7CF11E24532}"/>
              </a:ext>
            </a:extLst>
          </p:cNvPr>
          <p:cNvSpPr>
            <a:spLocks noGrp="1"/>
          </p:cNvSpPr>
          <p:nvPr>
            <p:ph type="dt" sz="half" idx="10"/>
          </p:nvPr>
        </p:nvSpPr>
        <p:spPr/>
        <p:txBody>
          <a:bodyPr/>
          <a:lstStyle/>
          <a:p>
            <a:fld id="{6F6E65FE-5E26-462E-BD26-61E7D092EF9A}"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84BCC1B3-6418-F68A-4A01-F65591ACE49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E14866DA-E78E-C880-0C3C-31442B3F7952}"/>
              </a:ext>
            </a:extLst>
          </p:cNvPr>
          <p:cNvSpPr>
            <a:spLocks noGrp="1"/>
          </p:cNvSpPr>
          <p:nvPr>
            <p:ph type="sldNum" sz="quarter" idx="12"/>
          </p:nvPr>
        </p:nvSpPr>
        <p:spPr/>
        <p:txBody>
          <a:bodyPr/>
          <a:lstStyle/>
          <a:p>
            <a:fld id="{094DEB03-EFC6-4C20-8FC8-295189A5386F}" type="slidenum">
              <a:rPr lang="zh-CN" altLang="en-US" smtClean="0"/>
              <a:pPr/>
              <a:t>8</a:t>
            </a:fld>
            <a:endParaRPr lang="zh-CN" altLang="en-US"/>
          </a:p>
        </p:txBody>
      </p:sp>
      <p:grpSp>
        <p:nvGrpSpPr>
          <p:cNvPr id="9" name="组合 8">
            <a:extLst>
              <a:ext uri="{FF2B5EF4-FFF2-40B4-BE49-F238E27FC236}">
                <a16:creationId xmlns:a16="http://schemas.microsoft.com/office/drawing/2014/main" id="{91F84BBB-FF7D-8612-B979-8242052F9BBA}"/>
              </a:ext>
            </a:extLst>
          </p:cNvPr>
          <p:cNvGrpSpPr/>
          <p:nvPr/>
        </p:nvGrpSpPr>
        <p:grpSpPr>
          <a:xfrm>
            <a:off x="806020" y="5427392"/>
            <a:ext cx="7531960" cy="1141684"/>
            <a:chOff x="806020" y="5427392"/>
            <a:chExt cx="7531960" cy="1141684"/>
          </a:xfrm>
        </p:grpSpPr>
        <p:sp>
          <p:nvSpPr>
            <p:cNvPr id="7" name="矩形: 圆角 6">
              <a:extLst>
                <a:ext uri="{FF2B5EF4-FFF2-40B4-BE49-F238E27FC236}">
                  <a16:creationId xmlns:a16="http://schemas.microsoft.com/office/drawing/2014/main" id="{55F4978F-96D7-BFDB-BE56-9D8DA4914DF2}"/>
                </a:ext>
              </a:extLst>
            </p:cNvPr>
            <p:cNvSpPr/>
            <p:nvPr/>
          </p:nvSpPr>
          <p:spPr>
            <a:xfrm>
              <a:off x="806020" y="5934912"/>
              <a:ext cx="7531960" cy="634164"/>
            </a:xfrm>
            <a:prstGeom prst="roundRect">
              <a:avLst>
                <a:gd name="adj" fmla="val 17545"/>
              </a:avLst>
            </a:prstGeom>
            <a:solidFill>
              <a:srgbClr val="C00000"/>
            </a:solidFill>
            <a:ln w="12700" cap="rnd">
              <a:noFill/>
              <a:prstDash val="solid"/>
              <a:round/>
              <a:headEnd/>
              <a:tailEnd/>
            </a:ln>
            <a:effectLst>
              <a:outerShdw blurRad="254000" dist="127000" algn="ctr" rotWithShape="0">
                <a:srgbClr val="C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eaLnBrk="1" hangingPunct="1"/>
              <a:r>
                <a:rPr lang="zh-CN" altLang="en-US" sz="2800" dirty="0"/>
                <a:t>类型系统 </a:t>
              </a:r>
              <a:r>
                <a:rPr lang="en-US" altLang="zh-CN" sz="2800" b="1" dirty="0"/>
                <a:t>VS</a:t>
              </a:r>
              <a:r>
                <a:rPr lang="en-US" altLang="zh-CN" sz="2800" dirty="0"/>
                <a:t> </a:t>
              </a:r>
              <a:r>
                <a:rPr lang="zh-CN" altLang="en-US" sz="2800" dirty="0"/>
                <a:t>类型检查</a:t>
              </a:r>
              <a:r>
                <a:rPr lang="en-US" altLang="zh-CN" sz="2800" dirty="0"/>
                <a:t>?——</a:t>
              </a:r>
              <a:r>
                <a:rPr lang="zh-CN" altLang="en-US" sz="2800" dirty="0"/>
                <a:t>理想 </a:t>
              </a:r>
              <a:r>
                <a:rPr lang="en-US" altLang="zh-CN" sz="2800" b="1" dirty="0"/>
                <a:t>VS</a:t>
              </a:r>
              <a:r>
                <a:rPr lang="en-US" altLang="zh-CN" sz="2800" dirty="0"/>
                <a:t> </a:t>
              </a:r>
              <a:r>
                <a:rPr lang="zh-CN" altLang="en-US" sz="2800" dirty="0"/>
                <a:t>实际</a:t>
              </a:r>
            </a:p>
          </p:txBody>
        </p:sp>
        <p:sp>
          <p:nvSpPr>
            <p:cNvPr id="8" name="图形 45" descr="箭头: 逆时针曲线 纯色填充">
              <a:extLst>
                <a:ext uri="{FF2B5EF4-FFF2-40B4-BE49-F238E27FC236}">
                  <a16:creationId xmlns:a16="http://schemas.microsoft.com/office/drawing/2014/main" id="{EBCDE067-CC1A-3F6E-0045-03F1A41EB816}"/>
                </a:ext>
              </a:extLst>
            </p:cNvPr>
            <p:cNvSpPr/>
            <p:nvPr/>
          </p:nvSpPr>
          <p:spPr>
            <a:xfrm rot="19976188">
              <a:off x="5607279" y="5427392"/>
              <a:ext cx="458413" cy="682661"/>
            </a:xfrm>
            <a:custGeom>
              <a:avLst/>
              <a:gdLst>
                <a:gd name="connsiteX0" fmla="*/ 271463 w 358122"/>
                <a:gd name="connsiteY0" fmla="*/ 727710 h 727710"/>
                <a:gd name="connsiteX1" fmla="*/ 95250 w 358122"/>
                <a:gd name="connsiteY1" fmla="*/ 229552 h 727710"/>
                <a:gd name="connsiteX2" fmla="*/ 0 w 358122"/>
                <a:gd name="connsiteY2" fmla="*/ 323850 h 727710"/>
                <a:gd name="connsiteX3" fmla="*/ 0 w 358122"/>
                <a:gd name="connsiteY3" fmla="*/ 0 h 727710"/>
                <a:gd name="connsiteX4" fmla="*/ 323850 w 358122"/>
                <a:gd name="connsiteY4" fmla="*/ 0 h 727710"/>
                <a:gd name="connsiteX5" fmla="*/ 236220 w 358122"/>
                <a:gd name="connsiteY5" fmla="*/ 87630 h 727710"/>
                <a:gd name="connsiteX6" fmla="*/ 271463 w 358122"/>
                <a:gd name="connsiteY6" fmla="*/ 727710 h 727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122" h="727710">
                  <a:moveTo>
                    <a:pt x="271463" y="727710"/>
                  </a:moveTo>
                  <a:cubicBezTo>
                    <a:pt x="271463" y="727710"/>
                    <a:pt x="381953" y="515303"/>
                    <a:pt x="95250" y="229552"/>
                  </a:cubicBezTo>
                  <a:lnTo>
                    <a:pt x="0" y="323850"/>
                  </a:lnTo>
                  <a:lnTo>
                    <a:pt x="0" y="0"/>
                  </a:lnTo>
                  <a:lnTo>
                    <a:pt x="323850" y="0"/>
                  </a:lnTo>
                  <a:lnTo>
                    <a:pt x="236220" y="87630"/>
                  </a:lnTo>
                  <a:cubicBezTo>
                    <a:pt x="237173" y="88582"/>
                    <a:pt x="484823" y="385763"/>
                    <a:pt x="271463" y="727710"/>
                  </a:cubicBezTo>
                  <a:close/>
                </a:path>
              </a:pathLst>
            </a:cu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endParaRPr lang="zh-CN" altLang="en-US" sz="2800">
                <a:solidFill>
                  <a:schemeClr val="lt1"/>
                </a:solidFill>
              </a:endParaRPr>
            </a:p>
          </p:txBody>
        </p:sp>
      </p:grpSp>
      <p:grpSp>
        <p:nvGrpSpPr>
          <p:cNvPr id="10" name="组合 9">
            <a:extLst>
              <a:ext uri="{FF2B5EF4-FFF2-40B4-BE49-F238E27FC236}">
                <a16:creationId xmlns:a16="http://schemas.microsoft.com/office/drawing/2014/main" id="{B9BDACD9-F074-763C-E3AC-A51FACACCC28}"/>
              </a:ext>
            </a:extLst>
          </p:cNvPr>
          <p:cNvGrpSpPr/>
          <p:nvPr/>
        </p:nvGrpSpPr>
        <p:grpSpPr>
          <a:xfrm>
            <a:off x="8239189" y="323996"/>
            <a:ext cx="797895" cy="933304"/>
            <a:chOff x="3886580" y="847497"/>
            <a:chExt cx="4416280" cy="5165754"/>
          </a:xfrm>
        </p:grpSpPr>
        <p:sp>
          <p:nvSpPr>
            <p:cNvPr id="11" name="任意多边形: 形状 10">
              <a:extLst>
                <a:ext uri="{FF2B5EF4-FFF2-40B4-BE49-F238E27FC236}">
                  <a16:creationId xmlns:a16="http://schemas.microsoft.com/office/drawing/2014/main" id="{7C54DD8A-B3B4-0241-8A83-DE552BCA6527}"/>
                </a:ext>
              </a:extLst>
            </p:cNvPr>
            <p:cNvSpPr/>
            <p:nvPr/>
          </p:nvSpPr>
          <p:spPr>
            <a:xfrm>
              <a:off x="3886580" y="1439608"/>
              <a:ext cx="4046882" cy="4573643"/>
            </a:xfrm>
            <a:custGeom>
              <a:avLst/>
              <a:gdLst>
                <a:gd name="connsiteX0" fmla="*/ 4037552 w 4046882"/>
                <a:gd name="connsiteY0" fmla="*/ 4388107 h 4573643"/>
                <a:gd name="connsiteX1" fmla="*/ -1048 w 4046882"/>
                <a:gd name="connsiteY1" fmla="*/ 4466592 h 4573643"/>
                <a:gd name="connsiteX2" fmla="*/ 362997 w 4046882"/>
                <a:gd name="connsiteY2" fmla="*/ -61 h 4573643"/>
                <a:gd name="connsiteX3" fmla="*/ 3770566 w 4046882"/>
                <a:gd name="connsiteY3" fmla="*/ 184629 h 4573643"/>
                <a:gd name="connsiteX4" fmla="*/ 4037552 w 4046882"/>
                <a:gd name="connsiteY4" fmla="*/ 4388107 h 457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882" h="4573643">
                  <a:moveTo>
                    <a:pt x="4037552" y="4388107"/>
                  </a:moveTo>
                  <a:cubicBezTo>
                    <a:pt x="2836355" y="4647758"/>
                    <a:pt x="1278826" y="4596418"/>
                    <a:pt x="-1048" y="4466592"/>
                  </a:cubicBezTo>
                  <a:cubicBezTo>
                    <a:pt x="120205" y="2977711"/>
                    <a:pt x="241554" y="1488820"/>
                    <a:pt x="362997" y="-61"/>
                  </a:cubicBezTo>
                  <a:lnTo>
                    <a:pt x="3770566" y="184629"/>
                  </a:lnTo>
                  <a:cubicBezTo>
                    <a:pt x="3822287" y="1224378"/>
                    <a:pt x="4096607" y="3668874"/>
                    <a:pt x="4037552" y="4388107"/>
                  </a:cubicBezTo>
                  <a:close/>
                </a:path>
              </a:pathLst>
            </a:custGeom>
            <a:solidFill>
              <a:srgbClr val="CCCCCC"/>
            </a:solidFill>
            <a:ln w="9525" cap="flat">
              <a:no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1FC32D9B-DE11-2AD4-7B78-4C6095F8DF51}"/>
                </a:ext>
              </a:extLst>
            </p:cNvPr>
            <p:cNvSpPr/>
            <p:nvPr/>
          </p:nvSpPr>
          <p:spPr>
            <a:xfrm>
              <a:off x="4054888" y="1158049"/>
              <a:ext cx="4046982" cy="4573558"/>
            </a:xfrm>
            <a:custGeom>
              <a:avLst/>
              <a:gdLst>
                <a:gd name="connsiteX0" fmla="*/ 4037552 w 4046982"/>
                <a:gd name="connsiteY0" fmla="*/ 4388107 h 4573558"/>
                <a:gd name="connsiteX1" fmla="*/ -1048 w 4046982"/>
                <a:gd name="connsiteY1" fmla="*/ 4466497 h 4573558"/>
                <a:gd name="connsiteX2" fmla="*/ 363093 w 4046982"/>
                <a:gd name="connsiteY2" fmla="*/ -61 h 4573558"/>
                <a:gd name="connsiteX3" fmla="*/ 3770661 w 4046982"/>
                <a:gd name="connsiteY3" fmla="*/ 184533 h 4573558"/>
                <a:gd name="connsiteX4" fmla="*/ 4037552 w 4046982"/>
                <a:gd name="connsiteY4" fmla="*/ 4388107 h 4573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982" h="4573558">
                  <a:moveTo>
                    <a:pt x="4037552" y="4388107"/>
                  </a:moveTo>
                  <a:cubicBezTo>
                    <a:pt x="2836355" y="4647663"/>
                    <a:pt x="1278826" y="4596323"/>
                    <a:pt x="-1048" y="4466497"/>
                  </a:cubicBezTo>
                  <a:cubicBezTo>
                    <a:pt x="120300" y="2977673"/>
                    <a:pt x="241649" y="1488820"/>
                    <a:pt x="363093" y="-61"/>
                  </a:cubicBezTo>
                  <a:lnTo>
                    <a:pt x="3770661" y="184533"/>
                  </a:lnTo>
                  <a:cubicBezTo>
                    <a:pt x="3822668" y="1224663"/>
                    <a:pt x="4096988" y="3669540"/>
                    <a:pt x="4037552" y="4388107"/>
                  </a:cubicBezTo>
                  <a:close/>
                </a:path>
              </a:pathLst>
            </a:custGeom>
            <a:solidFill>
              <a:srgbClr val="FEEDE6"/>
            </a:solidFill>
            <a:ln w="9525" cap="flat">
              <a:noFill/>
              <a:prstDash val="solid"/>
              <a:miter/>
            </a:ln>
          </p:spPr>
          <p:txBody>
            <a:bodyPr rtlCol="0" anchor="ctr"/>
            <a:lstStyle/>
            <a:p>
              <a:endParaRPr lang="zh-CN" altLang="en-US"/>
            </a:p>
          </p:txBody>
        </p:sp>
        <p:sp>
          <p:nvSpPr>
            <p:cNvPr id="13" name="任意多边形: 形状 12">
              <a:extLst>
                <a:ext uri="{FF2B5EF4-FFF2-40B4-BE49-F238E27FC236}">
                  <a16:creationId xmlns:a16="http://schemas.microsoft.com/office/drawing/2014/main" id="{EE14B424-4359-A36C-7AFE-BD5F227BA008}"/>
                </a:ext>
              </a:extLst>
            </p:cNvPr>
            <p:cNvSpPr/>
            <p:nvPr/>
          </p:nvSpPr>
          <p:spPr>
            <a:xfrm>
              <a:off x="4031375" y="1134474"/>
              <a:ext cx="4093714" cy="4620816"/>
            </a:xfrm>
            <a:custGeom>
              <a:avLst/>
              <a:gdLst>
                <a:gd name="connsiteX0" fmla="*/ 1998330 w 4093714"/>
                <a:gd name="connsiteY0" fmla="*/ 4620755 h 4620816"/>
                <a:gd name="connsiteX1" fmla="*/ 20083 w 4093714"/>
                <a:gd name="connsiteY1" fmla="*/ 4513504 h 4620816"/>
                <a:gd name="connsiteX2" fmla="*/ -968 w 4093714"/>
                <a:gd name="connsiteY2" fmla="*/ 4488167 h 4620816"/>
                <a:gd name="connsiteX3" fmla="*/ 363173 w 4093714"/>
                <a:gd name="connsiteY3" fmla="*/ 21609 h 4620816"/>
                <a:gd name="connsiteX4" fmla="*/ 387843 w 4093714"/>
                <a:gd name="connsiteY4" fmla="*/ -13 h 4620816"/>
                <a:gd name="connsiteX5" fmla="*/ 3795412 w 4093714"/>
                <a:gd name="connsiteY5" fmla="*/ 184582 h 4620816"/>
                <a:gd name="connsiteX6" fmla="*/ 3817700 w 4093714"/>
                <a:gd name="connsiteY6" fmla="*/ 206965 h 4620816"/>
                <a:gd name="connsiteX7" fmla="*/ 3932000 w 4093714"/>
                <a:gd name="connsiteY7" fmla="*/ 1703248 h 4620816"/>
                <a:gd name="connsiteX8" fmla="*/ 4084400 w 4093714"/>
                <a:gd name="connsiteY8" fmla="*/ 4413587 h 4620816"/>
                <a:gd name="connsiteX9" fmla="*/ 4065922 w 4093714"/>
                <a:gd name="connsiteY9" fmla="*/ 4434636 h 4620816"/>
                <a:gd name="connsiteX10" fmla="*/ 1998330 w 4093714"/>
                <a:gd name="connsiteY10" fmla="*/ 4620755 h 4620816"/>
                <a:gd name="connsiteX11" fmla="*/ 47800 w 4093714"/>
                <a:gd name="connsiteY11" fmla="*/ 4468927 h 4620816"/>
                <a:gd name="connsiteX12" fmla="*/ 4038775 w 4093714"/>
                <a:gd name="connsiteY12" fmla="*/ 4392727 h 4620816"/>
                <a:gd name="connsiteX13" fmla="*/ 3884947 w 4093714"/>
                <a:gd name="connsiteY13" fmla="*/ 1707629 h 4620816"/>
                <a:gd name="connsiteX14" fmla="*/ 3771504 w 4093714"/>
                <a:gd name="connsiteY14" fmla="*/ 231254 h 4620816"/>
                <a:gd name="connsiteX15" fmla="*/ 408227 w 4093714"/>
                <a:gd name="connsiteY15" fmla="*/ 48184 h 4620816"/>
                <a:gd name="connsiteX16" fmla="*/ 4061065 w 4093714"/>
                <a:gd name="connsiteY16" fmla="*/ 4411777 h 4620816"/>
                <a:gd name="connsiteX17" fmla="*/ 4061065 w 4093714"/>
                <a:gd name="connsiteY17" fmla="*/ 4411777 h 4620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93714" h="4620816">
                  <a:moveTo>
                    <a:pt x="1998330" y="4620755"/>
                  </a:moveTo>
                  <a:cubicBezTo>
                    <a:pt x="1287289" y="4620755"/>
                    <a:pt x="592726" y="4571606"/>
                    <a:pt x="20083" y="4513504"/>
                  </a:cubicBezTo>
                  <a:cubicBezTo>
                    <a:pt x="7319" y="4512199"/>
                    <a:pt x="-2015" y="4500931"/>
                    <a:pt x="-968" y="4488167"/>
                  </a:cubicBezTo>
                  <a:lnTo>
                    <a:pt x="363173" y="21609"/>
                  </a:lnTo>
                  <a:cubicBezTo>
                    <a:pt x="364031" y="8838"/>
                    <a:pt x="375079" y="-829"/>
                    <a:pt x="387843" y="-13"/>
                  </a:cubicBezTo>
                  <a:lnTo>
                    <a:pt x="3795412" y="184582"/>
                  </a:lnTo>
                  <a:cubicBezTo>
                    <a:pt x="3807414" y="185286"/>
                    <a:pt x="3817034" y="194926"/>
                    <a:pt x="3817700" y="206965"/>
                  </a:cubicBezTo>
                  <a:cubicBezTo>
                    <a:pt x="3836084" y="575488"/>
                    <a:pt x="3882756" y="1123270"/>
                    <a:pt x="3932000" y="1703248"/>
                  </a:cubicBezTo>
                  <a:cubicBezTo>
                    <a:pt x="4021536" y="2755284"/>
                    <a:pt x="4122500" y="3947719"/>
                    <a:pt x="4084400" y="4413587"/>
                  </a:cubicBezTo>
                  <a:cubicBezTo>
                    <a:pt x="4083544" y="4423902"/>
                    <a:pt x="4076018" y="4432446"/>
                    <a:pt x="4065922" y="4434636"/>
                  </a:cubicBezTo>
                  <a:cubicBezTo>
                    <a:pt x="3430509" y="4571987"/>
                    <a:pt x="2706323" y="4620755"/>
                    <a:pt x="1998330" y="4620755"/>
                  </a:cubicBezTo>
                  <a:close/>
                  <a:moveTo>
                    <a:pt x="47800" y="4468927"/>
                  </a:moveTo>
                  <a:cubicBezTo>
                    <a:pt x="1180704" y="4583227"/>
                    <a:pt x="2782238" y="4659998"/>
                    <a:pt x="4038775" y="4392727"/>
                  </a:cubicBezTo>
                  <a:cubicBezTo>
                    <a:pt x="4073160" y="3918858"/>
                    <a:pt x="3973243" y="2744902"/>
                    <a:pt x="3884947" y="1707629"/>
                  </a:cubicBezTo>
                  <a:cubicBezTo>
                    <a:pt x="3836560" y="1138225"/>
                    <a:pt x="3790745" y="599776"/>
                    <a:pt x="3771504" y="231254"/>
                  </a:cubicBezTo>
                  <a:lnTo>
                    <a:pt x="408227" y="48184"/>
                  </a:lnTo>
                  <a:close/>
                  <a:moveTo>
                    <a:pt x="4061065" y="4411777"/>
                  </a:moveTo>
                  <a:lnTo>
                    <a:pt x="4061065" y="4411777"/>
                  </a:lnTo>
                  <a:close/>
                </a:path>
              </a:pathLst>
            </a:custGeom>
            <a:solidFill>
              <a:srgbClr val="454E5F"/>
            </a:solidFill>
            <a:ln w="9525" cap="flat">
              <a:no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8165A760-2CF6-7F7C-DE4F-00014499803B}"/>
                </a:ext>
              </a:extLst>
            </p:cNvPr>
            <p:cNvSpPr/>
            <p:nvPr/>
          </p:nvSpPr>
          <p:spPr>
            <a:xfrm>
              <a:off x="4246340" y="1138332"/>
              <a:ext cx="4033378" cy="4474152"/>
            </a:xfrm>
            <a:custGeom>
              <a:avLst/>
              <a:gdLst>
                <a:gd name="connsiteX0" fmla="*/ 4030694 w 4033378"/>
                <a:gd name="connsiteY0" fmla="*/ 4188939 h 4474152"/>
                <a:gd name="connsiteX1" fmla="*/ -1048 w 4033378"/>
                <a:gd name="connsiteY1" fmla="*/ 4436589 h 4474152"/>
                <a:gd name="connsiteX2" fmla="*/ 176308 w 4033378"/>
                <a:gd name="connsiteY2" fmla="*/ -61 h 4474152"/>
                <a:gd name="connsiteX3" fmla="*/ 3588544 w 4033378"/>
                <a:gd name="connsiteY3" fmla="*/ 39468 h 4474152"/>
                <a:gd name="connsiteX4" fmla="*/ 4030694 w 4033378"/>
                <a:gd name="connsiteY4" fmla="*/ 4188939 h 447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3378" h="4474152">
                  <a:moveTo>
                    <a:pt x="4030694" y="4188939"/>
                  </a:moveTo>
                  <a:cubicBezTo>
                    <a:pt x="2841308" y="4496406"/>
                    <a:pt x="1283112" y="4511075"/>
                    <a:pt x="-1048" y="4436589"/>
                  </a:cubicBezTo>
                  <a:cubicBezTo>
                    <a:pt x="58102" y="2957737"/>
                    <a:pt x="117252" y="1478857"/>
                    <a:pt x="176308" y="-61"/>
                  </a:cubicBezTo>
                  <a:lnTo>
                    <a:pt x="3588544" y="39468"/>
                  </a:lnTo>
                  <a:cubicBezTo>
                    <a:pt x="3683984" y="1066548"/>
                    <a:pt x="4060126" y="3474754"/>
                    <a:pt x="4030694" y="4188939"/>
                  </a:cubicBezTo>
                  <a:close/>
                </a:path>
              </a:pathLst>
            </a:custGeom>
            <a:solidFill>
              <a:srgbClr val="F9DE8D"/>
            </a:solidFill>
            <a:ln w="9525"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80FB8091-3FC9-0379-C3D0-A5D49F412882}"/>
                </a:ext>
              </a:extLst>
            </p:cNvPr>
            <p:cNvSpPr/>
            <p:nvPr/>
          </p:nvSpPr>
          <p:spPr>
            <a:xfrm>
              <a:off x="4222892" y="1114329"/>
              <a:ext cx="4079968" cy="4521612"/>
            </a:xfrm>
            <a:custGeom>
              <a:avLst/>
              <a:gdLst>
                <a:gd name="connsiteX0" fmla="*/ 1275319 w 4079968"/>
                <a:gd name="connsiteY0" fmla="*/ 4521552 h 4521612"/>
                <a:gd name="connsiteX1" fmla="*/ 21066 w 4079968"/>
                <a:gd name="connsiteY1" fmla="*/ 4483452 h 4521612"/>
                <a:gd name="connsiteX2" fmla="*/ -1031 w 4079968"/>
                <a:gd name="connsiteY2" fmla="*/ 4459068 h 4521612"/>
                <a:gd name="connsiteX3" fmla="*/ 176324 w 4079968"/>
                <a:gd name="connsiteY3" fmla="*/ 22418 h 4521612"/>
                <a:gd name="connsiteX4" fmla="*/ 199755 w 4079968"/>
                <a:gd name="connsiteY4" fmla="*/ -61 h 4521612"/>
                <a:gd name="connsiteX5" fmla="*/ 199755 w 4079968"/>
                <a:gd name="connsiteY5" fmla="*/ -61 h 4521612"/>
                <a:gd name="connsiteX6" fmla="*/ 3611991 w 4079968"/>
                <a:gd name="connsiteY6" fmla="*/ 39468 h 4521612"/>
                <a:gd name="connsiteX7" fmla="*/ 3635042 w 4079968"/>
                <a:gd name="connsiteY7" fmla="*/ 60708 h 4521612"/>
                <a:gd name="connsiteX8" fmla="*/ 3811826 w 4079968"/>
                <a:gd name="connsiteY8" fmla="*/ 1537083 h 4521612"/>
                <a:gd name="connsiteX9" fmla="*/ 4077287 w 4079968"/>
                <a:gd name="connsiteY9" fmla="*/ 4213609 h 4521612"/>
                <a:gd name="connsiteX10" fmla="*/ 4059666 w 4079968"/>
                <a:gd name="connsiteY10" fmla="*/ 4235326 h 4521612"/>
                <a:gd name="connsiteX11" fmla="*/ 1275319 w 4079968"/>
                <a:gd name="connsiteY11" fmla="*/ 4521552 h 4521612"/>
                <a:gd name="connsiteX12" fmla="*/ 46594 w 4079968"/>
                <a:gd name="connsiteY12" fmla="*/ 4438208 h 4521612"/>
                <a:gd name="connsiteX13" fmla="*/ 4031187 w 4079968"/>
                <a:gd name="connsiteY13" fmla="*/ 4194559 h 4521612"/>
                <a:gd name="connsiteX14" fmla="*/ 3765439 w 4079968"/>
                <a:gd name="connsiteY14" fmla="*/ 1543370 h 4521612"/>
                <a:gd name="connsiteX15" fmla="*/ 3590465 w 4079968"/>
                <a:gd name="connsiteY15" fmla="*/ 86045 h 4521612"/>
                <a:gd name="connsiteX16" fmla="*/ 222139 w 4079968"/>
                <a:gd name="connsiteY16" fmla="*/ 47088 h 4521612"/>
                <a:gd name="connsiteX17" fmla="*/ 4053952 w 4079968"/>
                <a:gd name="connsiteY17" fmla="*/ 4212942 h 4521612"/>
                <a:gd name="connsiteX18" fmla="*/ 4053952 w 4079968"/>
                <a:gd name="connsiteY18" fmla="*/ 4212942 h 45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79968" h="4521612">
                  <a:moveTo>
                    <a:pt x="1275319" y="4521552"/>
                  </a:moveTo>
                  <a:cubicBezTo>
                    <a:pt x="825167" y="4521552"/>
                    <a:pt x="397113" y="4505645"/>
                    <a:pt x="21066" y="4483452"/>
                  </a:cubicBezTo>
                  <a:cubicBezTo>
                    <a:pt x="8303" y="4482680"/>
                    <a:pt x="-1508" y="4471851"/>
                    <a:pt x="-1031" y="4459068"/>
                  </a:cubicBezTo>
                  <a:lnTo>
                    <a:pt x="176324" y="22418"/>
                  </a:lnTo>
                  <a:cubicBezTo>
                    <a:pt x="176800" y="9851"/>
                    <a:pt x="187182" y="-72"/>
                    <a:pt x="199755" y="-61"/>
                  </a:cubicBezTo>
                  <a:lnTo>
                    <a:pt x="199755" y="-61"/>
                  </a:lnTo>
                  <a:lnTo>
                    <a:pt x="3611991" y="39468"/>
                  </a:lnTo>
                  <a:cubicBezTo>
                    <a:pt x="3623993" y="39566"/>
                    <a:pt x="3633993" y="48754"/>
                    <a:pt x="3635042" y="60708"/>
                  </a:cubicBezTo>
                  <a:cubicBezTo>
                    <a:pt x="3668855" y="424754"/>
                    <a:pt x="3738293" y="965107"/>
                    <a:pt x="3811826" y="1537083"/>
                  </a:cubicBezTo>
                  <a:cubicBezTo>
                    <a:pt x="3945176" y="2574737"/>
                    <a:pt x="4096337" y="3750789"/>
                    <a:pt x="4077287" y="4213609"/>
                  </a:cubicBezTo>
                  <a:cubicBezTo>
                    <a:pt x="4076812" y="4223934"/>
                    <a:pt x="4069668" y="4232744"/>
                    <a:pt x="4059666" y="4235326"/>
                  </a:cubicBezTo>
                  <a:cubicBezTo>
                    <a:pt x="3212512" y="4454687"/>
                    <a:pt x="2197719" y="4521552"/>
                    <a:pt x="1275319" y="4521552"/>
                  </a:cubicBezTo>
                  <a:close/>
                  <a:moveTo>
                    <a:pt x="46594" y="4438208"/>
                  </a:moveTo>
                  <a:cubicBezTo>
                    <a:pt x="1183212" y="4503359"/>
                    <a:pt x="2786554" y="4512503"/>
                    <a:pt x="4031187" y="4194559"/>
                  </a:cubicBezTo>
                  <a:cubicBezTo>
                    <a:pt x="4045665" y="3724024"/>
                    <a:pt x="3896884" y="2566355"/>
                    <a:pt x="3765439" y="1543370"/>
                  </a:cubicBezTo>
                  <a:cubicBezTo>
                    <a:pt x="3693240" y="981395"/>
                    <a:pt x="3625041" y="450757"/>
                    <a:pt x="3590465" y="86045"/>
                  </a:cubicBezTo>
                  <a:lnTo>
                    <a:pt x="222139" y="47088"/>
                  </a:lnTo>
                  <a:close/>
                  <a:moveTo>
                    <a:pt x="4053952" y="4212942"/>
                  </a:moveTo>
                  <a:lnTo>
                    <a:pt x="4053952" y="4212942"/>
                  </a:lnTo>
                  <a:close/>
                </a:path>
              </a:pathLst>
            </a:custGeom>
            <a:solidFill>
              <a:srgbClr val="454E5F"/>
            </a:solidFill>
            <a:ln w="9525"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44E2AB13-D978-561B-F2F3-3EF3F6CA5DFF}"/>
                </a:ext>
              </a:extLst>
            </p:cNvPr>
            <p:cNvSpPr/>
            <p:nvPr/>
          </p:nvSpPr>
          <p:spPr>
            <a:xfrm>
              <a:off x="4367878" y="1021600"/>
              <a:ext cx="3884107" cy="4498518"/>
            </a:xfrm>
            <a:custGeom>
              <a:avLst/>
              <a:gdLst>
                <a:gd name="connsiteX0" fmla="*/ 3878580 w 3884107"/>
                <a:gd name="connsiteY0" fmla="*/ 3461565 h 4498518"/>
                <a:gd name="connsiteX1" fmla="*/ 3871056 w 3884107"/>
                <a:gd name="connsiteY1" fmla="*/ 3856186 h 4498518"/>
                <a:gd name="connsiteX2" fmla="*/ 3850291 w 3884107"/>
                <a:gd name="connsiteY2" fmla="*/ 3870569 h 4498518"/>
                <a:gd name="connsiteX3" fmla="*/ 3833146 w 3884107"/>
                <a:gd name="connsiteY3" fmla="*/ 3882380 h 4498518"/>
                <a:gd name="connsiteX4" fmla="*/ 3148584 w 3884107"/>
                <a:gd name="connsiteY4" fmla="*/ 4320530 h 4498518"/>
                <a:gd name="connsiteX5" fmla="*/ 3039619 w 3884107"/>
                <a:gd name="connsiteY5" fmla="*/ 4385872 h 4498518"/>
                <a:gd name="connsiteX6" fmla="*/ 2977420 w 3884107"/>
                <a:gd name="connsiteY6" fmla="*/ 4422638 h 4498518"/>
                <a:gd name="connsiteX7" fmla="*/ 2914937 w 3884107"/>
                <a:gd name="connsiteY7" fmla="*/ 4459119 h 4498518"/>
                <a:gd name="connsiteX8" fmla="*/ 2852452 w 3884107"/>
                <a:gd name="connsiteY8" fmla="*/ 4495409 h 4498518"/>
                <a:gd name="connsiteX9" fmla="*/ 2847404 w 3884107"/>
                <a:gd name="connsiteY9" fmla="*/ 4498457 h 4498518"/>
                <a:gd name="connsiteX10" fmla="*/ 2233137 w 3884107"/>
                <a:gd name="connsiteY10" fmla="*/ 4485217 h 4498518"/>
                <a:gd name="connsiteX11" fmla="*/ 6572 w 3884107"/>
                <a:gd name="connsiteY11" fmla="*/ 4431306 h 4498518"/>
                <a:gd name="connsiteX12" fmla="*/ 75153 w 3884107"/>
                <a:gd name="connsiteY12" fmla="*/ 114861 h 4498518"/>
                <a:gd name="connsiteX13" fmla="*/ 3768663 w 3884107"/>
                <a:gd name="connsiteY13" fmla="*/ 32375 h 4498518"/>
                <a:gd name="connsiteX14" fmla="*/ 3878580 w 3884107"/>
                <a:gd name="connsiteY14" fmla="*/ 3461565 h 449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84107" h="4498518">
                  <a:moveTo>
                    <a:pt x="3878580" y="3461565"/>
                  </a:moveTo>
                  <a:cubicBezTo>
                    <a:pt x="3876676" y="3593391"/>
                    <a:pt x="3874199" y="3724932"/>
                    <a:pt x="3871056" y="3856186"/>
                  </a:cubicBezTo>
                  <a:lnTo>
                    <a:pt x="3850291" y="3870569"/>
                  </a:lnTo>
                  <a:cubicBezTo>
                    <a:pt x="3844577" y="3874570"/>
                    <a:pt x="3838862" y="3878570"/>
                    <a:pt x="3833146" y="3882380"/>
                  </a:cubicBezTo>
                  <a:cubicBezTo>
                    <a:pt x="3608928" y="4034780"/>
                    <a:pt x="3380708" y="4180827"/>
                    <a:pt x="3148584" y="4320530"/>
                  </a:cubicBezTo>
                  <a:cubicBezTo>
                    <a:pt x="3112295" y="4342438"/>
                    <a:pt x="3076004" y="4364221"/>
                    <a:pt x="3039619" y="4385872"/>
                  </a:cubicBezTo>
                  <a:cubicBezTo>
                    <a:pt x="3018854" y="4398254"/>
                    <a:pt x="2998185" y="4410446"/>
                    <a:pt x="2977420" y="4422638"/>
                  </a:cubicBezTo>
                  <a:lnTo>
                    <a:pt x="2914937" y="4459119"/>
                  </a:lnTo>
                  <a:cubicBezTo>
                    <a:pt x="2894172" y="4471311"/>
                    <a:pt x="2873313" y="4483408"/>
                    <a:pt x="2852452" y="4495409"/>
                  </a:cubicBezTo>
                  <a:lnTo>
                    <a:pt x="2847404" y="4498457"/>
                  </a:lnTo>
                  <a:cubicBezTo>
                    <a:pt x="2642521" y="4495409"/>
                    <a:pt x="2437829" y="4490999"/>
                    <a:pt x="2233137" y="4485217"/>
                  </a:cubicBezTo>
                  <a:cubicBezTo>
                    <a:pt x="1491139" y="4465024"/>
                    <a:pt x="749809" y="4433877"/>
                    <a:pt x="6572" y="4431306"/>
                  </a:cubicBezTo>
                  <a:cubicBezTo>
                    <a:pt x="-14573" y="2992078"/>
                    <a:pt x="8287" y="1553260"/>
                    <a:pt x="75153" y="114861"/>
                  </a:cubicBezTo>
                  <a:cubicBezTo>
                    <a:pt x="1314260" y="-15060"/>
                    <a:pt x="2524031" y="-22870"/>
                    <a:pt x="3768663" y="32375"/>
                  </a:cubicBezTo>
                  <a:cubicBezTo>
                    <a:pt x="3866865" y="1159849"/>
                    <a:pt x="3895249" y="2321328"/>
                    <a:pt x="3878580" y="3461565"/>
                  </a:cubicBezTo>
                  <a:close/>
                </a:path>
              </a:pathLst>
            </a:custGeom>
            <a:solidFill>
              <a:srgbClr val="FFFFFF"/>
            </a:solidFill>
            <a:ln w="9525"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0AE48A2A-3D0E-BF18-D694-2102528E879C}"/>
                </a:ext>
              </a:extLst>
            </p:cNvPr>
            <p:cNvSpPr/>
            <p:nvPr/>
          </p:nvSpPr>
          <p:spPr>
            <a:xfrm>
              <a:off x="7221378" y="4762500"/>
              <a:ext cx="997839" cy="754570"/>
            </a:xfrm>
            <a:custGeom>
              <a:avLst/>
              <a:gdLst>
                <a:gd name="connsiteX0" fmla="*/ 996791 w 997839"/>
                <a:gd name="connsiteY0" fmla="*/ 129669 h 754570"/>
                <a:gd name="connsiteX1" fmla="*/ 979646 w 997839"/>
                <a:gd name="connsiteY1" fmla="*/ 141480 h 754570"/>
                <a:gd name="connsiteX2" fmla="*/ 295084 w 997839"/>
                <a:gd name="connsiteY2" fmla="*/ 579631 h 754570"/>
                <a:gd name="connsiteX3" fmla="*/ 186119 w 997839"/>
                <a:gd name="connsiteY3" fmla="*/ 644972 h 754570"/>
                <a:gd name="connsiteX4" fmla="*/ 123920 w 997839"/>
                <a:gd name="connsiteY4" fmla="*/ 681738 h 754570"/>
                <a:gd name="connsiteX5" fmla="*/ 61437 w 997839"/>
                <a:gd name="connsiteY5" fmla="*/ 718219 h 754570"/>
                <a:gd name="connsiteX6" fmla="*/ -1048 w 997839"/>
                <a:gd name="connsiteY6" fmla="*/ 754509 h 754570"/>
                <a:gd name="connsiteX7" fmla="*/ 205835 w 997839"/>
                <a:gd name="connsiteY7" fmla="*/ 125002 h 754570"/>
                <a:gd name="connsiteX8" fmla="*/ 242887 w 997839"/>
                <a:gd name="connsiteY8" fmla="*/ -61 h 754570"/>
                <a:gd name="connsiteX9" fmla="*/ 330041 w 997839"/>
                <a:gd name="connsiteY9" fmla="*/ 10988 h 754570"/>
                <a:gd name="connsiteX10" fmla="*/ 336614 w 997839"/>
                <a:gd name="connsiteY10" fmla="*/ 11845 h 754570"/>
                <a:gd name="connsiteX11" fmla="*/ 339948 w 997839"/>
                <a:gd name="connsiteY11" fmla="*/ 12512 h 754570"/>
                <a:gd name="connsiteX12" fmla="*/ 382238 w 997839"/>
                <a:gd name="connsiteY12" fmla="*/ 20513 h 754570"/>
                <a:gd name="connsiteX13" fmla="*/ 433196 w 997839"/>
                <a:gd name="connsiteY13" fmla="*/ 31467 h 754570"/>
                <a:gd name="connsiteX14" fmla="*/ 717423 w 997839"/>
                <a:gd name="connsiteY14" fmla="*/ 87569 h 754570"/>
                <a:gd name="connsiteX15" fmla="*/ 996791 w 997839"/>
                <a:gd name="connsiteY15" fmla="*/ 129669 h 75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97839" h="754570">
                  <a:moveTo>
                    <a:pt x="996791" y="129669"/>
                  </a:moveTo>
                  <a:cubicBezTo>
                    <a:pt x="991076" y="133670"/>
                    <a:pt x="985362" y="137670"/>
                    <a:pt x="979646" y="141480"/>
                  </a:cubicBezTo>
                  <a:cubicBezTo>
                    <a:pt x="755428" y="293880"/>
                    <a:pt x="527208" y="439927"/>
                    <a:pt x="295084" y="579631"/>
                  </a:cubicBezTo>
                  <a:cubicBezTo>
                    <a:pt x="258794" y="601538"/>
                    <a:pt x="222504" y="623321"/>
                    <a:pt x="186119" y="644972"/>
                  </a:cubicBezTo>
                  <a:cubicBezTo>
                    <a:pt x="165354" y="657354"/>
                    <a:pt x="144685" y="669547"/>
                    <a:pt x="123920" y="681738"/>
                  </a:cubicBezTo>
                  <a:lnTo>
                    <a:pt x="61437" y="718219"/>
                  </a:lnTo>
                  <a:cubicBezTo>
                    <a:pt x="40672" y="730411"/>
                    <a:pt x="19812" y="742508"/>
                    <a:pt x="-1048" y="754509"/>
                  </a:cubicBezTo>
                  <a:cubicBezTo>
                    <a:pt x="73438" y="546674"/>
                    <a:pt x="142399" y="336838"/>
                    <a:pt x="205835" y="125002"/>
                  </a:cubicBezTo>
                  <a:cubicBezTo>
                    <a:pt x="218504" y="83349"/>
                    <a:pt x="230886" y="41658"/>
                    <a:pt x="242887" y="-61"/>
                  </a:cubicBezTo>
                  <a:cubicBezTo>
                    <a:pt x="271462" y="4416"/>
                    <a:pt x="300989" y="7368"/>
                    <a:pt x="330041" y="10988"/>
                  </a:cubicBezTo>
                  <a:lnTo>
                    <a:pt x="336614" y="11845"/>
                  </a:lnTo>
                  <a:lnTo>
                    <a:pt x="339948" y="12512"/>
                  </a:lnTo>
                  <a:cubicBezTo>
                    <a:pt x="353854" y="15560"/>
                    <a:pt x="368523" y="17465"/>
                    <a:pt x="382238" y="20513"/>
                  </a:cubicBezTo>
                  <a:lnTo>
                    <a:pt x="433196" y="31467"/>
                  </a:lnTo>
                  <a:cubicBezTo>
                    <a:pt x="527590" y="51850"/>
                    <a:pt x="621983" y="71662"/>
                    <a:pt x="717423" y="87569"/>
                  </a:cubicBezTo>
                  <a:cubicBezTo>
                    <a:pt x="810292" y="103190"/>
                    <a:pt x="903352" y="117001"/>
                    <a:pt x="996791" y="129669"/>
                  </a:cubicBezTo>
                  <a:close/>
                </a:path>
              </a:pathLst>
            </a:custGeom>
            <a:solidFill>
              <a:srgbClr val="CCCCCC"/>
            </a:solidFill>
            <a:ln w="9525"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BB19CBB6-6761-6EB6-A81A-12D143AE78F8}"/>
                </a:ext>
              </a:extLst>
            </p:cNvPr>
            <p:cNvSpPr/>
            <p:nvPr/>
          </p:nvSpPr>
          <p:spPr>
            <a:xfrm>
              <a:off x="4345043" y="998169"/>
              <a:ext cx="3930892" cy="4545674"/>
            </a:xfrm>
            <a:custGeom>
              <a:avLst/>
              <a:gdLst>
                <a:gd name="connsiteX0" fmla="*/ 2870239 w 3930892"/>
                <a:gd name="connsiteY0" fmla="*/ 4545605 h 4545674"/>
                <a:gd name="connsiteX1" fmla="*/ 2870239 w 3930892"/>
                <a:gd name="connsiteY1" fmla="*/ 4545605 h 4545674"/>
                <a:gd name="connsiteX2" fmla="*/ 2255687 w 3930892"/>
                <a:gd name="connsiteY2" fmla="*/ 4532365 h 4545674"/>
                <a:gd name="connsiteX3" fmla="*/ 1636561 w 3930892"/>
                <a:gd name="connsiteY3" fmla="*/ 4513792 h 4545674"/>
                <a:gd name="connsiteX4" fmla="*/ 29884 w 3930892"/>
                <a:gd name="connsiteY4" fmla="*/ 4478454 h 4545674"/>
                <a:gd name="connsiteX5" fmla="*/ 6548 w 3930892"/>
                <a:gd name="connsiteY5" fmla="*/ 4455403 h 4545674"/>
                <a:gd name="connsiteX6" fmla="*/ 75128 w 3930892"/>
                <a:gd name="connsiteY6" fmla="*/ 137245 h 4545674"/>
                <a:gd name="connsiteX7" fmla="*/ 96082 w 3930892"/>
                <a:gd name="connsiteY7" fmla="*/ 114956 h 4545674"/>
                <a:gd name="connsiteX8" fmla="*/ 3793116 w 3930892"/>
                <a:gd name="connsiteY8" fmla="*/ 32374 h 4545674"/>
                <a:gd name="connsiteX9" fmla="*/ 3815499 w 3930892"/>
                <a:gd name="connsiteY9" fmla="*/ 53806 h 4545674"/>
                <a:gd name="connsiteX10" fmla="*/ 3925418 w 3930892"/>
                <a:gd name="connsiteY10" fmla="*/ 3485282 h 4545674"/>
                <a:gd name="connsiteX11" fmla="*/ 3917893 w 3930892"/>
                <a:gd name="connsiteY11" fmla="*/ 3880189 h 4545674"/>
                <a:gd name="connsiteX12" fmla="*/ 3907797 w 3930892"/>
                <a:gd name="connsiteY12" fmla="*/ 3899239 h 4545674"/>
                <a:gd name="connsiteX13" fmla="*/ 3886937 w 3930892"/>
                <a:gd name="connsiteY13" fmla="*/ 3913621 h 4545674"/>
                <a:gd name="connsiteX14" fmla="*/ 3869602 w 3930892"/>
                <a:gd name="connsiteY14" fmla="*/ 3925528 h 4545674"/>
                <a:gd name="connsiteX15" fmla="*/ 3183802 w 3930892"/>
                <a:gd name="connsiteY15" fmla="*/ 4364535 h 4545674"/>
                <a:gd name="connsiteX16" fmla="*/ 3074550 w 3930892"/>
                <a:gd name="connsiteY16" fmla="*/ 4429972 h 4545674"/>
                <a:gd name="connsiteX17" fmla="*/ 3012352 w 3930892"/>
                <a:gd name="connsiteY17" fmla="*/ 4466833 h 4545674"/>
                <a:gd name="connsiteX18" fmla="*/ 2949867 w 3930892"/>
                <a:gd name="connsiteY18" fmla="*/ 4503410 h 4545674"/>
                <a:gd name="connsiteX19" fmla="*/ 2887098 w 3930892"/>
                <a:gd name="connsiteY19" fmla="*/ 4539795 h 4545674"/>
                <a:gd name="connsiteX20" fmla="*/ 2881765 w 3930892"/>
                <a:gd name="connsiteY20" fmla="*/ 4542938 h 4545674"/>
                <a:gd name="connsiteX21" fmla="*/ 2870239 w 3930892"/>
                <a:gd name="connsiteY21" fmla="*/ 4545605 h 4545674"/>
                <a:gd name="connsiteX22" fmla="*/ 52458 w 3930892"/>
                <a:gd name="connsiteY22" fmla="*/ 4431305 h 4545674"/>
                <a:gd name="connsiteX23" fmla="*/ 1637514 w 3930892"/>
                <a:gd name="connsiteY23" fmla="*/ 4466548 h 4545674"/>
                <a:gd name="connsiteX24" fmla="*/ 2256639 w 3930892"/>
                <a:gd name="connsiteY24" fmla="*/ 4485598 h 4545674"/>
                <a:gd name="connsiteX25" fmla="*/ 2864048 w 3930892"/>
                <a:gd name="connsiteY25" fmla="*/ 4498742 h 4545674"/>
                <a:gd name="connsiteX26" fmla="*/ 2926055 w 3930892"/>
                <a:gd name="connsiteY26" fmla="*/ 4462738 h 4545674"/>
                <a:gd name="connsiteX27" fmla="*/ 2988539 w 3930892"/>
                <a:gd name="connsiteY27" fmla="*/ 4426162 h 4545674"/>
                <a:gd name="connsiteX28" fmla="*/ 3050452 w 3930892"/>
                <a:gd name="connsiteY28" fmla="*/ 4389490 h 4545674"/>
                <a:gd name="connsiteX29" fmla="*/ 3159417 w 3930892"/>
                <a:gd name="connsiteY29" fmla="*/ 4324244 h 4545674"/>
                <a:gd name="connsiteX30" fmla="*/ 3842836 w 3930892"/>
                <a:gd name="connsiteY30" fmla="*/ 3886094 h 4545674"/>
                <a:gd name="connsiteX31" fmla="*/ 3859696 w 3930892"/>
                <a:gd name="connsiteY31" fmla="*/ 3874474 h 4545674"/>
                <a:gd name="connsiteX32" fmla="*/ 3870840 w 3930892"/>
                <a:gd name="connsiteY32" fmla="*/ 3866759 h 4545674"/>
                <a:gd name="connsiteX33" fmla="*/ 3878079 w 3930892"/>
                <a:gd name="connsiteY33" fmla="*/ 3484235 h 4545674"/>
                <a:gd name="connsiteX34" fmla="*/ 3878079 w 3930892"/>
                <a:gd name="connsiteY34" fmla="*/ 3484235 h 4545674"/>
                <a:gd name="connsiteX35" fmla="*/ 3770066 w 3930892"/>
                <a:gd name="connsiteY35" fmla="*/ 77904 h 4545674"/>
                <a:gd name="connsiteX36" fmla="*/ 120562 w 3930892"/>
                <a:gd name="connsiteY36" fmla="*/ 159152 h 4545674"/>
                <a:gd name="connsiteX37" fmla="*/ 52458 w 3930892"/>
                <a:gd name="connsiteY37" fmla="*/ 4431686 h 4545674"/>
                <a:gd name="connsiteX38" fmla="*/ 3893891 w 3930892"/>
                <a:gd name="connsiteY38" fmla="*/ 3878855 h 4545674"/>
                <a:gd name="connsiteX39" fmla="*/ 3893891 w 3930892"/>
                <a:gd name="connsiteY39" fmla="*/ 3878855 h 45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930892" h="4545674">
                  <a:moveTo>
                    <a:pt x="2870239" y="4545605"/>
                  </a:moveTo>
                  <a:lnTo>
                    <a:pt x="2870239" y="4545605"/>
                  </a:lnTo>
                  <a:cubicBezTo>
                    <a:pt x="2686025" y="4542938"/>
                    <a:pt x="2485048" y="4538557"/>
                    <a:pt x="2255687" y="4532365"/>
                  </a:cubicBezTo>
                  <a:cubicBezTo>
                    <a:pt x="2049184" y="4526746"/>
                    <a:pt x="1839348" y="4520174"/>
                    <a:pt x="1636561" y="4513792"/>
                  </a:cubicBezTo>
                  <a:cubicBezTo>
                    <a:pt x="1110305" y="4497314"/>
                    <a:pt x="566047" y="4480264"/>
                    <a:pt x="29884" y="4478454"/>
                  </a:cubicBezTo>
                  <a:cubicBezTo>
                    <a:pt x="17121" y="4478454"/>
                    <a:pt x="6738" y="4468176"/>
                    <a:pt x="6548" y="4455403"/>
                  </a:cubicBezTo>
                  <a:cubicBezTo>
                    <a:pt x="-14598" y="3021891"/>
                    <a:pt x="8453" y="1569328"/>
                    <a:pt x="75128" y="137245"/>
                  </a:cubicBezTo>
                  <a:cubicBezTo>
                    <a:pt x="75699" y="125668"/>
                    <a:pt x="84557" y="116210"/>
                    <a:pt x="96082" y="114956"/>
                  </a:cubicBezTo>
                  <a:cubicBezTo>
                    <a:pt x="1223652" y="-3249"/>
                    <a:pt x="2398371" y="-29538"/>
                    <a:pt x="3793116" y="32374"/>
                  </a:cubicBezTo>
                  <a:cubicBezTo>
                    <a:pt x="3804927" y="32901"/>
                    <a:pt x="3814452" y="42063"/>
                    <a:pt x="3815499" y="53806"/>
                  </a:cubicBezTo>
                  <a:cubicBezTo>
                    <a:pt x="3906464" y="1098984"/>
                    <a:pt x="3943421" y="2253509"/>
                    <a:pt x="3925418" y="3485282"/>
                  </a:cubicBezTo>
                  <a:cubicBezTo>
                    <a:pt x="3923609" y="3613679"/>
                    <a:pt x="3921037" y="3746553"/>
                    <a:pt x="3917893" y="3880189"/>
                  </a:cubicBezTo>
                  <a:cubicBezTo>
                    <a:pt x="3917799" y="3887799"/>
                    <a:pt x="3914084" y="3894905"/>
                    <a:pt x="3907797" y="3899239"/>
                  </a:cubicBezTo>
                  <a:lnTo>
                    <a:pt x="3886937" y="3913621"/>
                  </a:lnTo>
                  <a:cubicBezTo>
                    <a:pt x="3881318" y="3917622"/>
                    <a:pt x="3875412" y="3921622"/>
                    <a:pt x="3869602" y="3925528"/>
                  </a:cubicBezTo>
                  <a:cubicBezTo>
                    <a:pt x="3653194" y="4072879"/>
                    <a:pt x="3422499" y="4220803"/>
                    <a:pt x="3183802" y="4364535"/>
                  </a:cubicBezTo>
                  <a:cubicBezTo>
                    <a:pt x="3147417" y="4386538"/>
                    <a:pt x="3111126" y="4408350"/>
                    <a:pt x="3074550" y="4429972"/>
                  </a:cubicBezTo>
                  <a:cubicBezTo>
                    <a:pt x="3053881" y="4442354"/>
                    <a:pt x="3033117" y="4454546"/>
                    <a:pt x="3012352" y="4466833"/>
                  </a:cubicBezTo>
                  <a:lnTo>
                    <a:pt x="2949867" y="4503410"/>
                  </a:lnTo>
                  <a:cubicBezTo>
                    <a:pt x="2929008" y="4515601"/>
                    <a:pt x="2908054" y="4527727"/>
                    <a:pt x="2887098" y="4539795"/>
                  </a:cubicBezTo>
                  <a:cubicBezTo>
                    <a:pt x="2885764" y="4540652"/>
                    <a:pt x="2883764" y="4541890"/>
                    <a:pt x="2881765" y="4542938"/>
                  </a:cubicBezTo>
                  <a:cubicBezTo>
                    <a:pt x="2878240" y="4544786"/>
                    <a:pt x="2874239" y="4545710"/>
                    <a:pt x="2870239" y="4545605"/>
                  </a:cubicBezTo>
                  <a:close/>
                  <a:moveTo>
                    <a:pt x="52458" y="4431305"/>
                  </a:moveTo>
                  <a:cubicBezTo>
                    <a:pt x="581857" y="4433496"/>
                    <a:pt x="1118401" y="4450355"/>
                    <a:pt x="1637514" y="4466548"/>
                  </a:cubicBezTo>
                  <a:cubicBezTo>
                    <a:pt x="1840396" y="4472930"/>
                    <a:pt x="2050232" y="4479502"/>
                    <a:pt x="2256639" y="4485598"/>
                  </a:cubicBezTo>
                  <a:cubicBezTo>
                    <a:pt x="2483142" y="4491694"/>
                    <a:pt x="2681930" y="4495980"/>
                    <a:pt x="2864048" y="4498742"/>
                  </a:cubicBezTo>
                  <a:cubicBezTo>
                    <a:pt x="2885193" y="4486646"/>
                    <a:pt x="2905577" y="4474739"/>
                    <a:pt x="2926055" y="4462738"/>
                  </a:cubicBezTo>
                  <a:lnTo>
                    <a:pt x="2988539" y="4426162"/>
                  </a:lnTo>
                  <a:cubicBezTo>
                    <a:pt x="3009114" y="4414094"/>
                    <a:pt x="3029782" y="4401873"/>
                    <a:pt x="3050452" y="4389490"/>
                  </a:cubicBezTo>
                  <a:cubicBezTo>
                    <a:pt x="3086932" y="4367898"/>
                    <a:pt x="3123223" y="4346152"/>
                    <a:pt x="3159417" y="4324244"/>
                  </a:cubicBezTo>
                  <a:cubicBezTo>
                    <a:pt x="3397542" y="4180702"/>
                    <a:pt x="3627000" y="4033446"/>
                    <a:pt x="3842836" y="3886094"/>
                  </a:cubicBezTo>
                  <a:lnTo>
                    <a:pt x="3859696" y="3874474"/>
                  </a:lnTo>
                  <a:lnTo>
                    <a:pt x="3870840" y="3866759"/>
                  </a:lnTo>
                  <a:cubicBezTo>
                    <a:pt x="3873888" y="3737314"/>
                    <a:pt x="3876269" y="3608631"/>
                    <a:pt x="3878079" y="3484235"/>
                  </a:cubicBezTo>
                  <a:lnTo>
                    <a:pt x="3878079" y="3484235"/>
                  </a:lnTo>
                  <a:cubicBezTo>
                    <a:pt x="3895986" y="2262082"/>
                    <a:pt x="3859600" y="1116224"/>
                    <a:pt x="3770066" y="77904"/>
                  </a:cubicBezTo>
                  <a:cubicBezTo>
                    <a:pt x="2394942" y="17706"/>
                    <a:pt x="1234035" y="43519"/>
                    <a:pt x="120562" y="159152"/>
                  </a:cubicBezTo>
                  <a:cubicBezTo>
                    <a:pt x="54839" y="1576186"/>
                    <a:pt x="32074" y="3013319"/>
                    <a:pt x="52458" y="4431686"/>
                  </a:cubicBezTo>
                  <a:close/>
                  <a:moveTo>
                    <a:pt x="3893891" y="3878855"/>
                  </a:moveTo>
                  <a:lnTo>
                    <a:pt x="3893891" y="3878855"/>
                  </a:lnTo>
                  <a:close/>
                </a:path>
              </a:pathLst>
            </a:custGeom>
            <a:solidFill>
              <a:srgbClr val="454E5F"/>
            </a:solidFill>
            <a:ln w="9525"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3F10A3AD-B2E8-8485-923D-84BD2B4E396B}"/>
                </a:ext>
              </a:extLst>
            </p:cNvPr>
            <p:cNvSpPr/>
            <p:nvPr/>
          </p:nvSpPr>
          <p:spPr>
            <a:xfrm>
              <a:off x="7192825" y="4744368"/>
              <a:ext cx="1071306" cy="799467"/>
            </a:xfrm>
            <a:custGeom>
              <a:avLst/>
              <a:gdLst>
                <a:gd name="connsiteX0" fmla="*/ 22457 w 1071306"/>
                <a:gd name="connsiteY0" fmla="*/ 799406 h 799467"/>
                <a:gd name="connsiteX1" fmla="*/ 14933 w 1071306"/>
                <a:gd name="connsiteY1" fmla="*/ 798168 h 799467"/>
                <a:gd name="connsiteX2" fmla="*/ 169 w 1071306"/>
                <a:gd name="connsiteY2" fmla="*/ 768450 h 799467"/>
                <a:gd name="connsiteX3" fmla="*/ 252486 w 1071306"/>
                <a:gd name="connsiteY3" fmla="*/ 15975 h 799467"/>
                <a:gd name="connsiteX4" fmla="*/ 278013 w 1071306"/>
                <a:gd name="connsiteY4" fmla="*/ 163 h 799467"/>
                <a:gd name="connsiteX5" fmla="*/ 1049538 w 1071306"/>
                <a:gd name="connsiteY5" fmla="*/ 110463 h 799467"/>
                <a:gd name="connsiteX6" fmla="*/ 1070112 w 1071306"/>
                <a:gd name="connsiteY6" fmla="*/ 136475 h 799467"/>
                <a:gd name="connsiteX7" fmla="*/ 1044013 w 1071306"/>
                <a:gd name="connsiteY7" fmla="*/ 157002 h 799467"/>
                <a:gd name="connsiteX8" fmla="*/ 1042966 w 1071306"/>
                <a:gd name="connsiteY8" fmla="*/ 156850 h 799467"/>
                <a:gd name="connsiteX9" fmla="*/ 290491 w 1071306"/>
                <a:gd name="connsiteY9" fmla="*/ 49408 h 799467"/>
                <a:gd name="connsiteX10" fmla="*/ 44460 w 1071306"/>
                <a:gd name="connsiteY10" fmla="*/ 783595 h 799467"/>
                <a:gd name="connsiteX11" fmla="*/ 22457 w 1071306"/>
                <a:gd name="connsiteY11" fmla="*/ 799406 h 79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1306" h="799467">
                  <a:moveTo>
                    <a:pt x="22457" y="799406"/>
                  </a:moveTo>
                  <a:cubicBezTo>
                    <a:pt x="19886" y="799415"/>
                    <a:pt x="17314" y="798996"/>
                    <a:pt x="14933" y="798168"/>
                  </a:cubicBezTo>
                  <a:cubicBezTo>
                    <a:pt x="2645" y="794015"/>
                    <a:pt x="-3926" y="780727"/>
                    <a:pt x="169" y="768450"/>
                  </a:cubicBezTo>
                  <a:lnTo>
                    <a:pt x="252486" y="15975"/>
                  </a:lnTo>
                  <a:cubicBezTo>
                    <a:pt x="256105" y="5249"/>
                    <a:pt x="266773" y="-1389"/>
                    <a:pt x="278013" y="163"/>
                  </a:cubicBezTo>
                  <a:lnTo>
                    <a:pt x="1049538" y="110463"/>
                  </a:lnTo>
                  <a:cubicBezTo>
                    <a:pt x="1062397" y="111977"/>
                    <a:pt x="1071541" y="123617"/>
                    <a:pt x="1070112" y="136475"/>
                  </a:cubicBezTo>
                  <a:cubicBezTo>
                    <a:pt x="1068588" y="149325"/>
                    <a:pt x="1056873" y="158516"/>
                    <a:pt x="1044013" y="157002"/>
                  </a:cubicBezTo>
                  <a:cubicBezTo>
                    <a:pt x="1043728" y="156964"/>
                    <a:pt x="1043347" y="156907"/>
                    <a:pt x="1042966" y="156850"/>
                  </a:cubicBezTo>
                  <a:lnTo>
                    <a:pt x="290491" y="49408"/>
                  </a:lnTo>
                  <a:lnTo>
                    <a:pt x="44460" y="783595"/>
                  </a:lnTo>
                  <a:cubicBezTo>
                    <a:pt x="41222" y="793005"/>
                    <a:pt x="32363" y="799339"/>
                    <a:pt x="22457" y="799406"/>
                  </a:cubicBezTo>
                  <a:close/>
                </a:path>
              </a:pathLst>
            </a:custGeom>
            <a:solidFill>
              <a:srgbClr val="454E5F"/>
            </a:solidFill>
            <a:ln w="9525"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B26E7689-7E37-C414-1239-E32ADB4F4661}"/>
                </a:ext>
              </a:extLst>
            </p:cNvPr>
            <p:cNvSpPr/>
            <p:nvPr/>
          </p:nvSpPr>
          <p:spPr>
            <a:xfrm>
              <a:off x="5268960" y="847497"/>
              <a:ext cx="1885313" cy="835451"/>
            </a:xfrm>
            <a:custGeom>
              <a:avLst/>
              <a:gdLst>
                <a:gd name="connsiteX0" fmla="*/ 1884124 w 1885313"/>
                <a:gd name="connsiteY0" fmla="*/ 380691 h 835451"/>
                <a:gd name="connsiteX1" fmla="*/ 1882886 w 1885313"/>
                <a:gd name="connsiteY1" fmla="*/ 403074 h 835451"/>
                <a:gd name="connsiteX2" fmla="*/ 1880789 w 1885313"/>
                <a:gd name="connsiteY2" fmla="*/ 410694 h 835451"/>
                <a:gd name="connsiteX3" fmla="*/ 1838308 w 1885313"/>
                <a:gd name="connsiteY3" fmla="*/ 445556 h 835451"/>
                <a:gd name="connsiteX4" fmla="*/ 1715436 w 1885313"/>
                <a:gd name="connsiteY4" fmla="*/ 508230 h 835451"/>
                <a:gd name="connsiteX5" fmla="*/ 1157557 w 1885313"/>
                <a:gd name="connsiteY5" fmla="*/ 792361 h 835451"/>
                <a:gd name="connsiteX6" fmla="*/ 1050401 w 1885313"/>
                <a:gd name="connsiteY6" fmla="*/ 832747 h 835451"/>
                <a:gd name="connsiteX7" fmla="*/ 876855 w 1885313"/>
                <a:gd name="connsiteY7" fmla="*/ 802362 h 835451"/>
                <a:gd name="connsiteX8" fmla="*/ 584437 w 1885313"/>
                <a:gd name="connsiteY8" fmla="*/ 695016 h 835451"/>
                <a:gd name="connsiteX9" fmla="*/ 340311 w 1885313"/>
                <a:gd name="connsiteY9" fmla="*/ 594908 h 835451"/>
                <a:gd name="connsiteX10" fmla="*/ 215248 w 1885313"/>
                <a:gd name="connsiteY10" fmla="*/ 535281 h 835451"/>
                <a:gd name="connsiteX11" fmla="*/ 126094 w 1885313"/>
                <a:gd name="connsiteY11" fmla="*/ 478131 h 835451"/>
                <a:gd name="connsiteX12" fmla="*/ 118475 w 1885313"/>
                <a:gd name="connsiteY12" fmla="*/ 438603 h 835451"/>
                <a:gd name="connsiteX13" fmla="*/ 105520 w 1885313"/>
                <a:gd name="connsiteY13" fmla="*/ 215241 h 835451"/>
                <a:gd name="connsiteX14" fmla="*/ 30463 w 1885313"/>
                <a:gd name="connsiteY14" fmla="*/ 218385 h 835451"/>
                <a:gd name="connsiteX15" fmla="*/ 27701 w 1885313"/>
                <a:gd name="connsiteY15" fmla="*/ 218385 h 835451"/>
                <a:gd name="connsiteX16" fmla="*/ 10461 w 1885313"/>
                <a:gd name="connsiteY16" fmla="*/ 215908 h 835451"/>
                <a:gd name="connsiteX17" fmla="*/ 1983 w 1885313"/>
                <a:gd name="connsiteY17" fmla="*/ 183904 h 835451"/>
                <a:gd name="connsiteX18" fmla="*/ 65801 w 1885313"/>
                <a:gd name="connsiteY18" fmla="*/ 73224 h 835451"/>
                <a:gd name="connsiteX19" fmla="*/ 140477 w 1885313"/>
                <a:gd name="connsiteY19" fmla="*/ 19693 h 835451"/>
                <a:gd name="connsiteX20" fmla="*/ 466042 w 1885313"/>
                <a:gd name="connsiteY20" fmla="*/ 16169 h 835451"/>
                <a:gd name="connsiteX21" fmla="*/ 1826497 w 1885313"/>
                <a:gd name="connsiteY21" fmla="*/ 167 h 835451"/>
                <a:gd name="connsiteX22" fmla="*/ 1859644 w 1885313"/>
                <a:gd name="connsiteY22" fmla="*/ 4739 h 835451"/>
                <a:gd name="connsiteX23" fmla="*/ 1880028 w 1885313"/>
                <a:gd name="connsiteY23" fmla="*/ 113609 h 835451"/>
                <a:gd name="connsiteX24" fmla="*/ 1884124 w 1885313"/>
                <a:gd name="connsiteY24" fmla="*/ 380691 h 83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85313" h="835451">
                  <a:moveTo>
                    <a:pt x="1884124" y="380691"/>
                  </a:moveTo>
                  <a:cubicBezTo>
                    <a:pt x="1884504" y="388177"/>
                    <a:pt x="1884124" y="395683"/>
                    <a:pt x="1882886" y="403074"/>
                  </a:cubicBezTo>
                  <a:cubicBezTo>
                    <a:pt x="1882409" y="405675"/>
                    <a:pt x="1881743" y="408227"/>
                    <a:pt x="1880789" y="410694"/>
                  </a:cubicBezTo>
                  <a:cubicBezTo>
                    <a:pt x="1874027" y="428316"/>
                    <a:pt x="1855834" y="438698"/>
                    <a:pt x="1838308" y="445556"/>
                  </a:cubicBezTo>
                  <a:cubicBezTo>
                    <a:pt x="1795446" y="462224"/>
                    <a:pt x="1756203" y="486704"/>
                    <a:pt x="1715436" y="508230"/>
                  </a:cubicBezTo>
                  <a:cubicBezTo>
                    <a:pt x="1530936" y="605957"/>
                    <a:pt x="1344723" y="699873"/>
                    <a:pt x="1157557" y="792361"/>
                  </a:cubicBezTo>
                  <a:cubicBezTo>
                    <a:pt x="1123172" y="809316"/>
                    <a:pt x="1088119" y="826461"/>
                    <a:pt x="1050401" y="832747"/>
                  </a:cubicBezTo>
                  <a:cubicBezTo>
                    <a:pt x="991726" y="842272"/>
                    <a:pt x="932004" y="824651"/>
                    <a:pt x="876855" y="802362"/>
                  </a:cubicBezTo>
                  <a:cubicBezTo>
                    <a:pt x="780176" y="763310"/>
                    <a:pt x="681973" y="731877"/>
                    <a:pt x="584437" y="695016"/>
                  </a:cubicBezTo>
                  <a:cubicBezTo>
                    <a:pt x="502236" y="663869"/>
                    <a:pt x="420512" y="631008"/>
                    <a:pt x="340311" y="594908"/>
                  </a:cubicBezTo>
                  <a:cubicBezTo>
                    <a:pt x="298212" y="575858"/>
                    <a:pt x="256492" y="555979"/>
                    <a:pt x="215248" y="535281"/>
                  </a:cubicBezTo>
                  <a:cubicBezTo>
                    <a:pt x="188483" y="521756"/>
                    <a:pt x="140191" y="506706"/>
                    <a:pt x="126094" y="478131"/>
                  </a:cubicBezTo>
                  <a:cubicBezTo>
                    <a:pt x="120950" y="465587"/>
                    <a:pt x="118380" y="452157"/>
                    <a:pt x="118475" y="438603"/>
                  </a:cubicBezTo>
                  <a:cubicBezTo>
                    <a:pt x="114379" y="364212"/>
                    <a:pt x="109902" y="289632"/>
                    <a:pt x="105520" y="215241"/>
                  </a:cubicBezTo>
                  <a:cubicBezTo>
                    <a:pt x="80660" y="218856"/>
                    <a:pt x="55514" y="219909"/>
                    <a:pt x="30463" y="218385"/>
                  </a:cubicBezTo>
                  <a:lnTo>
                    <a:pt x="27701" y="218385"/>
                  </a:lnTo>
                  <a:cubicBezTo>
                    <a:pt x="21891" y="219888"/>
                    <a:pt x="15604" y="218996"/>
                    <a:pt x="10461" y="215908"/>
                  </a:cubicBezTo>
                  <a:cubicBezTo>
                    <a:pt x="-493" y="209271"/>
                    <a:pt x="-4303" y="195113"/>
                    <a:pt x="1983" y="183904"/>
                  </a:cubicBezTo>
                  <a:cubicBezTo>
                    <a:pt x="24272" y="147582"/>
                    <a:pt x="45513" y="110688"/>
                    <a:pt x="65801" y="73224"/>
                  </a:cubicBezTo>
                  <a:cubicBezTo>
                    <a:pt x="85708" y="36266"/>
                    <a:pt x="94376" y="20265"/>
                    <a:pt x="140477" y="19693"/>
                  </a:cubicBezTo>
                  <a:cubicBezTo>
                    <a:pt x="248967" y="18677"/>
                    <a:pt x="357552" y="17502"/>
                    <a:pt x="466042" y="16169"/>
                  </a:cubicBezTo>
                  <a:cubicBezTo>
                    <a:pt x="919623" y="10835"/>
                    <a:pt x="1373108" y="5501"/>
                    <a:pt x="1826497" y="167"/>
                  </a:cubicBezTo>
                  <a:cubicBezTo>
                    <a:pt x="1837737" y="-689"/>
                    <a:pt x="1849072" y="870"/>
                    <a:pt x="1859644" y="4739"/>
                  </a:cubicBezTo>
                  <a:cubicBezTo>
                    <a:pt x="1890219" y="18741"/>
                    <a:pt x="1878694" y="86368"/>
                    <a:pt x="1880028" y="113609"/>
                  </a:cubicBezTo>
                  <a:cubicBezTo>
                    <a:pt x="1882791" y="202668"/>
                    <a:pt x="1882791" y="291727"/>
                    <a:pt x="1884124" y="380691"/>
                  </a:cubicBezTo>
                  <a:close/>
                </a:path>
              </a:pathLst>
            </a:custGeom>
            <a:solidFill>
              <a:srgbClr val="F89192"/>
            </a:solidFill>
            <a:ln w="9525"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54CC0C4B-D5CE-7FA4-A777-D2AAD9A1AC0A}"/>
                </a:ext>
              </a:extLst>
            </p:cNvPr>
            <p:cNvSpPr/>
            <p:nvPr/>
          </p:nvSpPr>
          <p:spPr>
            <a:xfrm>
              <a:off x="5268960" y="847497"/>
              <a:ext cx="1885313" cy="834880"/>
            </a:xfrm>
            <a:custGeom>
              <a:avLst/>
              <a:gdLst>
                <a:gd name="connsiteX0" fmla="*/ 1880219 w 1885313"/>
                <a:gd name="connsiteY0" fmla="*/ 113609 h 834880"/>
                <a:gd name="connsiteX1" fmla="*/ 1859835 w 1885313"/>
                <a:gd name="connsiteY1" fmla="*/ 4739 h 834880"/>
                <a:gd name="connsiteX2" fmla="*/ 1826688 w 1885313"/>
                <a:gd name="connsiteY2" fmla="*/ 167 h 834880"/>
                <a:gd name="connsiteX3" fmla="*/ 466042 w 1885313"/>
                <a:gd name="connsiteY3" fmla="*/ 15597 h 834880"/>
                <a:gd name="connsiteX4" fmla="*/ 140477 w 1885313"/>
                <a:gd name="connsiteY4" fmla="*/ 19122 h 834880"/>
                <a:gd name="connsiteX5" fmla="*/ 65801 w 1885313"/>
                <a:gd name="connsiteY5" fmla="*/ 72652 h 834880"/>
                <a:gd name="connsiteX6" fmla="*/ 1983 w 1885313"/>
                <a:gd name="connsiteY6" fmla="*/ 183333 h 834880"/>
                <a:gd name="connsiteX7" fmla="*/ 10461 w 1885313"/>
                <a:gd name="connsiteY7" fmla="*/ 215337 h 834880"/>
                <a:gd name="connsiteX8" fmla="*/ 27701 w 1885313"/>
                <a:gd name="connsiteY8" fmla="*/ 217813 h 834880"/>
                <a:gd name="connsiteX9" fmla="*/ 30463 w 1885313"/>
                <a:gd name="connsiteY9" fmla="*/ 217813 h 834880"/>
                <a:gd name="connsiteX10" fmla="*/ 105520 w 1885313"/>
                <a:gd name="connsiteY10" fmla="*/ 214670 h 834880"/>
                <a:gd name="connsiteX11" fmla="*/ 118475 w 1885313"/>
                <a:gd name="connsiteY11" fmla="*/ 438031 h 834880"/>
                <a:gd name="connsiteX12" fmla="*/ 126094 w 1885313"/>
                <a:gd name="connsiteY12" fmla="*/ 477560 h 834880"/>
                <a:gd name="connsiteX13" fmla="*/ 215248 w 1885313"/>
                <a:gd name="connsiteY13" fmla="*/ 534710 h 834880"/>
                <a:gd name="connsiteX14" fmla="*/ 340311 w 1885313"/>
                <a:gd name="connsiteY14" fmla="*/ 594336 h 834880"/>
                <a:gd name="connsiteX15" fmla="*/ 584437 w 1885313"/>
                <a:gd name="connsiteY15" fmla="*/ 694444 h 834880"/>
                <a:gd name="connsiteX16" fmla="*/ 876855 w 1885313"/>
                <a:gd name="connsiteY16" fmla="*/ 801791 h 834880"/>
                <a:gd name="connsiteX17" fmla="*/ 1050401 w 1885313"/>
                <a:gd name="connsiteY17" fmla="*/ 832175 h 834880"/>
                <a:gd name="connsiteX18" fmla="*/ 1157557 w 1885313"/>
                <a:gd name="connsiteY18" fmla="*/ 791790 h 834880"/>
                <a:gd name="connsiteX19" fmla="*/ 1715436 w 1885313"/>
                <a:gd name="connsiteY19" fmla="*/ 507659 h 834880"/>
                <a:gd name="connsiteX20" fmla="*/ 1838308 w 1885313"/>
                <a:gd name="connsiteY20" fmla="*/ 444984 h 834880"/>
                <a:gd name="connsiteX21" fmla="*/ 1880789 w 1885313"/>
                <a:gd name="connsiteY21" fmla="*/ 410123 h 834880"/>
                <a:gd name="connsiteX22" fmla="*/ 1882886 w 1885313"/>
                <a:gd name="connsiteY22" fmla="*/ 402503 h 834880"/>
                <a:gd name="connsiteX23" fmla="*/ 1884124 w 1885313"/>
                <a:gd name="connsiteY23" fmla="*/ 380119 h 834880"/>
                <a:gd name="connsiteX24" fmla="*/ 1880219 w 1885313"/>
                <a:gd name="connsiteY24" fmla="*/ 113609 h 834880"/>
                <a:gd name="connsiteX25" fmla="*/ 1833927 w 1885313"/>
                <a:gd name="connsiteY25" fmla="*/ 396216 h 834880"/>
                <a:gd name="connsiteX26" fmla="*/ 1208992 w 1885313"/>
                <a:gd name="connsiteY26" fmla="*/ 717304 h 834880"/>
                <a:gd name="connsiteX27" fmla="*/ 1021921 w 1885313"/>
                <a:gd name="connsiteY27" fmla="*/ 792552 h 834880"/>
                <a:gd name="connsiteX28" fmla="*/ 1016491 w 1885313"/>
                <a:gd name="connsiteY28" fmla="*/ 795028 h 834880"/>
                <a:gd name="connsiteX29" fmla="*/ 348407 w 1885313"/>
                <a:gd name="connsiteY29" fmla="*/ 547378 h 834880"/>
                <a:gd name="connsiteX30" fmla="*/ 166766 w 1885313"/>
                <a:gd name="connsiteY30" fmla="*/ 456510 h 834880"/>
                <a:gd name="connsiteX31" fmla="*/ 143620 w 1885313"/>
                <a:gd name="connsiteY31" fmla="*/ 65984 h 834880"/>
                <a:gd name="connsiteX32" fmla="*/ 795130 w 1885313"/>
                <a:gd name="connsiteY32" fmla="*/ 58650 h 834880"/>
                <a:gd name="connsiteX33" fmla="*/ 1471405 w 1885313"/>
                <a:gd name="connsiteY33" fmla="*/ 50935 h 834880"/>
                <a:gd name="connsiteX34" fmla="*/ 1831165 w 1885313"/>
                <a:gd name="connsiteY34" fmla="*/ 46934 h 834880"/>
                <a:gd name="connsiteX35" fmla="*/ 1833927 w 1885313"/>
                <a:gd name="connsiteY35" fmla="*/ 396216 h 83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85313" h="834880">
                  <a:moveTo>
                    <a:pt x="1880219" y="113609"/>
                  </a:moveTo>
                  <a:cubicBezTo>
                    <a:pt x="1879362" y="86368"/>
                    <a:pt x="1890410" y="18359"/>
                    <a:pt x="1859835" y="4739"/>
                  </a:cubicBezTo>
                  <a:cubicBezTo>
                    <a:pt x="1849262" y="870"/>
                    <a:pt x="1837927" y="-689"/>
                    <a:pt x="1826688" y="167"/>
                  </a:cubicBezTo>
                  <a:cubicBezTo>
                    <a:pt x="1373108" y="5120"/>
                    <a:pt x="919527" y="10263"/>
                    <a:pt x="466042" y="15597"/>
                  </a:cubicBezTo>
                  <a:cubicBezTo>
                    <a:pt x="357552" y="16804"/>
                    <a:pt x="248967" y="17978"/>
                    <a:pt x="140477" y="19122"/>
                  </a:cubicBezTo>
                  <a:cubicBezTo>
                    <a:pt x="94757" y="19693"/>
                    <a:pt x="85708" y="35695"/>
                    <a:pt x="65801" y="72652"/>
                  </a:cubicBezTo>
                  <a:cubicBezTo>
                    <a:pt x="45894" y="109609"/>
                    <a:pt x="24272" y="147042"/>
                    <a:pt x="1983" y="183333"/>
                  </a:cubicBezTo>
                  <a:cubicBezTo>
                    <a:pt x="-4303" y="194542"/>
                    <a:pt x="-493" y="208699"/>
                    <a:pt x="10461" y="215337"/>
                  </a:cubicBezTo>
                  <a:cubicBezTo>
                    <a:pt x="15604" y="218425"/>
                    <a:pt x="21891" y="219316"/>
                    <a:pt x="27701" y="217813"/>
                  </a:cubicBezTo>
                  <a:lnTo>
                    <a:pt x="30463" y="217813"/>
                  </a:lnTo>
                  <a:cubicBezTo>
                    <a:pt x="55514" y="219337"/>
                    <a:pt x="80660" y="218285"/>
                    <a:pt x="105520" y="214670"/>
                  </a:cubicBezTo>
                  <a:cubicBezTo>
                    <a:pt x="109902" y="289060"/>
                    <a:pt x="114379" y="363641"/>
                    <a:pt x="118475" y="438031"/>
                  </a:cubicBezTo>
                  <a:cubicBezTo>
                    <a:pt x="118380" y="451585"/>
                    <a:pt x="120950" y="465015"/>
                    <a:pt x="126094" y="477560"/>
                  </a:cubicBezTo>
                  <a:cubicBezTo>
                    <a:pt x="140191" y="506611"/>
                    <a:pt x="188483" y="521375"/>
                    <a:pt x="215248" y="534710"/>
                  </a:cubicBezTo>
                  <a:cubicBezTo>
                    <a:pt x="256492" y="555541"/>
                    <a:pt x="298212" y="575410"/>
                    <a:pt x="340311" y="594336"/>
                  </a:cubicBezTo>
                  <a:cubicBezTo>
                    <a:pt x="420512" y="630436"/>
                    <a:pt x="502236" y="663297"/>
                    <a:pt x="584437" y="694444"/>
                  </a:cubicBezTo>
                  <a:cubicBezTo>
                    <a:pt x="681973" y="731306"/>
                    <a:pt x="780176" y="762738"/>
                    <a:pt x="876855" y="801791"/>
                  </a:cubicBezTo>
                  <a:cubicBezTo>
                    <a:pt x="932004" y="824079"/>
                    <a:pt x="991726" y="841700"/>
                    <a:pt x="1050401" y="832175"/>
                  </a:cubicBezTo>
                  <a:cubicBezTo>
                    <a:pt x="1088501" y="825889"/>
                    <a:pt x="1123172" y="808744"/>
                    <a:pt x="1157557" y="791790"/>
                  </a:cubicBezTo>
                  <a:cubicBezTo>
                    <a:pt x="1344723" y="699302"/>
                    <a:pt x="1530936" y="605385"/>
                    <a:pt x="1715436" y="507659"/>
                  </a:cubicBezTo>
                  <a:cubicBezTo>
                    <a:pt x="1756203" y="486132"/>
                    <a:pt x="1795446" y="461653"/>
                    <a:pt x="1838308" y="444984"/>
                  </a:cubicBezTo>
                  <a:cubicBezTo>
                    <a:pt x="1855834" y="438126"/>
                    <a:pt x="1874027" y="427744"/>
                    <a:pt x="1880789" y="410123"/>
                  </a:cubicBezTo>
                  <a:cubicBezTo>
                    <a:pt x="1881743" y="407656"/>
                    <a:pt x="1882409" y="405103"/>
                    <a:pt x="1882886" y="402503"/>
                  </a:cubicBezTo>
                  <a:cubicBezTo>
                    <a:pt x="1884124" y="395111"/>
                    <a:pt x="1884504" y="387606"/>
                    <a:pt x="1884124" y="380119"/>
                  </a:cubicBezTo>
                  <a:cubicBezTo>
                    <a:pt x="1882791" y="291727"/>
                    <a:pt x="1882791" y="202668"/>
                    <a:pt x="1880219" y="113609"/>
                  </a:cubicBezTo>
                  <a:close/>
                  <a:moveTo>
                    <a:pt x="1833927" y="396216"/>
                  </a:moveTo>
                  <a:cubicBezTo>
                    <a:pt x="1618376" y="488990"/>
                    <a:pt x="1421399" y="618244"/>
                    <a:pt x="1208992" y="717304"/>
                  </a:cubicBezTo>
                  <a:cubicBezTo>
                    <a:pt x="1148127" y="746031"/>
                    <a:pt x="1085738" y="771158"/>
                    <a:pt x="1021921" y="792552"/>
                  </a:cubicBezTo>
                  <a:cubicBezTo>
                    <a:pt x="1020015" y="793190"/>
                    <a:pt x="1018206" y="794018"/>
                    <a:pt x="1016491" y="795028"/>
                  </a:cubicBezTo>
                  <a:cubicBezTo>
                    <a:pt x="790844" y="721209"/>
                    <a:pt x="564530" y="646724"/>
                    <a:pt x="348407" y="547378"/>
                  </a:cubicBezTo>
                  <a:cubicBezTo>
                    <a:pt x="286876" y="519184"/>
                    <a:pt x="226297" y="488895"/>
                    <a:pt x="166766" y="456510"/>
                  </a:cubicBezTo>
                  <a:cubicBezTo>
                    <a:pt x="159050" y="326271"/>
                    <a:pt x="151336" y="196096"/>
                    <a:pt x="143620" y="65984"/>
                  </a:cubicBezTo>
                  <a:lnTo>
                    <a:pt x="795130" y="58650"/>
                  </a:lnTo>
                  <a:lnTo>
                    <a:pt x="1471405" y="50935"/>
                  </a:lnTo>
                  <a:lnTo>
                    <a:pt x="1831165" y="46934"/>
                  </a:lnTo>
                  <a:cubicBezTo>
                    <a:pt x="1836404" y="163330"/>
                    <a:pt x="1837356" y="279757"/>
                    <a:pt x="1833927" y="396216"/>
                  </a:cubicBezTo>
                  <a:close/>
                </a:path>
              </a:pathLst>
            </a:custGeom>
            <a:solidFill>
              <a:srgbClr val="454E5F"/>
            </a:solidFill>
            <a:ln w="9525"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4D37FC28-5261-1ED0-2765-59F54022853F}"/>
                </a:ext>
              </a:extLst>
            </p:cNvPr>
            <p:cNvSpPr/>
            <p:nvPr/>
          </p:nvSpPr>
          <p:spPr>
            <a:xfrm>
              <a:off x="4678394" y="2111406"/>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EA4FD7DF-BB12-BF9D-7E75-F220CDF227C2}"/>
                </a:ext>
              </a:extLst>
            </p:cNvPr>
            <p:cNvSpPr/>
            <p:nvPr/>
          </p:nvSpPr>
          <p:spPr>
            <a:xfrm>
              <a:off x="4678489" y="2617851"/>
              <a:ext cx="3267741" cy="19050"/>
            </a:xfrm>
            <a:custGeom>
              <a:avLst/>
              <a:gdLst>
                <a:gd name="connsiteX0" fmla="*/ 3257168 w 3267741"/>
                <a:gd name="connsiteY0" fmla="*/ 18989 h 19050"/>
                <a:gd name="connsiteX1" fmla="*/ 3242881 w 3267741"/>
                <a:gd name="connsiteY1" fmla="*/ 18989 h 19050"/>
                <a:gd name="connsiteX2" fmla="*/ 3233356 w 3267741"/>
                <a:gd name="connsiteY2" fmla="*/ 9464 h 19050"/>
                <a:gd name="connsiteX3" fmla="*/ 3242881 w 3267741"/>
                <a:gd name="connsiteY3" fmla="*/ -61 h 19050"/>
                <a:gd name="connsiteX4" fmla="*/ 3257168 w 3267741"/>
                <a:gd name="connsiteY4" fmla="*/ -61 h 19050"/>
                <a:gd name="connsiteX5" fmla="*/ 3266693 w 3267741"/>
                <a:gd name="connsiteY5" fmla="*/ 9464 h 19050"/>
                <a:gd name="connsiteX6" fmla="*/ 3257168 w 3267741"/>
                <a:gd name="connsiteY6" fmla="*/ 18989 h 19050"/>
                <a:gd name="connsiteX7" fmla="*/ 3149155 w 3267741"/>
                <a:gd name="connsiteY7" fmla="*/ 18989 h 19050"/>
                <a:gd name="connsiteX8" fmla="*/ 3102196 w 3267741"/>
                <a:gd name="connsiteY8" fmla="*/ 18989 h 19050"/>
                <a:gd name="connsiteX9" fmla="*/ 3092671 w 3267741"/>
                <a:gd name="connsiteY9" fmla="*/ 9464 h 19050"/>
                <a:gd name="connsiteX10" fmla="*/ 3102196 w 3267741"/>
                <a:gd name="connsiteY10" fmla="*/ -61 h 19050"/>
                <a:gd name="connsiteX11" fmla="*/ 3149155 w 3267741"/>
                <a:gd name="connsiteY11" fmla="*/ -61 h 19050"/>
                <a:gd name="connsiteX12" fmla="*/ 3158680 w 3267741"/>
                <a:gd name="connsiteY12" fmla="*/ 9464 h 19050"/>
                <a:gd name="connsiteX13" fmla="*/ 3149155 w 3267741"/>
                <a:gd name="connsiteY13" fmla="*/ 18989 h 19050"/>
                <a:gd name="connsiteX14" fmla="*/ 3008471 w 3267741"/>
                <a:gd name="connsiteY14" fmla="*/ 18989 h 19050"/>
                <a:gd name="connsiteX15" fmla="*/ 2961609 w 3267741"/>
                <a:gd name="connsiteY15" fmla="*/ 18989 h 19050"/>
                <a:gd name="connsiteX16" fmla="*/ 2952084 w 3267741"/>
                <a:gd name="connsiteY16" fmla="*/ 9464 h 19050"/>
                <a:gd name="connsiteX17" fmla="*/ 2961609 w 3267741"/>
                <a:gd name="connsiteY17" fmla="*/ -61 h 19050"/>
                <a:gd name="connsiteX18" fmla="*/ 3008471 w 3267741"/>
                <a:gd name="connsiteY18" fmla="*/ -61 h 19050"/>
                <a:gd name="connsiteX19" fmla="*/ 3017996 w 3267741"/>
                <a:gd name="connsiteY19" fmla="*/ 9464 h 19050"/>
                <a:gd name="connsiteX20" fmla="*/ 3008471 w 3267741"/>
                <a:gd name="connsiteY20" fmla="*/ 18989 h 19050"/>
                <a:gd name="connsiteX21" fmla="*/ 2867882 w 3267741"/>
                <a:gd name="connsiteY21" fmla="*/ 18989 h 19050"/>
                <a:gd name="connsiteX22" fmla="*/ 2820924 w 3267741"/>
                <a:gd name="connsiteY22" fmla="*/ 18989 h 19050"/>
                <a:gd name="connsiteX23" fmla="*/ 2811399 w 3267741"/>
                <a:gd name="connsiteY23" fmla="*/ 9464 h 19050"/>
                <a:gd name="connsiteX24" fmla="*/ 2820924 w 3267741"/>
                <a:gd name="connsiteY24" fmla="*/ -61 h 19050"/>
                <a:gd name="connsiteX25" fmla="*/ 2867882 w 3267741"/>
                <a:gd name="connsiteY25" fmla="*/ -61 h 19050"/>
                <a:gd name="connsiteX26" fmla="*/ 2877407 w 3267741"/>
                <a:gd name="connsiteY26" fmla="*/ 9464 h 19050"/>
                <a:gd name="connsiteX27" fmla="*/ 2867882 w 3267741"/>
                <a:gd name="connsiteY27" fmla="*/ 18989 h 19050"/>
                <a:gd name="connsiteX28" fmla="*/ 2727197 w 3267741"/>
                <a:gd name="connsiteY28" fmla="*/ 18989 h 19050"/>
                <a:gd name="connsiteX29" fmla="*/ 2680335 w 3267741"/>
                <a:gd name="connsiteY29" fmla="*/ 18989 h 19050"/>
                <a:gd name="connsiteX30" fmla="*/ 2670810 w 3267741"/>
                <a:gd name="connsiteY30" fmla="*/ 9464 h 19050"/>
                <a:gd name="connsiteX31" fmla="*/ 2680335 w 3267741"/>
                <a:gd name="connsiteY31" fmla="*/ -61 h 19050"/>
                <a:gd name="connsiteX32" fmla="*/ 2727197 w 3267741"/>
                <a:gd name="connsiteY32" fmla="*/ -61 h 19050"/>
                <a:gd name="connsiteX33" fmla="*/ 2736722 w 3267741"/>
                <a:gd name="connsiteY33" fmla="*/ 9464 h 19050"/>
                <a:gd name="connsiteX34" fmla="*/ 2727197 w 3267741"/>
                <a:gd name="connsiteY34" fmla="*/ 18989 h 19050"/>
                <a:gd name="connsiteX35" fmla="*/ 2586609 w 3267741"/>
                <a:gd name="connsiteY35" fmla="*/ 18989 h 19050"/>
                <a:gd name="connsiteX36" fmla="*/ 2539746 w 3267741"/>
                <a:gd name="connsiteY36" fmla="*/ 18989 h 19050"/>
                <a:gd name="connsiteX37" fmla="*/ 2530221 w 3267741"/>
                <a:gd name="connsiteY37" fmla="*/ 9464 h 19050"/>
                <a:gd name="connsiteX38" fmla="*/ 2539746 w 3267741"/>
                <a:gd name="connsiteY38" fmla="*/ -61 h 19050"/>
                <a:gd name="connsiteX39" fmla="*/ 2586609 w 3267741"/>
                <a:gd name="connsiteY39" fmla="*/ -61 h 19050"/>
                <a:gd name="connsiteX40" fmla="*/ 2596134 w 3267741"/>
                <a:gd name="connsiteY40" fmla="*/ 9464 h 19050"/>
                <a:gd name="connsiteX41" fmla="*/ 2586609 w 3267741"/>
                <a:gd name="connsiteY41" fmla="*/ 18989 h 19050"/>
                <a:gd name="connsiteX42" fmla="*/ 2445544 w 3267741"/>
                <a:gd name="connsiteY42" fmla="*/ 18989 h 19050"/>
                <a:gd name="connsiteX43" fmla="*/ 2398680 w 3267741"/>
                <a:gd name="connsiteY43" fmla="*/ 18989 h 19050"/>
                <a:gd name="connsiteX44" fmla="*/ 2389155 w 3267741"/>
                <a:gd name="connsiteY44" fmla="*/ 9464 h 19050"/>
                <a:gd name="connsiteX45" fmla="*/ 2398680 w 3267741"/>
                <a:gd name="connsiteY45" fmla="*/ -61 h 19050"/>
                <a:gd name="connsiteX46" fmla="*/ 2445544 w 3267741"/>
                <a:gd name="connsiteY46" fmla="*/ -61 h 19050"/>
                <a:gd name="connsiteX47" fmla="*/ 2455069 w 3267741"/>
                <a:gd name="connsiteY47" fmla="*/ 9464 h 19050"/>
                <a:gd name="connsiteX48" fmla="*/ 2445544 w 3267741"/>
                <a:gd name="connsiteY48" fmla="*/ 18989 h 19050"/>
                <a:gd name="connsiteX49" fmla="*/ 2304954 w 3267741"/>
                <a:gd name="connsiteY49" fmla="*/ 18989 h 19050"/>
                <a:gd name="connsiteX50" fmla="*/ 2258091 w 3267741"/>
                <a:gd name="connsiteY50" fmla="*/ 18989 h 19050"/>
                <a:gd name="connsiteX51" fmla="*/ 2248566 w 3267741"/>
                <a:gd name="connsiteY51" fmla="*/ 9464 h 19050"/>
                <a:gd name="connsiteX52" fmla="*/ 2258091 w 3267741"/>
                <a:gd name="connsiteY52" fmla="*/ -61 h 19050"/>
                <a:gd name="connsiteX53" fmla="*/ 2304954 w 3267741"/>
                <a:gd name="connsiteY53" fmla="*/ -61 h 19050"/>
                <a:gd name="connsiteX54" fmla="*/ 2314479 w 3267741"/>
                <a:gd name="connsiteY54" fmla="*/ 9464 h 19050"/>
                <a:gd name="connsiteX55" fmla="*/ 2304954 w 3267741"/>
                <a:gd name="connsiteY55" fmla="*/ 18989 h 19050"/>
                <a:gd name="connsiteX56" fmla="*/ 2164270 w 3267741"/>
                <a:gd name="connsiteY56" fmla="*/ 18989 h 19050"/>
                <a:gd name="connsiteX57" fmla="*/ 2117408 w 3267741"/>
                <a:gd name="connsiteY57" fmla="*/ 18989 h 19050"/>
                <a:gd name="connsiteX58" fmla="*/ 2107883 w 3267741"/>
                <a:gd name="connsiteY58" fmla="*/ 9464 h 19050"/>
                <a:gd name="connsiteX59" fmla="*/ 2117408 w 3267741"/>
                <a:gd name="connsiteY59" fmla="*/ -61 h 19050"/>
                <a:gd name="connsiteX60" fmla="*/ 2164270 w 3267741"/>
                <a:gd name="connsiteY60" fmla="*/ -61 h 19050"/>
                <a:gd name="connsiteX61" fmla="*/ 2173795 w 3267741"/>
                <a:gd name="connsiteY61" fmla="*/ 9464 h 19050"/>
                <a:gd name="connsiteX62" fmla="*/ 2164270 w 3267741"/>
                <a:gd name="connsiteY62" fmla="*/ 18989 h 19050"/>
                <a:gd name="connsiteX63" fmla="*/ 2023681 w 3267741"/>
                <a:gd name="connsiteY63" fmla="*/ 18989 h 19050"/>
                <a:gd name="connsiteX64" fmla="*/ 1976819 w 3267741"/>
                <a:gd name="connsiteY64" fmla="*/ 18989 h 19050"/>
                <a:gd name="connsiteX65" fmla="*/ 1967294 w 3267741"/>
                <a:gd name="connsiteY65" fmla="*/ 9464 h 19050"/>
                <a:gd name="connsiteX66" fmla="*/ 1976819 w 3267741"/>
                <a:gd name="connsiteY66" fmla="*/ -61 h 19050"/>
                <a:gd name="connsiteX67" fmla="*/ 2023681 w 3267741"/>
                <a:gd name="connsiteY67" fmla="*/ -61 h 19050"/>
                <a:gd name="connsiteX68" fmla="*/ 2033206 w 3267741"/>
                <a:gd name="connsiteY68" fmla="*/ 9464 h 19050"/>
                <a:gd name="connsiteX69" fmla="*/ 2023681 w 3267741"/>
                <a:gd name="connsiteY69" fmla="*/ 18989 h 19050"/>
                <a:gd name="connsiteX70" fmla="*/ 1883568 w 3267741"/>
                <a:gd name="connsiteY70" fmla="*/ 18989 h 19050"/>
                <a:gd name="connsiteX71" fmla="*/ 1836610 w 3267741"/>
                <a:gd name="connsiteY71" fmla="*/ 18989 h 19050"/>
                <a:gd name="connsiteX72" fmla="*/ 1827085 w 3267741"/>
                <a:gd name="connsiteY72" fmla="*/ 9464 h 19050"/>
                <a:gd name="connsiteX73" fmla="*/ 1836610 w 3267741"/>
                <a:gd name="connsiteY73" fmla="*/ -61 h 19050"/>
                <a:gd name="connsiteX74" fmla="*/ 1883568 w 3267741"/>
                <a:gd name="connsiteY74" fmla="*/ -61 h 19050"/>
                <a:gd name="connsiteX75" fmla="*/ 1893093 w 3267741"/>
                <a:gd name="connsiteY75" fmla="*/ 9464 h 19050"/>
                <a:gd name="connsiteX76" fmla="*/ 1883568 w 3267741"/>
                <a:gd name="connsiteY76" fmla="*/ 18989 h 19050"/>
                <a:gd name="connsiteX77" fmla="*/ 1742884 w 3267741"/>
                <a:gd name="connsiteY77" fmla="*/ 18989 h 19050"/>
                <a:gd name="connsiteX78" fmla="*/ 1696022 w 3267741"/>
                <a:gd name="connsiteY78" fmla="*/ 18989 h 19050"/>
                <a:gd name="connsiteX79" fmla="*/ 1686497 w 3267741"/>
                <a:gd name="connsiteY79" fmla="*/ 9464 h 19050"/>
                <a:gd name="connsiteX80" fmla="*/ 1696022 w 3267741"/>
                <a:gd name="connsiteY80" fmla="*/ -61 h 19050"/>
                <a:gd name="connsiteX81" fmla="*/ 1742884 w 3267741"/>
                <a:gd name="connsiteY81" fmla="*/ -61 h 19050"/>
                <a:gd name="connsiteX82" fmla="*/ 1752409 w 3267741"/>
                <a:gd name="connsiteY82" fmla="*/ 9464 h 19050"/>
                <a:gd name="connsiteX83" fmla="*/ 1742884 w 3267741"/>
                <a:gd name="connsiteY83" fmla="*/ 18989 h 19050"/>
                <a:gd name="connsiteX84" fmla="*/ 1602295 w 3267741"/>
                <a:gd name="connsiteY84" fmla="*/ 18989 h 19050"/>
                <a:gd name="connsiteX85" fmla="*/ 1555337 w 3267741"/>
                <a:gd name="connsiteY85" fmla="*/ 18989 h 19050"/>
                <a:gd name="connsiteX86" fmla="*/ 1545812 w 3267741"/>
                <a:gd name="connsiteY86" fmla="*/ 9464 h 19050"/>
                <a:gd name="connsiteX87" fmla="*/ 1555337 w 3267741"/>
                <a:gd name="connsiteY87" fmla="*/ -61 h 19050"/>
                <a:gd name="connsiteX88" fmla="*/ 1602295 w 3267741"/>
                <a:gd name="connsiteY88" fmla="*/ -61 h 19050"/>
                <a:gd name="connsiteX89" fmla="*/ 1611820 w 3267741"/>
                <a:gd name="connsiteY89" fmla="*/ 9464 h 19050"/>
                <a:gd name="connsiteX90" fmla="*/ 1602295 w 3267741"/>
                <a:gd name="connsiteY90" fmla="*/ 18989 h 19050"/>
                <a:gd name="connsiteX91" fmla="*/ 1461610 w 3267741"/>
                <a:gd name="connsiteY91" fmla="*/ 18989 h 19050"/>
                <a:gd name="connsiteX92" fmla="*/ 1414748 w 3267741"/>
                <a:gd name="connsiteY92" fmla="*/ 18989 h 19050"/>
                <a:gd name="connsiteX93" fmla="*/ 1405223 w 3267741"/>
                <a:gd name="connsiteY93" fmla="*/ 9464 h 19050"/>
                <a:gd name="connsiteX94" fmla="*/ 1414748 w 3267741"/>
                <a:gd name="connsiteY94" fmla="*/ -61 h 19050"/>
                <a:gd name="connsiteX95" fmla="*/ 1461610 w 3267741"/>
                <a:gd name="connsiteY95" fmla="*/ -61 h 19050"/>
                <a:gd name="connsiteX96" fmla="*/ 1471135 w 3267741"/>
                <a:gd name="connsiteY96" fmla="*/ 9464 h 19050"/>
                <a:gd name="connsiteX97" fmla="*/ 1461610 w 3267741"/>
                <a:gd name="connsiteY97" fmla="*/ 18989 h 19050"/>
                <a:gd name="connsiteX98" fmla="*/ 1321021 w 3267741"/>
                <a:gd name="connsiteY98" fmla="*/ 18989 h 19050"/>
                <a:gd name="connsiteX99" fmla="*/ 1273968 w 3267741"/>
                <a:gd name="connsiteY99" fmla="*/ 18989 h 19050"/>
                <a:gd name="connsiteX100" fmla="*/ 1264443 w 3267741"/>
                <a:gd name="connsiteY100" fmla="*/ 9464 h 19050"/>
                <a:gd name="connsiteX101" fmla="*/ 1273968 w 3267741"/>
                <a:gd name="connsiteY101" fmla="*/ -61 h 19050"/>
                <a:gd name="connsiteX102" fmla="*/ 1320832 w 3267741"/>
                <a:gd name="connsiteY102" fmla="*/ -61 h 19050"/>
                <a:gd name="connsiteX103" fmla="*/ 1330357 w 3267741"/>
                <a:gd name="connsiteY103" fmla="*/ 9464 h 19050"/>
                <a:gd name="connsiteX104" fmla="*/ 1320832 w 3267741"/>
                <a:gd name="connsiteY104" fmla="*/ 18989 h 19050"/>
                <a:gd name="connsiteX105" fmla="*/ 1180338 w 3267741"/>
                <a:gd name="connsiteY105" fmla="*/ 18989 h 19050"/>
                <a:gd name="connsiteX106" fmla="*/ 1133475 w 3267741"/>
                <a:gd name="connsiteY106" fmla="*/ 18989 h 19050"/>
                <a:gd name="connsiteX107" fmla="*/ 1123950 w 3267741"/>
                <a:gd name="connsiteY107" fmla="*/ 9464 h 19050"/>
                <a:gd name="connsiteX108" fmla="*/ 1133475 w 3267741"/>
                <a:gd name="connsiteY108" fmla="*/ -61 h 19050"/>
                <a:gd name="connsiteX109" fmla="*/ 1180338 w 3267741"/>
                <a:gd name="connsiteY109" fmla="*/ -61 h 19050"/>
                <a:gd name="connsiteX110" fmla="*/ 1189863 w 3267741"/>
                <a:gd name="connsiteY110" fmla="*/ 9464 h 19050"/>
                <a:gd name="connsiteX111" fmla="*/ 1180338 w 3267741"/>
                <a:gd name="connsiteY111" fmla="*/ 18989 h 19050"/>
                <a:gd name="connsiteX112" fmla="*/ 1039749 w 3267741"/>
                <a:gd name="connsiteY112" fmla="*/ 18989 h 19050"/>
                <a:gd name="connsiteX113" fmla="*/ 992886 w 3267741"/>
                <a:gd name="connsiteY113" fmla="*/ 18989 h 19050"/>
                <a:gd name="connsiteX114" fmla="*/ 983361 w 3267741"/>
                <a:gd name="connsiteY114" fmla="*/ 9464 h 19050"/>
                <a:gd name="connsiteX115" fmla="*/ 992886 w 3267741"/>
                <a:gd name="connsiteY115" fmla="*/ -61 h 19050"/>
                <a:gd name="connsiteX116" fmla="*/ 1039749 w 3267741"/>
                <a:gd name="connsiteY116" fmla="*/ -61 h 19050"/>
                <a:gd name="connsiteX117" fmla="*/ 1049274 w 3267741"/>
                <a:gd name="connsiteY117" fmla="*/ 9464 h 19050"/>
                <a:gd name="connsiteX118" fmla="*/ 1039749 w 3267741"/>
                <a:gd name="connsiteY118" fmla="*/ 18989 h 19050"/>
                <a:gd name="connsiteX119" fmla="*/ 899065 w 3267741"/>
                <a:gd name="connsiteY119" fmla="*/ 18989 h 19050"/>
                <a:gd name="connsiteX120" fmla="*/ 852201 w 3267741"/>
                <a:gd name="connsiteY120" fmla="*/ 18989 h 19050"/>
                <a:gd name="connsiteX121" fmla="*/ 842676 w 3267741"/>
                <a:gd name="connsiteY121" fmla="*/ 9464 h 19050"/>
                <a:gd name="connsiteX122" fmla="*/ 852201 w 3267741"/>
                <a:gd name="connsiteY122" fmla="*/ -61 h 19050"/>
                <a:gd name="connsiteX123" fmla="*/ 899065 w 3267741"/>
                <a:gd name="connsiteY123" fmla="*/ -61 h 19050"/>
                <a:gd name="connsiteX124" fmla="*/ 908590 w 3267741"/>
                <a:gd name="connsiteY124" fmla="*/ 9464 h 19050"/>
                <a:gd name="connsiteX125" fmla="*/ 899065 w 3267741"/>
                <a:gd name="connsiteY125" fmla="*/ 18989 h 19050"/>
                <a:gd name="connsiteX126" fmla="*/ 758475 w 3267741"/>
                <a:gd name="connsiteY126" fmla="*/ 18989 h 19050"/>
                <a:gd name="connsiteX127" fmla="*/ 711993 w 3267741"/>
                <a:gd name="connsiteY127" fmla="*/ 18989 h 19050"/>
                <a:gd name="connsiteX128" fmla="*/ 702468 w 3267741"/>
                <a:gd name="connsiteY128" fmla="*/ 9464 h 19050"/>
                <a:gd name="connsiteX129" fmla="*/ 711993 w 3267741"/>
                <a:gd name="connsiteY129" fmla="*/ -61 h 19050"/>
                <a:gd name="connsiteX130" fmla="*/ 758857 w 3267741"/>
                <a:gd name="connsiteY130" fmla="*/ -61 h 19050"/>
                <a:gd name="connsiteX131" fmla="*/ 768382 w 3267741"/>
                <a:gd name="connsiteY131" fmla="*/ 9464 h 19050"/>
                <a:gd name="connsiteX132" fmla="*/ 758857 w 3267741"/>
                <a:gd name="connsiteY132" fmla="*/ 18989 h 19050"/>
                <a:gd name="connsiteX133" fmla="*/ 617791 w 3267741"/>
                <a:gd name="connsiteY133" fmla="*/ 18989 h 19050"/>
                <a:gd name="connsiteX134" fmla="*/ 570928 w 3267741"/>
                <a:gd name="connsiteY134" fmla="*/ 18989 h 19050"/>
                <a:gd name="connsiteX135" fmla="*/ 561403 w 3267741"/>
                <a:gd name="connsiteY135" fmla="*/ 9464 h 19050"/>
                <a:gd name="connsiteX136" fmla="*/ 570928 w 3267741"/>
                <a:gd name="connsiteY136" fmla="*/ -61 h 19050"/>
                <a:gd name="connsiteX137" fmla="*/ 617791 w 3267741"/>
                <a:gd name="connsiteY137" fmla="*/ -61 h 19050"/>
                <a:gd name="connsiteX138" fmla="*/ 627316 w 3267741"/>
                <a:gd name="connsiteY138" fmla="*/ 9464 h 19050"/>
                <a:gd name="connsiteX139" fmla="*/ 617791 w 3267741"/>
                <a:gd name="connsiteY139" fmla="*/ 18989 h 19050"/>
                <a:gd name="connsiteX140" fmla="*/ 477202 w 3267741"/>
                <a:gd name="connsiteY140" fmla="*/ 18989 h 19050"/>
                <a:gd name="connsiteX141" fmla="*/ 430340 w 3267741"/>
                <a:gd name="connsiteY141" fmla="*/ 18989 h 19050"/>
                <a:gd name="connsiteX142" fmla="*/ 420815 w 3267741"/>
                <a:gd name="connsiteY142" fmla="*/ 9464 h 19050"/>
                <a:gd name="connsiteX143" fmla="*/ 430340 w 3267741"/>
                <a:gd name="connsiteY143" fmla="*/ -61 h 19050"/>
                <a:gd name="connsiteX144" fmla="*/ 477202 w 3267741"/>
                <a:gd name="connsiteY144" fmla="*/ -61 h 19050"/>
                <a:gd name="connsiteX145" fmla="*/ 486727 w 3267741"/>
                <a:gd name="connsiteY145" fmla="*/ 9464 h 19050"/>
                <a:gd name="connsiteX146" fmla="*/ 477202 w 3267741"/>
                <a:gd name="connsiteY146" fmla="*/ 18989 h 19050"/>
                <a:gd name="connsiteX147" fmla="*/ 336613 w 3267741"/>
                <a:gd name="connsiteY147" fmla="*/ 18989 h 19050"/>
                <a:gd name="connsiteX148" fmla="*/ 289655 w 3267741"/>
                <a:gd name="connsiteY148" fmla="*/ 18989 h 19050"/>
                <a:gd name="connsiteX149" fmla="*/ 280130 w 3267741"/>
                <a:gd name="connsiteY149" fmla="*/ 9464 h 19050"/>
                <a:gd name="connsiteX150" fmla="*/ 289655 w 3267741"/>
                <a:gd name="connsiteY150" fmla="*/ -61 h 19050"/>
                <a:gd name="connsiteX151" fmla="*/ 336613 w 3267741"/>
                <a:gd name="connsiteY151" fmla="*/ -61 h 19050"/>
                <a:gd name="connsiteX152" fmla="*/ 346138 w 3267741"/>
                <a:gd name="connsiteY152" fmla="*/ 9464 h 19050"/>
                <a:gd name="connsiteX153" fmla="*/ 336613 w 3267741"/>
                <a:gd name="connsiteY153" fmla="*/ 18989 h 19050"/>
                <a:gd name="connsiteX154" fmla="*/ 195928 w 3267741"/>
                <a:gd name="connsiteY154" fmla="*/ 18989 h 19050"/>
                <a:gd name="connsiteX155" fmla="*/ 149066 w 3267741"/>
                <a:gd name="connsiteY155" fmla="*/ 18989 h 19050"/>
                <a:gd name="connsiteX156" fmla="*/ 139541 w 3267741"/>
                <a:gd name="connsiteY156" fmla="*/ 9464 h 19050"/>
                <a:gd name="connsiteX157" fmla="*/ 149066 w 3267741"/>
                <a:gd name="connsiteY157" fmla="*/ -61 h 19050"/>
                <a:gd name="connsiteX158" fmla="*/ 195928 w 3267741"/>
                <a:gd name="connsiteY158" fmla="*/ -61 h 19050"/>
                <a:gd name="connsiteX159" fmla="*/ 205453 w 3267741"/>
                <a:gd name="connsiteY159" fmla="*/ 9464 h 19050"/>
                <a:gd name="connsiteX160" fmla="*/ 195928 w 3267741"/>
                <a:gd name="connsiteY160" fmla="*/ 18989 h 19050"/>
                <a:gd name="connsiteX161" fmla="*/ 55340 w 3267741"/>
                <a:gd name="connsiteY161" fmla="*/ 18989 h 19050"/>
                <a:gd name="connsiteX162" fmla="*/ 8477 w 3267741"/>
                <a:gd name="connsiteY162" fmla="*/ 18989 h 19050"/>
                <a:gd name="connsiteX163" fmla="*/ -1048 w 3267741"/>
                <a:gd name="connsiteY163" fmla="*/ 9464 h 19050"/>
                <a:gd name="connsiteX164" fmla="*/ 8477 w 3267741"/>
                <a:gd name="connsiteY164" fmla="*/ -61 h 19050"/>
                <a:gd name="connsiteX165" fmla="*/ 55340 w 3267741"/>
                <a:gd name="connsiteY165" fmla="*/ -61 h 19050"/>
                <a:gd name="connsiteX166" fmla="*/ 64865 w 3267741"/>
                <a:gd name="connsiteY166" fmla="*/ 9464 h 19050"/>
                <a:gd name="connsiteX167" fmla="*/ 55340 w 3267741"/>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741" h="19050">
                  <a:moveTo>
                    <a:pt x="3257168" y="18989"/>
                  </a:moveTo>
                  <a:lnTo>
                    <a:pt x="3242881" y="18989"/>
                  </a:lnTo>
                  <a:cubicBezTo>
                    <a:pt x="3237643" y="18989"/>
                    <a:pt x="3233356" y="14722"/>
                    <a:pt x="3233356" y="9464"/>
                  </a:cubicBezTo>
                  <a:cubicBezTo>
                    <a:pt x="3233356" y="4206"/>
                    <a:pt x="3237643" y="-61"/>
                    <a:pt x="3242881" y="-61"/>
                  </a:cubicBezTo>
                  <a:lnTo>
                    <a:pt x="3257168" y="-61"/>
                  </a:lnTo>
                  <a:cubicBezTo>
                    <a:pt x="3262408" y="-61"/>
                    <a:pt x="3266693" y="4206"/>
                    <a:pt x="3266693" y="9464"/>
                  </a:cubicBezTo>
                  <a:cubicBezTo>
                    <a:pt x="3266693" y="14722"/>
                    <a:pt x="3262408" y="18989"/>
                    <a:pt x="3257168" y="18989"/>
                  </a:cubicBezTo>
                  <a:close/>
                  <a:moveTo>
                    <a:pt x="3149155" y="18989"/>
                  </a:moveTo>
                  <a:lnTo>
                    <a:pt x="3102196" y="18989"/>
                  </a:lnTo>
                  <a:cubicBezTo>
                    <a:pt x="3096958" y="18989"/>
                    <a:pt x="3092671" y="14722"/>
                    <a:pt x="3092671" y="9464"/>
                  </a:cubicBezTo>
                  <a:cubicBezTo>
                    <a:pt x="3092671" y="4206"/>
                    <a:pt x="3096958" y="-61"/>
                    <a:pt x="3102196" y="-61"/>
                  </a:cubicBezTo>
                  <a:lnTo>
                    <a:pt x="3149155" y="-61"/>
                  </a:lnTo>
                  <a:cubicBezTo>
                    <a:pt x="3154394" y="-61"/>
                    <a:pt x="3158680" y="4206"/>
                    <a:pt x="3158680" y="9464"/>
                  </a:cubicBezTo>
                  <a:cubicBezTo>
                    <a:pt x="3158680" y="14722"/>
                    <a:pt x="3154394" y="18989"/>
                    <a:pt x="3149155" y="18989"/>
                  </a:cubicBezTo>
                  <a:close/>
                  <a:moveTo>
                    <a:pt x="3008471" y="18989"/>
                  </a:moveTo>
                  <a:lnTo>
                    <a:pt x="2961609" y="18989"/>
                  </a:lnTo>
                  <a:cubicBezTo>
                    <a:pt x="2956369" y="18989"/>
                    <a:pt x="2952084" y="14722"/>
                    <a:pt x="2952084" y="9464"/>
                  </a:cubicBezTo>
                  <a:cubicBezTo>
                    <a:pt x="2952084" y="4206"/>
                    <a:pt x="2956369" y="-61"/>
                    <a:pt x="2961609" y="-61"/>
                  </a:cubicBezTo>
                  <a:lnTo>
                    <a:pt x="3008471" y="-61"/>
                  </a:lnTo>
                  <a:cubicBezTo>
                    <a:pt x="3013710" y="-61"/>
                    <a:pt x="3017996" y="4206"/>
                    <a:pt x="3017996" y="9464"/>
                  </a:cubicBezTo>
                  <a:cubicBezTo>
                    <a:pt x="3017996" y="14722"/>
                    <a:pt x="3013710" y="18989"/>
                    <a:pt x="3008471" y="18989"/>
                  </a:cubicBezTo>
                  <a:close/>
                  <a:moveTo>
                    <a:pt x="2867882" y="18989"/>
                  </a:moveTo>
                  <a:lnTo>
                    <a:pt x="2820924" y="18989"/>
                  </a:lnTo>
                  <a:cubicBezTo>
                    <a:pt x="2815685" y="18989"/>
                    <a:pt x="2811399" y="14722"/>
                    <a:pt x="2811399" y="9464"/>
                  </a:cubicBezTo>
                  <a:cubicBezTo>
                    <a:pt x="2811399" y="4206"/>
                    <a:pt x="2815685" y="-61"/>
                    <a:pt x="2820924" y="-61"/>
                  </a:cubicBezTo>
                  <a:lnTo>
                    <a:pt x="2867882" y="-61"/>
                  </a:lnTo>
                  <a:cubicBezTo>
                    <a:pt x="2873121" y="-61"/>
                    <a:pt x="2877407" y="4206"/>
                    <a:pt x="2877407" y="9464"/>
                  </a:cubicBezTo>
                  <a:cubicBezTo>
                    <a:pt x="2877407" y="14722"/>
                    <a:pt x="2873121" y="18989"/>
                    <a:pt x="2867882" y="18989"/>
                  </a:cubicBezTo>
                  <a:close/>
                  <a:moveTo>
                    <a:pt x="2727197" y="18989"/>
                  </a:moveTo>
                  <a:lnTo>
                    <a:pt x="2680335" y="18989"/>
                  </a:lnTo>
                  <a:cubicBezTo>
                    <a:pt x="2675096" y="18989"/>
                    <a:pt x="2670810" y="14722"/>
                    <a:pt x="2670810" y="9464"/>
                  </a:cubicBezTo>
                  <a:cubicBezTo>
                    <a:pt x="2670810" y="4206"/>
                    <a:pt x="2675096" y="-61"/>
                    <a:pt x="2680335" y="-61"/>
                  </a:cubicBezTo>
                  <a:lnTo>
                    <a:pt x="2727197" y="-61"/>
                  </a:lnTo>
                  <a:cubicBezTo>
                    <a:pt x="2732436" y="-61"/>
                    <a:pt x="2736722" y="4206"/>
                    <a:pt x="2736722" y="9464"/>
                  </a:cubicBezTo>
                  <a:cubicBezTo>
                    <a:pt x="2736722" y="14722"/>
                    <a:pt x="2732436" y="18989"/>
                    <a:pt x="2727197" y="18989"/>
                  </a:cubicBezTo>
                  <a:close/>
                  <a:moveTo>
                    <a:pt x="2586609" y="18989"/>
                  </a:moveTo>
                  <a:lnTo>
                    <a:pt x="2539746" y="18989"/>
                  </a:lnTo>
                  <a:cubicBezTo>
                    <a:pt x="2534507" y="18989"/>
                    <a:pt x="2530221" y="14722"/>
                    <a:pt x="2530221" y="9464"/>
                  </a:cubicBezTo>
                  <a:cubicBezTo>
                    <a:pt x="2530221" y="4206"/>
                    <a:pt x="2534507" y="-61"/>
                    <a:pt x="2539746" y="-61"/>
                  </a:cubicBezTo>
                  <a:lnTo>
                    <a:pt x="2586609" y="-61"/>
                  </a:lnTo>
                  <a:cubicBezTo>
                    <a:pt x="2591847" y="-61"/>
                    <a:pt x="2596134" y="4206"/>
                    <a:pt x="2596134" y="9464"/>
                  </a:cubicBezTo>
                  <a:cubicBezTo>
                    <a:pt x="2596134" y="14722"/>
                    <a:pt x="2591847" y="18989"/>
                    <a:pt x="2586609" y="18989"/>
                  </a:cubicBezTo>
                  <a:close/>
                  <a:moveTo>
                    <a:pt x="2445544" y="18989"/>
                  </a:moveTo>
                  <a:lnTo>
                    <a:pt x="2398680" y="18989"/>
                  </a:lnTo>
                  <a:cubicBezTo>
                    <a:pt x="2393442" y="18989"/>
                    <a:pt x="2389155" y="14722"/>
                    <a:pt x="2389155" y="9464"/>
                  </a:cubicBezTo>
                  <a:cubicBezTo>
                    <a:pt x="2389155" y="4206"/>
                    <a:pt x="2393442" y="-61"/>
                    <a:pt x="2398680" y="-61"/>
                  </a:cubicBezTo>
                  <a:lnTo>
                    <a:pt x="2445544" y="-61"/>
                  </a:lnTo>
                  <a:cubicBezTo>
                    <a:pt x="2450783" y="-61"/>
                    <a:pt x="2455069" y="4206"/>
                    <a:pt x="2455069" y="9464"/>
                  </a:cubicBezTo>
                  <a:cubicBezTo>
                    <a:pt x="2455069" y="14722"/>
                    <a:pt x="2450783" y="18989"/>
                    <a:pt x="2445544" y="18989"/>
                  </a:cubicBezTo>
                  <a:close/>
                  <a:moveTo>
                    <a:pt x="2304954" y="18989"/>
                  </a:moveTo>
                  <a:lnTo>
                    <a:pt x="2258091" y="18989"/>
                  </a:lnTo>
                  <a:cubicBezTo>
                    <a:pt x="2252853" y="18989"/>
                    <a:pt x="2248566" y="14722"/>
                    <a:pt x="2248566" y="9464"/>
                  </a:cubicBezTo>
                  <a:cubicBezTo>
                    <a:pt x="2248566" y="4206"/>
                    <a:pt x="2252853" y="-61"/>
                    <a:pt x="2258091" y="-61"/>
                  </a:cubicBezTo>
                  <a:lnTo>
                    <a:pt x="2304954" y="-61"/>
                  </a:lnTo>
                  <a:cubicBezTo>
                    <a:pt x="2310194" y="-61"/>
                    <a:pt x="2314479" y="4206"/>
                    <a:pt x="2314479" y="9464"/>
                  </a:cubicBezTo>
                  <a:cubicBezTo>
                    <a:pt x="2314479" y="14722"/>
                    <a:pt x="2310194" y="18989"/>
                    <a:pt x="2304954" y="18989"/>
                  </a:cubicBezTo>
                  <a:close/>
                  <a:moveTo>
                    <a:pt x="2164270" y="18989"/>
                  </a:moveTo>
                  <a:lnTo>
                    <a:pt x="2117408" y="18989"/>
                  </a:lnTo>
                  <a:cubicBezTo>
                    <a:pt x="2112169" y="18989"/>
                    <a:pt x="2107883" y="14722"/>
                    <a:pt x="2107883" y="9464"/>
                  </a:cubicBezTo>
                  <a:cubicBezTo>
                    <a:pt x="2107883" y="4206"/>
                    <a:pt x="2112169" y="-61"/>
                    <a:pt x="2117408" y="-61"/>
                  </a:cubicBezTo>
                  <a:lnTo>
                    <a:pt x="2164270" y="-61"/>
                  </a:lnTo>
                  <a:cubicBezTo>
                    <a:pt x="2169509" y="-61"/>
                    <a:pt x="2173795" y="4206"/>
                    <a:pt x="2173795" y="9464"/>
                  </a:cubicBezTo>
                  <a:cubicBezTo>
                    <a:pt x="2173795" y="14722"/>
                    <a:pt x="2169509" y="18989"/>
                    <a:pt x="2164270" y="18989"/>
                  </a:cubicBezTo>
                  <a:close/>
                  <a:moveTo>
                    <a:pt x="2023681" y="18989"/>
                  </a:moveTo>
                  <a:lnTo>
                    <a:pt x="1976819" y="18989"/>
                  </a:lnTo>
                  <a:cubicBezTo>
                    <a:pt x="1971579" y="18989"/>
                    <a:pt x="1967294" y="14722"/>
                    <a:pt x="1967294" y="9464"/>
                  </a:cubicBezTo>
                  <a:cubicBezTo>
                    <a:pt x="1967294" y="4206"/>
                    <a:pt x="1971579" y="-61"/>
                    <a:pt x="1976819" y="-61"/>
                  </a:cubicBezTo>
                  <a:lnTo>
                    <a:pt x="2023681" y="-61"/>
                  </a:lnTo>
                  <a:cubicBezTo>
                    <a:pt x="2028920" y="-61"/>
                    <a:pt x="2033206" y="4206"/>
                    <a:pt x="2033206" y="9464"/>
                  </a:cubicBezTo>
                  <a:cubicBezTo>
                    <a:pt x="2033206" y="14722"/>
                    <a:pt x="2028920" y="18989"/>
                    <a:pt x="2023681" y="18989"/>
                  </a:cubicBezTo>
                  <a:close/>
                  <a:moveTo>
                    <a:pt x="1883568" y="18989"/>
                  </a:moveTo>
                  <a:lnTo>
                    <a:pt x="1836610" y="18989"/>
                  </a:lnTo>
                  <a:cubicBezTo>
                    <a:pt x="1831372" y="18989"/>
                    <a:pt x="1827085" y="14722"/>
                    <a:pt x="1827085" y="9464"/>
                  </a:cubicBezTo>
                  <a:cubicBezTo>
                    <a:pt x="1827085" y="4206"/>
                    <a:pt x="1831372" y="-61"/>
                    <a:pt x="1836610" y="-61"/>
                  </a:cubicBezTo>
                  <a:lnTo>
                    <a:pt x="1883568" y="-61"/>
                  </a:lnTo>
                  <a:cubicBezTo>
                    <a:pt x="1888808" y="-61"/>
                    <a:pt x="1893093" y="4206"/>
                    <a:pt x="1893093" y="9464"/>
                  </a:cubicBezTo>
                  <a:cubicBezTo>
                    <a:pt x="1893093" y="14722"/>
                    <a:pt x="1888808" y="18989"/>
                    <a:pt x="1883568"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1" y="18989"/>
                  </a:moveTo>
                  <a:lnTo>
                    <a:pt x="1273968" y="18989"/>
                  </a:lnTo>
                  <a:cubicBezTo>
                    <a:pt x="1268729" y="18989"/>
                    <a:pt x="1264443" y="14722"/>
                    <a:pt x="1264443" y="9464"/>
                  </a:cubicBezTo>
                  <a:cubicBezTo>
                    <a:pt x="1264443" y="4206"/>
                    <a:pt x="1268729" y="-61"/>
                    <a:pt x="1273968" y="-61"/>
                  </a:cubicBezTo>
                  <a:lnTo>
                    <a:pt x="1320832" y="-61"/>
                  </a:lnTo>
                  <a:cubicBezTo>
                    <a:pt x="1326070" y="-61"/>
                    <a:pt x="1330357" y="4206"/>
                    <a:pt x="1330357" y="9464"/>
                  </a:cubicBezTo>
                  <a:cubicBezTo>
                    <a:pt x="1330357" y="14722"/>
                    <a:pt x="1326070" y="18989"/>
                    <a:pt x="1320832"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6" y="18989"/>
                    <a:pt x="983361" y="14722"/>
                    <a:pt x="983361" y="9464"/>
                  </a:cubicBezTo>
                  <a:cubicBezTo>
                    <a:pt x="983361" y="4206"/>
                    <a:pt x="987646"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3" y="-61"/>
                    <a:pt x="908590" y="4206"/>
                    <a:pt x="908590" y="9464"/>
                  </a:cubicBezTo>
                  <a:cubicBezTo>
                    <a:pt x="908590" y="14722"/>
                    <a:pt x="904303" y="18989"/>
                    <a:pt x="899065" y="18989"/>
                  </a:cubicBezTo>
                  <a:close/>
                  <a:moveTo>
                    <a:pt x="758475" y="18989"/>
                  </a:moveTo>
                  <a:lnTo>
                    <a:pt x="711993" y="18989"/>
                  </a:lnTo>
                  <a:cubicBezTo>
                    <a:pt x="706754" y="18989"/>
                    <a:pt x="702468" y="14722"/>
                    <a:pt x="702468" y="9464"/>
                  </a:cubicBezTo>
                  <a:cubicBezTo>
                    <a:pt x="702468" y="4206"/>
                    <a:pt x="706754" y="-61"/>
                    <a:pt x="711993" y="-61"/>
                  </a:cubicBezTo>
                  <a:lnTo>
                    <a:pt x="758857" y="-61"/>
                  </a:lnTo>
                  <a:cubicBezTo>
                    <a:pt x="764095" y="-61"/>
                    <a:pt x="768382" y="4206"/>
                    <a:pt x="768382" y="9464"/>
                  </a:cubicBezTo>
                  <a:cubicBezTo>
                    <a:pt x="768382" y="14722"/>
                    <a:pt x="764095" y="18989"/>
                    <a:pt x="758857" y="18989"/>
                  </a:cubicBezTo>
                  <a:close/>
                  <a:moveTo>
                    <a:pt x="617791" y="18989"/>
                  </a:moveTo>
                  <a:lnTo>
                    <a:pt x="570928" y="18989"/>
                  </a:lnTo>
                  <a:cubicBezTo>
                    <a:pt x="565690" y="18989"/>
                    <a:pt x="561403" y="14722"/>
                    <a:pt x="561403" y="9464"/>
                  </a:cubicBezTo>
                  <a:cubicBezTo>
                    <a:pt x="561403" y="4206"/>
                    <a:pt x="565690" y="-61"/>
                    <a:pt x="570928"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28" y="18989"/>
                  </a:moveTo>
                  <a:lnTo>
                    <a:pt x="149066" y="18989"/>
                  </a:lnTo>
                  <a:cubicBezTo>
                    <a:pt x="143827" y="18989"/>
                    <a:pt x="139541" y="14722"/>
                    <a:pt x="139541" y="9464"/>
                  </a:cubicBezTo>
                  <a:cubicBezTo>
                    <a:pt x="139541" y="4206"/>
                    <a:pt x="143827" y="-61"/>
                    <a:pt x="149066" y="-61"/>
                  </a:cubicBezTo>
                  <a:lnTo>
                    <a:pt x="195928" y="-61"/>
                  </a:lnTo>
                  <a:cubicBezTo>
                    <a:pt x="201168" y="-61"/>
                    <a:pt x="205453" y="4206"/>
                    <a:pt x="205453" y="9464"/>
                  </a:cubicBezTo>
                  <a:cubicBezTo>
                    <a:pt x="205453" y="14722"/>
                    <a:pt x="201168" y="18989"/>
                    <a:pt x="195928"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24AD4DBA-6B34-D2F6-5E24-03CCC895B850}"/>
                </a:ext>
              </a:extLst>
            </p:cNvPr>
            <p:cNvSpPr/>
            <p:nvPr/>
          </p:nvSpPr>
          <p:spPr>
            <a:xfrm>
              <a:off x="4678394" y="3124009"/>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1"/>
                    <a:pt x="3233451" y="9464"/>
                  </a:cubicBezTo>
                  <a:cubicBezTo>
                    <a:pt x="3233451" y="4206"/>
                    <a:pt x="3237738" y="-61"/>
                    <a:pt x="3242976" y="-61"/>
                  </a:cubicBezTo>
                  <a:lnTo>
                    <a:pt x="3257264" y="-61"/>
                  </a:lnTo>
                  <a:cubicBezTo>
                    <a:pt x="3262503" y="-61"/>
                    <a:pt x="3266789" y="4206"/>
                    <a:pt x="3266789" y="9464"/>
                  </a:cubicBezTo>
                  <a:cubicBezTo>
                    <a:pt x="3266789" y="14721"/>
                    <a:pt x="3262503" y="18989"/>
                    <a:pt x="3257264" y="18989"/>
                  </a:cubicBezTo>
                  <a:close/>
                  <a:moveTo>
                    <a:pt x="3149251" y="18989"/>
                  </a:moveTo>
                  <a:lnTo>
                    <a:pt x="3102292" y="18989"/>
                  </a:lnTo>
                  <a:cubicBezTo>
                    <a:pt x="3097054" y="18989"/>
                    <a:pt x="3092767" y="14721"/>
                    <a:pt x="3092767" y="9464"/>
                  </a:cubicBezTo>
                  <a:cubicBezTo>
                    <a:pt x="3092767" y="4206"/>
                    <a:pt x="3097054" y="-61"/>
                    <a:pt x="3102292" y="-61"/>
                  </a:cubicBezTo>
                  <a:lnTo>
                    <a:pt x="3149251" y="-61"/>
                  </a:lnTo>
                  <a:cubicBezTo>
                    <a:pt x="3154490" y="-61"/>
                    <a:pt x="3158776" y="4206"/>
                    <a:pt x="3158776" y="9464"/>
                  </a:cubicBezTo>
                  <a:cubicBezTo>
                    <a:pt x="3158776" y="14721"/>
                    <a:pt x="3154490" y="18989"/>
                    <a:pt x="3149251" y="18989"/>
                  </a:cubicBezTo>
                  <a:close/>
                  <a:moveTo>
                    <a:pt x="3008566" y="18989"/>
                  </a:moveTo>
                  <a:lnTo>
                    <a:pt x="2961704" y="18989"/>
                  </a:lnTo>
                  <a:cubicBezTo>
                    <a:pt x="2956465" y="18989"/>
                    <a:pt x="2952179" y="14721"/>
                    <a:pt x="2952179" y="9464"/>
                  </a:cubicBezTo>
                  <a:cubicBezTo>
                    <a:pt x="2952179" y="4206"/>
                    <a:pt x="2956465" y="-61"/>
                    <a:pt x="2961704" y="-61"/>
                  </a:cubicBezTo>
                  <a:lnTo>
                    <a:pt x="3008566" y="-61"/>
                  </a:lnTo>
                  <a:cubicBezTo>
                    <a:pt x="3013805" y="-61"/>
                    <a:pt x="3018091" y="4206"/>
                    <a:pt x="3018091" y="9464"/>
                  </a:cubicBezTo>
                  <a:cubicBezTo>
                    <a:pt x="3018091" y="14721"/>
                    <a:pt x="3013805" y="18989"/>
                    <a:pt x="3008566" y="18989"/>
                  </a:cubicBezTo>
                  <a:close/>
                  <a:moveTo>
                    <a:pt x="2867977" y="18989"/>
                  </a:moveTo>
                  <a:lnTo>
                    <a:pt x="2821019" y="18989"/>
                  </a:lnTo>
                  <a:cubicBezTo>
                    <a:pt x="2815780" y="18989"/>
                    <a:pt x="2811494" y="14721"/>
                    <a:pt x="2811494" y="9464"/>
                  </a:cubicBezTo>
                  <a:cubicBezTo>
                    <a:pt x="2811494" y="4206"/>
                    <a:pt x="2815780" y="-61"/>
                    <a:pt x="2821019" y="-61"/>
                  </a:cubicBezTo>
                  <a:lnTo>
                    <a:pt x="2867977" y="-61"/>
                  </a:lnTo>
                  <a:cubicBezTo>
                    <a:pt x="2873216" y="-61"/>
                    <a:pt x="2877502" y="4206"/>
                    <a:pt x="2877502" y="9464"/>
                  </a:cubicBezTo>
                  <a:cubicBezTo>
                    <a:pt x="2877502" y="14721"/>
                    <a:pt x="2873216" y="18989"/>
                    <a:pt x="2867977" y="18989"/>
                  </a:cubicBezTo>
                  <a:close/>
                  <a:moveTo>
                    <a:pt x="2727293" y="18989"/>
                  </a:moveTo>
                  <a:lnTo>
                    <a:pt x="2680430" y="18989"/>
                  </a:lnTo>
                  <a:cubicBezTo>
                    <a:pt x="2675191" y="18989"/>
                    <a:pt x="2670905" y="14721"/>
                    <a:pt x="2670905" y="9464"/>
                  </a:cubicBezTo>
                  <a:cubicBezTo>
                    <a:pt x="2670905" y="4206"/>
                    <a:pt x="2675191" y="-61"/>
                    <a:pt x="2680430" y="-61"/>
                  </a:cubicBezTo>
                  <a:lnTo>
                    <a:pt x="2727293" y="-61"/>
                  </a:lnTo>
                  <a:cubicBezTo>
                    <a:pt x="2732532" y="-61"/>
                    <a:pt x="2736818" y="4206"/>
                    <a:pt x="2736818" y="9464"/>
                  </a:cubicBezTo>
                  <a:cubicBezTo>
                    <a:pt x="2736818" y="14721"/>
                    <a:pt x="2732532" y="18989"/>
                    <a:pt x="2727293" y="18989"/>
                  </a:cubicBezTo>
                  <a:close/>
                  <a:moveTo>
                    <a:pt x="2586705" y="18989"/>
                  </a:moveTo>
                  <a:lnTo>
                    <a:pt x="2539841" y="18989"/>
                  </a:lnTo>
                  <a:cubicBezTo>
                    <a:pt x="2534602" y="18989"/>
                    <a:pt x="2530316" y="14721"/>
                    <a:pt x="2530316" y="9464"/>
                  </a:cubicBezTo>
                  <a:cubicBezTo>
                    <a:pt x="2530316" y="4206"/>
                    <a:pt x="2534602" y="-61"/>
                    <a:pt x="2539841" y="-61"/>
                  </a:cubicBezTo>
                  <a:lnTo>
                    <a:pt x="2586705" y="-61"/>
                  </a:lnTo>
                  <a:cubicBezTo>
                    <a:pt x="2591943" y="-61"/>
                    <a:pt x="2596230" y="4206"/>
                    <a:pt x="2596230" y="9464"/>
                  </a:cubicBezTo>
                  <a:cubicBezTo>
                    <a:pt x="2596230" y="14721"/>
                    <a:pt x="2591943" y="18989"/>
                    <a:pt x="2586705" y="18989"/>
                  </a:cubicBezTo>
                  <a:close/>
                  <a:moveTo>
                    <a:pt x="2446020" y="18989"/>
                  </a:moveTo>
                  <a:lnTo>
                    <a:pt x="2399157" y="18989"/>
                  </a:lnTo>
                  <a:cubicBezTo>
                    <a:pt x="2393918" y="18989"/>
                    <a:pt x="2389632" y="14721"/>
                    <a:pt x="2389632" y="9464"/>
                  </a:cubicBezTo>
                  <a:cubicBezTo>
                    <a:pt x="2389632" y="4206"/>
                    <a:pt x="2393918" y="-61"/>
                    <a:pt x="2399157" y="-61"/>
                  </a:cubicBezTo>
                  <a:lnTo>
                    <a:pt x="2445639" y="-61"/>
                  </a:lnTo>
                  <a:cubicBezTo>
                    <a:pt x="2450878" y="-61"/>
                    <a:pt x="2455164" y="4206"/>
                    <a:pt x="2455164" y="9464"/>
                  </a:cubicBezTo>
                  <a:cubicBezTo>
                    <a:pt x="2455164" y="14721"/>
                    <a:pt x="2450878" y="18989"/>
                    <a:pt x="2445639" y="18989"/>
                  </a:cubicBezTo>
                  <a:close/>
                  <a:moveTo>
                    <a:pt x="2305431" y="18989"/>
                  </a:moveTo>
                  <a:lnTo>
                    <a:pt x="2258568" y="18989"/>
                  </a:lnTo>
                  <a:cubicBezTo>
                    <a:pt x="2253330" y="18989"/>
                    <a:pt x="2249043" y="14721"/>
                    <a:pt x="2249043" y="9464"/>
                  </a:cubicBezTo>
                  <a:cubicBezTo>
                    <a:pt x="2249043" y="4206"/>
                    <a:pt x="2253330" y="-61"/>
                    <a:pt x="2258568" y="-61"/>
                  </a:cubicBezTo>
                  <a:lnTo>
                    <a:pt x="2305431" y="-61"/>
                  </a:lnTo>
                  <a:cubicBezTo>
                    <a:pt x="2310669" y="-61"/>
                    <a:pt x="2314956" y="4206"/>
                    <a:pt x="2314956" y="9464"/>
                  </a:cubicBezTo>
                  <a:cubicBezTo>
                    <a:pt x="2314956" y="14721"/>
                    <a:pt x="2310669" y="18989"/>
                    <a:pt x="2305431" y="18989"/>
                  </a:cubicBezTo>
                  <a:close/>
                  <a:moveTo>
                    <a:pt x="2164747" y="18989"/>
                  </a:moveTo>
                  <a:lnTo>
                    <a:pt x="2117883" y="18989"/>
                  </a:lnTo>
                  <a:cubicBezTo>
                    <a:pt x="2112645" y="18989"/>
                    <a:pt x="2108358" y="14721"/>
                    <a:pt x="2108358" y="9464"/>
                  </a:cubicBezTo>
                  <a:cubicBezTo>
                    <a:pt x="2108358" y="4206"/>
                    <a:pt x="2112645" y="-61"/>
                    <a:pt x="2117883" y="-61"/>
                  </a:cubicBezTo>
                  <a:lnTo>
                    <a:pt x="2164747" y="-61"/>
                  </a:lnTo>
                  <a:cubicBezTo>
                    <a:pt x="2169986" y="-61"/>
                    <a:pt x="2174272" y="4206"/>
                    <a:pt x="2174272" y="9464"/>
                  </a:cubicBezTo>
                  <a:cubicBezTo>
                    <a:pt x="2174272" y="14721"/>
                    <a:pt x="2169986" y="18989"/>
                    <a:pt x="2164747" y="18989"/>
                  </a:cubicBezTo>
                  <a:close/>
                  <a:moveTo>
                    <a:pt x="2024158" y="18989"/>
                  </a:moveTo>
                  <a:lnTo>
                    <a:pt x="1977294" y="18989"/>
                  </a:lnTo>
                  <a:cubicBezTo>
                    <a:pt x="1972056" y="18989"/>
                    <a:pt x="1967769" y="14721"/>
                    <a:pt x="1967769" y="9464"/>
                  </a:cubicBezTo>
                  <a:cubicBezTo>
                    <a:pt x="1967769" y="4206"/>
                    <a:pt x="1972056" y="-61"/>
                    <a:pt x="1977294" y="-61"/>
                  </a:cubicBezTo>
                  <a:lnTo>
                    <a:pt x="2024158" y="-61"/>
                  </a:lnTo>
                  <a:cubicBezTo>
                    <a:pt x="2029397" y="-61"/>
                    <a:pt x="2033683" y="4206"/>
                    <a:pt x="2033683" y="9464"/>
                  </a:cubicBezTo>
                  <a:cubicBezTo>
                    <a:pt x="2033683" y="14721"/>
                    <a:pt x="2029397" y="18989"/>
                    <a:pt x="2024158" y="18989"/>
                  </a:cubicBezTo>
                  <a:close/>
                  <a:moveTo>
                    <a:pt x="1883568" y="18989"/>
                  </a:moveTo>
                  <a:lnTo>
                    <a:pt x="1836611" y="18989"/>
                  </a:lnTo>
                  <a:cubicBezTo>
                    <a:pt x="1831372" y="18989"/>
                    <a:pt x="1827086" y="14721"/>
                    <a:pt x="1827086" y="9464"/>
                  </a:cubicBezTo>
                  <a:cubicBezTo>
                    <a:pt x="1827086" y="4206"/>
                    <a:pt x="1831372" y="-61"/>
                    <a:pt x="1836611" y="-61"/>
                  </a:cubicBezTo>
                  <a:lnTo>
                    <a:pt x="1883664" y="-61"/>
                  </a:lnTo>
                  <a:cubicBezTo>
                    <a:pt x="1888903" y="-61"/>
                    <a:pt x="1893189" y="4206"/>
                    <a:pt x="1893189" y="9464"/>
                  </a:cubicBezTo>
                  <a:cubicBezTo>
                    <a:pt x="1893189" y="14721"/>
                    <a:pt x="1888903" y="18989"/>
                    <a:pt x="1883664" y="18989"/>
                  </a:cubicBezTo>
                  <a:close/>
                  <a:moveTo>
                    <a:pt x="1742884" y="18989"/>
                  </a:moveTo>
                  <a:lnTo>
                    <a:pt x="1696022" y="18989"/>
                  </a:lnTo>
                  <a:cubicBezTo>
                    <a:pt x="1690783" y="18989"/>
                    <a:pt x="1686497" y="14721"/>
                    <a:pt x="1686497" y="9464"/>
                  </a:cubicBezTo>
                  <a:cubicBezTo>
                    <a:pt x="1686497" y="4206"/>
                    <a:pt x="1690783" y="-61"/>
                    <a:pt x="1696022" y="-61"/>
                  </a:cubicBezTo>
                  <a:lnTo>
                    <a:pt x="1742884" y="-61"/>
                  </a:lnTo>
                  <a:cubicBezTo>
                    <a:pt x="1748123" y="-61"/>
                    <a:pt x="1752409" y="4206"/>
                    <a:pt x="1752409" y="9464"/>
                  </a:cubicBezTo>
                  <a:cubicBezTo>
                    <a:pt x="1752409" y="14721"/>
                    <a:pt x="1748123" y="18989"/>
                    <a:pt x="1742884" y="18989"/>
                  </a:cubicBezTo>
                  <a:close/>
                  <a:moveTo>
                    <a:pt x="1602295" y="18989"/>
                  </a:moveTo>
                  <a:lnTo>
                    <a:pt x="1555337" y="18989"/>
                  </a:lnTo>
                  <a:cubicBezTo>
                    <a:pt x="1550098" y="18989"/>
                    <a:pt x="1545812" y="14721"/>
                    <a:pt x="1545812" y="9464"/>
                  </a:cubicBezTo>
                  <a:cubicBezTo>
                    <a:pt x="1545812" y="4206"/>
                    <a:pt x="1550098" y="-61"/>
                    <a:pt x="1555337" y="-61"/>
                  </a:cubicBezTo>
                  <a:lnTo>
                    <a:pt x="1602295" y="-61"/>
                  </a:lnTo>
                  <a:cubicBezTo>
                    <a:pt x="1607534" y="-61"/>
                    <a:pt x="1611820" y="4206"/>
                    <a:pt x="1611820" y="9464"/>
                  </a:cubicBezTo>
                  <a:cubicBezTo>
                    <a:pt x="1611820" y="14721"/>
                    <a:pt x="1607534" y="18989"/>
                    <a:pt x="1602295" y="18989"/>
                  </a:cubicBezTo>
                  <a:close/>
                  <a:moveTo>
                    <a:pt x="1461610" y="18989"/>
                  </a:moveTo>
                  <a:lnTo>
                    <a:pt x="1414748" y="18989"/>
                  </a:lnTo>
                  <a:cubicBezTo>
                    <a:pt x="1409509" y="18989"/>
                    <a:pt x="1405223" y="14721"/>
                    <a:pt x="1405223" y="9464"/>
                  </a:cubicBezTo>
                  <a:cubicBezTo>
                    <a:pt x="1405223" y="4206"/>
                    <a:pt x="1409509" y="-61"/>
                    <a:pt x="1414748" y="-61"/>
                  </a:cubicBezTo>
                  <a:lnTo>
                    <a:pt x="1461610" y="-61"/>
                  </a:lnTo>
                  <a:cubicBezTo>
                    <a:pt x="1466850" y="-61"/>
                    <a:pt x="1471135" y="4206"/>
                    <a:pt x="1471135" y="9464"/>
                  </a:cubicBezTo>
                  <a:cubicBezTo>
                    <a:pt x="1471135" y="14721"/>
                    <a:pt x="1466850" y="18989"/>
                    <a:pt x="1461610" y="18989"/>
                  </a:cubicBezTo>
                  <a:close/>
                  <a:moveTo>
                    <a:pt x="1321023" y="18989"/>
                  </a:moveTo>
                  <a:lnTo>
                    <a:pt x="1274064" y="18989"/>
                  </a:lnTo>
                  <a:cubicBezTo>
                    <a:pt x="1268825" y="18989"/>
                    <a:pt x="1264539" y="14721"/>
                    <a:pt x="1264539" y="9464"/>
                  </a:cubicBezTo>
                  <a:cubicBezTo>
                    <a:pt x="1264539" y="4206"/>
                    <a:pt x="1268825" y="-61"/>
                    <a:pt x="1274064" y="-61"/>
                  </a:cubicBezTo>
                  <a:lnTo>
                    <a:pt x="1320927" y="-61"/>
                  </a:lnTo>
                  <a:cubicBezTo>
                    <a:pt x="1326165" y="-61"/>
                    <a:pt x="1330452" y="4206"/>
                    <a:pt x="1330452" y="9464"/>
                  </a:cubicBezTo>
                  <a:cubicBezTo>
                    <a:pt x="1330452" y="14721"/>
                    <a:pt x="1326165" y="18989"/>
                    <a:pt x="1320927" y="18989"/>
                  </a:cubicBezTo>
                  <a:close/>
                  <a:moveTo>
                    <a:pt x="1180338" y="18989"/>
                  </a:moveTo>
                  <a:lnTo>
                    <a:pt x="1133475" y="18989"/>
                  </a:lnTo>
                  <a:cubicBezTo>
                    <a:pt x="1128235" y="18989"/>
                    <a:pt x="1123950" y="14721"/>
                    <a:pt x="1123950" y="9464"/>
                  </a:cubicBezTo>
                  <a:cubicBezTo>
                    <a:pt x="1123950" y="4206"/>
                    <a:pt x="1128235" y="-61"/>
                    <a:pt x="1133475" y="-61"/>
                  </a:cubicBezTo>
                  <a:lnTo>
                    <a:pt x="1180338" y="-61"/>
                  </a:lnTo>
                  <a:cubicBezTo>
                    <a:pt x="1185576" y="-61"/>
                    <a:pt x="1189863" y="4206"/>
                    <a:pt x="1189863" y="9464"/>
                  </a:cubicBezTo>
                  <a:cubicBezTo>
                    <a:pt x="1189863" y="14721"/>
                    <a:pt x="1185576" y="18989"/>
                    <a:pt x="1180338" y="18989"/>
                  </a:cubicBezTo>
                  <a:close/>
                  <a:moveTo>
                    <a:pt x="1039749" y="18989"/>
                  </a:moveTo>
                  <a:lnTo>
                    <a:pt x="992886" y="18989"/>
                  </a:lnTo>
                  <a:cubicBezTo>
                    <a:pt x="987648" y="18989"/>
                    <a:pt x="983361" y="14721"/>
                    <a:pt x="983361" y="9464"/>
                  </a:cubicBezTo>
                  <a:cubicBezTo>
                    <a:pt x="983361" y="4206"/>
                    <a:pt x="987648" y="-61"/>
                    <a:pt x="992886" y="-61"/>
                  </a:cubicBezTo>
                  <a:lnTo>
                    <a:pt x="1039749" y="-61"/>
                  </a:lnTo>
                  <a:cubicBezTo>
                    <a:pt x="1044987" y="-61"/>
                    <a:pt x="1049274" y="4206"/>
                    <a:pt x="1049274" y="9464"/>
                  </a:cubicBezTo>
                  <a:cubicBezTo>
                    <a:pt x="1049274" y="14721"/>
                    <a:pt x="1044987" y="18989"/>
                    <a:pt x="1039749" y="18989"/>
                  </a:cubicBezTo>
                  <a:close/>
                  <a:moveTo>
                    <a:pt x="899065" y="18989"/>
                  </a:moveTo>
                  <a:lnTo>
                    <a:pt x="852201" y="18989"/>
                  </a:lnTo>
                  <a:cubicBezTo>
                    <a:pt x="846963" y="18989"/>
                    <a:pt x="842676" y="14721"/>
                    <a:pt x="842676" y="9464"/>
                  </a:cubicBezTo>
                  <a:cubicBezTo>
                    <a:pt x="842676" y="4206"/>
                    <a:pt x="846963" y="-61"/>
                    <a:pt x="852201" y="-61"/>
                  </a:cubicBezTo>
                  <a:lnTo>
                    <a:pt x="899065" y="-61"/>
                  </a:lnTo>
                  <a:cubicBezTo>
                    <a:pt x="904304" y="-61"/>
                    <a:pt x="908590" y="4206"/>
                    <a:pt x="908590" y="9464"/>
                  </a:cubicBezTo>
                  <a:cubicBezTo>
                    <a:pt x="908590" y="14721"/>
                    <a:pt x="904304" y="18989"/>
                    <a:pt x="899065" y="18989"/>
                  </a:cubicBezTo>
                  <a:close/>
                  <a:moveTo>
                    <a:pt x="758475" y="18989"/>
                  </a:moveTo>
                  <a:lnTo>
                    <a:pt x="712089" y="18989"/>
                  </a:lnTo>
                  <a:cubicBezTo>
                    <a:pt x="706850" y="18989"/>
                    <a:pt x="702564" y="14721"/>
                    <a:pt x="702564" y="9464"/>
                  </a:cubicBezTo>
                  <a:cubicBezTo>
                    <a:pt x="702564" y="4206"/>
                    <a:pt x="706850" y="-61"/>
                    <a:pt x="712089" y="-61"/>
                  </a:cubicBezTo>
                  <a:lnTo>
                    <a:pt x="758952" y="-61"/>
                  </a:lnTo>
                  <a:cubicBezTo>
                    <a:pt x="764190" y="-61"/>
                    <a:pt x="768477" y="4206"/>
                    <a:pt x="768477" y="9464"/>
                  </a:cubicBezTo>
                  <a:cubicBezTo>
                    <a:pt x="768477" y="14721"/>
                    <a:pt x="764190" y="18989"/>
                    <a:pt x="758952" y="18989"/>
                  </a:cubicBezTo>
                  <a:close/>
                  <a:moveTo>
                    <a:pt x="617791" y="18989"/>
                  </a:moveTo>
                  <a:lnTo>
                    <a:pt x="570929" y="18989"/>
                  </a:lnTo>
                  <a:cubicBezTo>
                    <a:pt x="565690" y="18989"/>
                    <a:pt x="561404" y="14721"/>
                    <a:pt x="561404" y="9464"/>
                  </a:cubicBezTo>
                  <a:cubicBezTo>
                    <a:pt x="561404" y="4206"/>
                    <a:pt x="565690" y="-61"/>
                    <a:pt x="570929" y="-61"/>
                  </a:cubicBezTo>
                  <a:lnTo>
                    <a:pt x="617791" y="-61"/>
                  </a:lnTo>
                  <a:cubicBezTo>
                    <a:pt x="623030" y="-61"/>
                    <a:pt x="627316" y="4206"/>
                    <a:pt x="627316" y="9464"/>
                  </a:cubicBezTo>
                  <a:cubicBezTo>
                    <a:pt x="627316" y="14721"/>
                    <a:pt x="623030" y="18989"/>
                    <a:pt x="617791" y="18989"/>
                  </a:cubicBezTo>
                  <a:close/>
                  <a:moveTo>
                    <a:pt x="477202" y="18989"/>
                  </a:moveTo>
                  <a:lnTo>
                    <a:pt x="430340" y="18989"/>
                  </a:lnTo>
                  <a:cubicBezTo>
                    <a:pt x="425100" y="18989"/>
                    <a:pt x="420815" y="14721"/>
                    <a:pt x="420815" y="9464"/>
                  </a:cubicBezTo>
                  <a:cubicBezTo>
                    <a:pt x="420815" y="4206"/>
                    <a:pt x="425100" y="-61"/>
                    <a:pt x="430340" y="-61"/>
                  </a:cubicBezTo>
                  <a:lnTo>
                    <a:pt x="477202" y="-61"/>
                  </a:lnTo>
                  <a:cubicBezTo>
                    <a:pt x="482441" y="-61"/>
                    <a:pt x="486727" y="4206"/>
                    <a:pt x="486727" y="9464"/>
                  </a:cubicBezTo>
                  <a:cubicBezTo>
                    <a:pt x="486727" y="14721"/>
                    <a:pt x="482441" y="18989"/>
                    <a:pt x="477202" y="18989"/>
                  </a:cubicBezTo>
                  <a:close/>
                  <a:moveTo>
                    <a:pt x="336613" y="18989"/>
                  </a:moveTo>
                  <a:lnTo>
                    <a:pt x="289655" y="18989"/>
                  </a:lnTo>
                  <a:cubicBezTo>
                    <a:pt x="284416" y="18989"/>
                    <a:pt x="280130" y="14721"/>
                    <a:pt x="280130" y="9464"/>
                  </a:cubicBezTo>
                  <a:cubicBezTo>
                    <a:pt x="280130" y="4206"/>
                    <a:pt x="284416" y="-61"/>
                    <a:pt x="289655" y="-61"/>
                  </a:cubicBezTo>
                  <a:lnTo>
                    <a:pt x="336613" y="-61"/>
                  </a:lnTo>
                  <a:cubicBezTo>
                    <a:pt x="341852" y="-61"/>
                    <a:pt x="346138" y="4206"/>
                    <a:pt x="346138" y="9464"/>
                  </a:cubicBezTo>
                  <a:cubicBezTo>
                    <a:pt x="346138" y="14721"/>
                    <a:pt x="341852" y="18989"/>
                    <a:pt x="336613" y="18989"/>
                  </a:cubicBezTo>
                  <a:close/>
                  <a:moveTo>
                    <a:pt x="195930" y="18989"/>
                  </a:moveTo>
                  <a:lnTo>
                    <a:pt x="149066" y="18989"/>
                  </a:lnTo>
                  <a:cubicBezTo>
                    <a:pt x="143827" y="18989"/>
                    <a:pt x="139541" y="14721"/>
                    <a:pt x="139541" y="9464"/>
                  </a:cubicBezTo>
                  <a:cubicBezTo>
                    <a:pt x="139541" y="4206"/>
                    <a:pt x="143827" y="-61"/>
                    <a:pt x="149066" y="-61"/>
                  </a:cubicBezTo>
                  <a:lnTo>
                    <a:pt x="195930" y="-61"/>
                  </a:lnTo>
                  <a:cubicBezTo>
                    <a:pt x="201168" y="-61"/>
                    <a:pt x="205455" y="4206"/>
                    <a:pt x="205455" y="9464"/>
                  </a:cubicBezTo>
                  <a:cubicBezTo>
                    <a:pt x="205455" y="14721"/>
                    <a:pt x="201168" y="18989"/>
                    <a:pt x="195930" y="18989"/>
                  </a:cubicBezTo>
                  <a:close/>
                  <a:moveTo>
                    <a:pt x="55340" y="18989"/>
                  </a:moveTo>
                  <a:lnTo>
                    <a:pt x="8477" y="18989"/>
                  </a:lnTo>
                  <a:cubicBezTo>
                    <a:pt x="3238" y="18989"/>
                    <a:pt x="-1048" y="14721"/>
                    <a:pt x="-1048" y="9464"/>
                  </a:cubicBezTo>
                  <a:cubicBezTo>
                    <a:pt x="-1048" y="4206"/>
                    <a:pt x="3238" y="-61"/>
                    <a:pt x="8477" y="-61"/>
                  </a:cubicBezTo>
                  <a:lnTo>
                    <a:pt x="55340" y="-61"/>
                  </a:lnTo>
                  <a:cubicBezTo>
                    <a:pt x="60579" y="-61"/>
                    <a:pt x="64865" y="4206"/>
                    <a:pt x="64865" y="9464"/>
                  </a:cubicBezTo>
                  <a:cubicBezTo>
                    <a:pt x="64865" y="14721"/>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02936F63-901F-9AC4-87C9-E8C769ED687B}"/>
                </a:ext>
              </a:extLst>
            </p:cNvPr>
            <p:cNvSpPr/>
            <p:nvPr/>
          </p:nvSpPr>
          <p:spPr>
            <a:xfrm>
              <a:off x="4678394" y="3630263"/>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4BC33F8B-933E-958D-1795-039227941497}"/>
                </a:ext>
              </a:extLst>
            </p:cNvPr>
            <p:cNvSpPr/>
            <p:nvPr/>
          </p:nvSpPr>
          <p:spPr>
            <a:xfrm>
              <a:off x="4678394" y="4136517"/>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89DEA819-6AEA-37E2-3264-1831C9EF51CF}"/>
                </a:ext>
              </a:extLst>
            </p:cNvPr>
            <p:cNvSpPr/>
            <p:nvPr/>
          </p:nvSpPr>
          <p:spPr>
            <a:xfrm>
              <a:off x="4678680" y="4645437"/>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465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03 w 2315908"/>
                <a:gd name="connsiteY49" fmla="*/ 415 h 19526"/>
                <a:gd name="connsiteX50" fmla="*/ 1742503 w 2315908"/>
                <a:gd name="connsiteY50" fmla="*/ 415 h 19526"/>
                <a:gd name="connsiteX51" fmla="*/ 1752028 w 2315908"/>
                <a:gd name="connsiteY51" fmla="*/ 9940 h 19526"/>
                <a:gd name="connsiteX52" fmla="*/ 1742503 w 2315908"/>
                <a:gd name="connsiteY52" fmla="*/ 19465 h 19526"/>
                <a:gd name="connsiteX53" fmla="*/ 1695545 w 2315908"/>
                <a:gd name="connsiteY53" fmla="*/ 19465 h 19526"/>
                <a:gd name="connsiteX54" fmla="*/ 617505 w 2315908"/>
                <a:gd name="connsiteY54" fmla="*/ 19465 h 19526"/>
                <a:gd name="connsiteX55" fmla="*/ 617505 w 2315908"/>
                <a:gd name="connsiteY55" fmla="*/ 19465 h 19526"/>
                <a:gd name="connsiteX56" fmla="*/ 570643 w 2315908"/>
                <a:gd name="connsiteY56" fmla="*/ 19465 h 19526"/>
                <a:gd name="connsiteX57" fmla="*/ 561118 w 2315908"/>
                <a:gd name="connsiteY57" fmla="*/ 9940 h 19526"/>
                <a:gd name="connsiteX58" fmla="*/ 570643 w 2315908"/>
                <a:gd name="connsiteY58" fmla="*/ 415 h 19526"/>
                <a:gd name="connsiteX59" fmla="*/ 570643 w 2315908"/>
                <a:gd name="connsiteY59" fmla="*/ 415 h 19526"/>
                <a:gd name="connsiteX60" fmla="*/ 617600 w 2315908"/>
                <a:gd name="connsiteY60" fmla="*/ 415 h 19526"/>
                <a:gd name="connsiteX61" fmla="*/ 627125 w 2315908"/>
                <a:gd name="connsiteY61" fmla="*/ 9940 h 19526"/>
                <a:gd name="connsiteX62" fmla="*/ 617600 w 2315908"/>
                <a:gd name="connsiteY62" fmla="*/ 19465 h 19526"/>
                <a:gd name="connsiteX63" fmla="*/ 1836705 w 2315908"/>
                <a:gd name="connsiteY63" fmla="*/ 19465 h 19526"/>
                <a:gd name="connsiteX64" fmla="*/ 1827180 w 2315908"/>
                <a:gd name="connsiteY64" fmla="*/ 9940 h 19526"/>
                <a:gd name="connsiteX65" fmla="*/ 1836705 w 2315908"/>
                <a:gd name="connsiteY65" fmla="*/ 415 h 19526"/>
                <a:gd name="connsiteX66" fmla="*/ 1883568 w 2315908"/>
                <a:gd name="connsiteY66" fmla="*/ 415 h 19526"/>
                <a:gd name="connsiteX67" fmla="*/ 1883568 w 2315908"/>
                <a:gd name="connsiteY67" fmla="*/ 415 h 19526"/>
                <a:gd name="connsiteX68" fmla="*/ 1893093 w 2315908"/>
                <a:gd name="connsiteY68" fmla="*/ 9940 h 19526"/>
                <a:gd name="connsiteX69" fmla="*/ 1883568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7202 w 2315908"/>
                <a:gd name="connsiteY77" fmla="*/ 19465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708 w 2315908"/>
                <a:gd name="connsiteY94" fmla="*/ 19465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304" y="15198"/>
                    <a:pt x="904018" y="19465"/>
                    <a:pt x="898779" y="19465"/>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03" y="415"/>
                  </a:lnTo>
                  <a:lnTo>
                    <a:pt x="1742503" y="415"/>
                  </a:lnTo>
                  <a:cubicBezTo>
                    <a:pt x="1747742" y="415"/>
                    <a:pt x="1752028" y="4682"/>
                    <a:pt x="1752028" y="9940"/>
                  </a:cubicBezTo>
                  <a:cubicBezTo>
                    <a:pt x="1752028" y="15198"/>
                    <a:pt x="1747742" y="19465"/>
                    <a:pt x="1742503" y="19465"/>
                  </a:cubicBezTo>
                  <a:lnTo>
                    <a:pt x="1695545"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570643" y="415"/>
                  </a:ln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close/>
                  <a:moveTo>
                    <a:pt x="477297" y="19465"/>
                  </a:move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727" y="15198"/>
                    <a:pt x="482441" y="19465"/>
                    <a:pt x="477202" y="19465"/>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6233" y="15198"/>
                    <a:pt x="341947" y="19465"/>
                    <a:pt x="336708" y="19465"/>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4A95B624-92EC-F786-0921-A8510E9C36D0}"/>
                </a:ext>
              </a:extLst>
            </p:cNvPr>
            <p:cNvSpPr/>
            <p:nvPr/>
          </p:nvSpPr>
          <p:spPr>
            <a:xfrm>
              <a:off x="4678680" y="5151691"/>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274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98 w 2315908"/>
                <a:gd name="connsiteY49" fmla="*/ 415 h 19526"/>
                <a:gd name="connsiteX50" fmla="*/ 1752123 w 2315908"/>
                <a:gd name="connsiteY50" fmla="*/ 9940 h 19526"/>
                <a:gd name="connsiteX51" fmla="*/ 1742598 w 2315908"/>
                <a:gd name="connsiteY51" fmla="*/ 19465 h 19526"/>
                <a:gd name="connsiteX52" fmla="*/ 1695736 w 2315908"/>
                <a:gd name="connsiteY52" fmla="*/ 19465 h 19526"/>
                <a:gd name="connsiteX53" fmla="*/ 617505 w 2315908"/>
                <a:gd name="connsiteY53" fmla="*/ 19465 h 19526"/>
                <a:gd name="connsiteX54" fmla="*/ 617505 w 2315908"/>
                <a:gd name="connsiteY54" fmla="*/ 19465 h 19526"/>
                <a:gd name="connsiteX55" fmla="*/ 570643 w 2315908"/>
                <a:gd name="connsiteY55" fmla="*/ 19465 h 19526"/>
                <a:gd name="connsiteX56" fmla="*/ 561118 w 2315908"/>
                <a:gd name="connsiteY56" fmla="*/ 9940 h 19526"/>
                <a:gd name="connsiteX57" fmla="*/ 570643 w 2315908"/>
                <a:gd name="connsiteY57" fmla="*/ 415 h 19526"/>
                <a:gd name="connsiteX58" fmla="*/ 617600 w 2315908"/>
                <a:gd name="connsiteY58" fmla="*/ 415 h 19526"/>
                <a:gd name="connsiteX59" fmla="*/ 627125 w 2315908"/>
                <a:gd name="connsiteY59" fmla="*/ 9940 h 19526"/>
                <a:gd name="connsiteX60" fmla="*/ 617600 w 2315908"/>
                <a:gd name="connsiteY60" fmla="*/ 19465 h 19526"/>
                <a:gd name="connsiteX61" fmla="*/ 1836705 w 2315908"/>
                <a:gd name="connsiteY61" fmla="*/ 19465 h 19526"/>
                <a:gd name="connsiteX62" fmla="*/ 1827180 w 2315908"/>
                <a:gd name="connsiteY62" fmla="*/ 9940 h 19526"/>
                <a:gd name="connsiteX63" fmla="*/ 1836705 w 2315908"/>
                <a:gd name="connsiteY63" fmla="*/ 415 h 19526"/>
                <a:gd name="connsiteX64" fmla="*/ 1883568 w 2315908"/>
                <a:gd name="connsiteY64" fmla="*/ 415 h 19526"/>
                <a:gd name="connsiteX65" fmla="*/ 1883568 w 2315908"/>
                <a:gd name="connsiteY65" fmla="*/ 415 h 19526"/>
                <a:gd name="connsiteX66" fmla="*/ 1893093 w 2315908"/>
                <a:gd name="connsiteY66" fmla="*/ 9940 h 19526"/>
                <a:gd name="connsiteX67" fmla="*/ 1883568 w 2315908"/>
                <a:gd name="connsiteY67" fmla="*/ 19465 h 19526"/>
                <a:gd name="connsiteX68" fmla="*/ 1836705 w 2315908"/>
                <a:gd name="connsiteY68" fmla="*/ 19465 h 19526"/>
                <a:gd name="connsiteX69" fmla="*/ 477297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6916 w 2315908"/>
                <a:gd name="connsiteY77" fmla="*/ 18798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327 w 2315908"/>
                <a:gd name="connsiteY94" fmla="*/ 17846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208" y="15122"/>
                    <a:pt x="903922" y="19274"/>
                    <a:pt x="898779" y="19274"/>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98" y="415"/>
                  </a:lnTo>
                  <a:cubicBezTo>
                    <a:pt x="1747837" y="415"/>
                    <a:pt x="1752123" y="4682"/>
                    <a:pt x="1752123" y="9940"/>
                  </a:cubicBezTo>
                  <a:cubicBezTo>
                    <a:pt x="1752123" y="15198"/>
                    <a:pt x="1747837" y="19465"/>
                    <a:pt x="1742598" y="19465"/>
                  </a:cubicBezTo>
                  <a:lnTo>
                    <a:pt x="1695736"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lnTo>
                    <a:pt x="1836705" y="19465"/>
                  </a:lnTo>
                  <a:close/>
                  <a:moveTo>
                    <a:pt x="477297" y="19465"/>
                  </a:moveTo>
                  <a:lnTo>
                    <a:pt x="477297" y="19465"/>
                  </a:ln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346" y="15055"/>
                    <a:pt x="482060" y="18960"/>
                    <a:pt x="476916" y="18798"/>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5376" y="14712"/>
                    <a:pt x="341185" y="18112"/>
                    <a:pt x="336327" y="17846"/>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8915">
                                            <p:txEl>
                                              <p:pRg st="3" end="3"/>
                                            </p:txEl>
                                          </p:spTgt>
                                        </p:tgtEl>
                                        <p:attrNameLst>
                                          <p:attrName>style.visibility</p:attrName>
                                        </p:attrNameLst>
                                      </p:cBhvr>
                                      <p:to>
                                        <p:strVal val="visible"/>
                                      </p:to>
                                    </p:set>
                                    <p:animEffect transition="in" filter="fade">
                                      <p:cBhvr>
                                        <p:cTn id="7" dur="1000"/>
                                        <p:tgtEl>
                                          <p:spTgt spid="38915">
                                            <p:txEl>
                                              <p:pRg st="3" end="3"/>
                                            </p:txEl>
                                          </p:spTgt>
                                        </p:tgtEl>
                                      </p:cBhvr>
                                    </p:animEffect>
                                    <p:anim calcmode="lin" valueType="num">
                                      <p:cBhvr>
                                        <p:cTn id="8" dur="1000" fill="hold"/>
                                        <p:tgtEl>
                                          <p:spTgt spid="3891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8915">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8915">
                                            <p:txEl>
                                              <p:pRg st="4" end="4"/>
                                            </p:txEl>
                                          </p:spTgt>
                                        </p:tgtEl>
                                        <p:attrNameLst>
                                          <p:attrName>style.visibility</p:attrName>
                                        </p:attrNameLst>
                                      </p:cBhvr>
                                      <p:to>
                                        <p:strVal val="visible"/>
                                      </p:to>
                                    </p:set>
                                    <p:animEffect transition="in" filter="fade">
                                      <p:cBhvr>
                                        <p:cTn id="12" dur="1000"/>
                                        <p:tgtEl>
                                          <p:spTgt spid="38915">
                                            <p:txEl>
                                              <p:pRg st="4" end="4"/>
                                            </p:txEl>
                                          </p:spTgt>
                                        </p:tgtEl>
                                      </p:cBhvr>
                                    </p:animEffect>
                                    <p:anim calcmode="lin" valueType="num">
                                      <p:cBhvr>
                                        <p:cTn id="13" dur="1000" fill="hold"/>
                                        <p:tgtEl>
                                          <p:spTgt spid="38915">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8915">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8915">
                                            <p:txEl>
                                              <p:pRg st="5" end="5"/>
                                            </p:txEl>
                                          </p:spTgt>
                                        </p:tgtEl>
                                        <p:attrNameLst>
                                          <p:attrName>style.visibility</p:attrName>
                                        </p:attrNameLst>
                                      </p:cBhvr>
                                      <p:to>
                                        <p:strVal val="visible"/>
                                      </p:to>
                                    </p:set>
                                    <p:animEffect transition="in" filter="fade">
                                      <p:cBhvr>
                                        <p:cTn id="17" dur="1000"/>
                                        <p:tgtEl>
                                          <p:spTgt spid="38915">
                                            <p:txEl>
                                              <p:pRg st="5" end="5"/>
                                            </p:txEl>
                                          </p:spTgt>
                                        </p:tgtEl>
                                      </p:cBhvr>
                                    </p:animEffect>
                                    <p:anim calcmode="lin" valueType="num">
                                      <p:cBhvr>
                                        <p:cTn id="18" dur="1000" fill="hold"/>
                                        <p:tgtEl>
                                          <p:spTgt spid="38915">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8915">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8915">
                                            <p:txEl>
                                              <p:pRg st="6" end="6"/>
                                            </p:txEl>
                                          </p:spTgt>
                                        </p:tgtEl>
                                        <p:attrNameLst>
                                          <p:attrName>style.visibility</p:attrName>
                                        </p:attrNameLst>
                                      </p:cBhvr>
                                      <p:to>
                                        <p:strVal val="visible"/>
                                      </p:to>
                                    </p:set>
                                    <p:animEffect transition="in" filter="fade">
                                      <p:cBhvr>
                                        <p:cTn id="22" dur="1000"/>
                                        <p:tgtEl>
                                          <p:spTgt spid="38915">
                                            <p:txEl>
                                              <p:pRg st="6" end="6"/>
                                            </p:txEl>
                                          </p:spTgt>
                                        </p:tgtEl>
                                      </p:cBhvr>
                                    </p:animEffect>
                                    <p:anim calcmode="lin" valueType="num">
                                      <p:cBhvr>
                                        <p:cTn id="23" dur="1000" fill="hold"/>
                                        <p:tgtEl>
                                          <p:spTgt spid="38915">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8915">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8915">
                                            <p:txEl>
                                              <p:pRg st="7" end="7"/>
                                            </p:txEl>
                                          </p:spTgt>
                                        </p:tgtEl>
                                        <p:attrNameLst>
                                          <p:attrName>style.visibility</p:attrName>
                                        </p:attrNameLst>
                                      </p:cBhvr>
                                      <p:to>
                                        <p:strVal val="visible"/>
                                      </p:to>
                                    </p:set>
                                    <p:animEffect transition="in" filter="fade">
                                      <p:cBhvr>
                                        <p:cTn id="27" dur="1000"/>
                                        <p:tgtEl>
                                          <p:spTgt spid="38915">
                                            <p:txEl>
                                              <p:pRg st="7" end="7"/>
                                            </p:txEl>
                                          </p:spTgt>
                                        </p:tgtEl>
                                      </p:cBhvr>
                                    </p:animEffect>
                                    <p:anim calcmode="lin" valueType="num">
                                      <p:cBhvr>
                                        <p:cTn id="28" dur="1000" fill="hold"/>
                                        <p:tgtEl>
                                          <p:spTgt spid="38915">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38915">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8915">
                                            <p:txEl>
                                              <p:pRg st="8" end="8"/>
                                            </p:txEl>
                                          </p:spTgt>
                                        </p:tgtEl>
                                        <p:attrNameLst>
                                          <p:attrName>style.visibility</p:attrName>
                                        </p:attrNameLst>
                                      </p:cBhvr>
                                      <p:to>
                                        <p:strVal val="visible"/>
                                      </p:to>
                                    </p:set>
                                    <p:animEffect transition="in" filter="fade">
                                      <p:cBhvr>
                                        <p:cTn id="32" dur="1000"/>
                                        <p:tgtEl>
                                          <p:spTgt spid="38915">
                                            <p:txEl>
                                              <p:pRg st="8" end="8"/>
                                            </p:txEl>
                                          </p:spTgt>
                                        </p:tgtEl>
                                      </p:cBhvr>
                                    </p:animEffect>
                                    <p:anim calcmode="lin" valueType="num">
                                      <p:cBhvr>
                                        <p:cTn id="33" dur="1000" fill="hold"/>
                                        <p:tgtEl>
                                          <p:spTgt spid="38915">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38915">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8915">
                                            <p:txEl>
                                              <p:pRg st="9" end="9"/>
                                            </p:txEl>
                                          </p:spTgt>
                                        </p:tgtEl>
                                        <p:attrNameLst>
                                          <p:attrName>style.visibility</p:attrName>
                                        </p:attrNameLst>
                                      </p:cBhvr>
                                      <p:to>
                                        <p:strVal val="visible"/>
                                      </p:to>
                                    </p:set>
                                    <p:animEffect transition="in" filter="fade">
                                      <p:cBhvr>
                                        <p:cTn id="37" dur="1000"/>
                                        <p:tgtEl>
                                          <p:spTgt spid="38915">
                                            <p:txEl>
                                              <p:pRg st="9" end="9"/>
                                            </p:txEl>
                                          </p:spTgt>
                                        </p:tgtEl>
                                      </p:cBhvr>
                                    </p:animEffect>
                                    <p:anim calcmode="lin" valueType="num">
                                      <p:cBhvr>
                                        <p:cTn id="38" dur="1000" fill="hold"/>
                                        <p:tgtEl>
                                          <p:spTgt spid="38915">
                                            <p:txEl>
                                              <p:pRg st="9" end="9"/>
                                            </p:txEl>
                                          </p:spTgt>
                                        </p:tgtEl>
                                        <p:attrNameLst>
                                          <p:attrName>ppt_x</p:attrName>
                                        </p:attrNameLst>
                                      </p:cBhvr>
                                      <p:tavLst>
                                        <p:tav tm="0">
                                          <p:val>
                                            <p:strVal val="#ppt_x"/>
                                          </p:val>
                                        </p:tav>
                                        <p:tav tm="100000">
                                          <p:val>
                                            <p:strVal val="#ppt_x"/>
                                          </p:val>
                                        </p:tav>
                                      </p:tavLst>
                                    </p:anim>
                                    <p:anim calcmode="lin" valueType="num">
                                      <p:cBhvr>
                                        <p:cTn id="39" dur="1000" fill="hold"/>
                                        <p:tgtEl>
                                          <p:spTgt spid="38915">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 calcmode="lin" valueType="num">
                                      <p:cBhvr additive="base">
                                        <p:cTn id="44" dur="500" fill="hold"/>
                                        <p:tgtEl>
                                          <p:spTgt spid="9"/>
                                        </p:tgtEl>
                                        <p:attrNameLst>
                                          <p:attrName>ppt_x</p:attrName>
                                        </p:attrNameLst>
                                      </p:cBhvr>
                                      <p:tavLst>
                                        <p:tav tm="0">
                                          <p:val>
                                            <p:strVal val="#ppt_x"/>
                                          </p:val>
                                        </p:tav>
                                        <p:tav tm="100000">
                                          <p:val>
                                            <p:strVal val="#ppt_x"/>
                                          </p:val>
                                        </p:tav>
                                      </p:tavLst>
                                    </p:anim>
                                    <p:anim calcmode="lin" valueType="num">
                                      <p:cBhvr additive="base">
                                        <p:cTn id="45"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 calcmode="lin" valueType="num">
                                      <p:cBhvr>
                                        <p:cTn id="50" dur="500" fill="hold"/>
                                        <p:tgtEl>
                                          <p:spTgt spid="5"/>
                                        </p:tgtEl>
                                        <p:attrNameLst>
                                          <p:attrName>ppt_w</p:attrName>
                                        </p:attrNameLst>
                                      </p:cBhvr>
                                      <p:tavLst>
                                        <p:tav tm="0">
                                          <p:val>
                                            <p:fltVal val="0"/>
                                          </p:val>
                                        </p:tav>
                                        <p:tav tm="100000">
                                          <p:val>
                                            <p:strVal val="#ppt_w"/>
                                          </p:val>
                                        </p:tav>
                                      </p:tavLst>
                                    </p:anim>
                                    <p:anim calcmode="lin" valueType="num">
                                      <p:cBhvr>
                                        <p:cTn id="51" dur="500" fill="hold"/>
                                        <p:tgtEl>
                                          <p:spTgt spid="5"/>
                                        </p:tgtEl>
                                        <p:attrNameLst>
                                          <p:attrName>ppt_h</p:attrName>
                                        </p:attrNameLst>
                                      </p:cBhvr>
                                      <p:tavLst>
                                        <p:tav tm="0">
                                          <p:val>
                                            <p:fltVal val="0"/>
                                          </p:val>
                                        </p:tav>
                                        <p:tav tm="100000">
                                          <p:val>
                                            <p:strVal val="#ppt_h"/>
                                          </p:val>
                                        </p:tav>
                                      </p:tavLst>
                                    </p:anim>
                                    <p:animEffect transition="in" filter="fade">
                                      <p:cBhvr>
                                        <p:cTn id="5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81982A54-88BF-4CB1-8448-121CF9AD992B}"/>
              </a:ext>
            </a:extLst>
          </p:cNvPr>
          <p:cNvSpPr>
            <a:spLocks noGrp="1" noChangeArrowheads="1"/>
          </p:cNvSpPr>
          <p:nvPr>
            <p:ph type="title"/>
          </p:nvPr>
        </p:nvSpPr>
        <p:spPr/>
        <p:txBody>
          <a:bodyPr/>
          <a:lstStyle/>
          <a:p>
            <a:pPr eaLnBrk="1" hangingPunct="1"/>
            <a:r>
              <a:rPr lang="en-US" altLang="zh-CN" dirty="0"/>
              <a:t>5.3.1 </a:t>
            </a:r>
            <a:r>
              <a:rPr lang="zh-CN" altLang="en-US" dirty="0"/>
              <a:t>一个简单的语言</a:t>
            </a:r>
          </a:p>
        </p:txBody>
      </p:sp>
      <p:sp>
        <p:nvSpPr>
          <p:cNvPr id="2" name="日期占位符 1">
            <a:extLst>
              <a:ext uri="{FF2B5EF4-FFF2-40B4-BE49-F238E27FC236}">
                <a16:creationId xmlns:a16="http://schemas.microsoft.com/office/drawing/2014/main" id="{9E5E3194-75ED-CC00-E51A-6453518AB31D}"/>
              </a:ext>
            </a:extLst>
          </p:cNvPr>
          <p:cNvSpPr>
            <a:spLocks noGrp="1"/>
          </p:cNvSpPr>
          <p:nvPr>
            <p:ph type="dt" sz="half" idx="10"/>
          </p:nvPr>
        </p:nvSpPr>
        <p:spPr/>
        <p:txBody>
          <a:bodyPr/>
          <a:lstStyle/>
          <a:p>
            <a:fld id="{632F4B7E-4B3B-493D-9912-24A1BF4B5454}"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8E56097D-4EB1-81CD-8380-723D1C75004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85181278-11C9-008A-75E8-443DA5DC2200}"/>
              </a:ext>
            </a:extLst>
          </p:cNvPr>
          <p:cNvSpPr>
            <a:spLocks noGrp="1"/>
          </p:cNvSpPr>
          <p:nvPr>
            <p:ph type="sldNum" sz="quarter" idx="12"/>
          </p:nvPr>
        </p:nvSpPr>
        <p:spPr/>
        <p:txBody>
          <a:bodyPr/>
          <a:lstStyle/>
          <a:p>
            <a:fld id="{094DEB03-EFC6-4C20-8FC8-295189A5386F}" type="slidenum">
              <a:rPr lang="zh-CN" altLang="en-US" smtClean="0"/>
              <a:pPr/>
              <a:t>9</a:t>
            </a:fld>
            <a:endParaRPr lang="zh-CN" altLang="en-US"/>
          </a:p>
        </p:txBody>
      </p:sp>
      <p:grpSp>
        <p:nvGrpSpPr>
          <p:cNvPr id="39959" name="组合 39958">
            <a:extLst>
              <a:ext uri="{FF2B5EF4-FFF2-40B4-BE49-F238E27FC236}">
                <a16:creationId xmlns:a16="http://schemas.microsoft.com/office/drawing/2014/main" id="{5DE693DB-8466-8774-829A-F7E1BD9DB3EA}"/>
              </a:ext>
            </a:extLst>
          </p:cNvPr>
          <p:cNvGrpSpPr/>
          <p:nvPr/>
        </p:nvGrpSpPr>
        <p:grpSpPr>
          <a:xfrm>
            <a:off x="162323" y="935624"/>
            <a:ext cx="8755692" cy="1179200"/>
            <a:chOff x="162323" y="935624"/>
            <a:chExt cx="8755692" cy="1179200"/>
          </a:xfrm>
        </p:grpSpPr>
        <p:sp>
          <p:nvSpPr>
            <p:cNvPr id="39960" name="Bullet">
              <a:extLst>
                <a:ext uri="{FF2B5EF4-FFF2-40B4-BE49-F238E27FC236}">
                  <a16:creationId xmlns:a16="http://schemas.microsoft.com/office/drawing/2014/main" id="{AF43EE4A-3096-E4E8-BED9-042D74684481}"/>
                </a:ext>
              </a:extLst>
            </p:cNvPr>
            <p:cNvSpPr>
              <a:spLocks noChangeAspect="1"/>
            </p:cNvSpPr>
            <p:nvPr/>
          </p:nvSpPr>
          <p:spPr>
            <a:xfrm>
              <a:off x="162323" y="1152263"/>
              <a:ext cx="2707877" cy="866052"/>
            </a:xfrm>
            <a:prstGeom prst="roundRect">
              <a:avLst>
                <a:gd name="adj" fmla="val 16000"/>
              </a:avLst>
            </a:prstGeom>
            <a:gradFill>
              <a:gsLst>
                <a:gs pos="0">
                  <a:schemeClr val="accent2">
                    <a:lumMod val="40000"/>
                    <a:lumOff val="60000"/>
                  </a:schemeClr>
                </a:gs>
                <a:gs pos="60000">
                  <a:schemeClr val="accent2"/>
                </a:gs>
              </a:gsLst>
              <a:lin ang="2700000" scaled="0"/>
            </a:gradFill>
            <a:ln w="57150" cap="rnd">
              <a:noFill/>
              <a:prstDash val="solid"/>
              <a:round/>
            </a:ln>
            <a:effectLst>
              <a:outerShdw blurRad="508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r" defTabSz="913765"/>
              <a:r>
                <a:rPr lang="zh-CN" altLang="en-US" sz="2800" b="1">
                  <a:solidFill>
                    <a:srgbClr val="FFFFFF"/>
                  </a:solidFill>
                  <a:sym typeface="Arial" panose="020B0604020202020204" pitchFamily="34" charset="0"/>
                </a:rPr>
                <a:t>三种断言形式</a:t>
              </a:r>
              <a:endParaRPr lang="en-US" altLang="zh-CN" sz="2800" b="1">
                <a:solidFill>
                  <a:srgbClr val="FFFFFF"/>
                </a:solidFill>
                <a:sym typeface="Arial" panose="020B0604020202020204" pitchFamily="34" charset="0"/>
              </a:endParaRPr>
            </a:p>
          </p:txBody>
        </p:sp>
        <p:grpSp>
          <p:nvGrpSpPr>
            <p:cNvPr id="39961" name="î$ḻïďé">
              <a:extLst>
                <a:ext uri="{FF2B5EF4-FFF2-40B4-BE49-F238E27FC236}">
                  <a16:creationId xmlns:a16="http://schemas.microsoft.com/office/drawing/2014/main" id="{DA3A8198-4A39-C07E-05C4-BC0CF0A02898}"/>
                </a:ext>
              </a:extLst>
            </p:cNvPr>
            <p:cNvGrpSpPr/>
            <p:nvPr/>
          </p:nvGrpSpPr>
          <p:grpSpPr>
            <a:xfrm>
              <a:off x="3022139" y="1055754"/>
              <a:ext cx="1666330" cy="1059070"/>
              <a:chOff x="177501" y="1902280"/>
              <a:chExt cx="3017788" cy="1973942"/>
            </a:xfrm>
          </p:grpSpPr>
          <p:sp>
            <p:nvSpPr>
              <p:cNvPr id="39989" name="Title">
                <a:extLst>
                  <a:ext uri="{FF2B5EF4-FFF2-40B4-BE49-F238E27FC236}">
                    <a16:creationId xmlns:a16="http://schemas.microsoft.com/office/drawing/2014/main" id="{071502F2-F1AB-331B-DB7F-307BAE5320F5}"/>
                  </a:ext>
                </a:extLst>
              </p:cNvPr>
              <p:cNvSpPr/>
              <p:nvPr/>
            </p:nvSpPr>
            <p:spPr>
              <a:xfrm>
                <a:off x="177501" y="1902280"/>
                <a:ext cx="1973942" cy="1973942"/>
              </a:xfrm>
              <a:prstGeom prst="ellipse">
                <a:avLst/>
              </a:prstGeom>
              <a:gradFill>
                <a:gsLst>
                  <a:gs pos="0">
                    <a:schemeClr val="accent2">
                      <a:lumMod val="40000"/>
                      <a:lumOff val="60000"/>
                    </a:schemeClr>
                  </a:gs>
                  <a:gs pos="60000">
                    <a:schemeClr val="accent2"/>
                  </a:gs>
                </a:gsLst>
                <a:lin ang="2700000" scaled="0"/>
              </a:gradFill>
              <a:ln w="57150" cap="rnd">
                <a:noFill/>
                <a:prstDash val="solid"/>
                <a:round/>
              </a:ln>
              <a:effectLst>
                <a:outerShdw blurRad="508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p>
                <a:pPr algn="ctr" defTabSz="913765"/>
                <a:r>
                  <a:rPr lang="zh-CN" altLang="en-US" sz="2800" b="1">
                    <a:solidFill>
                      <a:srgbClr val="FFFFFF"/>
                    </a:solidFill>
                  </a:rPr>
                  <a:t>对应</a:t>
                </a:r>
                <a:endParaRPr lang="en-US" altLang="zh-CN" sz="2800" b="1">
                  <a:solidFill>
                    <a:srgbClr val="FFFFFF"/>
                  </a:solidFill>
                </a:endParaRPr>
              </a:p>
            </p:txBody>
          </p:sp>
          <p:sp>
            <p:nvSpPr>
              <p:cNvPr id="39990" name="îṥḻiďè">
                <a:extLst>
                  <a:ext uri="{FF2B5EF4-FFF2-40B4-BE49-F238E27FC236}">
                    <a16:creationId xmlns:a16="http://schemas.microsoft.com/office/drawing/2014/main" id="{588F9388-3AC7-A14B-65FC-0C6C0737898A}"/>
                  </a:ext>
                </a:extLst>
              </p:cNvPr>
              <p:cNvSpPr/>
              <p:nvPr/>
            </p:nvSpPr>
            <p:spPr bwMode="auto">
              <a:xfrm rot="16200000">
                <a:off x="1626191" y="2127246"/>
                <a:ext cx="1614183" cy="1524013"/>
              </a:xfrm>
              <a:custGeom>
                <a:avLst/>
                <a:gdLst>
                  <a:gd name="T0" fmla="*/ 988 w 988"/>
                  <a:gd name="T1" fmla="*/ 0 h 988"/>
                  <a:gd name="T2" fmla="*/ 0 w 988"/>
                  <a:gd name="T3" fmla="*/ 0 h 988"/>
                  <a:gd name="T4" fmla="*/ 343 w 988"/>
                  <a:gd name="T5" fmla="*/ 668 h 988"/>
                  <a:gd name="T6" fmla="*/ 241 w 988"/>
                  <a:gd name="T7" fmla="*/ 668 h 988"/>
                  <a:gd name="T8" fmla="*/ 520 w 988"/>
                  <a:gd name="T9" fmla="*/ 988 h 988"/>
                  <a:gd name="T10" fmla="*/ 804 w 988"/>
                  <a:gd name="T11" fmla="*/ 668 h 988"/>
                  <a:gd name="T12" fmla="*/ 696 w 988"/>
                  <a:gd name="T13" fmla="*/ 668 h 988"/>
                  <a:gd name="T14" fmla="*/ 988 w 988"/>
                  <a:gd name="T15" fmla="*/ 0 h 9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8" h="988">
                    <a:moveTo>
                      <a:pt x="988" y="0"/>
                    </a:moveTo>
                    <a:lnTo>
                      <a:pt x="0" y="0"/>
                    </a:lnTo>
                    <a:lnTo>
                      <a:pt x="343" y="668"/>
                    </a:lnTo>
                    <a:lnTo>
                      <a:pt x="241" y="668"/>
                    </a:lnTo>
                    <a:lnTo>
                      <a:pt x="520" y="988"/>
                    </a:lnTo>
                    <a:lnTo>
                      <a:pt x="804" y="668"/>
                    </a:lnTo>
                    <a:lnTo>
                      <a:pt x="696" y="668"/>
                    </a:lnTo>
                    <a:lnTo>
                      <a:pt x="988" y="0"/>
                    </a:lnTo>
                    <a:close/>
                  </a:path>
                </a:pathLst>
              </a:custGeom>
              <a:gradFill>
                <a:gsLst>
                  <a:gs pos="0">
                    <a:schemeClr val="accent2">
                      <a:alpha val="0"/>
                    </a:schemeClr>
                  </a:gs>
                  <a:gs pos="100000">
                    <a:schemeClr val="accent2">
                      <a:alpha val="40000"/>
                    </a:schemeClr>
                  </a:gs>
                </a:gsLst>
                <a:lin ang="5400000" scaled="1"/>
              </a:gradFill>
              <a:ln w="9525">
                <a:noFill/>
                <a:round/>
                <a:headEnd/>
                <a:tailEnd/>
              </a:ln>
            </p:spPr>
            <p:txBody>
              <a:bodyPr vert="horz" wrap="square" lIns="91440" tIns="45720" rIns="91440" bIns="45720" numCol="1" anchor="t" anchorCtr="0" compatLnSpc="1">
                <a:prstTxWarp prst="textNoShape">
                  <a:avLst/>
                </a:prstTxWarp>
              </a:bodyPr>
              <a:lstStyle/>
              <a:p>
                <a:pPr algn="ctr"/>
                <a:endParaRPr lang="zh-CN" altLang="en-US"/>
              </a:p>
            </p:txBody>
          </p:sp>
        </p:grpSp>
        <p:sp>
          <p:nvSpPr>
            <p:cNvPr id="39962" name="Bullet">
              <a:extLst>
                <a:ext uri="{FF2B5EF4-FFF2-40B4-BE49-F238E27FC236}">
                  <a16:creationId xmlns:a16="http://schemas.microsoft.com/office/drawing/2014/main" id="{E8884079-F961-B5C5-B9CE-F3BF92FD402A}"/>
                </a:ext>
              </a:extLst>
            </p:cNvPr>
            <p:cNvSpPr>
              <a:spLocks noChangeAspect="1"/>
            </p:cNvSpPr>
            <p:nvPr/>
          </p:nvSpPr>
          <p:spPr>
            <a:xfrm>
              <a:off x="4800600" y="1152263"/>
              <a:ext cx="4117415" cy="866052"/>
            </a:xfrm>
            <a:prstGeom prst="roundRect">
              <a:avLst>
                <a:gd name="adj" fmla="val 16000"/>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r" defTabSz="913765"/>
              <a:r>
                <a:rPr lang="zh-CN" altLang="en-US" sz="2800" b="1">
                  <a:solidFill>
                    <a:srgbClr val="FFFFFF"/>
                  </a:solidFill>
                  <a:sym typeface="Arial" panose="020B0604020202020204" pitchFamily="34" charset="0"/>
                </a:rPr>
                <a:t>三种推理规则</a:t>
              </a:r>
              <a:endParaRPr lang="en-US" altLang="zh-CN" sz="2800" b="1">
                <a:solidFill>
                  <a:srgbClr val="FFFFFF"/>
                </a:solidFill>
                <a:sym typeface="Arial" panose="020B0604020202020204" pitchFamily="34" charset="0"/>
              </a:endParaRPr>
            </a:p>
          </p:txBody>
        </p:sp>
        <p:grpSp>
          <p:nvGrpSpPr>
            <p:cNvPr id="39963" name="组合 39962">
              <a:extLst>
                <a:ext uri="{FF2B5EF4-FFF2-40B4-BE49-F238E27FC236}">
                  <a16:creationId xmlns:a16="http://schemas.microsoft.com/office/drawing/2014/main" id="{EE6D84B8-9EA9-C4D4-8557-E1AAEEEC0D32}"/>
                </a:ext>
              </a:extLst>
            </p:cNvPr>
            <p:cNvGrpSpPr/>
            <p:nvPr/>
          </p:nvGrpSpPr>
          <p:grpSpPr>
            <a:xfrm rot="480480">
              <a:off x="222855" y="1033216"/>
              <a:ext cx="645754" cy="495324"/>
              <a:chOff x="5405552" y="7155871"/>
              <a:chExt cx="1445633" cy="1108865"/>
            </a:xfrm>
          </p:grpSpPr>
          <p:sp>
            <p:nvSpPr>
              <p:cNvPr id="39983" name="任意多边形: 形状 39982">
                <a:extLst>
                  <a:ext uri="{FF2B5EF4-FFF2-40B4-BE49-F238E27FC236}">
                    <a16:creationId xmlns:a16="http://schemas.microsoft.com/office/drawing/2014/main" id="{5D98FBBB-5DD5-7709-FD77-8C304A8C69B7}"/>
                  </a:ext>
                </a:extLst>
              </p:cNvPr>
              <p:cNvSpPr/>
              <p:nvPr/>
            </p:nvSpPr>
            <p:spPr>
              <a:xfrm>
                <a:off x="5405552" y="8139478"/>
                <a:ext cx="118260" cy="125258"/>
              </a:xfrm>
              <a:custGeom>
                <a:avLst/>
                <a:gdLst>
                  <a:gd name="connsiteX0" fmla="*/ 139597 w 140087"/>
                  <a:gd name="connsiteY0" fmla="*/ 138166 h 148793"/>
                  <a:gd name="connsiteX1" fmla="*/ 42728 w 140087"/>
                  <a:gd name="connsiteY1" fmla="*/ 147691 h 148793"/>
                  <a:gd name="connsiteX2" fmla="*/ -287 w 140087"/>
                  <a:gd name="connsiteY2" fmla="*/ 112639 h 148793"/>
                  <a:gd name="connsiteX3" fmla="*/ 3009 w 140087"/>
                  <a:gd name="connsiteY3" fmla="*/ 92446 h 148793"/>
                  <a:gd name="connsiteX4" fmla="*/ 45204 w 140087"/>
                  <a:gd name="connsiteY4" fmla="*/ -899 h 148793"/>
                  <a:gd name="connsiteX5" fmla="*/ 139597 w 140087"/>
                  <a:gd name="connsiteY5" fmla="*/ 138166 h 14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087" h="148793">
                    <a:moveTo>
                      <a:pt x="139597" y="138166"/>
                    </a:moveTo>
                    <a:lnTo>
                      <a:pt x="42728" y="147691"/>
                    </a:lnTo>
                    <a:cubicBezTo>
                      <a:pt x="21163" y="149881"/>
                      <a:pt x="1904" y="134166"/>
                      <a:pt x="-287" y="112639"/>
                    </a:cubicBezTo>
                    <a:cubicBezTo>
                      <a:pt x="-992" y="105685"/>
                      <a:pt x="142" y="98732"/>
                      <a:pt x="3009" y="92446"/>
                    </a:cubicBezTo>
                    <a:lnTo>
                      <a:pt x="45204" y="-899"/>
                    </a:lnTo>
                    <a:cubicBezTo>
                      <a:pt x="65522" y="52155"/>
                      <a:pt x="97830" y="99685"/>
                      <a:pt x="139597" y="138166"/>
                    </a:cubicBezTo>
                    <a:close/>
                  </a:path>
                </a:pathLst>
              </a:custGeom>
              <a:solidFill>
                <a:srgbClr val="051A7D"/>
              </a:solidFill>
              <a:ln w="9525" cap="flat">
                <a:noFill/>
                <a:prstDash val="solid"/>
                <a:miter/>
              </a:ln>
            </p:spPr>
            <p:txBody>
              <a:bodyPr rtlCol="0" anchor="ctr"/>
              <a:lstStyle/>
              <a:p>
                <a:endParaRPr lang="zh-CN" altLang="en-US"/>
              </a:p>
            </p:txBody>
          </p:sp>
          <p:sp>
            <p:nvSpPr>
              <p:cNvPr id="39984" name="任意多边形: 形状 39983">
                <a:extLst>
                  <a:ext uri="{FF2B5EF4-FFF2-40B4-BE49-F238E27FC236}">
                    <a16:creationId xmlns:a16="http://schemas.microsoft.com/office/drawing/2014/main" id="{24187A91-19D9-6A75-2983-EDA5C49B6C1F}"/>
                  </a:ext>
                </a:extLst>
              </p:cNvPr>
              <p:cNvSpPr/>
              <p:nvPr/>
            </p:nvSpPr>
            <p:spPr>
              <a:xfrm>
                <a:off x="5444047" y="7216321"/>
                <a:ext cx="1302299" cy="1040225"/>
              </a:xfrm>
              <a:custGeom>
                <a:avLst/>
                <a:gdLst>
                  <a:gd name="connsiteX0" fmla="*/ 1542178 w 1542668"/>
                  <a:gd name="connsiteY0" fmla="*/ 373433 h 1235678"/>
                  <a:gd name="connsiteX1" fmla="*/ 707598 w 1542668"/>
                  <a:gd name="connsiteY1" fmla="*/ 975033 h 1235678"/>
                  <a:gd name="connsiteX2" fmla="*/ 450423 w 1542668"/>
                  <a:gd name="connsiteY2" fmla="*/ 1160580 h 1235678"/>
                  <a:gd name="connsiteX3" fmla="*/ 313073 w 1542668"/>
                  <a:gd name="connsiteY3" fmla="*/ 1212300 h 1235678"/>
                  <a:gd name="connsiteX4" fmla="*/ 93998 w 1542668"/>
                  <a:gd name="connsiteY4" fmla="*/ 1234779 h 1235678"/>
                  <a:gd name="connsiteX5" fmla="*/ -490 w 1542668"/>
                  <a:gd name="connsiteY5" fmla="*/ 1096095 h 1235678"/>
                  <a:gd name="connsiteX6" fmla="*/ 87901 w 1542668"/>
                  <a:gd name="connsiteY6" fmla="*/ 900452 h 1235678"/>
                  <a:gd name="connsiteX7" fmla="*/ 129145 w 1542668"/>
                  <a:gd name="connsiteY7" fmla="*/ 834444 h 1235678"/>
                  <a:gd name="connsiteX8" fmla="*/ 182104 w 1542668"/>
                  <a:gd name="connsiteY8" fmla="*/ 785104 h 1235678"/>
                  <a:gd name="connsiteX9" fmla="*/ 426992 w 1542668"/>
                  <a:gd name="connsiteY9" fmla="*/ 608701 h 1235678"/>
                  <a:gd name="connsiteX10" fmla="*/ 1272430 w 1542668"/>
                  <a:gd name="connsiteY10" fmla="*/ -899 h 123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42668" h="1235678">
                    <a:moveTo>
                      <a:pt x="1542178" y="373433"/>
                    </a:moveTo>
                    <a:lnTo>
                      <a:pt x="707598" y="975033"/>
                    </a:lnTo>
                    <a:lnTo>
                      <a:pt x="450423" y="1160580"/>
                    </a:lnTo>
                    <a:cubicBezTo>
                      <a:pt x="409846" y="1189345"/>
                      <a:pt x="362536" y="1207156"/>
                      <a:pt x="313073" y="1212300"/>
                    </a:cubicBezTo>
                    <a:lnTo>
                      <a:pt x="93998" y="1234779"/>
                    </a:lnTo>
                    <a:cubicBezTo>
                      <a:pt x="52211" y="1196488"/>
                      <a:pt x="19874" y="1148959"/>
                      <a:pt x="-490" y="1096095"/>
                    </a:cubicBezTo>
                    <a:lnTo>
                      <a:pt x="87901" y="900452"/>
                    </a:lnTo>
                    <a:cubicBezTo>
                      <a:pt x="98598" y="876687"/>
                      <a:pt x="112476" y="854474"/>
                      <a:pt x="129145" y="834444"/>
                    </a:cubicBezTo>
                    <a:cubicBezTo>
                      <a:pt x="144737" y="815917"/>
                      <a:pt x="162520" y="799344"/>
                      <a:pt x="182104" y="785104"/>
                    </a:cubicBezTo>
                    <a:lnTo>
                      <a:pt x="426992" y="608701"/>
                    </a:lnTo>
                    <a:lnTo>
                      <a:pt x="1272430" y="-899"/>
                    </a:lnTo>
                    <a:close/>
                  </a:path>
                </a:pathLst>
              </a:custGeom>
              <a:solidFill>
                <a:srgbClr val="F6D6D4"/>
              </a:solidFill>
              <a:ln w="9525" cap="flat">
                <a:noFill/>
                <a:prstDash val="solid"/>
                <a:miter/>
              </a:ln>
            </p:spPr>
            <p:txBody>
              <a:bodyPr rtlCol="0" anchor="ctr"/>
              <a:lstStyle/>
              <a:p>
                <a:endParaRPr lang="zh-CN" altLang="en-US"/>
              </a:p>
            </p:txBody>
          </p:sp>
          <p:sp>
            <p:nvSpPr>
              <p:cNvPr id="39985" name="任意多边形: 形状 39984">
                <a:extLst>
                  <a:ext uri="{FF2B5EF4-FFF2-40B4-BE49-F238E27FC236}">
                    <a16:creationId xmlns:a16="http://schemas.microsoft.com/office/drawing/2014/main" id="{20D36ABD-7380-E8E8-8FAC-26530A6EDCE2}"/>
                  </a:ext>
                </a:extLst>
              </p:cNvPr>
              <p:cNvSpPr/>
              <p:nvPr/>
            </p:nvSpPr>
            <p:spPr>
              <a:xfrm>
                <a:off x="5553805" y="7216482"/>
                <a:ext cx="1192783" cy="1005745"/>
              </a:xfrm>
              <a:custGeom>
                <a:avLst/>
                <a:gdLst>
                  <a:gd name="connsiteX0" fmla="*/ 1412162 w 1412938"/>
                  <a:gd name="connsiteY0" fmla="*/ 373243 h 1194720"/>
                  <a:gd name="connsiteX1" fmla="*/ 577582 w 1412938"/>
                  <a:gd name="connsiteY1" fmla="*/ 974842 h 1194720"/>
                  <a:gd name="connsiteX2" fmla="*/ 320407 w 1412938"/>
                  <a:gd name="connsiteY2" fmla="*/ 1160389 h 1194720"/>
                  <a:gd name="connsiteX3" fmla="*/ 258399 w 1412938"/>
                  <a:gd name="connsiteY3" fmla="*/ 1193821 h 1194720"/>
                  <a:gd name="connsiteX4" fmla="*/ 240302 w 1412938"/>
                  <a:gd name="connsiteY4" fmla="*/ 1036088 h 1194720"/>
                  <a:gd name="connsiteX5" fmla="*/ 138861 w 1412938"/>
                  <a:gd name="connsiteY5" fmla="*/ 895403 h 1194720"/>
                  <a:gd name="connsiteX6" fmla="*/ -490 w 1412938"/>
                  <a:gd name="connsiteY6" fmla="*/ 834253 h 1194720"/>
                  <a:gd name="connsiteX7" fmla="*/ 52469 w 1412938"/>
                  <a:gd name="connsiteY7" fmla="*/ 784913 h 1194720"/>
                  <a:gd name="connsiteX8" fmla="*/ 1142796 w 1412938"/>
                  <a:gd name="connsiteY8" fmla="*/ -899 h 1194720"/>
                  <a:gd name="connsiteX9" fmla="*/ 1412449 w 1412938"/>
                  <a:gd name="connsiteY9" fmla="*/ 373243 h 119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12938" h="1194720">
                    <a:moveTo>
                      <a:pt x="1412162" y="373243"/>
                    </a:moveTo>
                    <a:lnTo>
                      <a:pt x="577582" y="974842"/>
                    </a:lnTo>
                    <a:lnTo>
                      <a:pt x="320407" y="1160389"/>
                    </a:lnTo>
                    <a:cubicBezTo>
                      <a:pt x="301205" y="1174009"/>
                      <a:pt x="280373" y="1185249"/>
                      <a:pt x="258399" y="1193821"/>
                    </a:cubicBezTo>
                    <a:lnTo>
                      <a:pt x="240302" y="1036088"/>
                    </a:lnTo>
                    <a:lnTo>
                      <a:pt x="138861" y="895403"/>
                    </a:lnTo>
                    <a:lnTo>
                      <a:pt x="-490" y="834253"/>
                    </a:lnTo>
                    <a:cubicBezTo>
                      <a:pt x="15102" y="815727"/>
                      <a:pt x="32886" y="799153"/>
                      <a:pt x="52469" y="784913"/>
                    </a:cubicBezTo>
                    <a:lnTo>
                      <a:pt x="1142796" y="-899"/>
                    </a:lnTo>
                    <a:lnTo>
                      <a:pt x="1412449" y="373243"/>
                    </a:lnTo>
                    <a:close/>
                  </a:path>
                </a:pathLst>
              </a:custGeom>
              <a:solidFill>
                <a:schemeClr val="accent6"/>
              </a:solidFill>
              <a:ln w="9525" cap="flat">
                <a:noFill/>
                <a:prstDash val="solid"/>
                <a:miter/>
              </a:ln>
            </p:spPr>
            <p:txBody>
              <a:bodyPr rtlCol="0" anchor="ctr"/>
              <a:lstStyle/>
              <a:p>
                <a:endParaRPr lang="zh-CN" altLang="en-US"/>
              </a:p>
            </p:txBody>
          </p:sp>
          <p:sp>
            <p:nvSpPr>
              <p:cNvPr id="39986" name="任意多边形: 形状 39985">
                <a:extLst>
                  <a:ext uri="{FF2B5EF4-FFF2-40B4-BE49-F238E27FC236}">
                    <a16:creationId xmlns:a16="http://schemas.microsoft.com/office/drawing/2014/main" id="{42AD112C-DC28-CD07-0C94-D6DD9AD5A620}"/>
                  </a:ext>
                </a:extLst>
              </p:cNvPr>
              <p:cNvSpPr/>
              <p:nvPr/>
            </p:nvSpPr>
            <p:spPr>
              <a:xfrm rot="14053199">
                <a:off x="6101858" y="7136909"/>
                <a:ext cx="143449" cy="1129984"/>
              </a:xfrm>
              <a:custGeom>
                <a:avLst/>
                <a:gdLst>
                  <a:gd name="connsiteX0" fmla="*/ -490 w 170402"/>
                  <a:gd name="connsiteY0" fmla="*/ -899 h 1338548"/>
                  <a:gd name="connsiteX1" fmla="*/ 169912 w 170402"/>
                  <a:gd name="connsiteY1" fmla="*/ -899 h 1338548"/>
                  <a:gd name="connsiteX2" fmla="*/ 169912 w 170402"/>
                  <a:gd name="connsiteY2" fmla="*/ 1337649 h 1338548"/>
                  <a:gd name="connsiteX3" fmla="*/ -490 w 170402"/>
                  <a:gd name="connsiteY3" fmla="*/ 1337649 h 1338548"/>
                </a:gdLst>
                <a:ahLst/>
                <a:cxnLst>
                  <a:cxn ang="0">
                    <a:pos x="connsiteX0" y="connsiteY0"/>
                  </a:cxn>
                  <a:cxn ang="0">
                    <a:pos x="connsiteX1" y="connsiteY1"/>
                  </a:cxn>
                  <a:cxn ang="0">
                    <a:pos x="connsiteX2" y="connsiteY2"/>
                  </a:cxn>
                  <a:cxn ang="0">
                    <a:pos x="connsiteX3" y="connsiteY3"/>
                  </a:cxn>
                </a:cxnLst>
                <a:rect l="l" t="t" r="r" b="b"/>
                <a:pathLst>
                  <a:path w="170402" h="1338548">
                    <a:moveTo>
                      <a:pt x="-490" y="-899"/>
                    </a:moveTo>
                    <a:lnTo>
                      <a:pt x="169912" y="-899"/>
                    </a:lnTo>
                    <a:lnTo>
                      <a:pt x="169912" y="1337649"/>
                    </a:lnTo>
                    <a:lnTo>
                      <a:pt x="-490" y="1337649"/>
                    </a:lnTo>
                    <a:close/>
                  </a:path>
                </a:pathLst>
              </a:custGeom>
              <a:solidFill>
                <a:schemeClr val="accent6">
                  <a:lumMod val="75000"/>
                  <a:alpha val="25000"/>
                </a:schemeClr>
              </a:solidFill>
              <a:ln w="9525" cap="flat">
                <a:noFill/>
                <a:prstDash val="solid"/>
                <a:miter/>
              </a:ln>
            </p:spPr>
            <p:txBody>
              <a:bodyPr rtlCol="0" anchor="ctr"/>
              <a:lstStyle/>
              <a:p>
                <a:endParaRPr lang="zh-CN" altLang="en-US"/>
              </a:p>
            </p:txBody>
          </p:sp>
          <p:sp>
            <p:nvSpPr>
              <p:cNvPr id="39987" name="任意多边形: 形状 39986">
                <a:extLst>
                  <a:ext uri="{FF2B5EF4-FFF2-40B4-BE49-F238E27FC236}">
                    <a16:creationId xmlns:a16="http://schemas.microsoft.com/office/drawing/2014/main" id="{D25BDC97-6A5C-E271-6F56-A1591F510689}"/>
                  </a:ext>
                </a:extLst>
              </p:cNvPr>
              <p:cNvSpPr/>
              <p:nvPr/>
            </p:nvSpPr>
            <p:spPr>
              <a:xfrm>
                <a:off x="6512679" y="7155871"/>
                <a:ext cx="338506" cy="376213"/>
              </a:xfrm>
              <a:custGeom>
                <a:avLst/>
                <a:gdLst>
                  <a:gd name="connsiteX0" fmla="*/ 137622 w 400985"/>
                  <a:gd name="connsiteY0" fmla="*/ 7853 h 446902"/>
                  <a:gd name="connsiteX1" fmla="*/ 195630 w 400985"/>
                  <a:gd name="connsiteY1" fmla="*/ 11378 h 446902"/>
                  <a:gd name="connsiteX2" fmla="*/ 396322 w 400985"/>
                  <a:gd name="connsiteY2" fmla="*/ 289793 h 446902"/>
                  <a:gd name="connsiteX3" fmla="*/ 381367 w 400985"/>
                  <a:gd name="connsiteY3" fmla="*/ 345991 h 446902"/>
                  <a:gd name="connsiteX4" fmla="*/ 243255 w 400985"/>
                  <a:gd name="connsiteY4" fmla="*/ 446003 h 446902"/>
                  <a:gd name="connsiteX5" fmla="*/ -490 w 400985"/>
                  <a:gd name="connsiteY5" fmla="*/ 107866 h 446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985" h="446902">
                    <a:moveTo>
                      <a:pt x="137622" y="7853"/>
                    </a:moveTo>
                    <a:cubicBezTo>
                      <a:pt x="155301" y="-5034"/>
                      <a:pt x="179637" y="-3548"/>
                      <a:pt x="195630" y="11378"/>
                    </a:cubicBezTo>
                    <a:cubicBezTo>
                      <a:pt x="279936" y="90302"/>
                      <a:pt x="348096" y="184857"/>
                      <a:pt x="396322" y="289793"/>
                    </a:cubicBezTo>
                    <a:cubicBezTo>
                      <a:pt x="405465" y="309691"/>
                      <a:pt x="399188" y="333275"/>
                      <a:pt x="381367" y="345991"/>
                    </a:cubicBezTo>
                    <a:lnTo>
                      <a:pt x="243255" y="446003"/>
                    </a:lnTo>
                    <a:lnTo>
                      <a:pt x="-490" y="107866"/>
                    </a:lnTo>
                    <a:close/>
                  </a:path>
                </a:pathLst>
              </a:custGeom>
              <a:solidFill>
                <a:srgbClr val="FEFFFC"/>
              </a:solidFill>
              <a:ln w="9525" cap="flat">
                <a:noFill/>
                <a:prstDash val="solid"/>
                <a:miter/>
              </a:ln>
            </p:spPr>
            <p:txBody>
              <a:bodyPr rtlCol="0" anchor="ctr"/>
              <a:lstStyle/>
              <a:p>
                <a:endParaRPr lang="zh-CN" altLang="en-US"/>
              </a:p>
            </p:txBody>
          </p:sp>
          <p:sp>
            <p:nvSpPr>
              <p:cNvPr id="39988" name="任意多边形: 形状 39987">
                <a:extLst>
                  <a:ext uri="{FF2B5EF4-FFF2-40B4-BE49-F238E27FC236}">
                    <a16:creationId xmlns:a16="http://schemas.microsoft.com/office/drawing/2014/main" id="{374A502A-CC8B-C086-8ACF-11E3720F2073}"/>
                  </a:ext>
                </a:extLst>
              </p:cNvPr>
              <p:cNvSpPr/>
              <p:nvPr/>
            </p:nvSpPr>
            <p:spPr>
              <a:xfrm>
                <a:off x="6451970" y="7187156"/>
                <a:ext cx="341799" cy="392077"/>
              </a:xfrm>
              <a:custGeom>
                <a:avLst/>
                <a:gdLst>
                  <a:gd name="connsiteX0" fmla="*/ 113143 w 404886"/>
                  <a:gd name="connsiteY0" fmla="*/ 8791 h 465747"/>
                  <a:gd name="connsiteX1" fmla="*/ 179818 w 404886"/>
                  <a:gd name="connsiteY1" fmla="*/ 14220 h 465747"/>
                  <a:gd name="connsiteX2" fmla="*/ 398893 w 404886"/>
                  <a:gd name="connsiteY2" fmla="*/ 317687 h 465747"/>
                  <a:gd name="connsiteX3" fmla="*/ 382891 w 404886"/>
                  <a:gd name="connsiteY3" fmla="*/ 382933 h 465747"/>
                  <a:gd name="connsiteX4" fmla="*/ 269162 w 404886"/>
                  <a:gd name="connsiteY4" fmla="*/ 464848 h 465747"/>
                  <a:gd name="connsiteX5" fmla="*/ -490 w 404886"/>
                  <a:gd name="connsiteY5" fmla="*/ 90706 h 465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886" h="465747">
                    <a:moveTo>
                      <a:pt x="113143" y="8791"/>
                    </a:moveTo>
                    <a:cubicBezTo>
                      <a:pt x="133707" y="-5953"/>
                      <a:pt x="161911" y="-3658"/>
                      <a:pt x="179818" y="14220"/>
                    </a:cubicBezTo>
                    <a:cubicBezTo>
                      <a:pt x="268181" y="103365"/>
                      <a:pt x="342095" y="205749"/>
                      <a:pt x="398893" y="317687"/>
                    </a:cubicBezTo>
                    <a:cubicBezTo>
                      <a:pt x="410295" y="340413"/>
                      <a:pt x="403512" y="368055"/>
                      <a:pt x="382891" y="382933"/>
                    </a:cubicBezTo>
                    <a:lnTo>
                      <a:pt x="269162" y="464848"/>
                    </a:lnTo>
                    <a:cubicBezTo>
                      <a:pt x="202592" y="324878"/>
                      <a:pt x="111238" y="198129"/>
                      <a:pt x="-490" y="90706"/>
                    </a:cubicBezTo>
                    <a:close/>
                  </a:path>
                </a:pathLst>
              </a:custGeom>
              <a:solidFill>
                <a:schemeClr val="accent2"/>
              </a:solidFill>
              <a:ln w="9525" cap="flat">
                <a:noFill/>
                <a:prstDash val="solid"/>
                <a:miter/>
              </a:ln>
            </p:spPr>
            <p:txBody>
              <a:bodyPr rtlCol="0" anchor="ctr"/>
              <a:lstStyle/>
              <a:p>
                <a:endParaRPr lang="zh-CN" altLang="en-US"/>
              </a:p>
            </p:txBody>
          </p:sp>
        </p:grpSp>
        <p:grpSp>
          <p:nvGrpSpPr>
            <p:cNvPr id="39964" name="组合 39963">
              <a:extLst>
                <a:ext uri="{FF2B5EF4-FFF2-40B4-BE49-F238E27FC236}">
                  <a16:creationId xmlns:a16="http://schemas.microsoft.com/office/drawing/2014/main" id="{47854C4E-704D-2DB3-4BAE-58FC921374D1}"/>
                </a:ext>
              </a:extLst>
            </p:cNvPr>
            <p:cNvGrpSpPr/>
            <p:nvPr/>
          </p:nvGrpSpPr>
          <p:grpSpPr>
            <a:xfrm>
              <a:off x="4948526" y="935624"/>
              <a:ext cx="856908" cy="986724"/>
              <a:chOff x="9909176" y="2374900"/>
              <a:chExt cx="2074862" cy="2389188"/>
            </a:xfrm>
          </p:grpSpPr>
          <p:sp>
            <p:nvSpPr>
              <p:cNvPr id="39965" name="ïsḻîḍé">
                <a:extLst>
                  <a:ext uri="{FF2B5EF4-FFF2-40B4-BE49-F238E27FC236}">
                    <a16:creationId xmlns:a16="http://schemas.microsoft.com/office/drawing/2014/main" id="{E6B4A104-B376-2646-97CE-44356E9130F1}"/>
                  </a:ext>
                </a:extLst>
              </p:cNvPr>
              <p:cNvSpPr>
                <a:spLocks/>
              </p:cNvSpPr>
              <p:nvPr/>
            </p:nvSpPr>
            <p:spPr bwMode="auto">
              <a:xfrm>
                <a:off x="10064751" y="3521075"/>
                <a:ext cx="1733550" cy="1243013"/>
              </a:xfrm>
              <a:custGeom>
                <a:avLst/>
                <a:gdLst>
                  <a:gd name="T0" fmla="*/ 69 w 410"/>
                  <a:gd name="T1" fmla="*/ 0 h 294"/>
                  <a:gd name="T2" fmla="*/ 0 w 410"/>
                  <a:gd name="T3" fmla="*/ 25 h 294"/>
                  <a:gd name="T4" fmla="*/ 85 w 410"/>
                  <a:gd name="T5" fmla="*/ 220 h 294"/>
                  <a:gd name="T6" fmla="*/ 118 w 410"/>
                  <a:gd name="T7" fmla="*/ 288 h 294"/>
                  <a:gd name="T8" fmla="*/ 277 w 410"/>
                  <a:gd name="T9" fmla="*/ 234 h 294"/>
                  <a:gd name="T10" fmla="*/ 406 w 410"/>
                  <a:gd name="T11" fmla="*/ 185 h 294"/>
                  <a:gd name="T12" fmla="*/ 408 w 410"/>
                  <a:gd name="T13" fmla="*/ 177 h 294"/>
                  <a:gd name="T14" fmla="*/ 352 w 410"/>
                  <a:gd name="T15" fmla="*/ 73 h 294"/>
                  <a:gd name="T16" fmla="*/ 69 w 410"/>
                  <a:gd name="T17" fmla="*/ 0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0" h="294">
                    <a:moveTo>
                      <a:pt x="69" y="0"/>
                    </a:moveTo>
                    <a:cubicBezTo>
                      <a:pt x="0" y="25"/>
                      <a:pt x="0" y="25"/>
                      <a:pt x="0" y="25"/>
                    </a:cubicBezTo>
                    <a:cubicBezTo>
                      <a:pt x="0" y="25"/>
                      <a:pt x="60" y="160"/>
                      <a:pt x="85" y="220"/>
                    </a:cubicBezTo>
                    <a:cubicBezTo>
                      <a:pt x="110" y="280"/>
                      <a:pt x="118" y="288"/>
                      <a:pt x="118" y="288"/>
                    </a:cubicBezTo>
                    <a:cubicBezTo>
                      <a:pt x="118" y="288"/>
                      <a:pt x="122" y="294"/>
                      <a:pt x="277" y="234"/>
                    </a:cubicBezTo>
                    <a:cubicBezTo>
                      <a:pt x="335" y="211"/>
                      <a:pt x="392" y="193"/>
                      <a:pt x="406" y="185"/>
                    </a:cubicBezTo>
                    <a:cubicBezTo>
                      <a:pt x="409" y="183"/>
                      <a:pt x="410" y="180"/>
                      <a:pt x="408" y="177"/>
                    </a:cubicBezTo>
                    <a:cubicBezTo>
                      <a:pt x="352" y="73"/>
                      <a:pt x="352" y="73"/>
                      <a:pt x="352" y="73"/>
                    </a:cubicBezTo>
                    <a:lnTo>
                      <a:pt x="69" y="0"/>
                    </a:lnTo>
                    <a:close/>
                  </a:path>
                </a:pathLst>
              </a:custGeom>
              <a:solidFill>
                <a:srgbClr val="44797A"/>
              </a:solidFill>
              <a:ln w="6364" cap="flat">
                <a:noFill/>
                <a:prstDash val="solid"/>
                <a:miter/>
              </a:ln>
            </p:spPr>
            <p:txBody>
              <a:bodyPr rtlCol="0" anchor="ctr"/>
              <a:lstStyle/>
              <a:p>
                <a:endParaRPr lang="zh-CN" altLang="en-US"/>
              </a:p>
            </p:txBody>
          </p:sp>
          <p:sp>
            <p:nvSpPr>
              <p:cNvPr id="39966" name="îṥlíḓè">
                <a:extLst>
                  <a:ext uri="{FF2B5EF4-FFF2-40B4-BE49-F238E27FC236}">
                    <a16:creationId xmlns:a16="http://schemas.microsoft.com/office/drawing/2014/main" id="{4671F9C7-B5AB-498D-3667-10DFF9E76BA5}"/>
                  </a:ext>
                </a:extLst>
              </p:cNvPr>
              <p:cNvSpPr>
                <a:spLocks/>
              </p:cNvSpPr>
              <p:nvPr/>
            </p:nvSpPr>
            <p:spPr bwMode="auto">
              <a:xfrm>
                <a:off x="9909176" y="3449638"/>
                <a:ext cx="600075" cy="1238250"/>
              </a:xfrm>
              <a:custGeom>
                <a:avLst/>
                <a:gdLst>
                  <a:gd name="T0" fmla="*/ 17 w 142"/>
                  <a:gd name="T1" fmla="*/ 0 h 293"/>
                  <a:gd name="T2" fmla="*/ 7 w 142"/>
                  <a:gd name="T3" fmla="*/ 30 h 293"/>
                  <a:gd name="T4" fmla="*/ 131 w 142"/>
                  <a:gd name="T5" fmla="*/ 293 h 293"/>
                  <a:gd name="T6" fmla="*/ 142 w 142"/>
                  <a:gd name="T7" fmla="*/ 268 h 293"/>
                  <a:gd name="T8" fmla="*/ 80 w 142"/>
                  <a:gd name="T9" fmla="*/ 75 h 293"/>
                  <a:gd name="T10" fmla="*/ 17 w 142"/>
                  <a:gd name="T11" fmla="*/ 0 h 293"/>
                </a:gdLst>
                <a:ahLst/>
                <a:cxnLst>
                  <a:cxn ang="0">
                    <a:pos x="T0" y="T1"/>
                  </a:cxn>
                  <a:cxn ang="0">
                    <a:pos x="T2" y="T3"/>
                  </a:cxn>
                  <a:cxn ang="0">
                    <a:pos x="T4" y="T5"/>
                  </a:cxn>
                  <a:cxn ang="0">
                    <a:pos x="T6" y="T7"/>
                  </a:cxn>
                  <a:cxn ang="0">
                    <a:pos x="T8" y="T9"/>
                  </a:cxn>
                  <a:cxn ang="0">
                    <a:pos x="T10" y="T11"/>
                  </a:cxn>
                </a:cxnLst>
                <a:rect l="0" t="0" r="r" b="b"/>
                <a:pathLst>
                  <a:path w="142" h="293">
                    <a:moveTo>
                      <a:pt x="17" y="0"/>
                    </a:moveTo>
                    <a:cubicBezTo>
                      <a:pt x="17" y="0"/>
                      <a:pt x="0" y="7"/>
                      <a:pt x="7" y="30"/>
                    </a:cubicBezTo>
                    <a:cubicBezTo>
                      <a:pt x="13" y="52"/>
                      <a:pt x="131" y="293"/>
                      <a:pt x="131" y="293"/>
                    </a:cubicBezTo>
                    <a:cubicBezTo>
                      <a:pt x="142" y="268"/>
                      <a:pt x="142" y="268"/>
                      <a:pt x="142" y="268"/>
                    </a:cubicBezTo>
                    <a:cubicBezTo>
                      <a:pt x="80" y="75"/>
                      <a:pt x="80" y="75"/>
                      <a:pt x="80" y="75"/>
                    </a:cubicBezTo>
                    <a:lnTo>
                      <a:pt x="17" y="0"/>
                    </a:lnTo>
                    <a:close/>
                  </a:path>
                </a:pathLst>
              </a:custGeom>
              <a:solidFill>
                <a:srgbClr val="003E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67" name="îṣļíde">
                <a:extLst>
                  <a:ext uri="{FF2B5EF4-FFF2-40B4-BE49-F238E27FC236}">
                    <a16:creationId xmlns:a16="http://schemas.microsoft.com/office/drawing/2014/main" id="{D0CDC1D5-A15E-9E23-7542-1DF36D4BF89F}"/>
                  </a:ext>
                </a:extLst>
              </p:cNvPr>
              <p:cNvSpPr>
                <a:spLocks/>
              </p:cNvSpPr>
              <p:nvPr/>
            </p:nvSpPr>
            <p:spPr bwMode="auto">
              <a:xfrm>
                <a:off x="10509251" y="4095750"/>
                <a:ext cx="1260475" cy="642938"/>
              </a:xfrm>
              <a:custGeom>
                <a:avLst/>
                <a:gdLst>
                  <a:gd name="T0" fmla="*/ 274 w 298"/>
                  <a:gd name="T1" fmla="*/ 0 h 152"/>
                  <a:gd name="T2" fmla="*/ 280 w 298"/>
                  <a:gd name="T3" fmla="*/ 23 h 152"/>
                  <a:gd name="T4" fmla="*/ 298 w 298"/>
                  <a:gd name="T5" fmla="*/ 43 h 152"/>
                  <a:gd name="T6" fmla="*/ 13 w 298"/>
                  <a:gd name="T7" fmla="*/ 152 h 152"/>
                  <a:gd name="T8" fmla="*/ 0 w 298"/>
                  <a:gd name="T9" fmla="*/ 115 h 152"/>
                  <a:gd name="T10" fmla="*/ 218 w 298"/>
                  <a:gd name="T11" fmla="*/ 0 h 152"/>
                  <a:gd name="T12" fmla="*/ 274 w 298"/>
                  <a:gd name="T13" fmla="*/ 0 h 152"/>
                </a:gdLst>
                <a:ahLst/>
                <a:cxnLst>
                  <a:cxn ang="0">
                    <a:pos x="T0" y="T1"/>
                  </a:cxn>
                  <a:cxn ang="0">
                    <a:pos x="T2" y="T3"/>
                  </a:cxn>
                  <a:cxn ang="0">
                    <a:pos x="T4" y="T5"/>
                  </a:cxn>
                  <a:cxn ang="0">
                    <a:pos x="T6" y="T7"/>
                  </a:cxn>
                  <a:cxn ang="0">
                    <a:pos x="T8" y="T9"/>
                  </a:cxn>
                  <a:cxn ang="0">
                    <a:pos x="T10" y="T11"/>
                  </a:cxn>
                  <a:cxn ang="0">
                    <a:pos x="T12" y="T13"/>
                  </a:cxn>
                </a:cxnLst>
                <a:rect l="0" t="0" r="r" b="b"/>
                <a:pathLst>
                  <a:path w="298" h="152">
                    <a:moveTo>
                      <a:pt x="274" y="0"/>
                    </a:moveTo>
                    <a:cubicBezTo>
                      <a:pt x="274" y="0"/>
                      <a:pt x="273" y="7"/>
                      <a:pt x="280" y="23"/>
                    </a:cubicBezTo>
                    <a:cubicBezTo>
                      <a:pt x="287" y="38"/>
                      <a:pt x="298" y="43"/>
                      <a:pt x="298" y="43"/>
                    </a:cubicBezTo>
                    <a:cubicBezTo>
                      <a:pt x="13" y="152"/>
                      <a:pt x="13" y="152"/>
                      <a:pt x="13" y="152"/>
                    </a:cubicBezTo>
                    <a:cubicBezTo>
                      <a:pt x="0" y="115"/>
                      <a:pt x="0" y="115"/>
                      <a:pt x="0" y="115"/>
                    </a:cubicBezTo>
                    <a:cubicBezTo>
                      <a:pt x="218" y="0"/>
                      <a:pt x="218" y="0"/>
                      <a:pt x="218" y="0"/>
                    </a:cubicBezTo>
                    <a:lnTo>
                      <a:pt x="27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68" name="íṥḻidê">
                <a:extLst>
                  <a:ext uri="{FF2B5EF4-FFF2-40B4-BE49-F238E27FC236}">
                    <a16:creationId xmlns:a16="http://schemas.microsoft.com/office/drawing/2014/main" id="{8924C4DC-7446-18E5-4170-8FF9E30AB985}"/>
                  </a:ext>
                </a:extLst>
              </p:cNvPr>
              <p:cNvSpPr>
                <a:spLocks/>
              </p:cNvSpPr>
              <p:nvPr/>
            </p:nvSpPr>
            <p:spPr bwMode="auto">
              <a:xfrm>
                <a:off x="9980613" y="3335338"/>
                <a:ext cx="1751013" cy="1247775"/>
              </a:xfrm>
              <a:custGeom>
                <a:avLst/>
                <a:gdLst>
                  <a:gd name="T0" fmla="*/ 68 w 414"/>
                  <a:gd name="T1" fmla="*/ 0 h 295"/>
                  <a:gd name="T2" fmla="*/ 0 w 414"/>
                  <a:gd name="T3" fmla="*/ 27 h 295"/>
                  <a:gd name="T4" fmla="*/ 91 w 414"/>
                  <a:gd name="T5" fmla="*/ 219 h 295"/>
                  <a:gd name="T6" fmla="*/ 125 w 414"/>
                  <a:gd name="T7" fmla="*/ 295 h 295"/>
                  <a:gd name="T8" fmla="*/ 290 w 414"/>
                  <a:gd name="T9" fmla="*/ 223 h 295"/>
                  <a:gd name="T10" fmla="*/ 410 w 414"/>
                  <a:gd name="T11" fmla="*/ 173 h 295"/>
                  <a:gd name="T12" fmla="*/ 413 w 414"/>
                  <a:gd name="T13" fmla="*/ 165 h 295"/>
                  <a:gd name="T14" fmla="*/ 367 w 414"/>
                  <a:gd name="T15" fmla="*/ 67 h 295"/>
                  <a:gd name="T16" fmla="*/ 68 w 414"/>
                  <a:gd name="T17" fmla="*/ 0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4" h="295">
                    <a:moveTo>
                      <a:pt x="68" y="0"/>
                    </a:moveTo>
                    <a:cubicBezTo>
                      <a:pt x="0" y="27"/>
                      <a:pt x="0" y="27"/>
                      <a:pt x="0" y="27"/>
                    </a:cubicBezTo>
                    <a:cubicBezTo>
                      <a:pt x="0" y="27"/>
                      <a:pt x="64" y="160"/>
                      <a:pt x="91" y="219"/>
                    </a:cubicBezTo>
                    <a:cubicBezTo>
                      <a:pt x="117" y="278"/>
                      <a:pt x="125" y="295"/>
                      <a:pt x="125" y="295"/>
                    </a:cubicBezTo>
                    <a:cubicBezTo>
                      <a:pt x="125" y="295"/>
                      <a:pt x="219" y="252"/>
                      <a:pt x="290" y="223"/>
                    </a:cubicBezTo>
                    <a:cubicBezTo>
                      <a:pt x="347" y="200"/>
                      <a:pt x="396" y="182"/>
                      <a:pt x="410" y="173"/>
                    </a:cubicBezTo>
                    <a:cubicBezTo>
                      <a:pt x="413" y="172"/>
                      <a:pt x="414" y="168"/>
                      <a:pt x="413" y="165"/>
                    </a:cubicBezTo>
                    <a:cubicBezTo>
                      <a:pt x="367" y="67"/>
                      <a:pt x="367" y="67"/>
                      <a:pt x="367" y="67"/>
                    </a:cubicBezTo>
                    <a:lnTo>
                      <a:pt x="68" y="0"/>
                    </a:lnTo>
                    <a:close/>
                  </a:path>
                </a:pathLst>
              </a:custGeom>
              <a:solidFill>
                <a:srgbClr val="44797A"/>
              </a:solidFill>
              <a:ln w="6364" cap="flat">
                <a:noFill/>
                <a:prstDash val="solid"/>
                <a:miter/>
              </a:ln>
            </p:spPr>
            <p:txBody>
              <a:bodyPr rtlCol="0" anchor="ctr"/>
              <a:lstStyle/>
              <a:p>
                <a:endParaRPr lang="zh-CN" altLang="en-US"/>
              </a:p>
            </p:txBody>
          </p:sp>
          <p:sp>
            <p:nvSpPr>
              <p:cNvPr id="39969" name="i$ļíḑé">
                <a:extLst>
                  <a:ext uri="{FF2B5EF4-FFF2-40B4-BE49-F238E27FC236}">
                    <a16:creationId xmlns:a16="http://schemas.microsoft.com/office/drawing/2014/main" id="{6586D73A-96C0-2CB9-B4BD-0E9309D269A7}"/>
                  </a:ext>
                </a:extLst>
              </p:cNvPr>
              <p:cNvSpPr>
                <a:spLocks/>
              </p:cNvSpPr>
              <p:nvPr/>
            </p:nvSpPr>
            <p:spPr bwMode="auto">
              <a:xfrm>
                <a:off x="10440988" y="4583113"/>
                <a:ext cx="123825" cy="168275"/>
              </a:xfrm>
              <a:custGeom>
                <a:avLst/>
                <a:gdLst>
                  <a:gd name="T0" fmla="*/ 29 w 29"/>
                  <a:gd name="T1" fmla="*/ 37 h 40"/>
                  <a:gd name="T2" fmla="*/ 16 w 29"/>
                  <a:gd name="T3" fmla="*/ 0 h 40"/>
                  <a:gd name="T4" fmla="*/ 5 w 29"/>
                  <a:gd name="T5" fmla="*/ 25 h 40"/>
                  <a:gd name="T6" fmla="*/ 29 w 29"/>
                  <a:gd name="T7" fmla="*/ 37 h 40"/>
                </a:gdLst>
                <a:ahLst/>
                <a:cxnLst>
                  <a:cxn ang="0">
                    <a:pos x="T0" y="T1"/>
                  </a:cxn>
                  <a:cxn ang="0">
                    <a:pos x="T2" y="T3"/>
                  </a:cxn>
                  <a:cxn ang="0">
                    <a:pos x="T4" y="T5"/>
                  </a:cxn>
                  <a:cxn ang="0">
                    <a:pos x="T6" y="T7"/>
                  </a:cxn>
                </a:cxnLst>
                <a:rect l="0" t="0" r="r" b="b"/>
                <a:pathLst>
                  <a:path w="29" h="40">
                    <a:moveTo>
                      <a:pt x="29" y="37"/>
                    </a:moveTo>
                    <a:cubicBezTo>
                      <a:pt x="16" y="0"/>
                      <a:pt x="16" y="0"/>
                      <a:pt x="16" y="0"/>
                    </a:cubicBezTo>
                    <a:cubicBezTo>
                      <a:pt x="16" y="0"/>
                      <a:pt x="0" y="9"/>
                      <a:pt x="5" y="25"/>
                    </a:cubicBezTo>
                    <a:cubicBezTo>
                      <a:pt x="10" y="40"/>
                      <a:pt x="29" y="37"/>
                      <a:pt x="29" y="37"/>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70" name="ïṥḷîḍè">
                <a:extLst>
                  <a:ext uri="{FF2B5EF4-FFF2-40B4-BE49-F238E27FC236}">
                    <a16:creationId xmlns:a16="http://schemas.microsoft.com/office/drawing/2014/main" id="{D1CDDE5F-1D04-D53B-34BB-9F9AEAB6979C}"/>
                  </a:ext>
                </a:extLst>
              </p:cNvPr>
              <p:cNvSpPr>
                <a:spLocks/>
              </p:cNvSpPr>
              <p:nvPr/>
            </p:nvSpPr>
            <p:spPr bwMode="auto">
              <a:xfrm>
                <a:off x="10463213" y="3640138"/>
                <a:ext cx="300038" cy="139700"/>
              </a:xfrm>
              <a:custGeom>
                <a:avLst/>
                <a:gdLst>
                  <a:gd name="T0" fmla="*/ 5 w 71"/>
                  <a:gd name="T1" fmla="*/ 33 h 33"/>
                  <a:gd name="T2" fmla="*/ 1 w 71"/>
                  <a:gd name="T3" fmla="*/ 30 h 33"/>
                  <a:gd name="T4" fmla="*/ 3 w 71"/>
                  <a:gd name="T5" fmla="*/ 25 h 33"/>
                  <a:gd name="T6" fmla="*/ 65 w 71"/>
                  <a:gd name="T7" fmla="*/ 1 h 33"/>
                  <a:gd name="T8" fmla="*/ 70 w 71"/>
                  <a:gd name="T9" fmla="*/ 3 h 33"/>
                  <a:gd name="T10" fmla="*/ 68 w 71"/>
                  <a:gd name="T11" fmla="*/ 8 h 33"/>
                  <a:gd name="T12" fmla="*/ 6 w 71"/>
                  <a:gd name="T13" fmla="*/ 33 h 33"/>
                  <a:gd name="T14" fmla="*/ 5 w 71"/>
                  <a:gd name="T15" fmla="*/ 33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33">
                    <a:moveTo>
                      <a:pt x="5" y="33"/>
                    </a:moveTo>
                    <a:cubicBezTo>
                      <a:pt x="3" y="33"/>
                      <a:pt x="2" y="32"/>
                      <a:pt x="1" y="30"/>
                    </a:cubicBezTo>
                    <a:cubicBezTo>
                      <a:pt x="0" y="28"/>
                      <a:pt x="1" y="26"/>
                      <a:pt x="3" y="25"/>
                    </a:cubicBezTo>
                    <a:cubicBezTo>
                      <a:pt x="65" y="1"/>
                      <a:pt x="65" y="1"/>
                      <a:pt x="65" y="1"/>
                    </a:cubicBezTo>
                    <a:cubicBezTo>
                      <a:pt x="67" y="0"/>
                      <a:pt x="69" y="1"/>
                      <a:pt x="70" y="3"/>
                    </a:cubicBezTo>
                    <a:cubicBezTo>
                      <a:pt x="71" y="5"/>
                      <a:pt x="70" y="7"/>
                      <a:pt x="68" y="8"/>
                    </a:cubicBezTo>
                    <a:cubicBezTo>
                      <a:pt x="6" y="33"/>
                      <a:pt x="6" y="33"/>
                      <a:pt x="6" y="33"/>
                    </a:cubicBezTo>
                    <a:cubicBezTo>
                      <a:pt x="6" y="33"/>
                      <a:pt x="5" y="33"/>
                      <a:pt x="5" y="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71" name="ïṡļïḓê">
                <a:extLst>
                  <a:ext uri="{FF2B5EF4-FFF2-40B4-BE49-F238E27FC236}">
                    <a16:creationId xmlns:a16="http://schemas.microsoft.com/office/drawing/2014/main" id="{3791283C-5A73-29DA-2C14-4904B04A2619}"/>
                  </a:ext>
                </a:extLst>
              </p:cNvPr>
              <p:cNvSpPr>
                <a:spLocks/>
              </p:cNvSpPr>
              <p:nvPr/>
            </p:nvSpPr>
            <p:spPr bwMode="auto">
              <a:xfrm>
                <a:off x="10517188" y="3744913"/>
                <a:ext cx="330200" cy="139700"/>
              </a:xfrm>
              <a:custGeom>
                <a:avLst/>
                <a:gdLst>
                  <a:gd name="T0" fmla="*/ 4 w 78"/>
                  <a:gd name="T1" fmla="*/ 33 h 33"/>
                  <a:gd name="T2" fmla="*/ 0 w 78"/>
                  <a:gd name="T3" fmla="*/ 31 h 33"/>
                  <a:gd name="T4" fmla="*/ 3 w 78"/>
                  <a:gd name="T5" fmla="*/ 26 h 33"/>
                  <a:gd name="T6" fmla="*/ 72 w 78"/>
                  <a:gd name="T7" fmla="*/ 1 h 33"/>
                  <a:gd name="T8" fmla="*/ 77 w 78"/>
                  <a:gd name="T9" fmla="*/ 3 h 33"/>
                  <a:gd name="T10" fmla="*/ 75 w 78"/>
                  <a:gd name="T11" fmla="*/ 8 h 33"/>
                  <a:gd name="T12" fmla="*/ 5 w 78"/>
                  <a:gd name="T13" fmla="*/ 33 h 33"/>
                  <a:gd name="T14" fmla="*/ 4 w 78"/>
                  <a:gd name="T15" fmla="*/ 33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33">
                    <a:moveTo>
                      <a:pt x="4" y="33"/>
                    </a:moveTo>
                    <a:cubicBezTo>
                      <a:pt x="2" y="33"/>
                      <a:pt x="1" y="32"/>
                      <a:pt x="0" y="31"/>
                    </a:cubicBezTo>
                    <a:cubicBezTo>
                      <a:pt x="0" y="29"/>
                      <a:pt x="1" y="27"/>
                      <a:pt x="3" y="26"/>
                    </a:cubicBezTo>
                    <a:cubicBezTo>
                      <a:pt x="72" y="1"/>
                      <a:pt x="72" y="1"/>
                      <a:pt x="72" y="1"/>
                    </a:cubicBezTo>
                    <a:cubicBezTo>
                      <a:pt x="74" y="0"/>
                      <a:pt x="77" y="1"/>
                      <a:pt x="77" y="3"/>
                    </a:cubicBezTo>
                    <a:cubicBezTo>
                      <a:pt x="78" y="5"/>
                      <a:pt x="77" y="7"/>
                      <a:pt x="75" y="8"/>
                    </a:cubicBezTo>
                    <a:cubicBezTo>
                      <a:pt x="5" y="33"/>
                      <a:pt x="5" y="33"/>
                      <a:pt x="5" y="33"/>
                    </a:cubicBezTo>
                    <a:cubicBezTo>
                      <a:pt x="5" y="33"/>
                      <a:pt x="5" y="33"/>
                      <a:pt x="4" y="3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72" name="í$ḷídé">
                <a:extLst>
                  <a:ext uri="{FF2B5EF4-FFF2-40B4-BE49-F238E27FC236}">
                    <a16:creationId xmlns:a16="http://schemas.microsoft.com/office/drawing/2014/main" id="{19497A47-DA46-B426-2657-BBDC483E73AC}"/>
                  </a:ext>
                </a:extLst>
              </p:cNvPr>
              <p:cNvSpPr>
                <a:spLocks/>
              </p:cNvSpPr>
              <p:nvPr/>
            </p:nvSpPr>
            <p:spPr bwMode="auto">
              <a:xfrm>
                <a:off x="10577513" y="3821113"/>
                <a:ext cx="376238" cy="173038"/>
              </a:xfrm>
              <a:custGeom>
                <a:avLst/>
                <a:gdLst>
                  <a:gd name="T0" fmla="*/ 4 w 89"/>
                  <a:gd name="T1" fmla="*/ 41 h 41"/>
                  <a:gd name="T2" fmla="*/ 1 w 89"/>
                  <a:gd name="T3" fmla="*/ 38 h 41"/>
                  <a:gd name="T4" fmla="*/ 3 w 89"/>
                  <a:gd name="T5" fmla="*/ 33 h 41"/>
                  <a:gd name="T6" fmla="*/ 83 w 89"/>
                  <a:gd name="T7" fmla="*/ 1 h 41"/>
                  <a:gd name="T8" fmla="*/ 88 w 89"/>
                  <a:gd name="T9" fmla="*/ 3 h 41"/>
                  <a:gd name="T10" fmla="*/ 86 w 89"/>
                  <a:gd name="T11" fmla="*/ 8 h 41"/>
                  <a:gd name="T12" fmla="*/ 6 w 89"/>
                  <a:gd name="T13" fmla="*/ 40 h 41"/>
                  <a:gd name="T14" fmla="*/ 4 w 89"/>
                  <a:gd name="T15" fmla="*/ 41 h 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9" h="41">
                    <a:moveTo>
                      <a:pt x="4" y="41"/>
                    </a:moveTo>
                    <a:cubicBezTo>
                      <a:pt x="3" y="41"/>
                      <a:pt x="1" y="39"/>
                      <a:pt x="1" y="38"/>
                    </a:cubicBezTo>
                    <a:cubicBezTo>
                      <a:pt x="0" y="36"/>
                      <a:pt x="1" y="34"/>
                      <a:pt x="3" y="33"/>
                    </a:cubicBezTo>
                    <a:cubicBezTo>
                      <a:pt x="21" y="28"/>
                      <a:pt x="82" y="1"/>
                      <a:pt x="83" y="1"/>
                    </a:cubicBezTo>
                    <a:cubicBezTo>
                      <a:pt x="85" y="0"/>
                      <a:pt x="87" y="1"/>
                      <a:pt x="88" y="3"/>
                    </a:cubicBezTo>
                    <a:cubicBezTo>
                      <a:pt x="89" y="5"/>
                      <a:pt x="88" y="7"/>
                      <a:pt x="86" y="8"/>
                    </a:cubicBezTo>
                    <a:cubicBezTo>
                      <a:pt x="83" y="9"/>
                      <a:pt x="24" y="35"/>
                      <a:pt x="6" y="40"/>
                    </a:cubicBezTo>
                    <a:cubicBezTo>
                      <a:pt x="5" y="41"/>
                      <a:pt x="5" y="41"/>
                      <a:pt x="4" y="4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73" name="ïṧ1íḍé">
                <a:extLst>
                  <a:ext uri="{FF2B5EF4-FFF2-40B4-BE49-F238E27FC236}">
                    <a16:creationId xmlns:a16="http://schemas.microsoft.com/office/drawing/2014/main" id="{5152AEA1-CD71-43A7-7A0B-350D4E7F7BD9}"/>
                  </a:ext>
                </a:extLst>
              </p:cNvPr>
              <p:cNvSpPr>
                <a:spLocks/>
              </p:cNvSpPr>
              <p:nvPr/>
            </p:nvSpPr>
            <p:spPr bwMode="auto">
              <a:xfrm>
                <a:off x="10133013" y="2595563"/>
                <a:ext cx="1851025" cy="1370013"/>
              </a:xfrm>
              <a:custGeom>
                <a:avLst/>
                <a:gdLst>
                  <a:gd name="T0" fmla="*/ 247 w 438"/>
                  <a:gd name="T1" fmla="*/ 322 h 324"/>
                  <a:gd name="T2" fmla="*/ 436 w 438"/>
                  <a:gd name="T3" fmla="*/ 188 h 324"/>
                  <a:gd name="T4" fmla="*/ 437 w 438"/>
                  <a:gd name="T5" fmla="*/ 183 h 324"/>
                  <a:gd name="T6" fmla="*/ 208 w 438"/>
                  <a:gd name="T7" fmla="*/ 0 h 324"/>
                  <a:gd name="T8" fmla="*/ 64 w 438"/>
                  <a:gd name="T9" fmla="*/ 92 h 324"/>
                  <a:gd name="T10" fmla="*/ 0 w 438"/>
                  <a:gd name="T11" fmla="*/ 150 h 324"/>
                  <a:gd name="T12" fmla="*/ 156 w 438"/>
                  <a:gd name="T13" fmla="*/ 263 h 324"/>
                  <a:gd name="T14" fmla="*/ 235 w 438"/>
                  <a:gd name="T15" fmla="*/ 321 h 324"/>
                  <a:gd name="T16" fmla="*/ 247 w 438"/>
                  <a:gd name="T17" fmla="*/ 322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8" h="324">
                    <a:moveTo>
                      <a:pt x="247" y="322"/>
                    </a:moveTo>
                    <a:cubicBezTo>
                      <a:pt x="436" y="188"/>
                      <a:pt x="436" y="188"/>
                      <a:pt x="436" y="188"/>
                    </a:cubicBezTo>
                    <a:cubicBezTo>
                      <a:pt x="438" y="187"/>
                      <a:pt x="438" y="184"/>
                      <a:pt x="437" y="183"/>
                    </a:cubicBezTo>
                    <a:cubicBezTo>
                      <a:pt x="208" y="0"/>
                      <a:pt x="208" y="0"/>
                      <a:pt x="208" y="0"/>
                    </a:cubicBezTo>
                    <a:cubicBezTo>
                      <a:pt x="208" y="0"/>
                      <a:pt x="127" y="43"/>
                      <a:pt x="64" y="92"/>
                    </a:cubicBezTo>
                    <a:cubicBezTo>
                      <a:pt x="1" y="140"/>
                      <a:pt x="0" y="150"/>
                      <a:pt x="0" y="150"/>
                    </a:cubicBezTo>
                    <a:cubicBezTo>
                      <a:pt x="0" y="150"/>
                      <a:pt x="90" y="222"/>
                      <a:pt x="156" y="263"/>
                    </a:cubicBezTo>
                    <a:cubicBezTo>
                      <a:pt x="203" y="293"/>
                      <a:pt x="226" y="314"/>
                      <a:pt x="235" y="321"/>
                    </a:cubicBezTo>
                    <a:cubicBezTo>
                      <a:pt x="238" y="324"/>
                      <a:pt x="243" y="324"/>
                      <a:pt x="247" y="322"/>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74" name="îš1iḍe">
                <a:extLst>
                  <a:ext uri="{FF2B5EF4-FFF2-40B4-BE49-F238E27FC236}">
                    <a16:creationId xmlns:a16="http://schemas.microsoft.com/office/drawing/2014/main" id="{B4EB7580-0BF9-19B1-5A0B-B5A1D81B9751}"/>
                  </a:ext>
                </a:extLst>
              </p:cNvPr>
              <p:cNvSpPr>
                <a:spLocks/>
              </p:cNvSpPr>
              <p:nvPr/>
            </p:nvSpPr>
            <p:spPr bwMode="auto">
              <a:xfrm>
                <a:off x="10002838" y="2967038"/>
                <a:ext cx="1103313" cy="989013"/>
              </a:xfrm>
              <a:custGeom>
                <a:avLst/>
                <a:gdLst>
                  <a:gd name="T0" fmla="*/ 32 w 261"/>
                  <a:gd name="T1" fmla="*/ 0 h 234"/>
                  <a:gd name="T2" fmla="*/ 2 w 261"/>
                  <a:gd name="T3" fmla="*/ 41 h 234"/>
                  <a:gd name="T4" fmla="*/ 6 w 261"/>
                  <a:gd name="T5" fmla="*/ 62 h 234"/>
                  <a:gd name="T6" fmla="*/ 251 w 261"/>
                  <a:gd name="T7" fmla="*/ 234 h 234"/>
                  <a:gd name="T8" fmla="*/ 261 w 261"/>
                  <a:gd name="T9" fmla="*/ 184 h 234"/>
                  <a:gd name="T10" fmla="*/ 108 w 261"/>
                  <a:gd name="T11" fmla="*/ 54 h 234"/>
                  <a:gd name="T12" fmla="*/ 32 w 261"/>
                  <a:gd name="T13" fmla="*/ 0 h 234"/>
                </a:gdLst>
                <a:ahLst/>
                <a:cxnLst>
                  <a:cxn ang="0">
                    <a:pos x="T0" y="T1"/>
                  </a:cxn>
                  <a:cxn ang="0">
                    <a:pos x="T2" y="T3"/>
                  </a:cxn>
                  <a:cxn ang="0">
                    <a:pos x="T4" y="T5"/>
                  </a:cxn>
                  <a:cxn ang="0">
                    <a:pos x="T6" y="T7"/>
                  </a:cxn>
                  <a:cxn ang="0">
                    <a:pos x="T8" y="T9"/>
                  </a:cxn>
                  <a:cxn ang="0">
                    <a:pos x="T10" y="T11"/>
                  </a:cxn>
                  <a:cxn ang="0">
                    <a:pos x="T12" y="T13"/>
                  </a:cxn>
                </a:cxnLst>
                <a:rect l="0" t="0" r="r" b="b"/>
                <a:pathLst>
                  <a:path w="261" h="234">
                    <a:moveTo>
                      <a:pt x="32" y="0"/>
                    </a:moveTo>
                    <a:cubicBezTo>
                      <a:pt x="32" y="0"/>
                      <a:pt x="5" y="16"/>
                      <a:pt x="2" y="41"/>
                    </a:cubicBezTo>
                    <a:cubicBezTo>
                      <a:pt x="0" y="57"/>
                      <a:pt x="6" y="62"/>
                      <a:pt x="6" y="62"/>
                    </a:cubicBezTo>
                    <a:cubicBezTo>
                      <a:pt x="251" y="234"/>
                      <a:pt x="251" y="234"/>
                      <a:pt x="251" y="234"/>
                    </a:cubicBezTo>
                    <a:cubicBezTo>
                      <a:pt x="261" y="184"/>
                      <a:pt x="261" y="184"/>
                      <a:pt x="261" y="184"/>
                    </a:cubicBezTo>
                    <a:cubicBezTo>
                      <a:pt x="108" y="54"/>
                      <a:pt x="108" y="54"/>
                      <a:pt x="108" y="54"/>
                    </a:cubicBezTo>
                    <a:lnTo>
                      <a:pt x="32" y="0"/>
                    </a:lnTo>
                    <a:close/>
                  </a:path>
                </a:pathLst>
              </a:custGeom>
              <a:solidFill>
                <a:srgbClr val="003E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75" name="iSḻîḍe">
                <a:extLst>
                  <a:ext uri="{FF2B5EF4-FFF2-40B4-BE49-F238E27FC236}">
                    <a16:creationId xmlns:a16="http://schemas.microsoft.com/office/drawing/2014/main" id="{474AE351-663D-0842-5C2E-D5E0E777DCFB}"/>
                  </a:ext>
                </a:extLst>
              </p:cNvPr>
              <p:cNvSpPr>
                <a:spLocks/>
              </p:cNvSpPr>
              <p:nvPr/>
            </p:nvSpPr>
            <p:spPr bwMode="auto">
              <a:xfrm>
                <a:off x="10982326" y="3762375"/>
                <a:ext cx="169863" cy="236538"/>
              </a:xfrm>
              <a:custGeom>
                <a:avLst/>
                <a:gdLst>
                  <a:gd name="T0" fmla="*/ 40 w 40"/>
                  <a:gd name="T1" fmla="*/ 46 h 56"/>
                  <a:gd name="T2" fmla="*/ 11 w 40"/>
                  <a:gd name="T3" fmla="*/ 36 h 56"/>
                  <a:gd name="T4" fmla="*/ 28 w 40"/>
                  <a:gd name="T5" fmla="*/ 0 h 56"/>
                  <a:gd name="T6" fmla="*/ 40 w 40"/>
                  <a:gd name="T7" fmla="*/ 46 h 56"/>
                </a:gdLst>
                <a:ahLst/>
                <a:cxnLst>
                  <a:cxn ang="0">
                    <a:pos x="T0" y="T1"/>
                  </a:cxn>
                  <a:cxn ang="0">
                    <a:pos x="T2" y="T3"/>
                  </a:cxn>
                  <a:cxn ang="0">
                    <a:pos x="T4" y="T5"/>
                  </a:cxn>
                  <a:cxn ang="0">
                    <a:pos x="T6" y="T7"/>
                  </a:cxn>
                </a:cxnLst>
                <a:rect l="0" t="0" r="r" b="b"/>
                <a:pathLst>
                  <a:path w="40" h="56">
                    <a:moveTo>
                      <a:pt x="40" y="46"/>
                    </a:moveTo>
                    <a:cubicBezTo>
                      <a:pt x="40" y="46"/>
                      <a:pt x="19" y="56"/>
                      <a:pt x="11" y="36"/>
                    </a:cubicBezTo>
                    <a:cubicBezTo>
                      <a:pt x="0" y="10"/>
                      <a:pt x="28" y="0"/>
                      <a:pt x="28" y="0"/>
                    </a:cubicBezTo>
                    <a:lnTo>
                      <a:pt x="40" y="4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76" name="îS1iḍé">
                <a:extLst>
                  <a:ext uri="{FF2B5EF4-FFF2-40B4-BE49-F238E27FC236}">
                    <a16:creationId xmlns:a16="http://schemas.microsoft.com/office/drawing/2014/main" id="{2A10285E-8E3E-899D-8072-F26BA8DFC686}"/>
                  </a:ext>
                </a:extLst>
              </p:cNvPr>
              <p:cNvSpPr>
                <a:spLocks/>
              </p:cNvSpPr>
              <p:nvPr/>
            </p:nvSpPr>
            <p:spPr bwMode="auto">
              <a:xfrm>
                <a:off x="11033126" y="3195638"/>
                <a:ext cx="925513" cy="760413"/>
              </a:xfrm>
              <a:custGeom>
                <a:avLst/>
                <a:gdLst>
                  <a:gd name="T0" fmla="*/ 219 w 219"/>
                  <a:gd name="T1" fmla="*/ 44 h 180"/>
                  <a:gd name="T2" fmla="*/ 28 w 219"/>
                  <a:gd name="T3" fmla="*/ 180 h 180"/>
                  <a:gd name="T4" fmla="*/ 16 w 219"/>
                  <a:gd name="T5" fmla="*/ 134 h 180"/>
                  <a:gd name="T6" fmla="*/ 210 w 219"/>
                  <a:gd name="T7" fmla="*/ 0 h 180"/>
                  <a:gd name="T8" fmla="*/ 205 w 219"/>
                  <a:gd name="T9" fmla="*/ 27 h 180"/>
                  <a:gd name="T10" fmla="*/ 219 w 219"/>
                  <a:gd name="T11" fmla="*/ 44 h 180"/>
                </a:gdLst>
                <a:ahLst/>
                <a:cxnLst>
                  <a:cxn ang="0">
                    <a:pos x="T0" y="T1"/>
                  </a:cxn>
                  <a:cxn ang="0">
                    <a:pos x="T2" y="T3"/>
                  </a:cxn>
                  <a:cxn ang="0">
                    <a:pos x="T4" y="T5"/>
                  </a:cxn>
                  <a:cxn ang="0">
                    <a:pos x="T6" y="T7"/>
                  </a:cxn>
                  <a:cxn ang="0">
                    <a:pos x="T8" y="T9"/>
                  </a:cxn>
                  <a:cxn ang="0">
                    <a:pos x="T10" y="T11"/>
                  </a:cxn>
                </a:cxnLst>
                <a:rect l="0" t="0" r="r" b="b"/>
                <a:pathLst>
                  <a:path w="219" h="180">
                    <a:moveTo>
                      <a:pt x="219" y="44"/>
                    </a:moveTo>
                    <a:cubicBezTo>
                      <a:pt x="28" y="180"/>
                      <a:pt x="28" y="180"/>
                      <a:pt x="28" y="180"/>
                    </a:cubicBezTo>
                    <a:cubicBezTo>
                      <a:pt x="28" y="180"/>
                      <a:pt x="0" y="162"/>
                      <a:pt x="16" y="134"/>
                    </a:cubicBezTo>
                    <a:cubicBezTo>
                      <a:pt x="33" y="106"/>
                      <a:pt x="210" y="0"/>
                      <a:pt x="210" y="0"/>
                    </a:cubicBezTo>
                    <a:cubicBezTo>
                      <a:pt x="210" y="0"/>
                      <a:pt x="201" y="11"/>
                      <a:pt x="205" y="27"/>
                    </a:cubicBezTo>
                    <a:cubicBezTo>
                      <a:pt x="208" y="43"/>
                      <a:pt x="219" y="44"/>
                      <a:pt x="219" y="4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77" name="îṥḻiḓê">
                <a:extLst>
                  <a:ext uri="{FF2B5EF4-FFF2-40B4-BE49-F238E27FC236}">
                    <a16:creationId xmlns:a16="http://schemas.microsoft.com/office/drawing/2014/main" id="{57EC21F8-C97C-CF99-9944-C1B6E75F8BF5}"/>
                  </a:ext>
                </a:extLst>
              </p:cNvPr>
              <p:cNvSpPr>
                <a:spLocks/>
              </p:cNvSpPr>
              <p:nvPr/>
            </p:nvSpPr>
            <p:spPr bwMode="auto">
              <a:xfrm>
                <a:off x="10077451" y="2374900"/>
                <a:ext cx="1860550" cy="1392238"/>
              </a:xfrm>
              <a:custGeom>
                <a:avLst/>
                <a:gdLst>
                  <a:gd name="T0" fmla="*/ 247 w 440"/>
                  <a:gd name="T1" fmla="*/ 327 h 329"/>
                  <a:gd name="T2" fmla="*/ 437 w 440"/>
                  <a:gd name="T3" fmla="*/ 195 h 329"/>
                  <a:gd name="T4" fmla="*/ 438 w 440"/>
                  <a:gd name="T5" fmla="*/ 187 h 329"/>
                  <a:gd name="T6" fmla="*/ 213 w 440"/>
                  <a:gd name="T7" fmla="*/ 2 h 329"/>
                  <a:gd name="T8" fmla="*/ 207 w 440"/>
                  <a:gd name="T9" fmla="*/ 1 h 329"/>
                  <a:gd name="T10" fmla="*/ 64 w 440"/>
                  <a:gd name="T11" fmla="*/ 93 h 329"/>
                  <a:gd name="T12" fmla="*/ 1 w 440"/>
                  <a:gd name="T13" fmla="*/ 148 h 329"/>
                  <a:gd name="T14" fmla="*/ 2 w 440"/>
                  <a:gd name="T15" fmla="*/ 155 h 329"/>
                  <a:gd name="T16" fmla="*/ 158 w 440"/>
                  <a:gd name="T17" fmla="*/ 268 h 329"/>
                  <a:gd name="T18" fmla="*/ 241 w 440"/>
                  <a:gd name="T19" fmla="*/ 327 h 329"/>
                  <a:gd name="T20" fmla="*/ 247 w 440"/>
                  <a:gd name="T21" fmla="*/ 327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0" h="329">
                    <a:moveTo>
                      <a:pt x="247" y="327"/>
                    </a:moveTo>
                    <a:cubicBezTo>
                      <a:pt x="437" y="195"/>
                      <a:pt x="437" y="195"/>
                      <a:pt x="437" y="195"/>
                    </a:cubicBezTo>
                    <a:cubicBezTo>
                      <a:pt x="440" y="193"/>
                      <a:pt x="440" y="189"/>
                      <a:pt x="438" y="187"/>
                    </a:cubicBezTo>
                    <a:cubicBezTo>
                      <a:pt x="213" y="2"/>
                      <a:pt x="213" y="2"/>
                      <a:pt x="213" y="2"/>
                    </a:cubicBezTo>
                    <a:cubicBezTo>
                      <a:pt x="211" y="0"/>
                      <a:pt x="209" y="0"/>
                      <a:pt x="207" y="1"/>
                    </a:cubicBezTo>
                    <a:cubicBezTo>
                      <a:pt x="192" y="10"/>
                      <a:pt x="121" y="49"/>
                      <a:pt x="64" y="93"/>
                    </a:cubicBezTo>
                    <a:cubicBezTo>
                      <a:pt x="21" y="126"/>
                      <a:pt x="6" y="141"/>
                      <a:pt x="1" y="148"/>
                    </a:cubicBezTo>
                    <a:cubicBezTo>
                      <a:pt x="0" y="150"/>
                      <a:pt x="0" y="153"/>
                      <a:pt x="2" y="155"/>
                    </a:cubicBezTo>
                    <a:cubicBezTo>
                      <a:pt x="19" y="169"/>
                      <a:pt x="98" y="231"/>
                      <a:pt x="158" y="268"/>
                    </a:cubicBezTo>
                    <a:cubicBezTo>
                      <a:pt x="210" y="300"/>
                      <a:pt x="233" y="320"/>
                      <a:pt x="241" y="327"/>
                    </a:cubicBezTo>
                    <a:cubicBezTo>
                      <a:pt x="242" y="329"/>
                      <a:pt x="245" y="329"/>
                      <a:pt x="247" y="327"/>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78" name="ïş1ïḑê">
                <a:extLst>
                  <a:ext uri="{FF2B5EF4-FFF2-40B4-BE49-F238E27FC236}">
                    <a16:creationId xmlns:a16="http://schemas.microsoft.com/office/drawing/2014/main" id="{2A0026BC-66D5-0642-9268-5D6A9AB35466}"/>
                  </a:ext>
                </a:extLst>
              </p:cNvPr>
              <p:cNvSpPr>
                <a:spLocks/>
              </p:cNvSpPr>
              <p:nvPr/>
            </p:nvSpPr>
            <p:spPr bwMode="auto">
              <a:xfrm>
                <a:off x="10674351" y="2814638"/>
                <a:ext cx="292100" cy="241300"/>
              </a:xfrm>
              <a:custGeom>
                <a:avLst/>
                <a:gdLst>
                  <a:gd name="T0" fmla="*/ 5 w 69"/>
                  <a:gd name="T1" fmla="*/ 57 h 57"/>
                  <a:gd name="T2" fmla="*/ 2 w 69"/>
                  <a:gd name="T3" fmla="*/ 55 h 57"/>
                  <a:gd name="T4" fmla="*/ 2 w 69"/>
                  <a:gd name="T5" fmla="*/ 50 h 57"/>
                  <a:gd name="T6" fmla="*/ 63 w 69"/>
                  <a:gd name="T7" fmla="*/ 1 h 57"/>
                  <a:gd name="T8" fmla="*/ 68 w 69"/>
                  <a:gd name="T9" fmla="*/ 2 h 57"/>
                  <a:gd name="T10" fmla="*/ 67 w 69"/>
                  <a:gd name="T11" fmla="*/ 7 h 57"/>
                  <a:gd name="T12" fmla="*/ 7 w 69"/>
                  <a:gd name="T13" fmla="*/ 56 h 57"/>
                  <a:gd name="T14" fmla="*/ 5 w 69"/>
                  <a:gd name="T15" fmla="*/ 57 h 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9" h="57">
                    <a:moveTo>
                      <a:pt x="5" y="57"/>
                    </a:moveTo>
                    <a:cubicBezTo>
                      <a:pt x="3" y="57"/>
                      <a:pt x="2" y="56"/>
                      <a:pt x="2" y="55"/>
                    </a:cubicBezTo>
                    <a:cubicBezTo>
                      <a:pt x="0" y="53"/>
                      <a:pt x="0" y="51"/>
                      <a:pt x="2" y="50"/>
                    </a:cubicBezTo>
                    <a:cubicBezTo>
                      <a:pt x="63" y="1"/>
                      <a:pt x="63" y="1"/>
                      <a:pt x="63" y="1"/>
                    </a:cubicBezTo>
                    <a:cubicBezTo>
                      <a:pt x="64" y="0"/>
                      <a:pt x="67" y="0"/>
                      <a:pt x="68" y="2"/>
                    </a:cubicBezTo>
                    <a:cubicBezTo>
                      <a:pt x="69" y="3"/>
                      <a:pt x="69" y="6"/>
                      <a:pt x="67" y="7"/>
                    </a:cubicBezTo>
                    <a:cubicBezTo>
                      <a:pt x="7" y="56"/>
                      <a:pt x="7" y="56"/>
                      <a:pt x="7" y="56"/>
                    </a:cubicBezTo>
                    <a:cubicBezTo>
                      <a:pt x="6" y="56"/>
                      <a:pt x="5" y="57"/>
                      <a:pt x="5" y="5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79" name="îṥ1iďé">
                <a:extLst>
                  <a:ext uri="{FF2B5EF4-FFF2-40B4-BE49-F238E27FC236}">
                    <a16:creationId xmlns:a16="http://schemas.microsoft.com/office/drawing/2014/main" id="{8F415D08-9728-14EC-850F-50A55AF8CAC7}"/>
                  </a:ext>
                </a:extLst>
              </p:cNvPr>
              <p:cNvSpPr>
                <a:spLocks/>
              </p:cNvSpPr>
              <p:nvPr/>
            </p:nvSpPr>
            <p:spPr bwMode="auto">
              <a:xfrm>
                <a:off x="10763251" y="2886075"/>
                <a:ext cx="300038" cy="250825"/>
              </a:xfrm>
              <a:custGeom>
                <a:avLst/>
                <a:gdLst>
                  <a:gd name="T0" fmla="*/ 4 w 71"/>
                  <a:gd name="T1" fmla="*/ 59 h 59"/>
                  <a:gd name="T2" fmla="*/ 1 w 71"/>
                  <a:gd name="T3" fmla="*/ 57 h 59"/>
                  <a:gd name="T4" fmla="*/ 1 w 71"/>
                  <a:gd name="T5" fmla="*/ 52 h 59"/>
                  <a:gd name="T6" fmla="*/ 65 w 71"/>
                  <a:gd name="T7" fmla="*/ 1 h 59"/>
                  <a:gd name="T8" fmla="*/ 70 w 71"/>
                  <a:gd name="T9" fmla="*/ 2 h 59"/>
                  <a:gd name="T10" fmla="*/ 70 w 71"/>
                  <a:gd name="T11" fmla="*/ 7 h 59"/>
                  <a:gd name="T12" fmla="*/ 6 w 71"/>
                  <a:gd name="T13" fmla="*/ 58 h 59"/>
                  <a:gd name="T14" fmla="*/ 4 w 71"/>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59">
                    <a:moveTo>
                      <a:pt x="4" y="59"/>
                    </a:moveTo>
                    <a:cubicBezTo>
                      <a:pt x="3" y="59"/>
                      <a:pt x="2" y="58"/>
                      <a:pt x="1" y="57"/>
                    </a:cubicBezTo>
                    <a:cubicBezTo>
                      <a:pt x="0" y="56"/>
                      <a:pt x="0" y="53"/>
                      <a:pt x="1" y="52"/>
                    </a:cubicBezTo>
                    <a:cubicBezTo>
                      <a:pt x="65" y="1"/>
                      <a:pt x="65" y="1"/>
                      <a:pt x="65" y="1"/>
                    </a:cubicBezTo>
                    <a:cubicBezTo>
                      <a:pt x="66" y="0"/>
                      <a:pt x="69" y="0"/>
                      <a:pt x="70" y="2"/>
                    </a:cubicBezTo>
                    <a:cubicBezTo>
                      <a:pt x="71" y="3"/>
                      <a:pt x="71" y="6"/>
                      <a:pt x="70" y="7"/>
                    </a:cubicBezTo>
                    <a:cubicBezTo>
                      <a:pt x="6" y="58"/>
                      <a:pt x="6" y="58"/>
                      <a:pt x="6" y="58"/>
                    </a:cubicBezTo>
                    <a:cubicBezTo>
                      <a:pt x="6" y="59"/>
                      <a:pt x="5" y="59"/>
                      <a:pt x="4" y="5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80" name="íŝ1íḑé">
                <a:extLst>
                  <a:ext uri="{FF2B5EF4-FFF2-40B4-BE49-F238E27FC236}">
                    <a16:creationId xmlns:a16="http://schemas.microsoft.com/office/drawing/2014/main" id="{22DBDD5E-CB83-CA96-B72D-8A097358245E}"/>
                  </a:ext>
                </a:extLst>
              </p:cNvPr>
              <p:cNvSpPr>
                <a:spLocks/>
              </p:cNvSpPr>
              <p:nvPr/>
            </p:nvSpPr>
            <p:spPr bwMode="auto">
              <a:xfrm>
                <a:off x="11299826" y="3571875"/>
                <a:ext cx="211138" cy="520700"/>
              </a:xfrm>
              <a:custGeom>
                <a:avLst/>
                <a:gdLst>
                  <a:gd name="T0" fmla="*/ 0 w 50"/>
                  <a:gd name="T1" fmla="*/ 28 h 123"/>
                  <a:gd name="T2" fmla="*/ 8 w 50"/>
                  <a:gd name="T3" fmla="*/ 48 h 123"/>
                  <a:gd name="T4" fmla="*/ 10 w 50"/>
                  <a:gd name="T5" fmla="*/ 122 h 123"/>
                  <a:gd name="T6" fmla="*/ 25 w 50"/>
                  <a:gd name="T7" fmla="*/ 91 h 123"/>
                  <a:gd name="T8" fmla="*/ 46 w 50"/>
                  <a:gd name="T9" fmla="*/ 103 h 123"/>
                  <a:gd name="T10" fmla="*/ 46 w 50"/>
                  <a:gd name="T11" fmla="*/ 28 h 123"/>
                  <a:gd name="T12" fmla="*/ 40 w 50"/>
                  <a:gd name="T13" fmla="*/ 0 h 123"/>
                  <a:gd name="T14" fmla="*/ 0 w 50"/>
                  <a:gd name="T15" fmla="*/ 28 h 1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123">
                    <a:moveTo>
                      <a:pt x="0" y="28"/>
                    </a:moveTo>
                    <a:cubicBezTo>
                      <a:pt x="0" y="28"/>
                      <a:pt x="9" y="25"/>
                      <a:pt x="8" y="48"/>
                    </a:cubicBezTo>
                    <a:cubicBezTo>
                      <a:pt x="7" y="71"/>
                      <a:pt x="10" y="121"/>
                      <a:pt x="10" y="122"/>
                    </a:cubicBezTo>
                    <a:cubicBezTo>
                      <a:pt x="11" y="123"/>
                      <a:pt x="25" y="91"/>
                      <a:pt x="25" y="91"/>
                    </a:cubicBezTo>
                    <a:cubicBezTo>
                      <a:pt x="46" y="103"/>
                      <a:pt x="46" y="103"/>
                      <a:pt x="46" y="103"/>
                    </a:cubicBezTo>
                    <a:cubicBezTo>
                      <a:pt x="46" y="103"/>
                      <a:pt x="43" y="53"/>
                      <a:pt x="46" y="28"/>
                    </a:cubicBezTo>
                    <a:cubicBezTo>
                      <a:pt x="50" y="3"/>
                      <a:pt x="40" y="0"/>
                      <a:pt x="40" y="0"/>
                    </a:cubicBezTo>
                    <a:lnTo>
                      <a:pt x="0" y="2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81" name="ïṧḻîḑe">
                <a:extLst>
                  <a:ext uri="{FF2B5EF4-FFF2-40B4-BE49-F238E27FC236}">
                    <a16:creationId xmlns:a16="http://schemas.microsoft.com/office/drawing/2014/main" id="{E562C4D1-834B-E042-B516-B258158530DE}"/>
                  </a:ext>
                </a:extLst>
              </p:cNvPr>
              <p:cNvSpPr>
                <a:spLocks/>
              </p:cNvSpPr>
              <p:nvPr/>
            </p:nvSpPr>
            <p:spPr bwMode="auto">
              <a:xfrm>
                <a:off x="10877551" y="2974975"/>
                <a:ext cx="287338" cy="250825"/>
              </a:xfrm>
              <a:custGeom>
                <a:avLst/>
                <a:gdLst>
                  <a:gd name="T0" fmla="*/ 4 w 68"/>
                  <a:gd name="T1" fmla="*/ 59 h 59"/>
                  <a:gd name="T2" fmla="*/ 1 w 68"/>
                  <a:gd name="T3" fmla="*/ 57 h 59"/>
                  <a:gd name="T4" fmla="*/ 2 w 68"/>
                  <a:gd name="T5" fmla="*/ 52 h 59"/>
                  <a:gd name="T6" fmla="*/ 61 w 68"/>
                  <a:gd name="T7" fmla="*/ 2 h 59"/>
                  <a:gd name="T8" fmla="*/ 67 w 68"/>
                  <a:gd name="T9" fmla="*/ 2 h 59"/>
                  <a:gd name="T10" fmla="*/ 66 w 68"/>
                  <a:gd name="T11" fmla="*/ 8 h 59"/>
                  <a:gd name="T12" fmla="*/ 7 w 68"/>
                  <a:gd name="T13" fmla="*/ 58 h 59"/>
                  <a:gd name="T14" fmla="*/ 4 w 68"/>
                  <a:gd name="T15" fmla="*/ 59 h 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59">
                    <a:moveTo>
                      <a:pt x="4" y="59"/>
                    </a:moveTo>
                    <a:cubicBezTo>
                      <a:pt x="3" y="59"/>
                      <a:pt x="2" y="58"/>
                      <a:pt x="1" y="57"/>
                    </a:cubicBezTo>
                    <a:cubicBezTo>
                      <a:pt x="0" y="56"/>
                      <a:pt x="0" y="53"/>
                      <a:pt x="2" y="52"/>
                    </a:cubicBezTo>
                    <a:cubicBezTo>
                      <a:pt x="61" y="2"/>
                      <a:pt x="61" y="2"/>
                      <a:pt x="61" y="2"/>
                    </a:cubicBezTo>
                    <a:cubicBezTo>
                      <a:pt x="63" y="0"/>
                      <a:pt x="65" y="1"/>
                      <a:pt x="67" y="2"/>
                    </a:cubicBezTo>
                    <a:cubicBezTo>
                      <a:pt x="68" y="4"/>
                      <a:pt x="68" y="6"/>
                      <a:pt x="66" y="8"/>
                    </a:cubicBezTo>
                    <a:cubicBezTo>
                      <a:pt x="7" y="58"/>
                      <a:pt x="7" y="58"/>
                      <a:pt x="7" y="58"/>
                    </a:cubicBezTo>
                    <a:cubicBezTo>
                      <a:pt x="6" y="59"/>
                      <a:pt x="5" y="59"/>
                      <a:pt x="4" y="5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82" name="íṧlíḓê">
                <a:extLst>
                  <a:ext uri="{FF2B5EF4-FFF2-40B4-BE49-F238E27FC236}">
                    <a16:creationId xmlns:a16="http://schemas.microsoft.com/office/drawing/2014/main" id="{BFB73C78-19E2-E41E-03AC-E6742BE7B84A}"/>
                  </a:ext>
                </a:extLst>
              </p:cNvPr>
              <p:cNvSpPr>
                <a:spLocks/>
              </p:cNvSpPr>
              <p:nvPr/>
            </p:nvSpPr>
            <p:spPr bwMode="auto">
              <a:xfrm>
                <a:off x="11342688" y="3614738"/>
                <a:ext cx="147638" cy="109538"/>
              </a:xfrm>
              <a:custGeom>
                <a:avLst/>
                <a:gdLst>
                  <a:gd name="T0" fmla="*/ 5 w 35"/>
                  <a:gd name="T1" fmla="*/ 26 h 26"/>
                  <a:gd name="T2" fmla="*/ 1 w 35"/>
                  <a:gd name="T3" fmla="*/ 24 h 26"/>
                  <a:gd name="T4" fmla="*/ 2 w 35"/>
                  <a:gd name="T5" fmla="*/ 19 h 26"/>
                  <a:gd name="T6" fmla="*/ 28 w 35"/>
                  <a:gd name="T7" fmla="*/ 1 h 26"/>
                  <a:gd name="T8" fmla="*/ 33 w 35"/>
                  <a:gd name="T9" fmla="*/ 2 h 26"/>
                  <a:gd name="T10" fmla="*/ 32 w 35"/>
                  <a:gd name="T11" fmla="*/ 7 h 26"/>
                  <a:gd name="T12" fmla="*/ 7 w 35"/>
                  <a:gd name="T13" fmla="*/ 25 h 26"/>
                  <a:gd name="T14" fmla="*/ 5 w 35"/>
                  <a:gd name="T15" fmla="*/ 26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26">
                    <a:moveTo>
                      <a:pt x="5" y="26"/>
                    </a:moveTo>
                    <a:cubicBezTo>
                      <a:pt x="3" y="26"/>
                      <a:pt x="2" y="25"/>
                      <a:pt x="1" y="24"/>
                    </a:cubicBezTo>
                    <a:cubicBezTo>
                      <a:pt x="0" y="23"/>
                      <a:pt x="1" y="20"/>
                      <a:pt x="2" y="19"/>
                    </a:cubicBezTo>
                    <a:cubicBezTo>
                      <a:pt x="28" y="1"/>
                      <a:pt x="28" y="1"/>
                      <a:pt x="28" y="1"/>
                    </a:cubicBezTo>
                    <a:cubicBezTo>
                      <a:pt x="30" y="0"/>
                      <a:pt x="32" y="0"/>
                      <a:pt x="33" y="2"/>
                    </a:cubicBezTo>
                    <a:cubicBezTo>
                      <a:pt x="35" y="4"/>
                      <a:pt x="34" y="6"/>
                      <a:pt x="32" y="7"/>
                    </a:cubicBezTo>
                    <a:cubicBezTo>
                      <a:pt x="7" y="25"/>
                      <a:pt x="7" y="25"/>
                      <a:pt x="7" y="25"/>
                    </a:cubicBezTo>
                    <a:cubicBezTo>
                      <a:pt x="6" y="26"/>
                      <a:pt x="5" y="26"/>
                      <a:pt x="5" y="26"/>
                    </a:cubicBezTo>
                    <a:close/>
                  </a:path>
                </a:pathLst>
              </a:custGeom>
              <a:solidFill>
                <a:schemeClr val="accent2">
                  <a:lumMod val="20000"/>
                  <a:lumOff val="80000"/>
                  <a:alpha val="39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9991" name="组合 39990">
            <a:extLst>
              <a:ext uri="{FF2B5EF4-FFF2-40B4-BE49-F238E27FC236}">
                <a16:creationId xmlns:a16="http://schemas.microsoft.com/office/drawing/2014/main" id="{2EAAE94D-0C8C-AA64-9619-DEC28DD8C525}"/>
              </a:ext>
            </a:extLst>
          </p:cNvPr>
          <p:cNvGrpSpPr/>
          <p:nvPr/>
        </p:nvGrpSpPr>
        <p:grpSpPr>
          <a:xfrm>
            <a:off x="554929" y="2130618"/>
            <a:ext cx="8356736" cy="1400925"/>
            <a:chOff x="554929" y="2130618"/>
            <a:chExt cx="8356736" cy="1400925"/>
          </a:xfrm>
        </p:grpSpPr>
        <p:grpSp>
          <p:nvGrpSpPr>
            <p:cNvPr id="39992" name="组合 39991">
              <a:extLst>
                <a:ext uri="{FF2B5EF4-FFF2-40B4-BE49-F238E27FC236}">
                  <a16:creationId xmlns:a16="http://schemas.microsoft.com/office/drawing/2014/main" id="{3D0469C0-1B23-38D0-0CD8-C41F6A1A96BC}"/>
                </a:ext>
              </a:extLst>
            </p:cNvPr>
            <p:cNvGrpSpPr/>
            <p:nvPr/>
          </p:nvGrpSpPr>
          <p:grpSpPr>
            <a:xfrm>
              <a:off x="554929" y="2406868"/>
              <a:ext cx="1894096" cy="848424"/>
              <a:chOff x="1053894" y="3182543"/>
              <a:chExt cx="1894096" cy="848424"/>
            </a:xfrm>
          </p:grpSpPr>
          <p:sp>
            <p:nvSpPr>
              <p:cNvPr id="40002" name="Text3">
                <a:extLst>
                  <a:ext uri="{FF2B5EF4-FFF2-40B4-BE49-F238E27FC236}">
                    <a16:creationId xmlns:a16="http://schemas.microsoft.com/office/drawing/2014/main" id="{DF9AE6E4-9CFB-BE9B-9514-5E55656DD2CA}"/>
                  </a:ext>
                </a:extLst>
              </p:cNvPr>
              <p:cNvSpPr txBox="1"/>
              <p:nvPr/>
            </p:nvSpPr>
            <p:spPr>
              <a:xfrm flipH="1">
                <a:off x="1233890" y="3362543"/>
                <a:ext cx="1714100" cy="668424"/>
              </a:xfrm>
              <a:prstGeom prst="roundRect">
                <a:avLst>
                  <a:gd name="adj" fmla="val 12000"/>
                </a:avLst>
              </a:prstGeom>
              <a:solidFill>
                <a:schemeClr val="accent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zh-CN"/>
                </a:defPPr>
                <a:lvl1pPr algn="ctr">
                  <a:defRPr sz="1400" b="1">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zh-CN" altLang="en-US" sz="2400" b="0">
                    <a:solidFill>
                      <a:schemeClr val="tx1"/>
                    </a:solidFill>
                    <a:sym typeface="Arial" panose="020B0604020202020204" pitchFamily="34" charset="0"/>
                  </a:rPr>
                  <a:t>环境断言</a:t>
                </a:r>
              </a:p>
            </p:txBody>
          </p:sp>
          <p:grpSp>
            <p:nvGrpSpPr>
              <p:cNvPr id="40003" name="组合 40002">
                <a:extLst>
                  <a:ext uri="{FF2B5EF4-FFF2-40B4-BE49-F238E27FC236}">
                    <a16:creationId xmlns:a16="http://schemas.microsoft.com/office/drawing/2014/main" id="{688E0992-5EF9-7641-54DC-0200BC9913ED}"/>
                  </a:ext>
                </a:extLst>
              </p:cNvPr>
              <p:cNvGrpSpPr/>
              <p:nvPr/>
            </p:nvGrpSpPr>
            <p:grpSpPr>
              <a:xfrm>
                <a:off x="1053894" y="3182543"/>
                <a:ext cx="360001" cy="360000"/>
                <a:chOff x="810054" y="2711744"/>
                <a:chExt cx="360001" cy="360000"/>
              </a:xfrm>
            </p:grpSpPr>
            <p:sp>
              <p:nvSpPr>
                <p:cNvPr id="40004" name="ïŝlíḑé">
                  <a:extLst>
                    <a:ext uri="{FF2B5EF4-FFF2-40B4-BE49-F238E27FC236}">
                      <a16:creationId xmlns:a16="http://schemas.microsoft.com/office/drawing/2014/main" id="{58B376B9-8987-BB5F-4C2E-F2BDAA11794B}"/>
                    </a:ext>
                  </a:extLst>
                </p:cNvPr>
                <p:cNvSpPr/>
                <p:nvPr/>
              </p:nvSpPr>
              <p:spPr>
                <a:xfrm>
                  <a:off x="810054" y="2711744"/>
                  <a:ext cx="360001" cy="360000"/>
                </a:xfrm>
                <a:prstGeom prst="roundRect">
                  <a:avLst>
                    <a:gd name="adj" fmla="val 50000"/>
                  </a:avLst>
                </a:prstGeom>
                <a:gradFill>
                  <a:gsLst>
                    <a:gs pos="0">
                      <a:schemeClr val="accent2">
                        <a:lumMod val="40000"/>
                        <a:lumOff val="60000"/>
                      </a:schemeClr>
                    </a:gs>
                    <a:gs pos="50000">
                      <a:schemeClr val="accent2"/>
                    </a:gs>
                  </a:gsLst>
                  <a:lin ang="2700000" scaled="0"/>
                </a:gra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0005" name="图形 5">
                  <a:extLst>
                    <a:ext uri="{FF2B5EF4-FFF2-40B4-BE49-F238E27FC236}">
                      <a16:creationId xmlns:a16="http://schemas.microsoft.com/office/drawing/2014/main" id="{007FB11D-65ED-970B-BDA7-178CB01B1219}"/>
                    </a:ext>
                  </a:extLst>
                </p:cNvPr>
                <p:cNvSpPr/>
                <p:nvPr/>
              </p:nvSpPr>
              <p:spPr>
                <a:xfrm>
                  <a:off x="908639" y="2837151"/>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39993" name="组合 39992">
              <a:extLst>
                <a:ext uri="{FF2B5EF4-FFF2-40B4-BE49-F238E27FC236}">
                  <a16:creationId xmlns:a16="http://schemas.microsoft.com/office/drawing/2014/main" id="{BBAF47E7-2310-5567-D04B-89F688AC28FA}"/>
                </a:ext>
              </a:extLst>
            </p:cNvPr>
            <p:cNvGrpSpPr/>
            <p:nvPr/>
          </p:nvGrpSpPr>
          <p:grpSpPr>
            <a:xfrm>
              <a:off x="3211514" y="2130618"/>
              <a:ext cx="5700151" cy="1400925"/>
              <a:chOff x="3710548" y="2255775"/>
              <a:chExt cx="5700151" cy="1400925"/>
            </a:xfrm>
          </p:grpSpPr>
          <p:grpSp>
            <p:nvGrpSpPr>
              <p:cNvPr id="39994" name="组合 39993">
                <a:extLst>
                  <a:ext uri="{FF2B5EF4-FFF2-40B4-BE49-F238E27FC236}">
                    <a16:creationId xmlns:a16="http://schemas.microsoft.com/office/drawing/2014/main" id="{23000192-7A20-9B88-76C6-9F7F98AC27BA}"/>
                  </a:ext>
                </a:extLst>
              </p:cNvPr>
              <p:cNvGrpSpPr/>
              <p:nvPr/>
            </p:nvGrpSpPr>
            <p:grpSpPr>
              <a:xfrm>
                <a:off x="3710548" y="2255775"/>
                <a:ext cx="5700151" cy="1400925"/>
                <a:chOff x="1053894" y="3182543"/>
                <a:chExt cx="5700151" cy="1400925"/>
              </a:xfrm>
            </p:grpSpPr>
            <p:sp>
              <p:nvSpPr>
                <p:cNvPr id="39998" name="Text3">
                  <a:extLst>
                    <a:ext uri="{FF2B5EF4-FFF2-40B4-BE49-F238E27FC236}">
                      <a16:creationId xmlns:a16="http://schemas.microsoft.com/office/drawing/2014/main" id="{AA73ECDF-3794-3327-CE97-3B1A4B374B14}"/>
                    </a:ext>
                  </a:extLst>
                </p:cNvPr>
                <p:cNvSpPr txBox="1"/>
                <p:nvPr/>
              </p:nvSpPr>
              <p:spPr>
                <a:xfrm flipH="1">
                  <a:off x="1212516" y="3362543"/>
                  <a:ext cx="5541529" cy="1220925"/>
                </a:xfrm>
                <a:prstGeom prst="roundRect">
                  <a:avLst>
                    <a:gd name="adj" fmla="val 12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zh-CN"/>
                  </a:defPPr>
                  <a:lvl1pPr algn="ctr">
                    <a:defRPr sz="1400" b="1">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lnSpc>
                      <a:spcPct val="120000"/>
                    </a:lnSpc>
                  </a:pPr>
                  <a:r>
                    <a:rPr lang="zh-CN" altLang="en-US" sz="2400" b="0">
                      <a:solidFill>
                        <a:schemeClr val="tx1"/>
                      </a:solidFill>
                      <a:sym typeface="Arial" panose="020B0604020202020204" pitchFamily="34" charset="0"/>
                    </a:rPr>
                    <a:t>环境规则</a:t>
                  </a:r>
                  <a:endParaRPr lang="en-US" altLang="zh-CN" sz="2400" b="0">
                    <a:solidFill>
                      <a:schemeClr val="tx1"/>
                    </a:solidFill>
                    <a:sym typeface="Arial" panose="020B0604020202020204" pitchFamily="34" charset="0"/>
                  </a:endParaRPr>
                </a:p>
                <a:p>
                  <a:pPr algn="l">
                    <a:lnSpc>
                      <a:spcPct val="120000"/>
                    </a:lnSpc>
                  </a:pPr>
                  <a:r>
                    <a:rPr lang="en-US" altLang="zh-CN" sz="2400" b="0">
                      <a:solidFill>
                        <a:schemeClr val="tx1"/>
                      </a:solidFill>
                    </a:rPr>
                    <a:t>(</a:t>
                  </a:r>
                  <a:r>
                    <a:rPr lang="en-US" altLang="zh-CN" sz="2400">
                      <a:solidFill>
                        <a:schemeClr val="tx1"/>
                      </a:solidFill>
                    </a:rPr>
                    <a:t>Env</a:t>
                  </a:r>
                  <a:r>
                    <a:rPr lang="en-US" altLang="zh-CN" sz="2400" b="0">
                      <a:solidFill>
                        <a:schemeClr val="tx1"/>
                      </a:solidFill>
                    </a:rPr>
                    <a:t> </a:t>
                  </a:r>
                  <a:r>
                    <a:rPr lang="en-US" altLang="zh-CN" sz="2400" b="0">
                      <a:solidFill>
                        <a:schemeClr val="tx1"/>
                      </a:solidFill>
                      <a:sym typeface="Symbol" panose="05050102010706020507" pitchFamily="18" charset="2"/>
                    </a:rPr>
                    <a:t></a:t>
                  </a:r>
                  <a:r>
                    <a:rPr lang="en-US" altLang="zh-CN" sz="2400" b="0">
                      <a:solidFill>
                        <a:schemeClr val="tx1"/>
                      </a:solidFill>
                    </a:rPr>
                    <a:t>)</a:t>
                  </a:r>
                  <a:endParaRPr lang="en-US" altLang="zh-CN" sz="2400" b="0">
                    <a:solidFill>
                      <a:schemeClr val="tx1"/>
                    </a:solidFill>
                    <a:sym typeface="Arial" panose="020B0604020202020204" pitchFamily="34" charset="0"/>
                  </a:endParaRPr>
                </a:p>
              </p:txBody>
            </p:sp>
            <p:grpSp>
              <p:nvGrpSpPr>
                <p:cNvPr id="39999" name="组合 39998">
                  <a:extLst>
                    <a:ext uri="{FF2B5EF4-FFF2-40B4-BE49-F238E27FC236}">
                      <a16:creationId xmlns:a16="http://schemas.microsoft.com/office/drawing/2014/main" id="{E9371015-9864-9AFF-471B-250473186B07}"/>
                    </a:ext>
                  </a:extLst>
                </p:cNvPr>
                <p:cNvGrpSpPr/>
                <p:nvPr/>
              </p:nvGrpSpPr>
              <p:grpSpPr>
                <a:xfrm>
                  <a:off x="1053894" y="3182543"/>
                  <a:ext cx="360001" cy="360000"/>
                  <a:chOff x="810054" y="2711744"/>
                  <a:chExt cx="360001" cy="360000"/>
                </a:xfrm>
              </p:grpSpPr>
              <p:sp>
                <p:nvSpPr>
                  <p:cNvPr id="40000" name="ïŝlíḑé">
                    <a:extLst>
                      <a:ext uri="{FF2B5EF4-FFF2-40B4-BE49-F238E27FC236}">
                        <a16:creationId xmlns:a16="http://schemas.microsoft.com/office/drawing/2014/main" id="{47656CE1-AAB2-DFFB-716B-3FEC30AE3F70}"/>
                      </a:ext>
                    </a:extLst>
                  </p:cNvPr>
                  <p:cNvSpPr/>
                  <p:nvPr/>
                </p:nvSpPr>
                <p:spPr>
                  <a:xfrm>
                    <a:off x="810054" y="2711744"/>
                    <a:ext cx="360001" cy="360000"/>
                  </a:xfrm>
                  <a:prstGeom prst="roundRect">
                    <a:avLst>
                      <a:gd name="adj" fmla="val 50000"/>
                    </a:avLst>
                  </a:prstGeom>
                  <a:gradFill>
                    <a:gsLst>
                      <a:gs pos="0">
                        <a:schemeClr val="accent1">
                          <a:lumMod val="60000"/>
                          <a:lumOff val="40000"/>
                        </a:schemeClr>
                      </a:gs>
                      <a:gs pos="50000">
                        <a:schemeClr val="accent1"/>
                      </a:gs>
                    </a:gsLst>
                    <a:lin ang="2700000" scaled="0"/>
                  </a:gra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0001" name="图形 5">
                    <a:extLst>
                      <a:ext uri="{FF2B5EF4-FFF2-40B4-BE49-F238E27FC236}">
                        <a16:creationId xmlns:a16="http://schemas.microsoft.com/office/drawing/2014/main" id="{FFCEA49A-68DF-8406-B1C7-9A63818A59E8}"/>
                      </a:ext>
                    </a:extLst>
                  </p:cNvPr>
                  <p:cNvSpPr/>
                  <p:nvPr/>
                </p:nvSpPr>
                <p:spPr>
                  <a:xfrm>
                    <a:off x="908639" y="2837151"/>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39995" name="Group 4">
                <a:extLst>
                  <a:ext uri="{FF2B5EF4-FFF2-40B4-BE49-F238E27FC236}">
                    <a16:creationId xmlns:a16="http://schemas.microsoft.com/office/drawing/2014/main" id="{097AF465-AF45-2D9B-E291-570D7D27C092}"/>
                  </a:ext>
                </a:extLst>
              </p:cNvPr>
              <p:cNvGrpSpPr>
                <a:grpSpLocks/>
              </p:cNvGrpSpPr>
              <p:nvPr/>
            </p:nvGrpSpPr>
            <p:grpSpPr bwMode="auto">
              <a:xfrm>
                <a:off x="5177341" y="2894700"/>
                <a:ext cx="3816350" cy="762000"/>
                <a:chOff x="2971" y="3702"/>
                <a:chExt cx="2404" cy="480"/>
              </a:xfrm>
            </p:grpSpPr>
            <p:sp>
              <p:nvSpPr>
                <p:cNvPr id="39996" name="Rectangle 5" descr="Green marble">
                  <a:extLst>
                    <a:ext uri="{FF2B5EF4-FFF2-40B4-BE49-F238E27FC236}">
                      <a16:creationId xmlns:a16="http://schemas.microsoft.com/office/drawing/2014/main" id="{4ED3991A-6C02-427B-5CD3-9A51FEBDB4B6}"/>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a:ea typeface="宋体" panose="02010600030101010101" pitchFamily="2" charset="-122"/>
                      <a:sym typeface="Symbol" panose="05050102010706020507" pitchFamily="18" charset="2"/>
                    </a:rPr>
                    <a:t> </a:t>
                  </a:r>
                  <a:endParaRPr lang="en-US" altLang="zh-CN" b="1" i="1" baseline="-25000">
                    <a:ea typeface="宋体" panose="02010600030101010101" pitchFamily="2" charset="-122"/>
                  </a:endParaRPr>
                </a:p>
                <a:p>
                  <a:pPr algn="ctr">
                    <a:spcBef>
                      <a:spcPct val="0"/>
                    </a:spcBef>
                    <a:buClrTx/>
                    <a:buSzTx/>
                    <a:buFontTx/>
                    <a:buNone/>
                  </a:pP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a:ea typeface="宋体" panose="02010600030101010101" pitchFamily="2" charset="-122"/>
                      <a:sym typeface="Symbol" panose="05050102010706020507" pitchFamily="18" charset="2"/>
                    </a:rPr>
                    <a:t></a:t>
                  </a:r>
                </a:p>
              </p:txBody>
            </p:sp>
            <p:sp>
              <p:nvSpPr>
                <p:cNvPr id="39997" name="Line 6">
                  <a:extLst>
                    <a:ext uri="{FF2B5EF4-FFF2-40B4-BE49-F238E27FC236}">
                      <a16:creationId xmlns:a16="http://schemas.microsoft.com/office/drawing/2014/main" id="{0CFC2825-BBDD-649B-DADB-317D4E2576A4}"/>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grpSp>
      <p:grpSp>
        <p:nvGrpSpPr>
          <p:cNvPr id="40007" name="组合 40006">
            <a:extLst>
              <a:ext uri="{FF2B5EF4-FFF2-40B4-BE49-F238E27FC236}">
                <a16:creationId xmlns:a16="http://schemas.microsoft.com/office/drawing/2014/main" id="{18102B59-B864-8CD2-A403-95E2181562C3}"/>
              </a:ext>
            </a:extLst>
          </p:cNvPr>
          <p:cNvGrpSpPr/>
          <p:nvPr/>
        </p:nvGrpSpPr>
        <p:grpSpPr>
          <a:xfrm>
            <a:off x="554929" y="5211673"/>
            <a:ext cx="8356161" cy="1400925"/>
            <a:chOff x="554929" y="5211673"/>
            <a:chExt cx="8356161" cy="1400925"/>
          </a:xfrm>
        </p:grpSpPr>
        <p:grpSp>
          <p:nvGrpSpPr>
            <p:cNvPr id="40008" name="组合 40007">
              <a:extLst>
                <a:ext uri="{FF2B5EF4-FFF2-40B4-BE49-F238E27FC236}">
                  <a16:creationId xmlns:a16="http://schemas.microsoft.com/office/drawing/2014/main" id="{523B91C7-6ED4-D917-5218-368FB9B57B90}"/>
                </a:ext>
              </a:extLst>
            </p:cNvPr>
            <p:cNvGrpSpPr/>
            <p:nvPr/>
          </p:nvGrpSpPr>
          <p:grpSpPr>
            <a:xfrm>
              <a:off x="554929" y="5487923"/>
              <a:ext cx="1894096" cy="848424"/>
              <a:chOff x="1053894" y="3182543"/>
              <a:chExt cx="1894096" cy="848424"/>
            </a:xfrm>
          </p:grpSpPr>
          <p:sp>
            <p:nvSpPr>
              <p:cNvPr id="40018" name="Text3">
                <a:extLst>
                  <a:ext uri="{FF2B5EF4-FFF2-40B4-BE49-F238E27FC236}">
                    <a16:creationId xmlns:a16="http://schemas.microsoft.com/office/drawing/2014/main" id="{76CB3055-BC2A-18D8-19A1-3D751C3C0FE3}"/>
                  </a:ext>
                </a:extLst>
              </p:cNvPr>
              <p:cNvSpPr txBox="1"/>
              <p:nvPr/>
            </p:nvSpPr>
            <p:spPr>
              <a:xfrm flipH="1">
                <a:off x="1233890" y="3362543"/>
                <a:ext cx="1714100" cy="668424"/>
              </a:xfrm>
              <a:prstGeom prst="roundRect">
                <a:avLst>
                  <a:gd name="adj" fmla="val 12000"/>
                </a:avLst>
              </a:prstGeom>
              <a:solidFill>
                <a:schemeClr val="accent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zh-CN"/>
                </a:defPPr>
                <a:lvl1pPr algn="ctr">
                  <a:defRPr sz="1400" b="1">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zh-CN" altLang="en-US" sz="2400" b="0">
                    <a:solidFill>
                      <a:schemeClr val="tx1"/>
                    </a:solidFill>
                    <a:sym typeface="Arial" panose="020B0604020202020204" pitchFamily="34" charset="0"/>
                  </a:rPr>
                  <a:t>定型断言</a:t>
                </a:r>
              </a:p>
            </p:txBody>
          </p:sp>
          <p:grpSp>
            <p:nvGrpSpPr>
              <p:cNvPr id="40019" name="组合 40018">
                <a:extLst>
                  <a:ext uri="{FF2B5EF4-FFF2-40B4-BE49-F238E27FC236}">
                    <a16:creationId xmlns:a16="http://schemas.microsoft.com/office/drawing/2014/main" id="{12BC5201-4342-BC14-4179-4EDD98566743}"/>
                  </a:ext>
                </a:extLst>
              </p:cNvPr>
              <p:cNvGrpSpPr/>
              <p:nvPr/>
            </p:nvGrpSpPr>
            <p:grpSpPr>
              <a:xfrm>
                <a:off x="1053894" y="3182543"/>
                <a:ext cx="360001" cy="360000"/>
                <a:chOff x="810054" y="2711744"/>
                <a:chExt cx="360001" cy="360000"/>
              </a:xfrm>
            </p:grpSpPr>
            <p:sp>
              <p:nvSpPr>
                <p:cNvPr id="40020" name="ïŝlíḑé">
                  <a:extLst>
                    <a:ext uri="{FF2B5EF4-FFF2-40B4-BE49-F238E27FC236}">
                      <a16:creationId xmlns:a16="http://schemas.microsoft.com/office/drawing/2014/main" id="{A8417E4E-2E5C-A881-5ABF-322FAA27052F}"/>
                    </a:ext>
                  </a:extLst>
                </p:cNvPr>
                <p:cNvSpPr/>
                <p:nvPr/>
              </p:nvSpPr>
              <p:spPr>
                <a:xfrm>
                  <a:off x="810054" y="2711744"/>
                  <a:ext cx="360001" cy="360000"/>
                </a:xfrm>
                <a:prstGeom prst="roundRect">
                  <a:avLst>
                    <a:gd name="adj" fmla="val 50000"/>
                  </a:avLst>
                </a:prstGeom>
                <a:gradFill>
                  <a:gsLst>
                    <a:gs pos="0">
                      <a:schemeClr val="accent2">
                        <a:lumMod val="40000"/>
                        <a:lumOff val="60000"/>
                      </a:schemeClr>
                    </a:gs>
                    <a:gs pos="50000">
                      <a:schemeClr val="accent2"/>
                    </a:gs>
                  </a:gsLst>
                  <a:lin ang="2700000" scaled="0"/>
                </a:gra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0021" name="图形 5">
                  <a:extLst>
                    <a:ext uri="{FF2B5EF4-FFF2-40B4-BE49-F238E27FC236}">
                      <a16:creationId xmlns:a16="http://schemas.microsoft.com/office/drawing/2014/main" id="{7F0E9A07-45D3-33F1-0DD4-BAA3D092B877}"/>
                    </a:ext>
                  </a:extLst>
                </p:cNvPr>
                <p:cNvSpPr/>
                <p:nvPr/>
              </p:nvSpPr>
              <p:spPr>
                <a:xfrm>
                  <a:off x="908639" y="2837151"/>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0009" name="组合 40008">
              <a:extLst>
                <a:ext uri="{FF2B5EF4-FFF2-40B4-BE49-F238E27FC236}">
                  <a16:creationId xmlns:a16="http://schemas.microsoft.com/office/drawing/2014/main" id="{E6D3C465-A78D-0A01-3F86-E19BF903AC4C}"/>
                </a:ext>
              </a:extLst>
            </p:cNvPr>
            <p:cNvGrpSpPr/>
            <p:nvPr/>
          </p:nvGrpSpPr>
          <p:grpSpPr>
            <a:xfrm>
              <a:off x="3212089" y="5211673"/>
              <a:ext cx="5699001" cy="1400925"/>
              <a:chOff x="3211514" y="5211673"/>
              <a:chExt cx="5699001" cy="1400925"/>
            </a:xfrm>
          </p:grpSpPr>
          <p:grpSp>
            <p:nvGrpSpPr>
              <p:cNvPr id="40010" name="组合 40009">
                <a:extLst>
                  <a:ext uri="{FF2B5EF4-FFF2-40B4-BE49-F238E27FC236}">
                    <a16:creationId xmlns:a16="http://schemas.microsoft.com/office/drawing/2014/main" id="{D09E5902-1B79-35BB-D969-84BB3992798F}"/>
                  </a:ext>
                </a:extLst>
              </p:cNvPr>
              <p:cNvGrpSpPr/>
              <p:nvPr/>
            </p:nvGrpSpPr>
            <p:grpSpPr>
              <a:xfrm>
                <a:off x="3211514" y="5211673"/>
                <a:ext cx="5699001" cy="1400925"/>
                <a:chOff x="1053894" y="3182543"/>
                <a:chExt cx="5699001" cy="1400925"/>
              </a:xfrm>
            </p:grpSpPr>
            <p:sp>
              <p:nvSpPr>
                <p:cNvPr id="40014" name="Text3">
                  <a:extLst>
                    <a:ext uri="{FF2B5EF4-FFF2-40B4-BE49-F238E27FC236}">
                      <a16:creationId xmlns:a16="http://schemas.microsoft.com/office/drawing/2014/main" id="{7EB8C560-C2BE-47B5-CAEC-2AC0BF4C65DE}"/>
                    </a:ext>
                  </a:extLst>
                </p:cNvPr>
                <p:cNvSpPr txBox="1"/>
                <p:nvPr/>
              </p:nvSpPr>
              <p:spPr>
                <a:xfrm flipH="1">
                  <a:off x="1212517" y="3362543"/>
                  <a:ext cx="5540378" cy="1220925"/>
                </a:xfrm>
                <a:prstGeom prst="roundRect">
                  <a:avLst>
                    <a:gd name="adj" fmla="val 12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zh-CN"/>
                  </a:defPPr>
                  <a:lvl1pPr algn="ctr">
                    <a:defRPr sz="1400" b="1">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lnSpc>
                      <a:spcPct val="120000"/>
                    </a:lnSpc>
                  </a:pPr>
                  <a:r>
                    <a:rPr lang="zh-CN" altLang="en-US" sz="2400" b="0">
                      <a:solidFill>
                        <a:schemeClr val="tx1"/>
                      </a:solidFill>
                      <a:sym typeface="Arial" panose="020B0604020202020204" pitchFamily="34" charset="0"/>
                    </a:rPr>
                    <a:t>定型规则</a:t>
                  </a:r>
                  <a:endParaRPr lang="en-US" altLang="zh-CN" sz="2400" b="0">
                    <a:solidFill>
                      <a:schemeClr val="tx1"/>
                    </a:solidFill>
                    <a:sym typeface="Arial" panose="020B0604020202020204" pitchFamily="34" charset="0"/>
                  </a:endParaRPr>
                </a:p>
                <a:p>
                  <a:pPr algn="l">
                    <a:lnSpc>
                      <a:spcPct val="120000"/>
                    </a:lnSpc>
                  </a:pPr>
                  <a:r>
                    <a:rPr lang="en-US" altLang="zh-CN" sz="2400" b="1">
                      <a:solidFill>
                        <a:schemeClr val="tx1"/>
                      </a:solidFill>
                    </a:rPr>
                    <a:t>(Exp +)</a:t>
                  </a:r>
                  <a:endParaRPr lang="en-US" altLang="zh-CN" sz="2400" b="0">
                    <a:solidFill>
                      <a:schemeClr val="tx1"/>
                    </a:solidFill>
                    <a:sym typeface="Arial" panose="020B0604020202020204" pitchFamily="34" charset="0"/>
                  </a:endParaRPr>
                </a:p>
              </p:txBody>
            </p:sp>
            <p:grpSp>
              <p:nvGrpSpPr>
                <p:cNvPr id="40015" name="组合 40014">
                  <a:extLst>
                    <a:ext uri="{FF2B5EF4-FFF2-40B4-BE49-F238E27FC236}">
                      <a16:creationId xmlns:a16="http://schemas.microsoft.com/office/drawing/2014/main" id="{66BE8F81-5742-4883-B795-58B284AD5B0F}"/>
                    </a:ext>
                  </a:extLst>
                </p:cNvPr>
                <p:cNvGrpSpPr/>
                <p:nvPr/>
              </p:nvGrpSpPr>
              <p:grpSpPr>
                <a:xfrm>
                  <a:off x="1053894" y="3182543"/>
                  <a:ext cx="360001" cy="360000"/>
                  <a:chOff x="810054" y="2711744"/>
                  <a:chExt cx="360001" cy="360000"/>
                </a:xfrm>
              </p:grpSpPr>
              <p:sp>
                <p:nvSpPr>
                  <p:cNvPr id="40016" name="ïŝlíḑé">
                    <a:extLst>
                      <a:ext uri="{FF2B5EF4-FFF2-40B4-BE49-F238E27FC236}">
                        <a16:creationId xmlns:a16="http://schemas.microsoft.com/office/drawing/2014/main" id="{2825D069-80DE-75F9-ECBE-AF2097CCBAAF}"/>
                      </a:ext>
                    </a:extLst>
                  </p:cNvPr>
                  <p:cNvSpPr/>
                  <p:nvPr/>
                </p:nvSpPr>
                <p:spPr>
                  <a:xfrm>
                    <a:off x="810054" y="2711744"/>
                    <a:ext cx="360001" cy="360000"/>
                  </a:xfrm>
                  <a:prstGeom prst="roundRect">
                    <a:avLst>
                      <a:gd name="adj" fmla="val 50000"/>
                    </a:avLst>
                  </a:prstGeom>
                  <a:gradFill>
                    <a:gsLst>
                      <a:gs pos="0">
                        <a:schemeClr val="accent1">
                          <a:lumMod val="60000"/>
                          <a:lumOff val="40000"/>
                        </a:schemeClr>
                      </a:gs>
                      <a:gs pos="50000">
                        <a:schemeClr val="accent1"/>
                      </a:gs>
                    </a:gsLst>
                    <a:lin ang="2700000" scaled="0"/>
                  </a:gra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0017" name="图形 5">
                    <a:extLst>
                      <a:ext uri="{FF2B5EF4-FFF2-40B4-BE49-F238E27FC236}">
                        <a16:creationId xmlns:a16="http://schemas.microsoft.com/office/drawing/2014/main" id="{D3338055-FF0B-D22D-799A-E684CE14E934}"/>
                      </a:ext>
                    </a:extLst>
                  </p:cNvPr>
                  <p:cNvSpPr/>
                  <p:nvPr/>
                </p:nvSpPr>
                <p:spPr>
                  <a:xfrm>
                    <a:off x="908639" y="2837151"/>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40011" name="Group 10">
                <a:extLst>
                  <a:ext uri="{FF2B5EF4-FFF2-40B4-BE49-F238E27FC236}">
                    <a16:creationId xmlns:a16="http://schemas.microsoft.com/office/drawing/2014/main" id="{0A052063-B5CC-9741-3101-F499AF7397E3}"/>
                  </a:ext>
                </a:extLst>
              </p:cNvPr>
              <p:cNvGrpSpPr>
                <a:grpSpLocks/>
              </p:cNvGrpSpPr>
              <p:nvPr/>
            </p:nvGrpSpPr>
            <p:grpSpPr bwMode="auto">
              <a:xfrm>
                <a:off x="5031807" y="5757577"/>
                <a:ext cx="3816350" cy="762000"/>
                <a:chOff x="2971" y="3702"/>
                <a:chExt cx="2404" cy="480"/>
              </a:xfrm>
            </p:grpSpPr>
            <p:sp>
              <p:nvSpPr>
                <p:cNvPr id="40012" name="Rectangle 11" descr="Green marble">
                  <a:extLst>
                    <a:ext uri="{FF2B5EF4-FFF2-40B4-BE49-F238E27FC236}">
                      <a16:creationId xmlns:a16="http://schemas.microsoft.com/office/drawing/2014/main" id="{2BCD34D6-D271-3865-E854-CBA50B6413F6}"/>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a:ea typeface="宋体" panose="02010600030101010101" pitchFamily="2" charset="-122"/>
                      <a:sym typeface="Symbol" panose="05050102010706020507" pitchFamily="18" charset="2"/>
                    </a:rPr>
                    <a:t>   |– </a:t>
                  </a:r>
                  <a:r>
                    <a:rPr lang="en-US" altLang="zh-CN" sz="2400" b="1" i="1">
                      <a:ea typeface="宋体" panose="02010600030101010101" pitchFamily="2" charset="-122"/>
                      <a:sym typeface="Symbol" panose="05050102010706020507" pitchFamily="18" charset="2"/>
                    </a:rPr>
                    <a:t>M</a:t>
                  </a:r>
                  <a:r>
                    <a:rPr lang="en-US" altLang="zh-CN" sz="2400" b="1">
                      <a:ea typeface="宋体" panose="02010600030101010101" pitchFamily="2" charset="-122"/>
                      <a:sym typeface="Symbol" panose="05050102010706020507" pitchFamily="18" charset="2"/>
                    </a:rPr>
                    <a:t> : int,  |– </a:t>
                  </a:r>
                  <a:r>
                    <a:rPr lang="en-US" altLang="zh-CN" sz="2400" b="1" i="1">
                      <a:ea typeface="宋体" panose="02010600030101010101" pitchFamily="2" charset="-122"/>
                      <a:sym typeface="Symbol" panose="05050102010706020507" pitchFamily="18" charset="2"/>
                    </a:rPr>
                    <a:t>N</a:t>
                  </a:r>
                  <a:r>
                    <a:rPr lang="en-US" altLang="zh-CN" sz="2400" b="1">
                      <a:ea typeface="宋体" panose="02010600030101010101" pitchFamily="2" charset="-122"/>
                      <a:sym typeface="Symbol" panose="05050102010706020507" pitchFamily="18" charset="2"/>
                    </a:rPr>
                    <a:t> : int</a:t>
                  </a:r>
                  <a:endParaRPr lang="en-US" altLang="zh-CN" sz="2400" b="1">
                    <a:ea typeface="宋体" panose="02010600030101010101" pitchFamily="2" charset="-122"/>
                  </a:endParaRPr>
                </a:p>
                <a:p>
                  <a:pPr algn="ctr">
                    <a:spcBef>
                      <a:spcPct val="0"/>
                    </a:spcBef>
                    <a:buClrTx/>
                    <a:buSzTx/>
                    <a:buFontTx/>
                    <a:buNone/>
                  </a:pPr>
                  <a:r>
                    <a:rPr lang="en-US" altLang="zh-CN" sz="2400" b="1">
                      <a:ea typeface="宋体" panose="02010600030101010101" pitchFamily="2" charset="-122"/>
                      <a:sym typeface="Symbol" panose="05050102010706020507" pitchFamily="18" charset="2"/>
                    </a:rPr>
                    <a:t> |– </a:t>
                  </a:r>
                  <a:r>
                    <a:rPr lang="en-US" altLang="zh-CN" sz="2400" b="1" i="1">
                      <a:ea typeface="宋体" panose="02010600030101010101" pitchFamily="2" charset="-122"/>
                      <a:sym typeface="Symbol" panose="05050102010706020507" pitchFamily="18" charset="2"/>
                    </a:rPr>
                    <a:t>M </a:t>
                  </a:r>
                  <a:r>
                    <a:rPr lang="en-US" altLang="zh-CN" sz="2400" b="1">
                      <a:ea typeface="宋体" panose="02010600030101010101" pitchFamily="2" charset="-122"/>
                      <a:sym typeface="Symbol" panose="05050102010706020507" pitchFamily="18" charset="2"/>
                    </a:rPr>
                    <a:t>+ </a:t>
                  </a:r>
                  <a:r>
                    <a:rPr lang="en-US" altLang="zh-CN" sz="2400" b="1" i="1">
                      <a:ea typeface="宋体" panose="02010600030101010101" pitchFamily="2" charset="-122"/>
                      <a:sym typeface="Symbol" panose="05050102010706020507" pitchFamily="18" charset="2"/>
                    </a:rPr>
                    <a:t>N</a:t>
                  </a:r>
                  <a:r>
                    <a:rPr lang="en-US" altLang="zh-CN" sz="2400" b="1">
                      <a:ea typeface="宋体" panose="02010600030101010101" pitchFamily="2" charset="-122"/>
                      <a:sym typeface="Symbol" panose="05050102010706020507" pitchFamily="18" charset="2"/>
                    </a:rPr>
                    <a:t> : int </a:t>
                  </a:r>
                </a:p>
              </p:txBody>
            </p:sp>
            <p:sp>
              <p:nvSpPr>
                <p:cNvPr id="40013" name="Line 12">
                  <a:extLst>
                    <a:ext uri="{FF2B5EF4-FFF2-40B4-BE49-F238E27FC236}">
                      <a16:creationId xmlns:a16="http://schemas.microsoft.com/office/drawing/2014/main" id="{EBDE1265-FCDC-4615-739F-842FD350BA7E}"/>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grpSp>
      <p:grpSp>
        <p:nvGrpSpPr>
          <p:cNvPr id="40022" name="组合 40021">
            <a:extLst>
              <a:ext uri="{FF2B5EF4-FFF2-40B4-BE49-F238E27FC236}">
                <a16:creationId xmlns:a16="http://schemas.microsoft.com/office/drawing/2014/main" id="{D4ECDD30-6B7A-42AA-6272-D2C6F68846CA}"/>
              </a:ext>
            </a:extLst>
          </p:cNvPr>
          <p:cNvGrpSpPr/>
          <p:nvPr/>
        </p:nvGrpSpPr>
        <p:grpSpPr>
          <a:xfrm>
            <a:off x="554929" y="3671145"/>
            <a:ext cx="8356736" cy="1400925"/>
            <a:chOff x="554929" y="3671145"/>
            <a:chExt cx="8356736" cy="1400925"/>
          </a:xfrm>
        </p:grpSpPr>
        <p:grpSp>
          <p:nvGrpSpPr>
            <p:cNvPr id="40023" name="组合 40022">
              <a:extLst>
                <a:ext uri="{FF2B5EF4-FFF2-40B4-BE49-F238E27FC236}">
                  <a16:creationId xmlns:a16="http://schemas.microsoft.com/office/drawing/2014/main" id="{3AA2E0AF-81A2-235D-F6B6-A2E7A963E4D9}"/>
                </a:ext>
              </a:extLst>
            </p:cNvPr>
            <p:cNvGrpSpPr/>
            <p:nvPr/>
          </p:nvGrpSpPr>
          <p:grpSpPr>
            <a:xfrm>
              <a:off x="3212089" y="3671145"/>
              <a:ext cx="5699576" cy="1400925"/>
              <a:chOff x="3212089" y="3671145"/>
              <a:chExt cx="5699576" cy="1400925"/>
            </a:xfrm>
          </p:grpSpPr>
          <p:grpSp>
            <p:nvGrpSpPr>
              <p:cNvPr id="40029" name="Group 7">
                <a:extLst>
                  <a:ext uri="{FF2B5EF4-FFF2-40B4-BE49-F238E27FC236}">
                    <a16:creationId xmlns:a16="http://schemas.microsoft.com/office/drawing/2014/main" id="{A0DCB525-FD2A-009F-0B4B-2FD6C6815F89}"/>
                  </a:ext>
                </a:extLst>
              </p:cNvPr>
              <p:cNvGrpSpPr>
                <a:grpSpLocks/>
              </p:cNvGrpSpPr>
              <p:nvPr/>
            </p:nvGrpSpPr>
            <p:grpSpPr bwMode="auto">
              <a:xfrm>
                <a:off x="5095315" y="4286552"/>
                <a:ext cx="3816350" cy="762000"/>
                <a:chOff x="2971" y="3702"/>
                <a:chExt cx="2404" cy="480"/>
              </a:xfrm>
            </p:grpSpPr>
            <p:sp>
              <p:nvSpPr>
                <p:cNvPr id="40035" name="Rectangle 8" descr="Green marble">
                  <a:extLst>
                    <a:ext uri="{FF2B5EF4-FFF2-40B4-BE49-F238E27FC236}">
                      <a16:creationId xmlns:a16="http://schemas.microsoft.com/office/drawing/2014/main" id="{60ED7E39-FEBC-7441-F3BA-F31933FF5D48}"/>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a:ea typeface="宋体" panose="02010600030101010101" pitchFamily="2" charset="-122"/>
                      <a:sym typeface="Symbol" panose="05050102010706020507" pitchFamily="18" charset="2"/>
                    </a:rPr>
                    <a:t> </a:t>
                  </a:r>
                  <a:endParaRPr lang="en-US" altLang="zh-CN" b="1" i="1" baseline="-25000">
                    <a:ea typeface="宋体" panose="02010600030101010101" pitchFamily="2" charset="-122"/>
                  </a:endParaRPr>
                </a:p>
                <a:p>
                  <a:pPr algn="ctr">
                    <a:spcBef>
                      <a:spcPct val="0"/>
                    </a:spcBef>
                    <a:buClrTx/>
                    <a:buSzTx/>
                    <a:buFontTx/>
                    <a:buNone/>
                  </a:pP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err="1">
                      <a:ea typeface="宋体" panose="02010600030101010101" pitchFamily="2" charset="-122"/>
                    </a:rPr>
                    <a:t>boolean</a:t>
                  </a:r>
                  <a:endParaRPr lang="en-US" altLang="zh-CN" sz="2400" b="1">
                    <a:ea typeface="宋体" panose="02010600030101010101" pitchFamily="2" charset="-122"/>
                  </a:endParaRPr>
                </a:p>
              </p:txBody>
            </p:sp>
            <p:sp>
              <p:nvSpPr>
                <p:cNvPr id="40036" name="Line 9">
                  <a:extLst>
                    <a:ext uri="{FF2B5EF4-FFF2-40B4-BE49-F238E27FC236}">
                      <a16:creationId xmlns:a16="http://schemas.microsoft.com/office/drawing/2014/main" id="{7BC0CD1D-B902-3D3E-A3B4-FF7D26AB4AE7}"/>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0030" name="组合 40029">
                <a:extLst>
                  <a:ext uri="{FF2B5EF4-FFF2-40B4-BE49-F238E27FC236}">
                    <a16:creationId xmlns:a16="http://schemas.microsoft.com/office/drawing/2014/main" id="{E4652AE0-345A-0553-6B05-156C9E849A9C}"/>
                  </a:ext>
                </a:extLst>
              </p:cNvPr>
              <p:cNvGrpSpPr/>
              <p:nvPr/>
            </p:nvGrpSpPr>
            <p:grpSpPr>
              <a:xfrm>
                <a:off x="3212089" y="3671145"/>
                <a:ext cx="5699001" cy="1400925"/>
                <a:chOff x="1053894" y="3182543"/>
                <a:chExt cx="5699001" cy="1400925"/>
              </a:xfrm>
            </p:grpSpPr>
            <p:sp>
              <p:nvSpPr>
                <p:cNvPr id="40031" name="Text3">
                  <a:extLst>
                    <a:ext uri="{FF2B5EF4-FFF2-40B4-BE49-F238E27FC236}">
                      <a16:creationId xmlns:a16="http://schemas.microsoft.com/office/drawing/2014/main" id="{5C9B9055-8E55-E06D-72C2-7BFE9A327285}"/>
                    </a:ext>
                  </a:extLst>
                </p:cNvPr>
                <p:cNvSpPr txBox="1"/>
                <p:nvPr/>
              </p:nvSpPr>
              <p:spPr>
                <a:xfrm flipH="1">
                  <a:off x="1212517" y="3362543"/>
                  <a:ext cx="5540378" cy="1220925"/>
                </a:xfrm>
                <a:prstGeom prst="roundRect">
                  <a:avLst>
                    <a:gd name="adj" fmla="val 12000"/>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zh-CN"/>
                  </a:defPPr>
                  <a:lvl1pPr algn="ctr">
                    <a:defRPr sz="1400" b="1">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lnSpc>
                      <a:spcPct val="120000"/>
                    </a:lnSpc>
                  </a:pPr>
                  <a:r>
                    <a:rPr lang="zh-CN" altLang="en-US" sz="2400" b="0">
                      <a:solidFill>
                        <a:schemeClr val="tx1"/>
                      </a:solidFill>
                      <a:sym typeface="Arial" panose="020B0604020202020204" pitchFamily="34" charset="0"/>
                    </a:rPr>
                    <a:t>语法规则</a:t>
                  </a:r>
                  <a:endParaRPr lang="en-US" altLang="zh-CN" sz="2400" b="0">
                    <a:solidFill>
                      <a:schemeClr val="tx1"/>
                    </a:solidFill>
                    <a:sym typeface="Arial" panose="020B0604020202020204" pitchFamily="34" charset="0"/>
                  </a:endParaRPr>
                </a:p>
                <a:p>
                  <a:pPr algn="l">
                    <a:lnSpc>
                      <a:spcPct val="120000"/>
                    </a:lnSpc>
                  </a:pPr>
                  <a:r>
                    <a:rPr lang="en-US" altLang="zh-CN" sz="2400" b="1">
                      <a:solidFill>
                        <a:schemeClr val="tx1"/>
                      </a:solidFill>
                    </a:rPr>
                    <a:t>(Type Bool)</a:t>
                  </a:r>
                  <a:endParaRPr lang="en-US" altLang="zh-CN" sz="2400" b="0">
                    <a:solidFill>
                      <a:schemeClr val="tx1"/>
                    </a:solidFill>
                    <a:sym typeface="Arial" panose="020B0604020202020204" pitchFamily="34" charset="0"/>
                  </a:endParaRPr>
                </a:p>
              </p:txBody>
            </p:sp>
            <p:grpSp>
              <p:nvGrpSpPr>
                <p:cNvPr id="40032" name="组合 40031">
                  <a:extLst>
                    <a:ext uri="{FF2B5EF4-FFF2-40B4-BE49-F238E27FC236}">
                      <a16:creationId xmlns:a16="http://schemas.microsoft.com/office/drawing/2014/main" id="{D9825AA2-6C57-A044-1AD8-A5E3D487F675}"/>
                    </a:ext>
                  </a:extLst>
                </p:cNvPr>
                <p:cNvGrpSpPr/>
                <p:nvPr/>
              </p:nvGrpSpPr>
              <p:grpSpPr>
                <a:xfrm>
                  <a:off x="1053894" y="3182543"/>
                  <a:ext cx="360001" cy="360000"/>
                  <a:chOff x="810054" y="2711744"/>
                  <a:chExt cx="360001" cy="360000"/>
                </a:xfrm>
              </p:grpSpPr>
              <p:sp>
                <p:nvSpPr>
                  <p:cNvPr id="40033" name="ïŝlíḑé">
                    <a:extLst>
                      <a:ext uri="{FF2B5EF4-FFF2-40B4-BE49-F238E27FC236}">
                        <a16:creationId xmlns:a16="http://schemas.microsoft.com/office/drawing/2014/main" id="{C0A7D673-E7FE-1A20-D3E4-0EE1329E30BF}"/>
                      </a:ext>
                    </a:extLst>
                  </p:cNvPr>
                  <p:cNvSpPr/>
                  <p:nvPr/>
                </p:nvSpPr>
                <p:spPr>
                  <a:xfrm>
                    <a:off x="810054" y="2711744"/>
                    <a:ext cx="360001" cy="360000"/>
                  </a:xfrm>
                  <a:prstGeom prst="roundRect">
                    <a:avLst>
                      <a:gd name="adj" fmla="val 50000"/>
                    </a:avLst>
                  </a:prstGeom>
                  <a:gradFill>
                    <a:gsLst>
                      <a:gs pos="0">
                        <a:schemeClr val="accent1">
                          <a:lumMod val="60000"/>
                          <a:lumOff val="40000"/>
                        </a:schemeClr>
                      </a:gs>
                      <a:gs pos="50000">
                        <a:schemeClr val="accent1"/>
                      </a:gs>
                    </a:gsLst>
                    <a:lin ang="2700000" scaled="0"/>
                  </a:gra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0034" name="图形 5">
                    <a:extLst>
                      <a:ext uri="{FF2B5EF4-FFF2-40B4-BE49-F238E27FC236}">
                        <a16:creationId xmlns:a16="http://schemas.microsoft.com/office/drawing/2014/main" id="{05723258-3D12-F152-1688-A670A1156509}"/>
                      </a:ext>
                    </a:extLst>
                  </p:cNvPr>
                  <p:cNvSpPr/>
                  <p:nvPr/>
                </p:nvSpPr>
                <p:spPr>
                  <a:xfrm>
                    <a:off x="908639" y="2837151"/>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grpSp>
          <p:nvGrpSpPr>
            <p:cNvPr id="40024" name="组合 40023">
              <a:extLst>
                <a:ext uri="{FF2B5EF4-FFF2-40B4-BE49-F238E27FC236}">
                  <a16:creationId xmlns:a16="http://schemas.microsoft.com/office/drawing/2014/main" id="{0F8D85F9-AFF0-BE5C-E66B-65F54C132F85}"/>
                </a:ext>
              </a:extLst>
            </p:cNvPr>
            <p:cNvGrpSpPr/>
            <p:nvPr/>
          </p:nvGrpSpPr>
          <p:grpSpPr>
            <a:xfrm>
              <a:off x="554929" y="3947395"/>
              <a:ext cx="1894096" cy="848424"/>
              <a:chOff x="1053894" y="3182543"/>
              <a:chExt cx="1894096" cy="848424"/>
            </a:xfrm>
          </p:grpSpPr>
          <p:sp>
            <p:nvSpPr>
              <p:cNvPr id="40025" name="Text3">
                <a:extLst>
                  <a:ext uri="{FF2B5EF4-FFF2-40B4-BE49-F238E27FC236}">
                    <a16:creationId xmlns:a16="http://schemas.microsoft.com/office/drawing/2014/main" id="{6E369531-0677-9BEF-E3B2-11179B32223B}"/>
                  </a:ext>
                </a:extLst>
              </p:cNvPr>
              <p:cNvSpPr txBox="1"/>
              <p:nvPr/>
            </p:nvSpPr>
            <p:spPr>
              <a:xfrm flipH="1">
                <a:off x="1233890" y="3362543"/>
                <a:ext cx="1714100" cy="668424"/>
              </a:xfrm>
              <a:prstGeom prst="roundRect">
                <a:avLst>
                  <a:gd name="adj" fmla="val 12000"/>
                </a:avLst>
              </a:prstGeom>
              <a:solidFill>
                <a:schemeClr val="accent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zh-CN"/>
                </a:defPPr>
                <a:lvl1pPr algn="ctr">
                  <a:defRPr sz="1400" b="1">
                    <a:latin typeface="Arial" panose="020B0604020202020204" pitchFamily="34" charset="0"/>
                    <a:ea typeface="微软雅黑" panose="020B0503020204020204" pitchFamily="34" charset="-122"/>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zh-CN" altLang="en-US" sz="2400" b="0">
                    <a:solidFill>
                      <a:schemeClr val="tx1"/>
                    </a:solidFill>
                    <a:sym typeface="Arial" panose="020B0604020202020204" pitchFamily="34" charset="0"/>
                  </a:rPr>
                  <a:t>语法断言</a:t>
                </a:r>
              </a:p>
            </p:txBody>
          </p:sp>
          <p:grpSp>
            <p:nvGrpSpPr>
              <p:cNvPr id="40026" name="组合 40025">
                <a:extLst>
                  <a:ext uri="{FF2B5EF4-FFF2-40B4-BE49-F238E27FC236}">
                    <a16:creationId xmlns:a16="http://schemas.microsoft.com/office/drawing/2014/main" id="{8EADD44C-534B-2262-BA24-DC51E2D8C8A6}"/>
                  </a:ext>
                </a:extLst>
              </p:cNvPr>
              <p:cNvGrpSpPr/>
              <p:nvPr/>
            </p:nvGrpSpPr>
            <p:grpSpPr>
              <a:xfrm>
                <a:off x="1053894" y="3182543"/>
                <a:ext cx="360001" cy="360000"/>
                <a:chOff x="810054" y="2711744"/>
                <a:chExt cx="360001" cy="360000"/>
              </a:xfrm>
            </p:grpSpPr>
            <p:sp>
              <p:nvSpPr>
                <p:cNvPr id="40027" name="ïŝlíḑé">
                  <a:extLst>
                    <a:ext uri="{FF2B5EF4-FFF2-40B4-BE49-F238E27FC236}">
                      <a16:creationId xmlns:a16="http://schemas.microsoft.com/office/drawing/2014/main" id="{F7C4E0C8-CC6D-9E26-36CD-D030206A41CA}"/>
                    </a:ext>
                  </a:extLst>
                </p:cNvPr>
                <p:cNvSpPr/>
                <p:nvPr/>
              </p:nvSpPr>
              <p:spPr>
                <a:xfrm>
                  <a:off x="810054" y="2711744"/>
                  <a:ext cx="360001" cy="360000"/>
                </a:xfrm>
                <a:prstGeom prst="roundRect">
                  <a:avLst>
                    <a:gd name="adj" fmla="val 50000"/>
                  </a:avLst>
                </a:prstGeom>
                <a:gradFill>
                  <a:gsLst>
                    <a:gs pos="0">
                      <a:schemeClr val="accent2">
                        <a:lumMod val="40000"/>
                        <a:lumOff val="60000"/>
                      </a:schemeClr>
                    </a:gs>
                    <a:gs pos="50000">
                      <a:schemeClr val="accent2"/>
                    </a:gs>
                  </a:gsLst>
                  <a:lin ang="2700000" scaled="0"/>
                </a:gra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40028" name="图形 5">
                  <a:extLst>
                    <a:ext uri="{FF2B5EF4-FFF2-40B4-BE49-F238E27FC236}">
                      <a16:creationId xmlns:a16="http://schemas.microsoft.com/office/drawing/2014/main" id="{6FEE10D7-D53E-34D4-9A8E-C26599F5EB11}"/>
                    </a:ext>
                  </a:extLst>
                </p:cNvPr>
                <p:cNvSpPr/>
                <p:nvPr/>
              </p:nvSpPr>
              <p:spPr>
                <a:xfrm>
                  <a:off x="908639" y="2837151"/>
                  <a:ext cx="162833" cy="109186"/>
                </a:xfrm>
                <a:custGeom>
                  <a:avLst/>
                  <a:gdLst>
                    <a:gd name="connsiteX0" fmla="*/ 195400 w 195399"/>
                    <a:gd name="connsiteY0" fmla="*/ 0 h 131023"/>
                    <a:gd name="connsiteX1" fmla="*/ 64376 w 195399"/>
                    <a:gd name="connsiteY1" fmla="*/ 131023 h 131023"/>
                    <a:gd name="connsiteX2" fmla="*/ 0 w 195399"/>
                    <a:gd name="connsiteY2" fmla="*/ 66647 h 131023"/>
                  </a:gdLst>
                  <a:ahLst/>
                  <a:cxnLst>
                    <a:cxn ang="0">
                      <a:pos x="connsiteX0" y="connsiteY0"/>
                    </a:cxn>
                    <a:cxn ang="0">
                      <a:pos x="connsiteX1" y="connsiteY1"/>
                    </a:cxn>
                    <a:cxn ang="0">
                      <a:pos x="connsiteX2" y="connsiteY2"/>
                    </a:cxn>
                  </a:cxnLst>
                  <a:rect l="l" t="t" r="r" b="b"/>
                  <a:pathLst>
                    <a:path w="195399" h="131023">
                      <a:moveTo>
                        <a:pt x="195400" y="0"/>
                      </a:moveTo>
                      <a:lnTo>
                        <a:pt x="64376" y="131023"/>
                      </a:lnTo>
                      <a:lnTo>
                        <a:pt x="0" y="66647"/>
                      </a:lnTo>
                    </a:path>
                  </a:pathLst>
                </a:custGeom>
                <a:noFill/>
                <a:ln w="25400" cap="flat">
                  <a:solidFill>
                    <a:srgbClr val="FFFFFF"/>
                  </a:solidFill>
                  <a:prstDash val="solid"/>
                  <a:bevel/>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48D7F34-2798-4DDC-92BA-71FC43727786}"/>
              </a:ext>
            </a:extLst>
          </p:cNvPr>
          <p:cNvSpPr>
            <a:spLocks noGrp="1" noChangeArrowheads="1"/>
          </p:cNvSpPr>
          <p:nvPr>
            <p:ph type="title"/>
          </p:nvPr>
        </p:nvSpPr>
        <p:spPr/>
        <p:txBody>
          <a:bodyPr/>
          <a:lstStyle/>
          <a:p>
            <a:pPr eaLnBrk="1" hangingPunct="1"/>
            <a:r>
              <a:rPr lang="en-US" altLang="zh-CN"/>
              <a:t>5.3.2 </a:t>
            </a:r>
            <a:r>
              <a:rPr lang="zh-CN" altLang="en-US"/>
              <a:t>类型系统</a:t>
            </a:r>
          </a:p>
        </p:txBody>
      </p:sp>
      <p:sp>
        <p:nvSpPr>
          <p:cNvPr id="40963" name="Rectangle 3">
            <a:extLst>
              <a:ext uri="{FF2B5EF4-FFF2-40B4-BE49-F238E27FC236}">
                <a16:creationId xmlns:a16="http://schemas.microsoft.com/office/drawing/2014/main" id="{F4F0EFEF-ED64-4F76-8817-E318E976818F}"/>
              </a:ext>
            </a:extLst>
          </p:cNvPr>
          <p:cNvSpPr>
            <a:spLocks noGrp="1" noChangeArrowheads="1"/>
          </p:cNvSpPr>
          <p:nvPr>
            <p:ph idx="1"/>
          </p:nvPr>
        </p:nvSpPr>
        <p:spPr/>
        <p:txBody>
          <a:bodyPr/>
          <a:lstStyle/>
          <a:p>
            <a:r>
              <a:rPr lang="zh-CN" altLang="en-US" dirty="0">
                <a:solidFill>
                  <a:schemeClr val="accent1"/>
                </a:solidFill>
                <a:latin typeface="宋体" panose="02010600030101010101" pitchFamily="2" charset="-122"/>
              </a:rPr>
              <a:t>环境规则</a:t>
            </a:r>
            <a:endParaRPr lang="zh-CN" altLang="en-US" dirty="0">
              <a:solidFill>
                <a:schemeClr val="accent1"/>
              </a:solidFill>
            </a:endParaRPr>
          </a:p>
          <a:p>
            <a:pPr marL="0" indent="0" algn="just">
              <a:buNone/>
            </a:pPr>
            <a:r>
              <a:rPr lang="en-US" altLang="zh-CN" sz="2800" b="1" dirty="0"/>
              <a:t>(Env </a:t>
            </a:r>
            <a:r>
              <a:rPr lang="en-US" altLang="zh-CN" sz="2800" b="1" dirty="0">
                <a:sym typeface="Symbol" panose="05050102010706020507" pitchFamily="18" charset="2"/>
              </a:rPr>
              <a:t></a:t>
            </a:r>
            <a:r>
              <a:rPr lang="en-US" altLang="zh-CN" sz="2800" b="1" dirty="0"/>
              <a:t>)					</a:t>
            </a:r>
          </a:p>
          <a:p>
            <a:pPr algn="just"/>
            <a:endParaRPr lang="en-US" altLang="zh-CN" sz="2800" b="1" dirty="0"/>
          </a:p>
          <a:p>
            <a:pPr marL="0" indent="0" algn="just">
              <a:buNone/>
            </a:pPr>
            <a:r>
              <a:rPr lang="en-US" altLang="zh-CN" sz="2800" b="1" dirty="0"/>
              <a:t>(</a:t>
            </a:r>
            <a:r>
              <a:rPr lang="en-US" altLang="zh-CN" sz="2800" b="1" dirty="0" err="1"/>
              <a:t>Decl</a:t>
            </a:r>
            <a:r>
              <a:rPr lang="en-US" altLang="zh-CN" sz="2800" b="1" dirty="0"/>
              <a:t> Var)</a:t>
            </a:r>
          </a:p>
          <a:p>
            <a:pPr algn="just"/>
            <a:endParaRPr lang="en-US" altLang="zh-CN" sz="2800" b="1" dirty="0"/>
          </a:p>
          <a:p>
            <a:pPr algn="just"/>
            <a:r>
              <a:rPr lang="zh-CN" altLang="en-US" sz="2800" dirty="0"/>
              <a:t>其中</a:t>
            </a:r>
            <a:r>
              <a:rPr lang="en-US" altLang="zh-CN" sz="2800" b="1" dirty="0"/>
              <a:t>id : </a:t>
            </a:r>
            <a:r>
              <a:rPr lang="en-US" altLang="zh-CN" sz="2800" b="1" i="1" dirty="0"/>
              <a:t>T</a:t>
            </a:r>
            <a:r>
              <a:rPr lang="zh-CN" altLang="en-US" sz="2800" dirty="0"/>
              <a:t>是该简单语言的一个声明语句</a:t>
            </a:r>
            <a:endParaRPr lang="en-US" altLang="zh-CN" sz="2800" dirty="0"/>
          </a:p>
          <a:p>
            <a:pPr algn="just"/>
            <a:r>
              <a:rPr lang="zh-CN" altLang="en-US" sz="2800" dirty="0">
                <a:sym typeface="Symbol" panose="05050102010706020507" pitchFamily="18" charset="2"/>
              </a:rPr>
              <a:t>遇到一个声明语句，则向静态定型环境中增加一个变量到类型的映射</a:t>
            </a:r>
          </a:p>
        </p:txBody>
      </p:sp>
      <p:grpSp>
        <p:nvGrpSpPr>
          <p:cNvPr id="40964" name="Group 4">
            <a:extLst>
              <a:ext uri="{FF2B5EF4-FFF2-40B4-BE49-F238E27FC236}">
                <a16:creationId xmlns:a16="http://schemas.microsoft.com/office/drawing/2014/main" id="{9609B04B-7B66-430B-AF52-E2EB453E3E26}"/>
              </a:ext>
            </a:extLst>
          </p:cNvPr>
          <p:cNvGrpSpPr>
            <a:grpSpLocks/>
          </p:cNvGrpSpPr>
          <p:nvPr/>
        </p:nvGrpSpPr>
        <p:grpSpPr bwMode="auto">
          <a:xfrm>
            <a:off x="3832043" y="1814634"/>
            <a:ext cx="3816350" cy="762000"/>
            <a:chOff x="2971" y="3702"/>
            <a:chExt cx="2404" cy="480"/>
          </a:xfrm>
        </p:grpSpPr>
        <p:sp>
          <p:nvSpPr>
            <p:cNvPr id="40968" name="Rectangle 5" descr="Green marble">
              <a:extLst>
                <a:ext uri="{FF2B5EF4-FFF2-40B4-BE49-F238E27FC236}">
                  <a16:creationId xmlns:a16="http://schemas.microsoft.com/office/drawing/2014/main" id="{16A76C19-662E-4E40-9E80-00BC57BA2352}"/>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a:ea typeface="宋体" panose="02010600030101010101" pitchFamily="2" charset="-122"/>
                  <a:sym typeface="Symbol" panose="05050102010706020507" pitchFamily="18" charset="2"/>
                </a:rPr>
                <a:t> </a:t>
              </a:r>
              <a:endParaRPr lang="en-US" altLang="zh-CN" b="1" i="1" baseline="-25000">
                <a:ea typeface="宋体" panose="02010600030101010101" pitchFamily="2" charset="-122"/>
              </a:endParaRPr>
            </a:p>
            <a:p>
              <a:pPr algn="ctr">
                <a:spcBef>
                  <a:spcPct val="0"/>
                </a:spcBef>
                <a:buClrTx/>
                <a:buSzTx/>
                <a:buFontTx/>
                <a:buNone/>
              </a:pP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a:ea typeface="宋体" panose="02010600030101010101" pitchFamily="2" charset="-122"/>
                  <a:sym typeface="Symbol" panose="05050102010706020507" pitchFamily="18" charset="2"/>
                </a:rPr>
                <a:t></a:t>
              </a:r>
            </a:p>
          </p:txBody>
        </p:sp>
        <p:sp>
          <p:nvSpPr>
            <p:cNvPr id="40969" name="Line 6">
              <a:extLst>
                <a:ext uri="{FF2B5EF4-FFF2-40B4-BE49-F238E27FC236}">
                  <a16:creationId xmlns:a16="http://schemas.microsoft.com/office/drawing/2014/main" id="{DB02869C-F532-4235-89E0-AB0887DB770B}"/>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0965" name="Group 7">
            <a:extLst>
              <a:ext uri="{FF2B5EF4-FFF2-40B4-BE49-F238E27FC236}">
                <a16:creationId xmlns:a16="http://schemas.microsoft.com/office/drawing/2014/main" id="{B7D0ED69-1463-4DE8-B562-EF769A221D6C}"/>
              </a:ext>
            </a:extLst>
          </p:cNvPr>
          <p:cNvGrpSpPr>
            <a:grpSpLocks/>
          </p:cNvGrpSpPr>
          <p:nvPr/>
        </p:nvGrpSpPr>
        <p:grpSpPr bwMode="auto">
          <a:xfrm>
            <a:off x="3832043" y="2881134"/>
            <a:ext cx="3816350" cy="762000"/>
            <a:chOff x="2971" y="3702"/>
            <a:chExt cx="2404" cy="480"/>
          </a:xfrm>
        </p:grpSpPr>
        <p:sp>
          <p:nvSpPr>
            <p:cNvPr id="40966" name="Rectangle 8" descr="Green marble">
              <a:extLst>
                <a:ext uri="{FF2B5EF4-FFF2-40B4-BE49-F238E27FC236}">
                  <a16:creationId xmlns:a16="http://schemas.microsoft.com/office/drawing/2014/main" id="{D3C289F4-DF49-4663-A693-77B814EE3BF5}"/>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a:t>
              </a:r>
              <a:r>
                <a:rPr lang="en-US" altLang="zh-CN" sz="2400" b="1" dirty="0">
                  <a:ea typeface="宋体" panose="02010600030101010101" pitchFamily="2" charset="-122"/>
                  <a:sym typeface="Symbol" panose="05050102010706020507" pitchFamily="18" charset="2"/>
                </a:rPr>
                <a:t></a:t>
              </a:r>
              <a:r>
                <a:rPr lang="en-US" altLang="zh-CN" sz="2400" b="1" i="1" dirty="0">
                  <a:ea typeface="宋体" panose="02010600030101010101" pitchFamily="2" charset="-122"/>
                </a:rPr>
                <a:t>T</a:t>
              </a:r>
              <a:r>
                <a:rPr lang="en-US" altLang="zh-CN" sz="2400" b="1" dirty="0">
                  <a:ea typeface="宋体" panose="02010600030101010101" pitchFamily="2" charset="-122"/>
                </a:rPr>
                <a:t>,  id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err="1">
                  <a:ea typeface="宋体" panose="02010600030101010101" pitchFamily="2" charset="-122"/>
                </a:rPr>
                <a:t>dom</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a:t>
              </a:r>
              <a:r>
                <a:rPr lang="en-US" altLang="zh-CN" sz="2400" b="1" dirty="0">
                  <a:ea typeface="宋体" panose="02010600030101010101" pitchFamily="2" charset="-122"/>
                  <a:sym typeface="Symbol" panose="05050102010706020507" pitchFamily="18" charset="2"/>
                </a:rPr>
                <a:t> </a:t>
              </a:r>
              <a:endParaRPr lang="en-US" altLang="zh-CN"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solidFill>
                    <a:schemeClr val="accent1"/>
                  </a:solidFill>
                  <a:ea typeface="宋体" panose="02010600030101010101" pitchFamily="2" charset="-122"/>
                </a:rPr>
                <a:t>id : </a:t>
              </a:r>
              <a:r>
                <a:rPr lang="en-US" altLang="zh-CN" sz="2400" b="1" i="1" dirty="0">
                  <a:solidFill>
                    <a:schemeClr val="accent1"/>
                  </a:solidFill>
                  <a:ea typeface="宋体" panose="02010600030101010101" pitchFamily="2" charset="-122"/>
                </a:rPr>
                <a:t>T </a:t>
              </a:r>
              <a:r>
                <a:rPr lang="en-US" altLang="zh-CN" sz="2400" b="1" dirty="0">
                  <a:ea typeface="宋体" panose="02010600030101010101" pitchFamily="2" charset="-122"/>
                </a:rPr>
                <a:t>|</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p>
          </p:txBody>
        </p:sp>
        <p:sp>
          <p:nvSpPr>
            <p:cNvPr id="40967" name="Line 9">
              <a:extLst>
                <a:ext uri="{FF2B5EF4-FFF2-40B4-BE49-F238E27FC236}">
                  <a16:creationId xmlns:a16="http://schemas.microsoft.com/office/drawing/2014/main" id="{842A48ED-AD37-472B-9971-DA645397C940}"/>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6CFF678D-0F47-CBC7-D3AE-E538AE765F82}"/>
              </a:ext>
            </a:extLst>
          </p:cNvPr>
          <p:cNvSpPr>
            <a:spLocks noGrp="1"/>
          </p:cNvSpPr>
          <p:nvPr>
            <p:ph type="dt" sz="half" idx="10"/>
          </p:nvPr>
        </p:nvSpPr>
        <p:spPr/>
        <p:txBody>
          <a:bodyPr/>
          <a:lstStyle/>
          <a:p>
            <a:fld id="{AFA9E39A-040B-484D-B2BA-0845CB70BD00}"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FE09D126-70BD-F8BB-D9B8-483120CED04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8BC53161-967A-BC3B-D964-8F77504601C4}"/>
              </a:ext>
            </a:extLst>
          </p:cNvPr>
          <p:cNvSpPr>
            <a:spLocks noGrp="1"/>
          </p:cNvSpPr>
          <p:nvPr>
            <p:ph type="sldNum" sz="quarter" idx="12"/>
          </p:nvPr>
        </p:nvSpPr>
        <p:spPr/>
        <p:txBody>
          <a:bodyPr/>
          <a:lstStyle/>
          <a:p>
            <a:fld id="{094DEB03-EFC6-4C20-8FC8-295189A5386F}" type="slidenum">
              <a:rPr lang="zh-CN" altLang="en-US" smtClean="0"/>
              <a:pPr/>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8A063DE8-CD5B-4600-815A-EF0EDAEB0B3E}"/>
              </a:ext>
            </a:extLst>
          </p:cNvPr>
          <p:cNvSpPr>
            <a:spLocks noGrp="1" noChangeArrowheads="1"/>
          </p:cNvSpPr>
          <p:nvPr>
            <p:ph type="title"/>
          </p:nvPr>
        </p:nvSpPr>
        <p:spPr/>
        <p:txBody>
          <a:bodyPr/>
          <a:lstStyle/>
          <a:p>
            <a:pPr eaLnBrk="1" hangingPunct="1"/>
            <a:r>
              <a:rPr lang="en-US" altLang="zh-CN" dirty="0"/>
              <a:t>5.3.2 </a:t>
            </a:r>
            <a:r>
              <a:rPr lang="zh-CN" altLang="en-US" dirty="0"/>
              <a:t>类型系统</a:t>
            </a:r>
          </a:p>
        </p:txBody>
      </p:sp>
      <p:sp>
        <p:nvSpPr>
          <p:cNvPr id="41987" name="Rectangle 3">
            <a:extLst>
              <a:ext uri="{FF2B5EF4-FFF2-40B4-BE49-F238E27FC236}">
                <a16:creationId xmlns:a16="http://schemas.microsoft.com/office/drawing/2014/main" id="{03234A10-B92D-4E05-A428-1022E97B4E44}"/>
              </a:ext>
            </a:extLst>
          </p:cNvPr>
          <p:cNvSpPr>
            <a:spLocks noGrp="1" noChangeArrowheads="1"/>
          </p:cNvSpPr>
          <p:nvPr>
            <p:ph idx="1"/>
          </p:nvPr>
        </p:nvSpPr>
        <p:spPr>
          <a:xfrm>
            <a:off x="628650" y="1257300"/>
            <a:ext cx="7886700" cy="4984109"/>
          </a:xfrm>
        </p:spPr>
        <p:txBody>
          <a:bodyPr>
            <a:normAutofit/>
          </a:bodyPr>
          <a:lstStyle/>
          <a:p>
            <a:r>
              <a:rPr lang="zh-CN" altLang="en-US" dirty="0">
                <a:solidFill>
                  <a:srgbClr val="C00000"/>
                </a:solidFill>
                <a:latin typeface="宋体" panose="02010600030101010101" pitchFamily="2" charset="-122"/>
              </a:rPr>
              <a:t>语法规则</a:t>
            </a:r>
            <a:endParaRPr lang="zh-CN" altLang="en-US" sz="2800" dirty="0">
              <a:solidFill>
                <a:srgbClr val="C00000"/>
              </a:solidFill>
            </a:endParaRPr>
          </a:p>
          <a:p>
            <a:pPr algn="just" eaLnBrk="1" hangingPunct="1">
              <a:buFont typeface="Wingdings" panose="05000000000000000000" pitchFamily="2" charset="2"/>
              <a:buNone/>
            </a:pPr>
            <a:r>
              <a:rPr lang="en-US" altLang="zh-CN" sz="2400" b="1" dirty="0"/>
              <a:t>(Type Bool)	</a:t>
            </a:r>
            <a:endParaRPr lang="en-US" altLang="zh-CN" sz="2400" b="1" i="1" dirty="0"/>
          </a:p>
          <a:p>
            <a:pPr algn="just" eaLnBrk="1" hangingPunct="1">
              <a:buFont typeface="Wingdings" panose="05000000000000000000" pitchFamily="2" charset="2"/>
              <a:buNone/>
            </a:pPr>
            <a:endParaRPr lang="en-US" altLang="zh-CN" sz="2400" b="1" dirty="0"/>
          </a:p>
          <a:p>
            <a:pPr algn="just" eaLnBrk="1" hangingPunct="1">
              <a:buFont typeface="Wingdings" panose="05000000000000000000" pitchFamily="2" charset="2"/>
              <a:buNone/>
            </a:pPr>
            <a:r>
              <a:rPr lang="en-US" altLang="zh-CN" sz="2400" b="1" dirty="0"/>
              <a:t>(Type Int)</a:t>
            </a:r>
            <a:endParaRPr lang="en-US" altLang="zh-CN" sz="2400" b="1" i="1" dirty="0"/>
          </a:p>
          <a:p>
            <a:pPr algn="just" eaLnBrk="1" hangingPunct="1">
              <a:buFont typeface="Wingdings" panose="05000000000000000000" pitchFamily="2" charset="2"/>
              <a:buNone/>
            </a:pPr>
            <a:endParaRPr lang="en-US" altLang="zh-CN" sz="2400" b="1" dirty="0"/>
          </a:p>
          <a:p>
            <a:pPr algn="just" eaLnBrk="1" hangingPunct="1">
              <a:buFont typeface="Wingdings" panose="05000000000000000000" pitchFamily="2" charset="2"/>
              <a:buNone/>
            </a:pPr>
            <a:r>
              <a:rPr lang="en-US" altLang="zh-CN" sz="2400" b="1" dirty="0"/>
              <a:t>(Type Void)</a:t>
            </a:r>
          </a:p>
          <a:p>
            <a:pPr algn="just" eaLnBrk="1" hangingPunct="1">
              <a:buFont typeface="Wingdings" panose="05000000000000000000" pitchFamily="2" charset="2"/>
              <a:buNone/>
            </a:pPr>
            <a:endParaRPr lang="en-US" altLang="zh-CN" sz="2400" b="1" i="1" dirty="0"/>
          </a:p>
          <a:p>
            <a:pPr algn="just"/>
            <a:r>
              <a:rPr lang="zh-CN" altLang="en-US" sz="2800" dirty="0"/>
              <a:t>语法断言中用到了</a:t>
            </a:r>
            <a:r>
              <a:rPr lang="zh-CN" altLang="en-US" sz="2800" dirty="0">
                <a:solidFill>
                  <a:srgbClr val="C00000"/>
                </a:solidFill>
              </a:rPr>
              <a:t>类型表达式</a:t>
            </a:r>
          </a:p>
        </p:txBody>
      </p:sp>
      <p:grpSp>
        <p:nvGrpSpPr>
          <p:cNvPr id="41988" name="Group 4">
            <a:extLst>
              <a:ext uri="{FF2B5EF4-FFF2-40B4-BE49-F238E27FC236}">
                <a16:creationId xmlns:a16="http://schemas.microsoft.com/office/drawing/2014/main" id="{1A54C493-1FF0-42CF-8FD2-B7BF01845F38}"/>
              </a:ext>
            </a:extLst>
          </p:cNvPr>
          <p:cNvGrpSpPr>
            <a:grpSpLocks/>
          </p:cNvGrpSpPr>
          <p:nvPr/>
        </p:nvGrpSpPr>
        <p:grpSpPr bwMode="auto">
          <a:xfrm>
            <a:off x="3787502" y="1803919"/>
            <a:ext cx="3816350" cy="762000"/>
            <a:chOff x="2971" y="3702"/>
            <a:chExt cx="2404" cy="480"/>
          </a:xfrm>
        </p:grpSpPr>
        <p:sp>
          <p:nvSpPr>
            <p:cNvPr id="41995" name="Rectangle 5" descr="Green marble">
              <a:extLst>
                <a:ext uri="{FF2B5EF4-FFF2-40B4-BE49-F238E27FC236}">
                  <a16:creationId xmlns:a16="http://schemas.microsoft.com/office/drawing/2014/main" id="{C6932421-F74B-46AA-827A-33C7ED32D84C}"/>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err="1">
                  <a:solidFill>
                    <a:srgbClr val="C00000"/>
                  </a:solidFill>
                  <a:ea typeface="宋体" panose="02010600030101010101" pitchFamily="2" charset="-122"/>
                </a:rPr>
                <a:t>boolean</a:t>
              </a:r>
              <a:endParaRPr lang="en-US" altLang="zh-CN" sz="2400" b="1" i="1" dirty="0">
                <a:solidFill>
                  <a:srgbClr val="C00000"/>
                </a:solidFill>
                <a:ea typeface="宋体" panose="02010600030101010101" pitchFamily="2" charset="-122"/>
              </a:endParaRPr>
            </a:p>
          </p:txBody>
        </p:sp>
        <p:sp>
          <p:nvSpPr>
            <p:cNvPr id="41996" name="Line 6">
              <a:extLst>
                <a:ext uri="{FF2B5EF4-FFF2-40B4-BE49-F238E27FC236}">
                  <a16:creationId xmlns:a16="http://schemas.microsoft.com/office/drawing/2014/main" id="{39AD800E-EE57-4E7A-AD0A-724D52C39CFE}"/>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1989" name="Group 7">
            <a:extLst>
              <a:ext uri="{FF2B5EF4-FFF2-40B4-BE49-F238E27FC236}">
                <a16:creationId xmlns:a16="http://schemas.microsoft.com/office/drawing/2014/main" id="{9AE5B956-465A-4CF9-A89E-0078AA343D31}"/>
              </a:ext>
            </a:extLst>
          </p:cNvPr>
          <p:cNvGrpSpPr>
            <a:grpSpLocks/>
          </p:cNvGrpSpPr>
          <p:nvPr/>
        </p:nvGrpSpPr>
        <p:grpSpPr bwMode="auto">
          <a:xfrm>
            <a:off x="3787502" y="2756419"/>
            <a:ext cx="3816350" cy="762000"/>
            <a:chOff x="2971" y="3702"/>
            <a:chExt cx="2404" cy="480"/>
          </a:xfrm>
        </p:grpSpPr>
        <p:sp>
          <p:nvSpPr>
            <p:cNvPr id="41993" name="Rectangle 8" descr="Green marble">
              <a:extLst>
                <a:ext uri="{FF2B5EF4-FFF2-40B4-BE49-F238E27FC236}">
                  <a16:creationId xmlns:a16="http://schemas.microsoft.com/office/drawing/2014/main" id="{9A6802E8-DEB7-46DF-A2D2-97335E3EE522}"/>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solidFill>
                    <a:srgbClr val="C00000"/>
                  </a:solidFill>
                  <a:ea typeface="宋体" panose="02010600030101010101" pitchFamily="2" charset="-122"/>
                </a:rPr>
                <a:t>integer</a:t>
              </a:r>
            </a:p>
          </p:txBody>
        </p:sp>
        <p:sp>
          <p:nvSpPr>
            <p:cNvPr id="41994" name="Line 9">
              <a:extLst>
                <a:ext uri="{FF2B5EF4-FFF2-40B4-BE49-F238E27FC236}">
                  <a16:creationId xmlns:a16="http://schemas.microsoft.com/office/drawing/2014/main" id="{5B29EAFA-E081-4F69-8E6C-6EBB9F912239}"/>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1990" name="Group 10">
            <a:extLst>
              <a:ext uri="{FF2B5EF4-FFF2-40B4-BE49-F238E27FC236}">
                <a16:creationId xmlns:a16="http://schemas.microsoft.com/office/drawing/2014/main" id="{E75C20D1-A0CF-40E1-A0D6-3373BDDA3FBE}"/>
              </a:ext>
            </a:extLst>
          </p:cNvPr>
          <p:cNvGrpSpPr>
            <a:grpSpLocks/>
          </p:cNvGrpSpPr>
          <p:nvPr/>
        </p:nvGrpSpPr>
        <p:grpSpPr bwMode="auto">
          <a:xfrm>
            <a:off x="3787502" y="3856034"/>
            <a:ext cx="3816350" cy="762000"/>
            <a:chOff x="2971" y="3702"/>
            <a:chExt cx="2404" cy="480"/>
          </a:xfrm>
        </p:grpSpPr>
        <p:sp>
          <p:nvSpPr>
            <p:cNvPr id="41991" name="Rectangle 11" descr="Green marble">
              <a:extLst>
                <a:ext uri="{FF2B5EF4-FFF2-40B4-BE49-F238E27FC236}">
                  <a16:creationId xmlns:a16="http://schemas.microsoft.com/office/drawing/2014/main" id="{7E8CA5DA-0626-4CA4-9CCC-F602456CE36A}"/>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solidFill>
                    <a:srgbClr val="C00000"/>
                  </a:solidFill>
                  <a:ea typeface="宋体" panose="02010600030101010101" pitchFamily="2" charset="-122"/>
                </a:rPr>
                <a:t>void</a:t>
              </a:r>
            </a:p>
          </p:txBody>
        </p:sp>
        <p:sp>
          <p:nvSpPr>
            <p:cNvPr id="41992" name="Line 12">
              <a:extLst>
                <a:ext uri="{FF2B5EF4-FFF2-40B4-BE49-F238E27FC236}">
                  <a16:creationId xmlns:a16="http://schemas.microsoft.com/office/drawing/2014/main" id="{7A3C240A-F110-4B04-8A59-A5C50C4F43C8}"/>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60490F13-76A6-8CE6-B62E-F94C2D96300B}"/>
              </a:ext>
            </a:extLst>
          </p:cNvPr>
          <p:cNvSpPr>
            <a:spLocks noGrp="1"/>
          </p:cNvSpPr>
          <p:nvPr>
            <p:ph type="dt" sz="half" idx="10"/>
          </p:nvPr>
        </p:nvSpPr>
        <p:spPr/>
        <p:txBody>
          <a:bodyPr/>
          <a:lstStyle/>
          <a:p>
            <a:fld id="{8E24E13C-5667-4D17-BB35-5CF749A57EF5}"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6C5E84B4-D89F-E758-84D5-ACDEBBDC89D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38AF83F5-C924-8554-A9DC-86C21D2C4103}"/>
              </a:ext>
            </a:extLst>
          </p:cNvPr>
          <p:cNvSpPr>
            <a:spLocks noGrp="1"/>
          </p:cNvSpPr>
          <p:nvPr>
            <p:ph type="sldNum" sz="quarter" idx="12"/>
          </p:nvPr>
        </p:nvSpPr>
        <p:spPr/>
        <p:txBody>
          <a:bodyPr/>
          <a:lstStyle/>
          <a:p>
            <a:fld id="{094DEB03-EFC6-4C20-8FC8-295189A5386F}" type="slidenum">
              <a:rPr lang="zh-CN" altLang="en-US" smtClean="0"/>
              <a:pPr/>
              <a:t>11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anim calcmode="lin" valueType="num">
                                      <p:cBhvr additive="base">
                                        <p:cTn id="7"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1987">
                                            <p:txEl>
                                              <p:pRg st="3" end="3"/>
                                            </p:txEl>
                                          </p:spTgt>
                                        </p:tgtEl>
                                        <p:attrNameLst>
                                          <p:attrName>style.visibility</p:attrName>
                                        </p:attrNameLst>
                                      </p:cBhvr>
                                      <p:to>
                                        <p:strVal val="visible"/>
                                      </p:to>
                                    </p:set>
                                    <p:anim calcmode="lin" valueType="num">
                                      <p:cBhvr additive="base">
                                        <p:cTn id="11" dur="500" fill="hold"/>
                                        <p:tgtEl>
                                          <p:spTgt spid="41987">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1987">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1987">
                                            <p:txEl>
                                              <p:pRg st="5" end="5"/>
                                            </p:txEl>
                                          </p:spTgt>
                                        </p:tgtEl>
                                        <p:attrNameLst>
                                          <p:attrName>style.visibility</p:attrName>
                                        </p:attrNameLst>
                                      </p:cBhvr>
                                      <p:to>
                                        <p:strVal val="visible"/>
                                      </p:to>
                                    </p:set>
                                    <p:anim calcmode="lin" valueType="num">
                                      <p:cBhvr additive="base">
                                        <p:cTn id="15" dur="500" fill="hold"/>
                                        <p:tgtEl>
                                          <p:spTgt spid="41987">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1987">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1988"/>
                                        </p:tgtEl>
                                        <p:attrNameLst>
                                          <p:attrName>style.visibility</p:attrName>
                                        </p:attrNameLst>
                                      </p:cBhvr>
                                      <p:to>
                                        <p:strVal val="visible"/>
                                      </p:to>
                                    </p:set>
                                    <p:anim calcmode="lin" valueType="num">
                                      <p:cBhvr additive="base">
                                        <p:cTn id="19" dur="500" fill="hold"/>
                                        <p:tgtEl>
                                          <p:spTgt spid="41988"/>
                                        </p:tgtEl>
                                        <p:attrNameLst>
                                          <p:attrName>ppt_x</p:attrName>
                                        </p:attrNameLst>
                                      </p:cBhvr>
                                      <p:tavLst>
                                        <p:tav tm="0">
                                          <p:val>
                                            <p:strVal val="#ppt_x"/>
                                          </p:val>
                                        </p:tav>
                                        <p:tav tm="100000">
                                          <p:val>
                                            <p:strVal val="#ppt_x"/>
                                          </p:val>
                                        </p:tav>
                                      </p:tavLst>
                                    </p:anim>
                                    <p:anim calcmode="lin" valueType="num">
                                      <p:cBhvr additive="base">
                                        <p:cTn id="20" dur="500" fill="hold"/>
                                        <p:tgtEl>
                                          <p:spTgt spid="4198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1989"/>
                                        </p:tgtEl>
                                        <p:attrNameLst>
                                          <p:attrName>style.visibility</p:attrName>
                                        </p:attrNameLst>
                                      </p:cBhvr>
                                      <p:to>
                                        <p:strVal val="visible"/>
                                      </p:to>
                                    </p:set>
                                    <p:anim calcmode="lin" valueType="num">
                                      <p:cBhvr additive="base">
                                        <p:cTn id="23" dur="500" fill="hold"/>
                                        <p:tgtEl>
                                          <p:spTgt spid="41989"/>
                                        </p:tgtEl>
                                        <p:attrNameLst>
                                          <p:attrName>ppt_x</p:attrName>
                                        </p:attrNameLst>
                                      </p:cBhvr>
                                      <p:tavLst>
                                        <p:tav tm="0">
                                          <p:val>
                                            <p:strVal val="#ppt_x"/>
                                          </p:val>
                                        </p:tav>
                                        <p:tav tm="100000">
                                          <p:val>
                                            <p:strVal val="#ppt_x"/>
                                          </p:val>
                                        </p:tav>
                                      </p:tavLst>
                                    </p:anim>
                                    <p:anim calcmode="lin" valueType="num">
                                      <p:cBhvr additive="base">
                                        <p:cTn id="24" dur="500" fill="hold"/>
                                        <p:tgtEl>
                                          <p:spTgt spid="4198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1990"/>
                                        </p:tgtEl>
                                        <p:attrNameLst>
                                          <p:attrName>style.visibility</p:attrName>
                                        </p:attrNameLst>
                                      </p:cBhvr>
                                      <p:to>
                                        <p:strVal val="visible"/>
                                      </p:to>
                                    </p:set>
                                    <p:anim calcmode="lin" valueType="num">
                                      <p:cBhvr additive="base">
                                        <p:cTn id="27" dur="500" fill="hold"/>
                                        <p:tgtEl>
                                          <p:spTgt spid="41990"/>
                                        </p:tgtEl>
                                        <p:attrNameLst>
                                          <p:attrName>ppt_x</p:attrName>
                                        </p:attrNameLst>
                                      </p:cBhvr>
                                      <p:tavLst>
                                        <p:tav tm="0">
                                          <p:val>
                                            <p:strVal val="#ppt_x"/>
                                          </p:val>
                                        </p:tav>
                                        <p:tav tm="100000">
                                          <p:val>
                                            <p:strVal val="#ppt_x"/>
                                          </p:val>
                                        </p:tav>
                                      </p:tavLst>
                                    </p:anim>
                                    <p:anim calcmode="lin" valueType="num">
                                      <p:cBhvr additive="base">
                                        <p:cTn id="28" dur="500" fill="hold"/>
                                        <p:tgtEl>
                                          <p:spTgt spid="41990"/>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 presetClass="entr" presetSubtype="4" fill="hold" nodeType="afterEffect">
                                  <p:stCondLst>
                                    <p:cond delay="0"/>
                                  </p:stCondLst>
                                  <p:childTnLst>
                                    <p:set>
                                      <p:cBhvr>
                                        <p:cTn id="31" dur="1" fill="hold">
                                          <p:stCondLst>
                                            <p:cond delay="0"/>
                                          </p:stCondLst>
                                        </p:cTn>
                                        <p:tgtEl>
                                          <p:spTgt spid="41987">
                                            <p:txEl>
                                              <p:pRg st="7" end="7"/>
                                            </p:txEl>
                                          </p:spTgt>
                                        </p:tgtEl>
                                        <p:attrNameLst>
                                          <p:attrName>style.visibility</p:attrName>
                                        </p:attrNameLst>
                                      </p:cBhvr>
                                      <p:to>
                                        <p:strVal val="visible"/>
                                      </p:to>
                                    </p:set>
                                    <p:anim calcmode="lin" valueType="num">
                                      <p:cBhvr additive="base">
                                        <p:cTn id="32" dur="500" fill="hold"/>
                                        <p:tgtEl>
                                          <p:spTgt spid="41987">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198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10FD266-14E9-4F98-BC14-9EC442F4084F}"/>
              </a:ext>
            </a:extLst>
          </p:cNvPr>
          <p:cNvSpPr>
            <a:spLocks noGrp="1" noChangeArrowheads="1"/>
          </p:cNvSpPr>
          <p:nvPr>
            <p:ph type="title"/>
          </p:nvPr>
        </p:nvSpPr>
        <p:spPr/>
        <p:txBody>
          <a:bodyPr/>
          <a:lstStyle/>
          <a:p>
            <a:pPr eaLnBrk="1" hangingPunct="1"/>
            <a:r>
              <a:rPr lang="en-US" altLang="zh-CN" dirty="0"/>
              <a:t>5.3.2 </a:t>
            </a:r>
            <a:r>
              <a:rPr lang="zh-CN" altLang="en-US" dirty="0"/>
              <a:t>类型系统</a:t>
            </a:r>
          </a:p>
        </p:txBody>
      </p:sp>
      <p:sp>
        <p:nvSpPr>
          <p:cNvPr id="43011" name="Rectangle 3">
            <a:extLst>
              <a:ext uri="{FF2B5EF4-FFF2-40B4-BE49-F238E27FC236}">
                <a16:creationId xmlns:a16="http://schemas.microsoft.com/office/drawing/2014/main" id="{AE892D17-2527-46F1-AC71-55816580AB92}"/>
              </a:ext>
            </a:extLst>
          </p:cNvPr>
          <p:cNvSpPr>
            <a:spLocks noGrp="1" noChangeArrowheads="1"/>
          </p:cNvSpPr>
          <p:nvPr>
            <p:ph idx="1"/>
          </p:nvPr>
        </p:nvSpPr>
        <p:spPr/>
        <p:txBody>
          <a:bodyPr>
            <a:normAutofit/>
          </a:bodyPr>
          <a:lstStyle/>
          <a:p>
            <a:r>
              <a:rPr lang="zh-CN" altLang="en-US" dirty="0">
                <a:solidFill>
                  <a:srgbClr val="C00000"/>
                </a:solidFill>
                <a:latin typeface="宋体" panose="02010600030101010101" pitchFamily="2" charset="-122"/>
              </a:rPr>
              <a:t>语法规则</a:t>
            </a:r>
            <a:endParaRPr lang="zh-CN" altLang="en-US" sz="2800" dirty="0">
              <a:solidFill>
                <a:srgbClr val="C00000"/>
              </a:solidFill>
            </a:endParaRPr>
          </a:p>
          <a:p>
            <a:pPr algn="just" eaLnBrk="1" hangingPunct="1">
              <a:buFont typeface="Wingdings" panose="05000000000000000000" pitchFamily="2" charset="2"/>
              <a:buNone/>
            </a:pPr>
            <a:r>
              <a:rPr lang="en-US" altLang="zh-CN" sz="2400" b="1" dirty="0"/>
              <a:t>(Type Ref)  (</a:t>
            </a:r>
            <a:r>
              <a:rPr lang="en-US" altLang="zh-CN" sz="2400" b="1" i="1" dirty="0" err="1"/>
              <a:t>T</a:t>
            </a:r>
            <a:r>
              <a:rPr lang="en-US" altLang="zh-CN" sz="2400" b="1" dirty="0" err="1">
                <a:sym typeface="Symbol" panose="05050102010706020507" pitchFamily="18" charset="2"/>
              </a:rPr>
              <a:t></a:t>
            </a:r>
            <a:r>
              <a:rPr lang="en-US" altLang="zh-CN" sz="2400" b="1" i="1" dirty="0" err="1">
                <a:sym typeface="Symbol" panose="05050102010706020507" pitchFamily="18" charset="2"/>
              </a:rPr>
              <a:t>void</a:t>
            </a:r>
            <a:r>
              <a:rPr lang="en-US" altLang="zh-CN" sz="2400" b="1" dirty="0"/>
              <a:t>)	</a:t>
            </a:r>
            <a:endParaRPr lang="en-US" altLang="zh-CN" sz="2400" b="1" i="1" dirty="0"/>
          </a:p>
          <a:p>
            <a:pPr algn="just" eaLnBrk="1" hangingPunct="1">
              <a:buFont typeface="Wingdings" panose="05000000000000000000" pitchFamily="2" charset="2"/>
              <a:buNone/>
            </a:pPr>
            <a:endParaRPr lang="en-US" altLang="zh-CN" sz="2400" b="1" dirty="0"/>
          </a:p>
          <a:p>
            <a:pPr algn="just" eaLnBrk="1" hangingPunct="1">
              <a:buFont typeface="Wingdings" panose="05000000000000000000" pitchFamily="2" charset="2"/>
              <a:buNone/>
            </a:pPr>
            <a:r>
              <a:rPr lang="en-US" altLang="zh-CN" sz="2400" b="1" dirty="0"/>
              <a:t>(Type Array)  (</a:t>
            </a:r>
            <a:r>
              <a:rPr lang="en-US" altLang="zh-CN" sz="2400" b="1" i="1" dirty="0" err="1"/>
              <a:t>T</a:t>
            </a:r>
            <a:r>
              <a:rPr lang="en-US" altLang="zh-CN" sz="2400" b="1" dirty="0" err="1">
                <a:sym typeface="Symbol" panose="05050102010706020507" pitchFamily="18" charset="2"/>
              </a:rPr>
              <a:t></a:t>
            </a:r>
            <a:r>
              <a:rPr lang="en-US" altLang="zh-CN" sz="2400" b="1" i="1" dirty="0" err="1">
                <a:sym typeface="Symbol" panose="05050102010706020507" pitchFamily="18" charset="2"/>
              </a:rPr>
              <a:t>void</a:t>
            </a:r>
            <a:r>
              <a:rPr lang="en-US" altLang="zh-CN" sz="2400" b="1" dirty="0"/>
              <a:t>)                                                   (</a:t>
            </a:r>
            <a:r>
              <a:rPr lang="en-US" altLang="zh-CN" sz="2400" b="1" i="1" dirty="0"/>
              <a:t>N</a:t>
            </a:r>
            <a:r>
              <a:rPr lang="en-US" altLang="zh-CN" sz="2400" b="1" dirty="0"/>
              <a:t>&gt;0)</a:t>
            </a:r>
            <a:endParaRPr lang="en-US" altLang="zh-CN" sz="2400" b="1" i="1" dirty="0"/>
          </a:p>
          <a:p>
            <a:pPr algn="just" eaLnBrk="1" hangingPunct="1">
              <a:buFont typeface="Wingdings" panose="05000000000000000000" pitchFamily="2" charset="2"/>
              <a:buNone/>
            </a:pPr>
            <a:endParaRPr lang="en-US" altLang="zh-CN" sz="2400" b="1" dirty="0"/>
          </a:p>
          <a:p>
            <a:pPr algn="just" eaLnBrk="1" hangingPunct="1">
              <a:buFont typeface="Wingdings" panose="05000000000000000000" pitchFamily="2" charset="2"/>
              <a:buNone/>
            </a:pPr>
            <a:r>
              <a:rPr lang="en-US" altLang="zh-CN" sz="2400" b="1" dirty="0"/>
              <a:t>(Type Function)  (</a:t>
            </a:r>
            <a:r>
              <a:rPr lang="en-US" altLang="zh-CN" sz="2400" b="1" i="1" dirty="0"/>
              <a:t>T</a:t>
            </a:r>
            <a:r>
              <a:rPr lang="en-US" altLang="zh-CN" sz="2400" b="1" baseline="-25000" dirty="0"/>
              <a:t>1</a:t>
            </a:r>
            <a:r>
              <a:rPr lang="en-US" altLang="zh-CN" sz="2400" b="1" dirty="0"/>
              <a:t>,</a:t>
            </a:r>
            <a:r>
              <a:rPr lang="en-US" altLang="zh-CN" sz="2400" b="1" i="1" dirty="0"/>
              <a:t> T</a:t>
            </a:r>
            <a:r>
              <a:rPr lang="en-US" altLang="zh-CN" sz="2400" b="1" baseline="-25000" dirty="0"/>
              <a:t>2</a:t>
            </a:r>
            <a:r>
              <a:rPr lang="en-US" altLang="zh-CN" sz="2400" b="1" dirty="0">
                <a:sym typeface="Symbol" panose="05050102010706020507" pitchFamily="18" charset="2"/>
              </a:rPr>
              <a:t></a:t>
            </a:r>
            <a:r>
              <a:rPr lang="en-US" altLang="zh-CN" sz="2400" b="1" i="1" dirty="0">
                <a:sym typeface="Symbol" panose="05050102010706020507" pitchFamily="18" charset="2"/>
              </a:rPr>
              <a:t>void</a:t>
            </a:r>
            <a:r>
              <a:rPr lang="en-US" altLang="zh-CN" sz="2400" b="1" dirty="0"/>
              <a:t>)</a:t>
            </a:r>
            <a:r>
              <a:rPr lang="en-US" altLang="zh-CN" sz="2000" b="1" dirty="0"/>
              <a:t>	</a:t>
            </a:r>
          </a:p>
          <a:p>
            <a:pPr algn="just"/>
            <a:endParaRPr lang="en-US" altLang="zh-CN" sz="2600" dirty="0"/>
          </a:p>
          <a:p>
            <a:pPr algn="just"/>
            <a:r>
              <a:rPr lang="zh-CN" altLang="en-US" sz="2800" dirty="0"/>
              <a:t>语法断言中用到了</a:t>
            </a:r>
            <a:r>
              <a:rPr lang="zh-CN" altLang="en-US" sz="2800" dirty="0">
                <a:solidFill>
                  <a:srgbClr val="C00000"/>
                </a:solidFill>
              </a:rPr>
              <a:t>类型表达式</a:t>
            </a:r>
          </a:p>
        </p:txBody>
      </p:sp>
      <p:grpSp>
        <p:nvGrpSpPr>
          <p:cNvPr id="43012" name="Group 4">
            <a:extLst>
              <a:ext uri="{FF2B5EF4-FFF2-40B4-BE49-F238E27FC236}">
                <a16:creationId xmlns:a16="http://schemas.microsoft.com/office/drawing/2014/main" id="{208B73AD-CA8B-4E99-A485-9ACCFABAA3C1}"/>
              </a:ext>
            </a:extLst>
          </p:cNvPr>
          <p:cNvGrpSpPr>
            <a:grpSpLocks/>
          </p:cNvGrpSpPr>
          <p:nvPr/>
        </p:nvGrpSpPr>
        <p:grpSpPr bwMode="auto">
          <a:xfrm>
            <a:off x="3670962" y="1828907"/>
            <a:ext cx="3816350" cy="762000"/>
            <a:chOff x="2971" y="3702"/>
            <a:chExt cx="2404" cy="480"/>
          </a:xfrm>
        </p:grpSpPr>
        <p:sp>
          <p:nvSpPr>
            <p:cNvPr id="43019" name="Rectangle 5" descr="Green marble">
              <a:extLst>
                <a:ext uri="{FF2B5EF4-FFF2-40B4-BE49-F238E27FC236}">
                  <a16:creationId xmlns:a16="http://schemas.microsoft.com/office/drawing/2014/main" id="{C36080E7-A733-4768-9A86-D70CA3A35BCF}"/>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T</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solidFill>
                    <a:schemeClr val="bg1"/>
                  </a:solidFill>
                  <a:ea typeface="宋体" panose="02010600030101010101" pitchFamily="2" charset="-122"/>
                  <a:sym typeface="Symbol" panose="05050102010706020507" pitchFamily="18" charset="2"/>
                </a:rPr>
                <a:t>pointer</a:t>
              </a:r>
              <a:r>
                <a:rPr lang="en-US" altLang="zh-CN" sz="2400" b="1" dirty="0">
                  <a:solidFill>
                    <a:schemeClr val="bg1"/>
                  </a:solidFill>
                  <a:ea typeface="宋体" panose="02010600030101010101" pitchFamily="2" charset="-122"/>
                  <a:sym typeface="Symbol" panose="05050102010706020507" pitchFamily="18" charset="2"/>
                </a:rPr>
                <a:t>(</a:t>
              </a:r>
              <a:r>
                <a:rPr lang="en-US" altLang="zh-CN" sz="2400" b="1" i="1" dirty="0">
                  <a:solidFill>
                    <a:schemeClr val="bg1"/>
                  </a:solidFill>
                  <a:ea typeface="宋体" panose="02010600030101010101" pitchFamily="2" charset="-122"/>
                </a:rPr>
                <a:t>T</a:t>
              </a:r>
              <a:r>
                <a:rPr lang="en-US" altLang="zh-CN" sz="2400" b="1" dirty="0">
                  <a:solidFill>
                    <a:schemeClr val="bg1"/>
                  </a:solidFill>
                  <a:ea typeface="宋体" panose="02010600030101010101" pitchFamily="2" charset="-122"/>
                </a:rPr>
                <a:t>)</a:t>
              </a:r>
            </a:p>
          </p:txBody>
        </p:sp>
        <p:sp>
          <p:nvSpPr>
            <p:cNvPr id="43020" name="Line 6">
              <a:extLst>
                <a:ext uri="{FF2B5EF4-FFF2-40B4-BE49-F238E27FC236}">
                  <a16:creationId xmlns:a16="http://schemas.microsoft.com/office/drawing/2014/main" id="{4D3AEA41-E83A-4AFD-9F0C-0919596A6E34}"/>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3013" name="Group 7">
            <a:extLst>
              <a:ext uri="{FF2B5EF4-FFF2-40B4-BE49-F238E27FC236}">
                <a16:creationId xmlns:a16="http://schemas.microsoft.com/office/drawing/2014/main" id="{F202C23C-57F0-43DE-8180-FFF91686C8A0}"/>
              </a:ext>
            </a:extLst>
          </p:cNvPr>
          <p:cNvGrpSpPr>
            <a:grpSpLocks/>
          </p:cNvGrpSpPr>
          <p:nvPr/>
        </p:nvGrpSpPr>
        <p:grpSpPr bwMode="auto">
          <a:xfrm>
            <a:off x="3670962" y="2841800"/>
            <a:ext cx="3816350" cy="762000"/>
            <a:chOff x="2971" y="3702"/>
            <a:chExt cx="2404" cy="480"/>
          </a:xfrm>
        </p:grpSpPr>
        <p:sp>
          <p:nvSpPr>
            <p:cNvPr id="43017" name="Rectangle 8" descr="Green marble">
              <a:extLst>
                <a:ext uri="{FF2B5EF4-FFF2-40B4-BE49-F238E27FC236}">
                  <a16:creationId xmlns:a16="http://schemas.microsoft.com/office/drawing/2014/main" id="{D4BF5A8D-1306-491A-99F6-35D1A10190DA}"/>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N</a:t>
              </a:r>
              <a:r>
                <a:rPr lang="en-US" altLang="zh-CN" sz="2400" b="1" dirty="0">
                  <a:ea typeface="宋体" panose="02010600030101010101" pitchFamily="2" charset="-122"/>
                </a:rPr>
                <a:t> : </a:t>
              </a:r>
              <a:r>
                <a:rPr lang="en-US" altLang="zh-CN" sz="2400" b="1" i="1" dirty="0">
                  <a:ea typeface="宋体" panose="02010600030101010101" pitchFamily="2" charset="-122"/>
                </a:rPr>
                <a:t>integer</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solidFill>
                    <a:schemeClr val="bg1"/>
                  </a:solidFill>
                  <a:ea typeface="宋体" panose="02010600030101010101" pitchFamily="2" charset="-122"/>
                </a:rPr>
                <a:t>array</a:t>
              </a:r>
              <a:r>
                <a:rPr lang="en-US" altLang="zh-CN" sz="2400" b="1" dirty="0">
                  <a:solidFill>
                    <a:schemeClr val="bg1"/>
                  </a:solidFill>
                  <a:ea typeface="宋体" panose="02010600030101010101" pitchFamily="2" charset="-122"/>
                </a:rPr>
                <a:t> (</a:t>
              </a:r>
              <a:r>
                <a:rPr lang="en-US" altLang="zh-CN" sz="2400" b="1" i="1" dirty="0">
                  <a:solidFill>
                    <a:schemeClr val="bg1"/>
                  </a:solidFill>
                  <a:ea typeface="宋体" panose="02010600030101010101" pitchFamily="2" charset="-122"/>
                </a:rPr>
                <a:t>N</a:t>
              </a:r>
              <a:r>
                <a:rPr lang="en-US" altLang="zh-CN" sz="2400" b="1" dirty="0">
                  <a:solidFill>
                    <a:schemeClr val="bg1"/>
                  </a:solidFill>
                  <a:ea typeface="宋体" panose="02010600030101010101" pitchFamily="2" charset="-122"/>
                </a:rPr>
                <a:t>, </a:t>
              </a:r>
              <a:r>
                <a:rPr lang="en-US" altLang="zh-CN" sz="2400" b="1" i="1" dirty="0">
                  <a:solidFill>
                    <a:schemeClr val="bg1"/>
                  </a:solidFill>
                  <a:ea typeface="宋体" panose="02010600030101010101" pitchFamily="2" charset="-122"/>
                </a:rPr>
                <a:t>T</a:t>
              </a:r>
              <a:r>
                <a:rPr lang="en-US" altLang="zh-CN" sz="2400" b="1" dirty="0">
                  <a:solidFill>
                    <a:schemeClr val="bg1"/>
                  </a:solidFill>
                  <a:ea typeface="宋体" panose="02010600030101010101" pitchFamily="2" charset="-122"/>
                </a:rPr>
                <a:t>)</a:t>
              </a:r>
            </a:p>
          </p:txBody>
        </p:sp>
        <p:sp>
          <p:nvSpPr>
            <p:cNvPr id="43018" name="Line 9">
              <a:extLst>
                <a:ext uri="{FF2B5EF4-FFF2-40B4-BE49-F238E27FC236}">
                  <a16:creationId xmlns:a16="http://schemas.microsoft.com/office/drawing/2014/main" id="{FDE0287A-06D0-40D5-8D45-2CEA97C8D1BC}"/>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3014" name="Group 10">
            <a:extLst>
              <a:ext uri="{FF2B5EF4-FFF2-40B4-BE49-F238E27FC236}">
                <a16:creationId xmlns:a16="http://schemas.microsoft.com/office/drawing/2014/main" id="{11430BE7-23DB-4D36-973F-2443D928653E}"/>
              </a:ext>
            </a:extLst>
          </p:cNvPr>
          <p:cNvGrpSpPr>
            <a:grpSpLocks/>
          </p:cNvGrpSpPr>
          <p:nvPr/>
        </p:nvGrpSpPr>
        <p:grpSpPr bwMode="auto">
          <a:xfrm>
            <a:off x="4572000" y="3886094"/>
            <a:ext cx="3816350" cy="762000"/>
            <a:chOff x="2971" y="3702"/>
            <a:chExt cx="2404" cy="480"/>
          </a:xfrm>
        </p:grpSpPr>
        <p:sp>
          <p:nvSpPr>
            <p:cNvPr id="43015" name="Rectangle 11" descr="Green marble">
              <a:extLst>
                <a:ext uri="{FF2B5EF4-FFF2-40B4-BE49-F238E27FC236}">
                  <a16:creationId xmlns:a16="http://schemas.microsoft.com/office/drawing/2014/main" id="{E663E535-5B05-4849-8EAB-41318E4E77D5}"/>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baseline="-25000" dirty="0">
                  <a:ea typeface="宋体" panose="02010600030101010101" pitchFamily="2" charset="-122"/>
                </a:rPr>
                <a:t>2</a:t>
              </a: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solidFill>
                    <a:schemeClr val="bg1"/>
                  </a:solidFill>
                  <a:ea typeface="宋体" panose="02010600030101010101" pitchFamily="2" charset="-122"/>
                </a:rPr>
                <a:t>T</a:t>
              </a:r>
              <a:r>
                <a:rPr lang="en-US" altLang="zh-CN" sz="2400" b="1" baseline="-25000" dirty="0">
                  <a:solidFill>
                    <a:schemeClr val="bg1"/>
                  </a:solidFill>
                  <a:ea typeface="宋体" panose="02010600030101010101" pitchFamily="2" charset="-122"/>
                </a:rPr>
                <a:t>1</a:t>
              </a:r>
              <a:r>
                <a:rPr lang="en-US" altLang="zh-CN" sz="2400" b="1" dirty="0">
                  <a:solidFill>
                    <a:schemeClr val="bg1"/>
                  </a:solidFill>
                  <a:ea typeface="宋体" panose="02010600030101010101" pitchFamily="2" charset="-122"/>
                </a:rPr>
                <a:t> </a:t>
              </a:r>
              <a:r>
                <a:rPr lang="en-US" altLang="zh-CN" sz="2400" b="1" dirty="0">
                  <a:solidFill>
                    <a:schemeClr val="bg1"/>
                  </a:solidFill>
                  <a:ea typeface="宋体" panose="02010600030101010101" pitchFamily="2" charset="-122"/>
                  <a:sym typeface="Symbol" panose="05050102010706020507" pitchFamily="18" charset="2"/>
                </a:rPr>
                <a:t></a:t>
              </a:r>
              <a:r>
                <a:rPr lang="en-US" altLang="zh-CN" sz="2400" b="1" dirty="0">
                  <a:solidFill>
                    <a:schemeClr val="bg1"/>
                  </a:solidFill>
                  <a:ea typeface="宋体" panose="02010600030101010101" pitchFamily="2" charset="-122"/>
                </a:rPr>
                <a:t> </a:t>
              </a:r>
              <a:r>
                <a:rPr lang="en-US" altLang="zh-CN" sz="2400" b="1" i="1" dirty="0">
                  <a:solidFill>
                    <a:schemeClr val="bg1"/>
                  </a:solidFill>
                  <a:ea typeface="宋体" panose="02010600030101010101" pitchFamily="2" charset="-122"/>
                </a:rPr>
                <a:t>T</a:t>
              </a:r>
              <a:r>
                <a:rPr lang="en-US" altLang="zh-CN" sz="2400" b="1" baseline="-25000" dirty="0">
                  <a:solidFill>
                    <a:schemeClr val="bg1"/>
                  </a:solidFill>
                  <a:ea typeface="宋体" panose="02010600030101010101" pitchFamily="2" charset="-122"/>
                </a:rPr>
                <a:t>2</a:t>
              </a:r>
            </a:p>
          </p:txBody>
        </p:sp>
        <p:sp>
          <p:nvSpPr>
            <p:cNvPr id="43016" name="Line 12">
              <a:extLst>
                <a:ext uri="{FF2B5EF4-FFF2-40B4-BE49-F238E27FC236}">
                  <a16:creationId xmlns:a16="http://schemas.microsoft.com/office/drawing/2014/main" id="{0C9C241B-5852-4777-9801-2C8D86C2E466}"/>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036FFF46-7BC4-08AE-A7C6-05F700FD1391}"/>
              </a:ext>
            </a:extLst>
          </p:cNvPr>
          <p:cNvSpPr>
            <a:spLocks noGrp="1"/>
          </p:cNvSpPr>
          <p:nvPr>
            <p:ph type="dt" sz="half" idx="10"/>
          </p:nvPr>
        </p:nvSpPr>
        <p:spPr/>
        <p:txBody>
          <a:bodyPr/>
          <a:lstStyle/>
          <a:p>
            <a:fld id="{000BC2F4-723A-46E9-96E5-5E3DAFD48CD8}"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1319CF40-C30E-99DE-A3CD-5A0D743EC77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0B6F4DEE-F83E-8555-4633-C110B47E2505}"/>
              </a:ext>
            </a:extLst>
          </p:cNvPr>
          <p:cNvSpPr>
            <a:spLocks noGrp="1"/>
          </p:cNvSpPr>
          <p:nvPr>
            <p:ph type="sldNum" sz="quarter" idx="12"/>
          </p:nvPr>
        </p:nvSpPr>
        <p:spPr/>
        <p:txBody>
          <a:bodyPr/>
          <a:lstStyle/>
          <a:p>
            <a:fld id="{094DEB03-EFC6-4C20-8FC8-295189A5386F}" type="slidenum">
              <a:rPr lang="zh-CN" altLang="en-US" smtClean="0"/>
              <a:pPr/>
              <a:t>12</a:t>
            </a:fld>
            <a:endParaRPr lang="zh-CN" altLang="en-US"/>
          </a:p>
        </p:txBody>
      </p:sp>
      <p:pic>
        <p:nvPicPr>
          <p:cNvPr id="5" name="图片 4" descr="图标&#10;&#10;描述已自动生成">
            <a:extLst>
              <a:ext uri="{FF2B5EF4-FFF2-40B4-BE49-F238E27FC236}">
                <a16:creationId xmlns:a16="http://schemas.microsoft.com/office/drawing/2014/main" id="{F25DC4AA-07B4-FFE5-5101-B34E12A07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
        <p:nvSpPr>
          <p:cNvPr id="10" name="文本框 9">
            <a:extLst>
              <a:ext uri="{FF2B5EF4-FFF2-40B4-BE49-F238E27FC236}">
                <a16:creationId xmlns:a16="http://schemas.microsoft.com/office/drawing/2014/main" id="{818E0492-3857-C7BE-1CFD-3DFB027943C5}"/>
              </a:ext>
            </a:extLst>
          </p:cNvPr>
          <p:cNvSpPr txBox="1"/>
          <p:nvPr/>
        </p:nvSpPr>
        <p:spPr>
          <a:xfrm>
            <a:off x="5185658" y="2129242"/>
            <a:ext cx="1542845" cy="461665"/>
          </a:xfrm>
          <a:prstGeom prst="rect">
            <a:avLst/>
          </a:prstGeom>
          <a:noFill/>
        </p:spPr>
        <p:txBody>
          <a:bodyPr wrap="square">
            <a:spAutoFit/>
          </a:bodyPr>
          <a:lstStyle/>
          <a:p>
            <a:r>
              <a:rPr kumimoji="0" lang="en-US" altLang="zh-CN" sz="2400" b="1" i="1"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sym typeface="Symbol" panose="05050102010706020507" pitchFamily="18" charset="2"/>
              </a:rPr>
              <a:t>pointer</a:t>
            </a:r>
            <a:r>
              <a:rPr kumimoji="0" lang="en-US" altLang="zh-CN" sz="2400" b="1" i="0"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sym typeface="Symbol" panose="05050102010706020507" pitchFamily="18" charset="2"/>
              </a:rPr>
              <a:t>(</a:t>
            </a:r>
            <a:r>
              <a:rPr kumimoji="0" lang="en-US" altLang="zh-CN" sz="2400" b="1" i="1"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T</a:t>
            </a:r>
            <a:r>
              <a:rPr kumimoji="0" lang="en-US" altLang="zh-CN" sz="2400" b="1" i="0"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a:t>
            </a:r>
            <a:endParaRPr lang="zh-CN" altLang="en-US" dirty="0">
              <a:solidFill>
                <a:srgbClr val="C00000"/>
              </a:solidFill>
            </a:endParaRPr>
          </a:p>
        </p:txBody>
      </p:sp>
      <p:cxnSp>
        <p:nvCxnSpPr>
          <p:cNvPr id="12" name="直接连接符 11">
            <a:extLst>
              <a:ext uri="{FF2B5EF4-FFF2-40B4-BE49-F238E27FC236}">
                <a16:creationId xmlns:a16="http://schemas.microsoft.com/office/drawing/2014/main" id="{6A242186-4D00-0AF8-8A05-3D3B3F8E7AC8}"/>
              </a:ext>
            </a:extLst>
          </p:cNvPr>
          <p:cNvCxnSpPr>
            <a:cxnSpLocks/>
          </p:cNvCxnSpPr>
          <p:nvPr/>
        </p:nvCxnSpPr>
        <p:spPr>
          <a:xfrm>
            <a:off x="5163078" y="2590907"/>
            <a:ext cx="1506114"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7EBDDFE1-8C29-DB98-CA59-00BCC343153E}"/>
              </a:ext>
            </a:extLst>
          </p:cNvPr>
          <p:cNvSpPr txBox="1"/>
          <p:nvPr/>
        </p:nvSpPr>
        <p:spPr>
          <a:xfrm>
            <a:off x="5083976" y="3163279"/>
            <a:ext cx="1821221" cy="461665"/>
          </a:xfrm>
          <a:prstGeom prst="rect">
            <a:avLst/>
          </a:prstGeom>
          <a:noFill/>
        </p:spPr>
        <p:txBody>
          <a:bodyPr wrap="square">
            <a:spAutoFit/>
          </a:bodyPr>
          <a:lstStyle/>
          <a:p>
            <a:r>
              <a:rPr lang="en-US" altLang="zh-CN" sz="2400" b="1" i="1" dirty="0">
                <a:solidFill>
                  <a:srgbClr val="C00000"/>
                </a:solidFill>
                <a:ea typeface="宋体" panose="02010600030101010101" pitchFamily="2" charset="-122"/>
              </a:rPr>
              <a:t>array</a:t>
            </a:r>
            <a:r>
              <a:rPr lang="en-US" altLang="zh-CN" sz="2400" b="1" dirty="0">
                <a:solidFill>
                  <a:srgbClr val="C00000"/>
                </a:solidFill>
                <a:ea typeface="宋体" panose="02010600030101010101" pitchFamily="2" charset="-122"/>
              </a:rPr>
              <a:t> (</a:t>
            </a:r>
            <a:r>
              <a:rPr lang="en-US" altLang="zh-CN" sz="2400" b="1" i="1" dirty="0">
                <a:solidFill>
                  <a:srgbClr val="C00000"/>
                </a:solidFill>
                <a:ea typeface="宋体" panose="02010600030101010101" pitchFamily="2" charset="-122"/>
              </a:rPr>
              <a:t>N</a:t>
            </a:r>
            <a:r>
              <a:rPr lang="en-US" altLang="zh-CN" sz="2400" b="1" dirty="0">
                <a:solidFill>
                  <a:srgbClr val="C00000"/>
                </a:solidFill>
                <a:ea typeface="宋体" panose="02010600030101010101" pitchFamily="2" charset="-122"/>
              </a:rPr>
              <a:t>, </a:t>
            </a:r>
            <a:r>
              <a:rPr lang="en-US" altLang="zh-CN" sz="2400" b="1" i="1" dirty="0">
                <a:solidFill>
                  <a:srgbClr val="C00000"/>
                </a:solidFill>
                <a:ea typeface="宋体" panose="02010600030101010101" pitchFamily="2" charset="-122"/>
              </a:rPr>
              <a:t>T</a:t>
            </a:r>
            <a:r>
              <a:rPr lang="en-US" altLang="zh-CN" sz="2400" b="1" dirty="0">
                <a:solidFill>
                  <a:srgbClr val="C00000"/>
                </a:solidFill>
                <a:ea typeface="宋体" panose="02010600030101010101" pitchFamily="2" charset="-122"/>
              </a:rPr>
              <a:t>)</a:t>
            </a:r>
            <a:endParaRPr lang="zh-CN" altLang="en-US" dirty="0">
              <a:solidFill>
                <a:srgbClr val="C00000"/>
              </a:solidFill>
            </a:endParaRPr>
          </a:p>
        </p:txBody>
      </p:sp>
      <p:cxnSp>
        <p:nvCxnSpPr>
          <p:cNvPr id="15" name="直接连接符 14">
            <a:extLst>
              <a:ext uri="{FF2B5EF4-FFF2-40B4-BE49-F238E27FC236}">
                <a16:creationId xmlns:a16="http://schemas.microsoft.com/office/drawing/2014/main" id="{1F7A6DD6-E227-CE10-5BCF-C6464680D247}"/>
              </a:ext>
            </a:extLst>
          </p:cNvPr>
          <p:cNvCxnSpPr>
            <a:cxnSpLocks/>
          </p:cNvCxnSpPr>
          <p:nvPr/>
        </p:nvCxnSpPr>
        <p:spPr>
          <a:xfrm>
            <a:off x="5087826" y="3603800"/>
            <a:ext cx="168825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B0616D2A-FB47-9AE2-DB8F-EED3F20B8866}"/>
              </a:ext>
            </a:extLst>
          </p:cNvPr>
          <p:cNvSpPr txBox="1"/>
          <p:nvPr/>
        </p:nvSpPr>
        <p:spPr>
          <a:xfrm>
            <a:off x="6206495" y="4204970"/>
            <a:ext cx="1280817" cy="461665"/>
          </a:xfrm>
          <a:prstGeom prst="rect">
            <a:avLst/>
          </a:prstGeom>
          <a:noFill/>
        </p:spPr>
        <p:txBody>
          <a:bodyPr wrap="square">
            <a:spAutoFit/>
          </a:bodyPr>
          <a:lstStyle/>
          <a:p>
            <a:r>
              <a:rPr lang="en-US" altLang="zh-CN" sz="2400" b="1" i="1" dirty="0">
                <a:solidFill>
                  <a:srgbClr val="C00000"/>
                </a:solidFill>
                <a:ea typeface="宋体" panose="02010600030101010101" pitchFamily="2" charset="-122"/>
              </a:rPr>
              <a:t>T</a:t>
            </a:r>
            <a:r>
              <a:rPr lang="en-US" altLang="zh-CN" sz="2400" b="1" baseline="-25000" dirty="0">
                <a:solidFill>
                  <a:srgbClr val="C00000"/>
                </a:solidFill>
                <a:ea typeface="宋体" panose="02010600030101010101" pitchFamily="2" charset="-122"/>
              </a:rPr>
              <a:t>1</a:t>
            </a:r>
            <a:r>
              <a:rPr lang="en-US" altLang="zh-CN" sz="2400" b="1" dirty="0">
                <a:solidFill>
                  <a:srgbClr val="C00000"/>
                </a:solidFill>
                <a:ea typeface="宋体" panose="02010600030101010101" pitchFamily="2" charset="-122"/>
              </a:rPr>
              <a:t> </a:t>
            </a:r>
            <a:r>
              <a:rPr lang="en-US" altLang="zh-CN" sz="2400" b="1" dirty="0">
                <a:solidFill>
                  <a:srgbClr val="C00000"/>
                </a:solidFill>
                <a:ea typeface="宋体" panose="02010600030101010101" pitchFamily="2" charset="-122"/>
                <a:sym typeface="Symbol" panose="05050102010706020507" pitchFamily="18" charset="2"/>
              </a:rPr>
              <a:t></a:t>
            </a:r>
            <a:r>
              <a:rPr lang="en-US" altLang="zh-CN" sz="2400" b="1" dirty="0">
                <a:solidFill>
                  <a:srgbClr val="C00000"/>
                </a:solidFill>
                <a:ea typeface="宋体" panose="02010600030101010101" pitchFamily="2" charset="-122"/>
              </a:rPr>
              <a:t> </a:t>
            </a:r>
            <a:r>
              <a:rPr lang="en-US" altLang="zh-CN" sz="2400" b="1" i="1" dirty="0">
                <a:solidFill>
                  <a:srgbClr val="C00000"/>
                </a:solidFill>
                <a:ea typeface="宋体" panose="02010600030101010101" pitchFamily="2" charset="-122"/>
              </a:rPr>
              <a:t>T</a:t>
            </a:r>
            <a:r>
              <a:rPr lang="en-US" altLang="zh-CN" sz="2400" b="1" baseline="-25000" dirty="0">
                <a:solidFill>
                  <a:srgbClr val="C00000"/>
                </a:solidFill>
                <a:ea typeface="宋体" panose="02010600030101010101" pitchFamily="2" charset="-122"/>
              </a:rPr>
              <a:t>2</a:t>
            </a:r>
            <a:endParaRPr lang="zh-CN" altLang="en-US" dirty="0">
              <a:solidFill>
                <a:srgbClr val="C00000"/>
              </a:solidFill>
            </a:endParaRPr>
          </a:p>
        </p:txBody>
      </p:sp>
      <p:cxnSp>
        <p:nvCxnSpPr>
          <p:cNvPr id="18" name="直接连接符 17">
            <a:extLst>
              <a:ext uri="{FF2B5EF4-FFF2-40B4-BE49-F238E27FC236}">
                <a16:creationId xmlns:a16="http://schemas.microsoft.com/office/drawing/2014/main" id="{7CC3CCA0-FDFD-235F-ADD2-59B123C2B179}"/>
              </a:ext>
            </a:extLst>
          </p:cNvPr>
          <p:cNvCxnSpPr>
            <a:cxnSpLocks/>
          </p:cNvCxnSpPr>
          <p:nvPr/>
        </p:nvCxnSpPr>
        <p:spPr>
          <a:xfrm>
            <a:off x="6210345" y="4645491"/>
            <a:ext cx="1197684"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anim calcmode="lin" valueType="num">
                                      <p:cBhvr additive="base">
                                        <p:cTn id="7"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3012"/>
                                        </p:tgtEl>
                                        <p:attrNameLst>
                                          <p:attrName>style.visibility</p:attrName>
                                        </p:attrNameLst>
                                      </p:cBhvr>
                                      <p:to>
                                        <p:strVal val="visible"/>
                                      </p:to>
                                    </p:set>
                                    <p:anim calcmode="lin" valueType="num">
                                      <p:cBhvr additive="base">
                                        <p:cTn id="11" dur="500" fill="hold"/>
                                        <p:tgtEl>
                                          <p:spTgt spid="43012"/>
                                        </p:tgtEl>
                                        <p:attrNameLst>
                                          <p:attrName>ppt_x</p:attrName>
                                        </p:attrNameLst>
                                      </p:cBhvr>
                                      <p:tavLst>
                                        <p:tav tm="0">
                                          <p:val>
                                            <p:strVal val="#ppt_x"/>
                                          </p:val>
                                        </p:tav>
                                        <p:tav tm="100000">
                                          <p:val>
                                            <p:strVal val="#ppt_x"/>
                                          </p:val>
                                        </p:tav>
                                      </p:tavLst>
                                    </p:anim>
                                    <p:anim calcmode="lin" valueType="num">
                                      <p:cBhvr additive="base">
                                        <p:cTn id="12" dur="500" fill="hold"/>
                                        <p:tgtEl>
                                          <p:spTgt spid="4301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3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strVal val="(6*min(max(#ppt_w*#ppt_h,.3),1)-7.4)/-.7*#ppt_w"/>
                                          </p:val>
                                        </p:tav>
                                        <p:tav tm="100000">
                                          <p:val>
                                            <p:strVal val="#ppt_w"/>
                                          </p:val>
                                        </p:tav>
                                      </p:tavLst>
                                    </p:anim>
                                    <p:anim calcmode="lin" valueType="num">
                                      <p:cBhvr>
                                        <p:cTn id="22" dur="500" fill="hold"/>
                                        <p:tgtEl>
                                          <p:spTgt spid="10"/>
                                        </p:tgtEl>
                                        <p:attrNameLst>
                                          <p:attrName>ppt_h</p:attrName>
                                        </p:attrNameLst>
                                      </p:cBhvr>
                                      <p:tavLst>
                                        <p:tav tm="0">
                                          <p:val>
                                            <p:strVal val="(6*min(max(#ppt_w*#ppt_h,.3),1)-7.4)/-.7*#ppt_h"/>
                                          </p:val>
                                        </p:tav>
                                        <p:tav tm="100000">
                                          <p:val>
                                            <p:strVal val="#ppt_h"/>
                                          </p:val>
                                        </p:tav>
                                      </p:tavLst>
                                    </p:anim>
                                    <p:anim calcmode="lin" valueType="num">
                                      <p:cBhvr>
                                        <p:cTn id="23" dur="500" fill="hold"/>
                                        <p:tgtEl>
                                          <p:spTgt spid="10"/>
                                        </p:tgtEl>
                                        <p:attrNameLst>
                                          <p:attrName>ppt_x</p:attrName>
                                        </p:attrNameLst>
                                      </p:cBhvr>
                                      <p:tavLst>
                                        <p:tav tm="0">
                                          <p:val>
                                            <p:fltVal val="0.5"/>
                                          </p:val>
                                        </p:tav>
                                        <p:tav tm="100000">
                                          <p:val>
                                            <p:strVal val="#ppt_x"/>
                                          </p:val>
                                        </p:tav>
                                      </p:tavLst>
                                    </p:anim>
                                    <p:anim calcmode="lin" valueType="num">
                                      <p:cBhvr>
                                        <p:cTn id="24" dur="500" fill="hold"/>
                                        <p:tgtEl>
                                          <p:spTgt spid="10"/>
                                        </p:tgtEl>
                                        <p:attrNameLst>
                                          <p:attrName>ppt_y</p:attrName>
                                        </p:attrNameLst>
                                      </p:cBhvr>
                                      <p:tavLst>
                                        <p:tav tm="0">
                                          <p:val>
                                            <p:strVal val="1+(6*min(max(#ppt_w*#ppt_h,.3),1)-7.4)/-.7*#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3011">
                                            <p:txEl>
                                              <p:pRg st="3" end="3"/>
                                            </p:txEl>
                                          </p:spTgt>
                                        </p:tgtEl>
                                        <p:attrNameLst>
                                          <p:attrName>style.visibility</p:attrName>
                                        </p:attrNameLst>
                                      </p:cBhvr>
                                      <p:to>
                                        <p:strVal val="visible"/>
                                      </p:to>
                                    </p:set>
                                    <p:anim calcmode="lin" valueType="num">
                                      <p:cBhvr additive="base">
                                        <p:cTn id="29"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3011">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3013"/>
                                        </p:tgtEl>
                                        <p:attrNameLst>
                                          <p:attrName>style.visibility</p:attrName>
                                        </p:attrNameLst>
                                      </p:cBhvr>
                                      <p:to>
                                        <p:strVal val="visible"/>
                                      </p:to>
                                    </p:set>
                                    <p:anim calcmode="lin" valueType="num">
                                      <p:cBhvr additive="base">
                                        <p:cTn id="33" dur="500" fill="hold"/>
                                        <p:tgtEl>
                                          <p:spTgt spid="43013"/>
                                        </p:tgtEl>
                                        <p:attrNameLst>
                                          <p:attrName>ppt_x</p:attrName>
                                        </p:attrNameLst>
                                      </p:cBhvr>
                                      <p:tavLst>
                                        <p:tav tm="0">
                                          <p:val>
                                            <p:strVal val="#ppt_x"/>
                                          </p:val>
                                        </p:tav>
                                        <p:tav tm="100000">
                                          <p:val>
                                            <p:strVal val="#ppt_x"/>
                                          </p:val>
                                        </p:tav>
                                      </p:tavLst>
                                    </p:anim>
                                    <p:anim calcmode="lin" valueType="num">
                                      <p:cBhvr additive="base">
                                        <p:cTn id="34" dur="500" fill="hold"/>
                                        <p:tgtEl>
                                          <p:spTgt spid="43013"/>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36"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p:cTn id="43" dur="500" fill="hold"/>
                                        <p:tgtEl>
                                          <p:spTgt spid="14"/>
                                        </p:tgtEl>
                                        <p:attrNameLst>
                                          <p:attrName>ppt_w</p:attrName>
                                        </p:attrNameLst>
                                      </p:cBhvr>
                                      <p:tavLst>
                                        <p:tav tm="0">
                                          <p:val>
                                            <p:strVal val="(6*min(max(#ppt_w*#ppt_h,.3),1)-7.4)/-.7*#ppt_w"/>
                                          </p:val>
                                        </p:tav>
                                        <p:tav tm="100000">
                                          <p:val>
                                            <p:strVal val="#ppt_w"/>
                                          </p:val>
                                        </p:tav>
                                      </p:tavLst>
                                    </p:anim>
                                    <p:anim calcmode="lin" valueType="num">
                                      <p:cBhvr>
                                        <p:cTn id="44" dur="500" fill="hold"/>
                                        <p:tgtEl>
                                          <p:spTgt spid="14"/>
                                        </p:tgtEl>
                                        <p:attrNameLst>
                                          <p:attrName>ppt_h</p:attrName>
                                        </p:attrNameLst>
                                      </p:cBhvr>
                                      <p:tavLst>
                                        <p:tav tm="0">
                                          <p:val>
                                            <p:strVal val="(6*min(max(#ppt_w*#ppt_h,.3),1)-7.4)/-.7*#ppt_h"/>
                                          </p:val>
                                        </p:tav>
                                        <p:tav tm="100000">
                                          <p:val>
                                            <p:strVal val="#ppt_h"/>
                                          </p:val>
                                        </p:tav>
                                      </p:tavLst>
                                    </p:anim>
                                    <p:anim calcmode="lin" valueType="num">
                                      <p:cBhvr>
                                        <p:cTn id="45" dur="500" fill="hold"/>
                                        <p:tgtEl>
                                          <p:spTgt spid="14"/>
                                        </p:tgtEl>
                                        <p:attrNameLst>
                                          <p:attrName>ppt_x</p:attrName>
                                        </p:attrNameLst>
                                      </p:cBhvr>
                                      <p:tavLst>
                                        <p:tav tm="0">
                                          <p:val>
                                            <p:fltVal val="0.5"/>
                                          </p:val>
                                        </p:tav>
                                        <p:tav tm="100000">
                                          <p:val>
                                            <p:strVal val="#ppt_x"/>
                                          </p:val>
                                        </p:tav>
                                      </p:tavLst>
                                    </p:anim>
                                    <p:anim calcmode="lin" valueType="num">
                                      <p:cBhvr>
                                        <p:cTn id="46" dur="500" fill="hold"/>
                                        <p:tgtEl>
                                          <p:spTgt spid="14"/>
                                        </p:tgtEl>
                                        <p:attrNameLst>
                                          <p:attrName>ppt_y</p:attrName>
                                        </p:attrNameLst>
                                      </p:cBhvr>
                                      <p:tavLst>
                                        <p:tav tm="0">
                                          <p:val>
                                            <p:strVal val="1+(6*min(max(#ppt_w*#ppt_h,.3),1)-7.4)/-.7*#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3011">
                                            <p:txEl>
                                              <p:pRg st="5" end="5"/>
                                            </p:txEl>
                                          </p:spTgt>
                                        </p:tgtEl>
                                        <p:attrNameLst>
                                          <p:attrName>style.visibility</p:attrName>
                                        </p:attrNameLst>
                                      </p:cBhvr>
                                      <p:to>
                                        <p:strVal val="visible"/>
                                      </p:to>
                                    </p:set>
                                    <p:anim calcmode="lin" valueType="num">
                                      <p:cBhvr additive="base">
                                        <p:cTn id="51" dur="500" fill="hold"/>
                                        <p:tgtEl>
                                          <p:spTgt spid="43011">
                                            <p:txEl>
                                              <p:pRg st="5" end="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3011">
                                            <p:txEl>
                                              <p:pRg st="5" end="5"/>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3014"/>
                                        </p:tgtEl>
                                        <p:attrNameLst>
                                          <p:attrName>style.visibility</p:attrName>
                                        </p:attrNameLst>
                                      </p:cBhvr>
                                      <p:to>
                                        <p:strVal val="visible"/>
                                      </p:to>
                                    </p:set>
                                    <p:anim calcmode="lin" valueType="num">
                                      <p:cBhvr additive="base">
                                        <p:cTn id="55" dur="500" fill="hold"/>
                                        <p:tgtEl>
                                          <p:spTgt spid="43014"/>
                                        </p:tgtEl>
                                        <p:attrNameLst>
                                          <p:attrName>ppt_x</p:attrName>
                                        </p:attrNameLst>
                                      </p:cBhvr>
                                      <p:tavLst>
                                        <p:tav tm="0">
                                          <p:val>
                                            <p:strVal val="#ppt_x"/>
                                          </p:val>
                                        </p:tav>
                                        <p:tav tm="100000">
                                          <p:val>
                                            <p:strVal val="#ppt_x"/>
                                          </p:val>
                                        </p:tav>
                                      </p:tavLst>
                                    </p:anim>
                                    <p:anim calcmode="lin" valueType="num">
                                      <p:cBhvr additive="base">
                                        <p:cTn id="56" dur="500" fill="hold"/>
                                        <p:tgtEl>
                                          <p:spTgt spid="43014"/>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3" presetClass="entr" presetSubtype="36"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p:cTn id="65" dur="500" fill="hold"/>
                                        <p:tgtEl>
                                          <p:spTgt spid="17"/>
                                        </p:tgtEl>
                                        <p:attrNameLst>
                                          <p:attrName>ppt_w</p:attrName>
                                        </p:attrNameLst>
                                      </p:cBhvr>
                                      <p:tavLst>
                                        <p:tav tm="0">
                                          <p:val>
                                            <p:strVal val="(6*min(max(#ppt_w*#ppt_h,.3),1)-7.4)/-.7*#ppt_w"/>
                                          </p:val>
                                        </p:tav>
                                        <p:tav tm="100000">
                                          <p:val>
                                            <p:strVal val="#ppt_w"/>
                                          </p:val>
                                        </p:tav>
                                      </p:tavLst>
                                    </p:anim>
                                    <p:anim calcmode="lin" valueType="num">
                                      <p:cBhvr>
                                        <p:cTn id="66" dur="500" fill="hold"/>
                                        <p:tgtEl>
                                          <p:spTgt spid="17"/>
                                        </p:tgtEl>
                                        <p:attrNameLst>
                                          <p:attrName>ppt_h</p:attrName>
                                        </p:attrNameLst>
                                      </p:cBhvr>
                                      <p:tavLst>
                                        <p:tav tm="0">
                                          <p:val>
                                            <p:strVal val="(6*min(max(#ppt_w*#ppt_h,.3),1)-7.4)/-.7*#ppt_h"/>
                                          </p:val>
                                        </p:tav>
                                        <p:tav tm="100000">
                                          <p:val>
                                            <p:strVal val="#ppt_h"/>
                                          </p:val>
                                        </p:tav>
                                      </p:tavLst>
                                    </p:anim>
                                    <p:anim calcmode="lin" valueType="num">
                                      <p:cBhvr>
                                        <p:cTn id="67" dur="500" fill="hold"/>
                                        <p:tgtEl>
                                          <p:spTgt spid="17"/>
                                        </p:tgtEl>
                                        <p:attrNameLst>
                                          <p:attrName>ppt_x</p:attrName>
                                        </p:attrNameLst>
                                      </p:cBhvr>
                                      <p:tavLst>
                                        <p:tav tm="0">
                                          <p:val>
                                            <p:fltVal val="0.5"/>
                                          </p:val>
                                        </p:tav>
                                        <p:tav tm="100000">
                                          <p:val>
                                            <p:strVal val="#ppt_x"/>
                                          </p:val>
                                        </p:tav>
                                      </p:tavLst>
                                    </p:anim>
                                    <p:anim calcmode="lin" valueType="num">
                                      <p:cBhvr>
                                        <p:cTn id="68" dur="500" fill="hold"/>
                                        <p:tgtEl>
                                          <p:spTgt spid="17"/>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4"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F43221CD-C239-43B3-B583-63DF1F8AE573}"/>
              </a:ext>
            </a:extLst>
          </p:cNvPr>
          <p:cNvSpPr>
            <a:spLocks noGrp="1" noChangeArrowheads="1"/>
          </p:cNvSpPr>
          <p:nvPr>
            <p:ph type="title"/>
          </p:nvPr>
        </p:nvSpPr>
        <p:spPr/>
        <p:txBody>
          <a:bodyPr/>
          <a:lstStyle/>
          <a:p>
            <a:pPr eaLnBrk="1" hangingPunct="1"/>
            <a:r>
              <a:rPr lang="en-US" altLang="zh-CN" dirty="0"/>
              <a:t>5.3.2 </a:t>
            </a:r>
            <a:r>
              <a:rPr lang="zh-CN" altLang="en-US" dirty="0"/>
              <a:t>类型系统</a:t>
            </a:r>
          </a:p>
        </p:txBody>
      </p:sp>
      <p:sp>
        <p:nvSpPr>
          <p:cNvPr id="44035" name="Rectangle 3">
            <a:extLst>
              <a:ext uri="{FF2B5EF4-FFF2-40B4-BE49-F238E27FC236}">
                <a16:creationId xmlns:a16="http://schemas.microsoft.com/office/drawing/2014/main" id="{F9AB18D8-C3BC-44E8-88FC-D046F466BD48}"/>
              </a:ext>
            </a:extLst>
          </p:cNvPr>
          <p:cNvSpPr>
            <a:spLocks noGrp="1" noChangeArrowheads="1"/>
          </p:cNvSpPr>
          <p:nvPr>
            <p:ph idx="1"/>
          </p:nvPr>
        </p:nvSpPr>
        <p:spPr>
          <a:xfrm>
            <a:off x="628650" y="1257300"/>
            <a:ext cx="7886700" cy="5453893"/>
          </a:xfrm>
        </p:spPr>
        <p:txBody>
          <a:bodyPr/>
          <a:lstStyle/>
          <a:p>
            <a:pPr>
              <a:lnSpc>
                <a:spcPct val="90000"/>
              </a:lnSpc>
            </a:pPr>
            <a:r>
              <a:rPr lang="zh-CN" altLang="en-US" dirty="0">
                <a:solidFill>
                  <a:schemeClr val="accent6">
                    <a:lumMod val="75000"/>
                  </a:schemeClr>
                </a:solidFill>
                <a:latin typeface="宋体" panose="02010600030101010101" pitchFamily="2" charset="-122"/>
              </a:rPr>
              <a:t>定型规则</a:t>
            </a:r>
            <a:r>
              <a:rPr lang="en-US" altLang="zh-CN" dirty="0">
                <a:solidFill>
                  <a:schemeClr val="accent6">
                    <a:lumMod val="75000"/>
                  </a:schemeClr>
                </a:solidFill>
              </a:rPr>
              <a:t>——</a:t>
            </a:r>
            <a:r>
              <a:rPr lang="zh-CN" altLang="en-US" dirty="0">
                <a:solidFill>
                  <a:schemeClr val="accent6">
                    <a:lumMod val="75000"/>
                  </a:schemeClr>
                </a:solidFill>
                <a:latin typeface="宋体" panose="02010600030101010101" pitchFamily="2" charset="-122"/>
              </a:rPr>
              <a:t>表达式</a:t>
            </a:r>
          </a:p>
          <a:p>
            <a:pPr algn="just" eaLnBrk="1" hangingPunct="1">
              <a:lnSpc>
                <a:spcPct val="90000"/>
              </a:lnSpc>
              <a:buFont typeface="Wingdings" panose="05000000000000000000" pitchFamily="2" charset="2"/>
              <a:buNone/>
            </a:pPr>
            <a:r>
              <a:rPr lang="en-US" altLang="zh-CN" sz="2800" b="1" dirty="0"/>
              <a:t>(Exp Truth)	</a:t>
            </a:r>
          </a:p>
          <a:p>
            <a:pPr algn="just" eaLnBrk="1" hangingPunct="1">
              <a:lnSpc>
                <a:spcPct val="90000"/>
              </a:lnSpc>
              <a:buFont typeface="Wingdings" panose="05000000000000000000" pitchFamily="2" charset="2"/>
              <a:buNone/>
            </a:pPr>
            <a:endParaRPr lang="en-US" altLang="zh-CN" sz="2800" b="1" dirty="0"/>
          </a:p>
          <a:p>
            <a:pPr algn="just" eaLnBrk="1" hangingPunct="1">
              <a:lnSpc>
                <a:spcPct val="90000"/>
              </a:lnSpc>
              <a:buFont typeface="Wingdings" panose="05000000000000000000" pitchFamily="2" charset="2"/>
              <a:buNone/>
            </a:pPr>
            <a:r>
              <a:rPr lang="en-US" altLang="zh-CN" sz="2800" b="1" dirty="0"/>
              <a:t>(Exp Num)</a:t>
            </a:r>
          </a:p>
          <a:p>
            <a:pPr algn="just" eaLnBrk="1" hangingPunct="1">
              <a:lnSpc>
                <a:spcPct val="90000"/>
              </a:lnSpc>
              <a:buFont typeface="Wingdings" panose="05000000000000000000" pitchFamily="2" charset="2"/>
              <a:buNone/>
            </a:pPr>
            <a:endParaRPr lang="en-US" altLang="zh-CN" sz="2800" b="1" dirty="0"/>
          </a:p>
          <a:p>
            <a:pPr algn="just" eaLnBrk="1" hangingPunct="1">
              <a:lnSpc>
                <a:spcPct val="90000"/>
              </a:lnSpc>
              <a:buFont typeface="Wingdings" panose="05000000000000000000" pitchFamily="2" charset="2"/>
              <a:buNone/>
            </a:pPr>
            <a:r>
              <a:rPr lang="en-US" altLang="zh-CN" sz="2800" b="1" dirty="0"/>
              <a:t>(Exp Id)</a:t>
            </a:r>
            <a:endParaRPr lang="en-US" altLang="zh-CN" sz="2800" b="1" i="1" dirty="0"/>
          </a:p>
          <a:p>
            <a:pPr eaLnBrk="1" hangingPunct="1">
              <a:lnSpc>
                <a:spcPct val="90000"/>
              </a:lnSpc>
            </a:pPr>
            <a:endParaRPr lang="en-US" altLang="zh-CN" sz="2800" dirty="0"/>
          </a:p>
          <a:p>
            <a:pPr eaLnBrk="1" hangingPunct="1">
              <a:lnSpc>
                <a:spcPct val="90000"/>
              </a:lnSpc>
            </a:pPr>
            <a:r>
              <a:rPr lang="en-US" altLang="zh-CN" sz="2800" b="1" dirty="0"/>
              <a:t>Exp Id</a:t>
            </a:r>
            <a:r>
              <a:rPr lang="zh-CN" altLang="en-US" sz="2800" dirty="0"/>
              <a:t>表示，如果</a:t>
            </a:r>
            <a:r>
              <a:rPr lang="en-US" altLang="zh-CN" sz="2800" b="1" dirty="0"/>
              <a:t>id</a:t>
            </a:r>
            <a:r>
              <a:rPr lang="zh-CN" altLang="en-US" sz="2800" dirty="0"/>
              <a:t>出现在环境</a:t>
            </a:r>
            <a:r>
              <a:rPr lang="en-US" altLang="zh-CN" sz="2800" b="1" dirty="0">
                <a:ea typeface="宋体" panose="02010600030101010101" pitchFamily="2" charset="-122"/>
                <a:sym typeface="Symbol" panose="05050102010706020507" pitchFamily="18" charset="2"/>
              </a:rPr>
              <a:t></a:t>
            </a:r>
            <a:r>
              <a:rPr lang="zh-CN" altLang="en-US" sz="2800" dirty="0">
                <a:sym typeface="Symbol" panose="05050102010706020507" pitchFamily="18" charset="2"/>
              </a:rPr>
              <a:t>中，则</a:t>
            </a:r>
            <a:r>
              <a:rPr lang="en-US" altLang="zh-CN" sz="2800" b="1" dirty="0">
                <a:sym typeface="Symbol" panose="05050102010706020507" pitchFamily="18" charset="2"/>
              </a:rPr>
              <a:t>id</a:t>
            </a:r>
            <a:r>
              <a:rPr lang="zh-CN" altLang="en-US" sz="2800" dirty="0">
                <a:sym typeface="Symbol" panose="05050102010706020507" pitchFamily="18" charset="2"/>
              </a:rPr>
              <a:t>的类型就是它在</a:t>
            </a:r>
            <a:r>
              <a:rPr lang="en-US" altLang="zh-CN" sz="2800" b="1" dirty="0">
                <a:ea typeface="宋体" panose="02010600030101010101" pitchFamily="2" charset="-122"/>
                <a:sym typeface="Symbol" panose="05050102010706020507" pitchFamily="18" charset="2"/>
              </a:rPr>
              <a:t></a:t>
            </a:r>
            <a:r>
              <a:rPr lang="zh-CN" altLang="en-US" sz="2800" dirty="0">
                <a:latin typeface="+mn-ea"/>
                <a:sym typeface="Symbol" panose="05050102010706020507" pitchFamily="18" charset="2"/>
              </a:rPr>
              <a:t>中的类型。</a:t>
            </a:r>
            <a:endParaRPr lang="en-US" altLang="zh-CN" sz="2800" dirty="0">
              <a:latin typeface="+mn-ea"/>
            </a:endParaRPr>
          </a:p>
        </p:txBody>
      </p:sp>
      <p:grpSp>
        <p:nvGrpSpPr>
          <p:cNvPr id="44036" name="Group 4">
            <a:extLst>
              <a:ext uri="{FF2B5EF4-FFF2-40B4-BE49-F238E27FC236}">
                <a16:creationId xmlns:a16="http://schemas.microsoft.com/office/drawing/2014/main" id="{DE5E4DEB-A109-4B91-B756-C57C2CA45637}"/>
              </a:ext>
            </a:extLst>
          </p:cNvPr>
          <p:cNvGrpSpPr>
            <a:grpSpLocks/>
          </p:cNvGrpSpPr>
          <p:nvPr/>
        </p:nvGrpSpPr>
        <p:grpSpPr bwMode="auto">
          <a:xfrm>
            <a:off x="3813628" y="1706880"/>
            <a:ext cx="3816350" cy="762000"/>
            <a:chOff x="2971" y="3702"/>
            <a:chExt cx="2404" cy="480"/>
          </a:xfrm>
        </p:grpSpPr>
        <p:sp>
          <p:nvSpPr>
            <p:cNvPr id="44043" name="Rectangle 5" descr="Green marble">
              <a:extLst>
                <a:ext uri="{FF2B5EF4-FFF2-40B4-BE49-F238E27FC236}">
                  <a16:creationId xmlns:a16="http://schemas.microsoft.com/office/drawing/2014/main" id="{AE43B1F7-6C3E-48CF-898F-CFA4EFCE9BC9}"/>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b="1" dirty="0">
                  <a:ea typeface="宋体" panose="02010600030101010101" pitchFamily="2" charset="-122"/>
                  <a:sym typeface="Symbol" panose="05050102010706020507" pitchFamily="18" charset="2"/>
                </a:rPr>
                <a:t></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solidFill>
                    <a:schemeClr val="accent6">
                      <a:lumMod val="75000"/>
                    </a:schemeClr>
                  </a:solidFill>
                  <a:ea typeface="宋体" panose="02010600030101010101" pitchFamily="2" charset="-122"/>
                </a:rPr>
                <a:t>truth</a:t>
              </a:r>
              <a:r>
                <a:rPr lang="en-US" altLang="zh-CN" sz="2400" b="1" dirty="0">
                  <a:solidFill>
                    <a:srgbClr val="00B050"/>
                  </a:solidFill>
                  <a:ea typeface="宋体" panose="02010600030101010101" pitchFamily="2" charset="-122"/>
                </a:rPr>
                <a:t> </a:t>
              </a:r>
              <a:r>
                <a:rPr lang="en-US" altLang="zh-CN" sz="2400" b="1" dirty="0">
                  <a:ea typeface="宋体" panose="02010600030101010101" pitchFamily="2" charset="-122"/>
                </a:rPr>
                <a:t>: </a:t>
              </a:r>
              <a:r>
                <a:rPr lang="en-US" altLang="zh-CN" sz="2400" b="1" i="1" dirty="0" err="1">
                  <a:ea typeface="宋体" panose="02010600030101010101" pitchFamily="2" charset="-122"/>
                </a:rPr>
                <a:t>boolean</a:t>
              </a:r>
              <a:endParaRPr lang="en-US" altLang="zh-CN" sz="2400" b="1" i="1" dirty="0">
                <a:ea typeface="宋体" panose="02010600030101010101" pitchFamily="2" charset="-122"/>
              </a:endParaRPr>
            </a:p>
          </p:txBody>
        </p:sp>
        <p:sp>
          <p:nvSpPr>
            <p:cNvPr id="44044" name="Line 6">
              <a:extLst>
                <a:ext uri="{FF2B5EF4-FFF2-40B4-BE49-F238E27FC236}">
                  <a16:creationId xmlns:a16="http://schemas.microsoft.com/office/drawing/2014/main" id="{163D9F95-AB51-4AB8-8AFD-976EBFCC5A67}"/>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4037" name="Group 7">
            <a:extLst>
              <a:ext uri="{FF2B5EF4-FFF2-40B4-BE49-F238E27FC236}">
                <a16:creationId xmlns:a16="http://schemas.microsoft.com/office/drawing/2014/main" id="{8A3A1E01-4A43-4007-85F1-681AD103E988}"/>
              </a:ext>
            </a:extLst>
          </p:cNvPr>
          <p:cNvGrpSpPr>
            <a:grpSpLocks/>
          </p:cNvGrpSpPr>
          <p:nvPr/>
        </p:nvGrpSpPr>
        <p:grpSpPr bwMode="auto">
          <a:xfrm>
            <a:off x="3762035" y="2690948"/>
            <a:ext cx="3816350" cy="762000"/>
            <a:chOff x="2971" y="3702"/>
            <a:chExt cx="2404" cy="480"/>
          </a:xfrm>
        </p:grpSpPr>
        <p:sp>
          <p:nvSpPr>
            <p:cNvPr id="44041" name="Rectangle 8" descr="Green marble">
              <a:extLst>
                <a:ext uri="{FF2B5EF4-FFF2-40B4-BE49-F238E27FC236}">
                  <a16:creationId xmlns:a16="http://schemas.microsoft.com/office/drawing/2014/main" id="{A5C55C0C-2911-4C47-BFFE-6DE1F6A1A502}"/>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b="1" dirty="0">
                  <a:ea typeface="宋体" panose="02010600030101010101" pitchFamily="2" charset="-122"/>
                  <a:sym typeface="Symbol" panose="05050102010706020507" pitchFamily="18" charset="2"/>
                </a:rPr>
                <a:t></a:t>
              </a:r>
              <a:endParaRPr lang="en-US" altLang="zh-CN" sz="2400" b="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solidFill>
                    <a:schemeClr val="accent6">
                      <a:lumMod val="75000"/>
                    </a:schemeClr>
                  </a:solidFill>
                  <a:ea typeface="宋体" panose="02010600030101010101" pitchFamily="2" charset="-122"/>
                </a:rPr>
                <a:t>num</a:t>
              </a:r>
              <a:r>
                <a:rPr lang="en-US" altLang="zh-CN" sz="2400" b="1" dirty="0">
                  <a:ea typeface="宋体" panose="02010600030101010101" pitchFamily="2" charset="-122"/>
                </a:rPr>
                <a:t> : </a:t>
              </a:r>
              <a:r>
                <a:rPr lang="en-US" altLang="zh-CN" sz="2400" b="1" i="1" dirty="0">
                  <a:ea typeface="宋体" panose="02010600030101010101" pitchFamily="2" charset="-122"/>
                </a:rPr>
                <a:t>integer</a:t>
              </a:r>
            </a:p>
          </p:txBody>
        </p:sp>
        <p:sp>
          <p:nvSpPr>
            <p:cNvPr id="44042" name="Line 9">
              <a:extLst>
                <a:ext uri="{FF2B5EF4-FFF2-40B4-BE49-F238E27FC236}">
                  <a16:creationId xmlns:a16="http://schemas.microsoft.com/office/drawing/2014/main" id="{F11A12A8-EE98-45EF-8EF4-0716205FF8BD}"/>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4038" name="Group 10">
            <a:extLst>
              <a:ext uri="{FF2B5EF4-FFF2-40B4-BE49-F238E27FC236}">
                <a16:creationId xmlns:a16="http://schemas.microsoft.com/office/drawing/2014/main" id="{972509F2-BB5A-432E-A608-3C63F583800F}"/>
              </a:ext>
            </a:extLst>
          </p:cNvPr>
          <p:cNvGrpSpPr>
            <a:grpSpLocks/>
          </p:cNvGrpSpPr>
          <p:nvPr/>
        </p:nvGrpSpPr>
        <p:grpSpPr bwMode="auto">
          <a:xfrm>
            <a:off x="3762035" y="3828036"/>
            <a:ext cx="3816350" cy="762000"/>
            <a:chOff x="2971" y="3702"/>
            <a:chExt cx="2404" cy="480"/>
          </a:xfrm>
        </p:grpSpPr>
        <p:sp>
          <p:nvSpPr>
            <p:cNvPr id="44039" name="Rectangle 11" descr="Green marble">
              <a:extLst>
                <a:ext uri="{FF2B5EF4-FFF2-40B4-BE49-F238E27FC236}">
                  <a16:creationId xmlns:a16="http://schemas.microsoft.com/office/drawing/2014/main" id="{B0FA2C12-A87C-4D65-B911-C96E0911A4BE}"/>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baseline="-25000" dirty="0">
                  <a:ea typeface="宋体" panose="02010600030101010101" pitchFamily="2" charset="-122"/>
                </a:rPr>
                <a:t>1</a:t>
              </a:r>
              <a:r>
                <a:rPr lang="en-US" altLang="zh-CN" sz="2400" b="1" dirty="0">
                  <a:ea typeface="宋体" panose="02010600030101010101" pitchFamily="2" charset="-122"/>
                </a:rPr>
                <a:t>, id : </a:t>
              </a:r>
              <a:r>
                <a:rPr lang="en-US" altLang="zh-CN" sz="2400" b="1" i="1" dirty="0">
                  <a:ea typeface="宋体" panose="02010600030101010101" pitchFamily="2" charset="-122"/>
                </a:rPr>
                <a:t>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endParaRPr lang="en-US" altLang="zh-CN" sz="2400" b="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baseline="-25000" dirty="0">
                  <a:ea typeface="宋体" panose="02010600030101010101" pitchFamily="2" charset="-122"/>
                </a:rPr>
                <a:t>1</a:t>
              </a:r>
              <a:r>
                <a:rPr lang="en-US" altLang="zh-CN" sz="2400" b="1" dirty="0">
                  <a:ea typeface="宋体" panose="02010600030101010101" pitchFamily="2" charset="-122"/>
                </a:rPr>
                <a:t>, id : </a:t>
              </a:r>
              <a:r>
                <a:rPr lang="en-US" altLang="zh-CN" sz="2400" b="1" i="1" dirty="0">
                  <a:ea typeface="宋体" panose="02010600030101010101" pitchFamily="2" charset="-122"/>
                </a:rPr>
                <a:t>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solidFill>
                    <a:schemeClr val="accent6">
                      <a:lumMod val="75000"/>
                    </a:schemeClr>
                  </a:solidFill>
                  <a:ea typeface="宋体" panose="02010600030101010101" pitchFamily="2" charset="-122"/>
                </a:rPr>
                <a:t>id</a:t>
              </a:r>
              <a:r>
                <a:rPr lang="en-US" altLang="zh-CN" sz="2400" b="1" dirty="0">
                  <a:ea typeface="宋体" panose="02010600030101010101" pitchFamily="2" charset="-122"/>
                </a:rPr>
                <a:t> : </a:t>
              </a:r>
              <a:r>
                <a:rPr lang="en-US" altLang="zh-CN" sz="2400" b="1" i="1" dirty="0">
                  <a:ea typeface="宋体" panose="02010600030101010101" pitchFamily="2" charset="-122"/>
                </a:rPr>
                <a:t>T</a:t>
              </a:r>
            </a:p>
          </p:txBody>
        </p:sp>
        <p:sp>
          <p:nvSpPr>
            <p:cNvPr id="44040" name="Line 12">
              <a:extLst>
                <a:ext uri="{FF2B5EF4-FFF2-40B4-BE49-F238E27FC236}">
                  <a16:creationId xmlns:a16="http://schemas.microsoft.com/office/drawing/2014/main" id="{5841015A-0AFF-42CA-BF00-028E1BB01A36}"/>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dirty="0"/>
            </a:p>
          </p:txBody>
        </p:sp>
      </p:grpSp>
      <p:sp>
        <p:nvSpPr>
          <p:cNvPr id="2" name="日期占位符 1">
            <a:extLst>
              <a:ext uri="{FF2B5EF4-FFF2-40B4-BE49-F238E27FC236}">
                <a16:creationId xmlns:a16="http://schemas.microsoft.com/office/drawing/2014/main" id="{75698468-8421-9F4F-228C-ACB8F5E4F5B8}"/>
              </a:ext>
            </a:extLst>
          </p:cNvPr>
          <p:cNvSpPr>
            <a:spLocks noGrp="1"/>
          </p:cNvSpPr>
          <p:nvPr>
            <p:ph type="dt" sz="half" idx="10"/>
          </p:nvPr>
        </p:nvSpPr>
        <p:spPr/>
        <p:txBody>
          <a:bodyPr/>
          <a:lstStyle/>
          <a:p>
            <a:fld id="{85C54B3B-353B-4DC0-8889-4039698D680D}"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A0876286-7D54-83F4-C073-426CC65B623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0E34F5AF-5636-A5B9-DAFF-B05E8EB92E87}"/>
              </a:ext>
            </a:extLst>
          </p:cNvPr>
          <p:cNvSpPr>
            <a:spLocks noGrp="1"/>
          </p:cNvSpPr>
          <p:nvPr>
            <p:ph type="sldNum" sz="quarter" idx="12"/>
          </p:nvPr>
        </p:nvSpPr>
        <p:spPr/>
        <p:txBody>
          <a:bodyPr/>
          <a:lstStyle/>
          <a:p>
            <a:fld id="{094DEB03-EFC6-4C20-8FC8-295189A5386F}" type="slidenum">
              <a:rPr lang="zh-CN" altLang="en-US" smtClean="0"/>
              <a:pPr/>
              <a:t>13</a:t>
            </a:fld>
            <a:endParaRPr lang="zh-CN" altLang="en-US"/>
          </a:p>
        </p:txBody>
      </p:sp>
      <p:sp>
        <p:nvSpPr>
          <p:cNvPr id="5" name="图形 53" descr="线箭头: 顺时针曲线 纯色填充">
            <a:extLst>
              <a:ext uri="{FF2B5EF4-FFF2-40B4-BE49-F238E27FC236}">
                <a16:creationId xmlns:a16="http://schemas.microsoft.com/office/drawing/2014/main" id="{ABC3CA17-7799-7D64-E686-2FAD75570C76}"/>
              </a:ext>
            </a:extLst>
          </p:cNvPr>
          <p:cNvSpPr/>
          <p:nvPr/>
        </p:nvSpPr>
        <p:spPr>
          <a:xfrm>
            <a:off x="900974" y="4317778"/>
            <a:ext cx="501112" cy="640067"/>
          </a:xfrm>
          <a:custGeom>
            <a:avLst/>
            <a:gdLst>
              <a:gd name="connsiteX0" fmla="*/ 137759 w 592094"/>
              <a:gd name="connsiteY0" fmla="*/ 94298 h 756277"/>
              <a:gd name="connsiteX1" fmla="*/ 48224 w 592094"/>
              <a:gd name="connsiteY1" fmla="*/ 180975 h 756277"/>
              <a:gd name="connsiteX2" fmla="*/ 8219 w 592094"/>
              <a:gd name="connsiteY2" fmla="*/ 180975 h 756277"/>
              <a:gd name="connsiteX3" fmla="*/ 8219 w 592094"/>
              <a:gd name="connsiteY3" fmla="*/ 140970 h 756277"/>
              <a:gd name="connsiteX4" fmla="*/ 144427 w 592094"/>
              <a:gd name="connsiteY4" fmla="*/ 7620 h 756277"/>
              <a:gd name="connsiteX5" fmla="*/ 161572 w 592094"/>
              <a:gd name="connsiteY5" fmla="*/ 0 h 756277"/>
              <a:gd name="connsiteX6" fmla="*/ 164429 w 592094"/>
              <a:gd name="connsiteY6" fmla="*/ 0 h 756277"/>
              <a:gd name="connsiteX7" fmla="*/ 168239 w 592094"/>
              <a:gd name="connsiteY7" fmla="*/ 0 h 756277"/>
              <a:gd name="connsiteX8" fmla="*/ 170144 w 592094"/>
              <a:gd name="connsiteY8" fmla="*/ 0 h 756277"/>
              <a:gd name="connsiteX9" fmla="*/ 172049 w 592094"/>
              <a:gd name="connsiteY9" fmla="*/ 0 h 756277"/>
              <a:gd name="connsiteX10" fmla="*/ 184432 w 592094"/>
              <a:gd name="connsiteY10" fmla="*/ 7620 h 756277"/>
              <a:gd name="connsiteX11" fmla="*/ 317782 w 592094"/>
              <a:gd name="connsiteY11" fmla="*/ 143828 h 756277"/>
              <a:gd name="connsiteX12" fmla="*/ 317782 w 592094"/>
              <a:gd name="connsiteY12" fmla="*/ 183833 h 756277"/>
              <a:gd name="connsiteX13" fmla="*/ 277777 w 592094"/>
              <a:gd name="connsiteY13" fmla="*/ 183833 h 756277"/>
              <a:gd name="connsiteX14" fmla="*/ 195862 w 592094"/>
              <a:gd name="connsiteY14" fmla="*/ 100012 h 756277"/>
              <a:gd name="connsiteX15" fmla="*/ 344452 w 592094"/>
              <a:gd name="connsiteY15" fmla="*/ 558165 h 756277"/>
              <a:gd name="connsiteX16" fmla="*/ 573052 w 592094"/>
              <a:gd name="connsiteY16" fmla="*/ 701040 h 756277"/>
              <a:gd name="connsiteX17" fmla="*/ 590197 w 592094"/>
              <a:gd name="connsiteY17" fmla="*/ 737235 h 756277"/>
              <a:gd name="connsiteX18" fmla="*/ 554002 w 592094"/>
              <a:gd name="connsiteY18" fmla="*/ 754380 h 756277"/>
              <a:gd name="connsiteX19" fmla="*/ 306352 w 592094"/>
              <a:gd name="connsiteY19" fmla="*/ 600075 h 756277"/>
              <a:gd name="connsiteX20" fmla="*/ 137759 w 592094"/>
              <a:gd name="connsiteY20" fmla="*/ 94298 h 75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92094" h="756277">
                <a:moveTo>
                  <a:pt x="137759" y="94298"/>
                </a:moveTo>
                <a:lnTo>
                  <a:pt x="48224" y="180975"/>
                </a:lnTo>
                <a:cubicBezTo>
                  <a:pt x="36794" y="192405"/>
                  <a:pt x="18697" y="191453"/>
                  <a:pt x="8219" y="180975"/>
                </a:cubicBezTo>
                <a:cubicBezTo>
                  <a:pt x="-3211" y="169545"/>
                  <a:pt x="-2258" y="151448"/>
                  <a:pt x="8219" y="140970"/>
                </a:cubicBezTo>
                <a:lnTo>
                  <a:pt x="144427" y="7620"/>
                </a:lnTo>
                <a:cubicBezTo>
                  <a:pt x="149189" y="2858"/>
                  <a:pt x="154904" y="0"/>
                  <a:pt x="161572" y="0"/>
                </a:cubicBezTo>
                <a:cubicBezTo>
                  <a:pt x="162524" y="0"/>
                  <a:pt x="163477" y="0"/>
                  <a:pt x="164429" y="0"/>
                </a:cubicBezTo>
                <a:cubicBezTo>
                  <a:pt x="165382" y="0"/>
                  <a:pt x="166334" y="0"/>
                  <a:pt x="168239" y="0"/>
                </a:cubicBezTo>
                <a:lnTo>
                  <a:pt x="170144" y="0"/>
                </a:lnTo>
                <a:lnTo>
                  <a:pt x="172049" y="0"/>
                </a:lnTo>
                <a:cubicBezTo>
                  <a:pt x="176812" y="952"/>
                  <a:pt x="181574" y="3810"/>
                  <a:pt x="184432" y="7620"/>
                </a:cubicBezTo>
                <a:lnTo>
                  <a:pt x="317782" y="143828"/>
                </a:lnTo>
                <a:cubicBezTo>
                  <a:pt x="329212" y="155258"/>
                  <a:pt x="328259" y="173355"/>
                  <a:pt x="317782" y="183833"/>
                </a:cubicBezTo>
                <a:cubicBezTo>
                  <a:pt x="306352" y="195262"/>
                  <a:pt x="288254" y="194310"/>
                  <a:pt x="277777" y="183833"/>
                </a:cubicBezTo>
                <a:lnTo>
                  <a:pt x="195862" y="100012"/>
                </a:lnTo>
                <a:cubicBezTo>
                  <a:pt x="160619" y="279082"/>
                  <a:pt x="210149" y="433388"/>
                  <a:pt x="344452" y="558165"/>
                </a:cubicBezTo>
                <a:cubicBezTo>
                  <a:pt x="411127" y="619125"/>
                  <a:pt x="488279" y="667703"/>
                  <a:pt x="573052" y="701040"/>
                </a:cubicBezTo>
                <a:cubicBezTo>
                  <a:pt x="588292" y="706755"/>
                  <a:pt x="595912" y="722948"/>
                  <a:pt x="590197" y="737235"/>
                </a:cubicBezTo>
                <a:cubicBezTo>
                  <a:pt x="584482" y="752475"/>
                  <a:pt x="568289" y="760095"/>
                  <a:pt x="554002" y="754380"/>
                </a:cubicBezTo>
                <a:cubicBezTo>
                  <a:pt x="462562" y="719138"/>
                  <a:pt x="378742" y="666750"/>
                  <a:pt x="306352" y="600075"/>
                </a:cubicBezTo>
                <a:cubicBezTo>
                  <a:pt x="202529" y="504825"/>
                  <a:pt x="91087" y="340043"/>
                  <a:pt x="137759" y="94298"/>
                </a:cubicBezTo>
                <a:close/>
              </a:path>
            </a:pathLst>
          </a:custGeom>
          <a:solidFill>
            <a:schemeClr val="accent6">
              <a:lumMod val="75000"/>
            </a:schemeClr>
          </a:solidFill>
          <a:ln w="605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latin typeface="Arial" panose="020B0604020202020204" pitchFamily="34" charset="0"/>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anim calcmode="lin" valueType="num">
                                      <p:cBhvr additive="base">
                                        <p:cTn id="7" dur="5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4035">
                                            <p:txEl>
                                              <p:pRg st="3" end="3"/>
                                            </p:txEl>
                                          </p:spTgt>
                                        </p:tgtEl>
                                        <p:attrNameLst>
                                          <p:attrName>style.visibility</p:attrName>
                                        </p:attrNameLst>
                                      </p:cBhvr>
                                      <p:to>
                                        <p:strVal val="visible"/>
                                      </p:to>
                                    </p:set>
                                    <p:anim calcmode="lin" valueType="num">
                                      <p:cBhvr additive="base">
                                        <p:cTn id="11" dur="500" fill="hold"/>
                                        <p:tgtEl>
                                          <p:spTgt spid="44035">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4035">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4035">
                                            <p:txEl>
                                              <p:pRg st="5" end="5"/>
                                            </p:txEl>
                                          </p:spTgt>
                                        </p:tgtEl>
                                        <p:attrNameLst>
                                          <p:attrName>style.visibility</p:attrName>
                                        </p:attrNameLst>
                                      </p:cBhvr>
                                      <p:to>
                                        <p:strVal val="visible"/>
                                      </p:to>
                                    </p:set>
                                    <p:anim calcmode="lin" valueType="num">
                                      <p:cBhvr additive="base">
                                        <p:cTn id="15" dur="500" fill="hold"/>
                                        <p:tgtEl>
                                          <p:spTgt spid="44035">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4035">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4036"/>
                                        </p:tgtEl>
                                        <p:attrNameLst>
                                          <p:attrName>style.visibility</p:attrName>
                                        </p:attrNameLst>
                                      </p:cBhvr>
                                      <p:to>
                                        <p:strVal val="visible"/>
                                      </p:to>
                                    </p:set>
                                    <p:anim calcmode="lin" valueType="num">
                                      <p:cBhvr additive="base">
                                        <p:cTn id="19" dur="500" fill="hold"/>
                                        <p:tgtEl>
                                          <p:spTgt spid="44036"/>
                                        </p:tgtEl>
                                        <p:attrNameLst>
                                          <p:attrName>ppt_x</p:attrName>
                                        </p:attrNameLst>
                                      </p:cBhvr>
                                      <p:tavLst>
                                        <p:tav tm="0">
                                          <p:val>
                                            <p:strVal val="#ppt_x"/>
                                          </p:val>
                                        </p:tav>
                                        <p:tav tm="100000">
                                          <p:val>
                                            <p:strVal val="#ppt_x"/>
                                          </p:val>
                                        </p:tav>
                                      </p:tavLst>
                                    </p:anim>
                                    <p:anim calcmode="lin" valueType="num">
                                      <p:cBhvr additive="base">
                                        <p:cTn id="20" dur="500" fill="hold"/>
                                        <p:tgtEl>
                                          <p:spTgt spid="4403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4037"/>
                                        </p:tgtEl>
                                        <p:attrNameLst>
                                          <p:attrName>style.visibility</p:attrName>
                                        </p:attrNameLst>
                                      </p:cBhvr>
                                      <p:to>
                                        <p:strVal val="visible"/>
                                      </p:to>
                                    </p:set>
                                    <p:anim calcmode="lin" valueType="num">
                                      <p:cBhvr additive="base">
                                        <p:cTn id="23" dur="500" fill="hold"/>
                                        <p:tgtEl>
                                          <p:spTgt spid="44037"/>
                                        </p:tgtEl>
                                        <p:attrNameLst>
                                          <p:attrName>ppt_x</p:attrName>
                                        </p:attrNameLst>
                                      </p:cBhvr>
                                      <p:tavLst>
                                        <p:tav tm="0">
                                          <p:val>
                                            <p:strVal val="#ppt_x"/>
                                          </p:val>
                                        </p:tav>
                                        <p:tav tm="100000">
                                          <p:val>
                                            <p:strVal val="#ppt_x"/>
                                          </p:val>
                                        </p:tav>
                                      </p:tavLst>
                                    </p:anim>
                                    <p:anim calcmode="lin" valueType="num">
                                      <p:cBhvr additive="base">
                                        <p:cTn id="24" dur="500" fill="hold"/>
                                        <p:tgtEl>
                                          <p:spTgt spid="4403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4038"/>
                                        </p:tgtEl>
                                        <p:attrNameLst>
                                          <p:attrName>style.visibility</p:attrName>
                                        </p:attrNameLst>
                                      </p:cBhvr>
                                      <p:to>
                                        <p:strVal val="visible"/>
                                      </p:to>
                                    </p:set>
                                    <p:anim calcmode="lin" valueType="num">
                                      <p:cBhvr additive="base">
                                        <p:cTn id="27" dur="500" fill="hold"/>
                                        <p:tgtEl>
                                          <p:spTgt spid="44038"/>
                                        </p:tgtEl>
                                        <p:attrNameLst>
                                          <p:attrName>ppt_x</p:attrName>
                                        </p:attrNameLst>
                                      </p:cBhvr>
                                      <p:tavLst>
                                        <p:tav tm="0">
                                          <p:val>
                                            <p:strVal val="#ppt_x"/>
                                          </p:val>
                                        </p:tav>
                                        <p:tav tm="100000">
                                          <p:val>
                                            <p:strVal val="#ppt_x"/>
                                          </p:val>
                                        </p:tav>
                                      </p:tavLst>
                                    </p:anim>
                                    <p:anim calcmode="lin" valueType="num">
                                      <p:cBhvr additive="base">
                                        <p:cTn id="28" dur="500" fill="hold"/>
                                        <p:tgtEl>
                                          <p:spTgt spid="44038"/>
                                        </p:tgtEl>
                                        <p:attrNameLst>
                                          <p:attrName>ppt_y</p:attrName>
                                        </p:attrNameLst>
                                      </p:cBhvr>
                                      <p:tavLst>
                                        <p:tav tm="0">
                                          <p:val>
                                            <p:strVal val="1+#ppt_h/2"/>
                                          </p:val>
                                        </p:tav>
                                        <p:tav tm="100000">
                                          <p:val>
                                            <p:strVal val="#ppt_y"/>
                                          </p:val>
                                        </p:tav>
                                      </p:tavLst>
                                    </p:anim>
                                  </p:childTnLst>
                                </p:cTn>
                              </p:par>
                            </p:childTnLst>
                          </p:cTn>
                        </p:par>
                        <p:par>
                          <p:cTn id="29" fill="hold">
                            <p:stCondLst>
                              <p:cond delay="500"/>
                            </p:stCondLst>
                            <p:childTnLst>
                              <p:par>
                                <p:cTn id="30" presetID="2" presetClass="entr" presetSubtype="4" fill="hold" nodeType="afterEffect">
                                  <p:stCondLst>
                                    <p:cond delay="0"/>
                                  </p:stCondLst>
                                  <p:childTnLst>
                                    <p:set>
                                      <p:cBhvr>
                                        <p:cTn id="31" dur="1" fill="hold">
                                          <p:stCondLst>
                                            <p:cond delay="0"/>
                                          </p:stCondLst>
                                        </p:cTn>
                                        <p:tgtEl>
                                          <p:spTgt spid="44035">
                                            <p:txEl>
                                              <p:pRg st="7" end="7"/>
                                            </p:txEl>
                                          </p:spTgt>
                                        </p:tgtEl>
                                        <p:attrNameLst>
                                          <p:attrName>style.visibility</p:attrName>
                                        </p:attrNameLst>
                                      </p:cBhvr>
                                      <p:to>
                                        <p:strVal val="visible"/>
                                      </p:to>
                                    </p:set>
                                    <p:anim calcmode="lin" valueType="num">
                                      <p:cBhvr additive="base">
                                        <p:cTn id="32" dur="500" fill="hold"/>
                                        <p:tgtEl>
                                          <p:spTgt spid="44035">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4035">
                                            <p:txEl>
                                              <p:pRg st="7" end="7"/>
                                            </p:txEl>
                                          </p:spTgt>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ppt_x"/>
                                          </p:val>
                                        </p:tav>
                                        <p:tav tm="100000">
                                          <p:val>
                                            <p:strVal val="#ppt_x"/>
                                          </p:val>
                                        </p:tav>
                                      </p:tavLst>
                                    </p:anim>
                                    <p:anim calcmode="lin" valueType="num">
                                      <p:cBhvr additive="base">
                                        <p:cTn id="3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A593D31D-B044-4261-8367-E947679D5550}"/>
              </a:ext>
            </a:extLst>
          </p:cNvPr>
          <p:cNvSpPr>
            <a:spLocks noGrp="1" noChangeArrowheads="1"/>
          </p:cNvSpPr>
          <p:nvPr>
            <p:ph type="title"/>
          </p:nvPr>
        </p:nvSpPr>
        <p:spPr/>
        <p:txBody>
          <a:bodyPr/>
          <a:lstStyle/>
          <a:p>
            <a:pPr eaLnBrk="1" hangingPunct="1"/>
            <a:r>
              <a:rPr lang="en-US" altLang="zh-CN" dirty="0"/>
              <a:t>5.3.2 </a:t>
            </a:r>
            <a:r>
              <a:rPr lang="zh-CN" altLang="en-US" dirty="0"/>
              <a:t>类型系统</a:t>
            </a:r>
          </a:p>
        </p:txBody>
      </p:sp>
      <p:sp>
        <p:nvSpPr>
          <p:cNvPr id="45059" name="Rectangle 3">
            <a:extLst>
              <a:ext uri="{FF2B5EF4-FFF2-40B4-BE49-F238E27FC236}">
                <a16:creationId xmlns:a16="http://schemas.microsoft.com/office/drawing/2014/main" id="{8C25DA74-B1CB-42BF-93C7-0D369A82DB01}"/>
              </a:ext>
            </a:extLst>
          </p:cNvPr>
          <p:cNvSpPr>
            <a:spLocks noGrp="1" noChangeArrowheads="1"/>
          </p:cNvSpPr>
          <p:nvPr>
            <p:ph idx="1"/>
          </p:nvPr>
        </p:nvSpPr>
        <p:spPr>
          <a:xfrm>
            <a:off x="280134" y="1257300"/>
            <a:ext cx="8652444" cy="4919663"/>
          </a:xfrm>
        </p:spPr>
        <p:txBody>
          <a:bodyPr>
            <a:normAutofit/>
          </a:bodyPr>
          <a:lstStyle/>
          <a:p>
            <a:r>
              <a:rPr lang="zh-CN" altLang="en-US" dirty="0">
                <a:solidFill>
                  <a:schemeClr val="accent6">
                    <a:lumMod val="75000"/>
                  </a:schemeClr>
                </a:solidFill>
                <a:latin typeface="宋体" panose="02010600030101010101" pitchFamily="2" charset="-122"/>
              </a:rPr>
              <a:t>定型规则</a:t>
            </a:r>
            <a:r>
              <a:rPr lang="en-US" altLang="zh-CN" dirty="0">
                <a:solidFill>
                  <a:schemeClr val="accent6">
                    <a:lumMod val="75000"/>
                  </a:schemeClr>
                </a:solidFill>
              </a:rPr>
              <a:t>——</a:t>
            </a:r>
            <a:r>
              <a:rPr lang="zh-CN" altLang="en-US" dirty="0">
                <a:solidFill>
                  <a:schemeClr val="accent6">
                    <a:lumMod val="75000"/>
                  </a:schemeClr>
                </a:solidFill>
                <a:latin typeface="宋体" panose="02010600030101010101" pitchFamily="2" charset="-122"/>
              </a:rPr>
              <a:t>表达式</a:t>
            </a:r>
          </a:p>
          <a:p>
            <a:pPr algn="just" eaLnBrk="1" hangingPunct="1">
              <a:lnSpc>
                <a:spcPct val="90000"/>
              </a:lnSpc>
              <a:buFont typeface="Wingdings" panose="05000000000000000000" pitchFamily="2" charset="2"/>
              <a:buNone/>
            </a:pPr>
            <a:endParaRPr lang="en-US" altLang="zh-CN" sz="2400" b="1" dirty="0"/>
          </a:p>
          <a:p>
            <a:pPr algn="just" eaLnBrk="1" hangingPunct="1">
              <a:lnSpc>
                <a:spcPct val="90000"/>
              </a:lnSpc>
              <a:buFont typeface="Wingdings" panose="05000000000000000000" pitchFamily="2" charset="2"/>
              <a:buNone/>
            </a:pPr>
            <a:r>
              <a:rPr lang="en-US" altLang="zh-CN" sz="2400" b="1" dirty="0"/>
              <a:t>(Exp Mod)	</a:t>
            </a:r>
          </a:p>
          <a:p>
            <a:pPr algn="just" eaLnBrk="1" hangingPunct="1">
              <a:lnSpc>
                <a:spcPct val="90000"/>
              </a:lnSpc>
              <a:buFont typeface="Wingdings" panose="05000000000000000000" pitchFamily="2" charset="2"/>
              <a:buNone/>
            </a:pPr>
            <a:endParaRPr lang="en-US" altLang="zh-CN" sz="2400" b="1" dirty="0"/>
          </a:p>
          <a:p>
            <a:pPr algn="just" eaLnBrk="1" hangingPunct="1">
              <a:lnSpc>
                <a:spcPct val="90000"/>
              </a:lnSpc>
              <a:buFont typeface="Wingdings" panose="05000000000000000000" pitchFamily="2" charset="2"/>
              <a:buNone/>
            </a:pPr>
            <a:r>
              <a:rPr lang="en-US" altLang="zh-CN" sz="2400" b="1" dirty="0"/>
              <a:t>(Exp Index)                                                                   (0</a:t>
            </a:r>
            <a:r>
              <a:rPr lang="en-US" altLang="zh-CN" sz="2400" b="1" dirty="0">
                <a:sym typeface="Symbol" panose="05050102010706020507" pitchFamily="18" charset="2"/>
              </a:rPr>
              <a:t></a:t>
            </a:r>
            <a:r>
              <a:rPr lang="en-US" altLang="zh-CN" sz="2400" b="1" i="1" dirty="0"/>
              <a:t>E</a:t>
            </a:r>
            <a:r>
              <a:rPr lang="en-US" altLang="zh-CN" sz="2400" b="1" baseline="-25000" dirty="0"/>
              <a:t>2</a:t>
            </a:r>
            <a:r>
              <a:rPr lang="en-US" altLang="zh-CN" sz="2400" b="1" dirty="0"/>
              <a:t>.val</a:t>
            </a:r>
            <a:r>
              <a:rPr lang="en-US" altLang="zh-CN" sz="2400" b="1" baseline="-25000" dirty="0"/>
              <a:t> </a:t>
            </a:r>
            <a:r>
              <a:rPr lang="en-US" altLang="zh-CN" sz="2400" b="1" dirty="0">
                <a:sym typeface="Symbol" panose="05050102010706020507" pitchFamily="18" charset="2"/>
              </a:rPr>
              <a:t>&lt;</a:t>
            </a:r>
            <a:r>
              <a:rPr lang="en-US" altLang="zh-CN" sz="2400" b="1" baseline="-25000" dirty="0"/>
              <a:t> </a:t>
            </a:r>
            <a:r>
              <a:rPr lang="en-US" altLang="zh-CN" sz="2400" b="1" i="1" dirty="0"/>
              <a:t>N</a:t>
            </a:r>
            <a:r>
              <a:rPr lang="en-US" altLang="zh-CN" sz="2400" b="1" dirty="0"/>
              <a:t>)</a:t>
            </a:r>
          </a:p>
          <a:p>
            <a:pPr algn="just" eaLnBrk="1" hangingPunct="1">
              <a:lnSpc>
                <a:spcPct val="90000"/>
              </a:lnSpc>
              <a:buFont typeface="Wingdings" panose="05000000000000000000" pitchFamily="2" charset="2"/>
              <a:buNone/>
            </a:pPr>
            <a:endParaRPr lang="en-US" altLang="zh-CN" sz="2400" b="1" i="1" dirty="0">
              <a:sym typeface="Symbol" panose="05050102010706020507" pitchFamily="18" charset="2"/>
            </a:endParaRPr>
          </a:p>
          <a:p>
            <a:pPr algn="just" eaLnBrk="1" hangingPunct="1">
              <a:lnSpc>
                <a:spcPct val="90000"/>
              </a:lnSpc>
              <a:buFont typeface="Wingdings" panose="05000000000000000000" pitchFamily="2" charset="2"/>
              <a:buNone/>
            </a:pPr>
            <a:r>
              <a:rPr lang="en-US" altLang="zh-CN" sz="2400" b="1" dirty="0"/>
              <a:t>(Exp </a:t>
            </a:r>
            <a:r>
              <a:rPr lang="en-US" altLang="zh-CN" sz="2400" b="1" dirty="0" err="1"/>
              <a:t>Deref</a:t>
            </a:r>
            <a:r>
              <a:rPr lang="en-US" altLang="zh-CN" sz="2400" b="1" dirty="0"/>
              <a:t>)</a:t>
            </a:r>
          </a:p>
          <a:p>
            <a:pPr algn="just" eaLnBrk="1" hangingPunct="1">
              <a:lnSpc>
                <a:spcPct val="90000"/>
              </a:lnSpc>
              <a:buFont typeface="Wingdings" panose="05000000000000000000" pitchFamily="2" charset="2"/>
              <a:buNone/>
            </a:pPr>
            <a:endParaRPr lang="en-US" altLang="zh-CN" sz="2400" b="1" dirty="0"/>
          </a:p>
          <a:p>
            <a:pPr algn="just" eaLnBrk="1" hangingPunct="1">
              <a:lnSpc>
                <a:spcPct val="90000"/>
              </a:lnSpc>
              <a:buFont typeface="Wingdings" panose="05000000000000000000" pitchFamily="2" charset="2"/>
              <a:buNone/>
            </a:pPr>
            <a:r>
              <a:rPr lang="en-US" altLang="zh-CN" sz="2400" b="1" dirty="0"/>
              <a:t>(Exp </a:t>
            </a:r>
            <a:r>
              <a:rPr lang="en-US" altLang="zh-CN" sz="2400" b="1" dirty="0" err="1"/>
              <a:t>FunCall</a:t>
            </a:r>
            <a:r>
              <a:rPr lang="en-US" altLang="zh-CN" sz="2400" b="1" dirty="0"/>
              <a:t>)</a:t>
            </a:r>
            <a:endParaRPr lang="en-US" altLang="zh-CN" sz="2400" i="1" dirty="0">
              <a:sym typeface="Symbol" panose="05050102010706020507" pitchFamily="18" charset="2"/>
            </a:endParaRPr>
          </a:p>
          <a:p>
            <a:pPr eaLnBrk="1" hangingPunct="1">
              <a:lnSpc>
                <a:spcPct val="90000"/>
              </a:lnSpc>
            </a:pPr>
            <a:endParaRPr lang="en-US" altLang="zh-CN" sz="2400" dirty="0"/>
          </a:p>
        </p:txBody>
      </p:sp>
      <p:sp>
        <p:nvSpPr>
          <p:cNvPr id="2" name="日期占位符 1">
            <a:extLst>
              <a:ext uri="{FF2B5EF4-FFF2-40B4-BE49-F238E27FC236}">
                <a16:creationId xmlns:a16="http://schemas.microsoft.com/office/drawing/2014/main" id="{15B3F638-DC77-C5F1-1656-D5AB492DA1FE}"/>
              </a:ext>
            </a:extLst>
          </p:cNvPr>
          <p:cNvSpPr>
            <a:spLocks noGrp="1"/>
          </p:cNvSpPr>
          <p:nvPr>
            <p:ph type="dt" sz="half" idx="10"/>
          </p:nvPr>
        </p:nvSpPr>
        <p:spPr/>
        <p:txBody>
          <a:bodyPr/>
          <a:lstStyle/>
          <a:p>
            <a:fld id="{10DA627E-95D5-4836-B509-8973F39A816D}"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3CC18926-CDD9-2F71-F734-80A94737550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6903CA67-030A-146B-1281-641B70E70D30}"/>
              </a:ext>
            </a:extLst>
          </p:cNvPr>
          <p:cNvSpPr>
            <a:spLocks noGrp="1"/>
          </p:cNvSpPr>
          <p:nvPr>
            <p:ph type="sldNum" sz="quarter" idx="12"/>
          </p:nvPr>
        </p:nvSpPr>
        <p:spPr/>
        <p:txBody>
          <a:bodyPr/>
          <a:lstStyle/>
          <a:p>
            <a:fld id="{094DEB03-EFC6-4C20-8FC8-295189A5386F}" type="slidenum">
              <a:rPr lang="zh-CN" altLang="en-US" smtClean="0"/>
              <a:pPr/>
              <a:t>14</a:t>
            </a:fld>
            <a:endParaRPr lang="zh-CN" altLang="en-US"/>
          </a:p>
        </p:txBody>
      </p:sp>
      <p:grpSp>
        <p:nvGrpSpPr>
          <p:cNvPr id="45060" name="Group 4">
            <a:extLst>
              <a:ext uri="{FF2B5EF4-FFF2-40B4-BE49-F238E27FC236}">
                <a16:creationId xmlns:a16="http://schemas.microsoft.com/office/drawing/2014/main" id="{1982799A-3640-4796-82D3-46FFED5B95FB}"/>
              </a:ext>
            </a:extLst>
          </p:cNvPr>
          <p:cNvGrpSpPr>
            <a:grpSpLocks/>
          </p:cNvGrpSpPr>
          <p:nvPr/>
        </p:nvGrpSpPr>
        <p:grpSpPr bwMode="auto">
          <a:xfrm>
            <a:off x="1728548" y="2157141"/>
            <a:ext cx="4878388" cy="762000"/>
            <a:chOff x="2971" y="3702"/>
            <a:chExt cx="2404" cy="480"/>
          </a:xfrm>
        </p:grpSpPr>
        <p:sp>
          <p:nvSpPr>
            <p:cNvPr id="45067" name="Rectangle 5" descr="Green marble">
              <a:extLst>
                <a:ext uri="{FF2B5EF4-FFF2-40B4-BE49-F238E27FC236}">
                  <a16:creationId xmlns:a16="http://schemas.microsoft.com/office/drawing/2014/main" id="{87113D98-8785-4C01-8307-BC8774DCF4B2}"/>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i="1" dirty="0">
                  <a:ea typeface="宋体" panose="02010600030101010101" pitchFamily="2" charset="-122"/>
                </a:rPr>
                <a:t>integer</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i="1" dirty="0">
                  <a:ea typeface="宋体" panose="02010600030101010101" pitchFamily="2" charset="-122"/>
                </a:rPr>
                <a:t>integer</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solidFill>
                    <a:schemeClr val="bg1"/>
                  </a:solidFill>
                  <a:ea typeface="宋体" panose="02010600030101010101" pitchFamily="2" charset="-122"/>
                </a:rPr>
                <a:t>E</a:t>
              </a:r>
              <a:r>
                <a:rPr lang="en-US" altLang="zh-CN" sz="2400" b="1" baseline="-25000" dirty="0">
                  <a:solidFill>
                    <a:schemeClr val="bg1"/>
                  </a:solidFill>
                  <a:ea typeface="宋体" panose="02010600030101010101" pitchFamily="2" charset="-122"/>
                </a:rPr>
                <a:t>1</a:t>
              </a:r>
              <a:r>
                <a:rPr lang="en-US" altLang="zh-CN" sz="2400" b="1" dirty="0">
                  <a:solidFill>
                    <a:schemeClr val="bg1"/>
                  </a:solidFill>
                  <a:ea typeface="宋体" panose="02010600030101010101" pitchFamily="2" charset="-122"/>
                </a:rPr>
                <a:t> mod</a:t>
              </a:r>
              <a:r>
                <a:rPr lang="en-US" altLang="zh-CN" sz="2400" b="1" i="1" dirty="0">
                  <a:solidFill>
                    <a:schemeClr val="bg1"/>
                  </a:solidFill>
                  <a:ea typeface="宋体" panose="02010600030101010101" pitchFamily="2" charset="-122"/>
                </a:rPr>
                <a:t> E</a:t>
              </a:r>
              <a:r>
                <a:rPr lang="en-US" altLang="zh-CN" sz="2400" b="1" baseline="-25000" dirty="0">
                  <a:solidFill>
                    <a:schemeClr val="bg1"/>
                  </a:solidFill>
                  <a:ea typeface="宋体" panose="02010600030101010101" pitchFamily="2" charset="-122"/>
                </a:rPr>
                <a:t>2</a:t>
              </a:r>
              <a:r>
                <a:rPr lang="en-US" altLang="zh-CN" sz="2400" b="1" dirty="0">
                  <a:ea typeface="宋体" panose="02010600030101010101" pitchFamily="2" charset="-122"/>
                </a:rPr>
                <a:t>: </a:t>
              </a:r>
              <a:r>
                <a:rPr lang="en-US" altLang="zh-CN" sz="2400" b="1" i="1" dirty="0">
                  <a:ea typeface="宋体" panose="02010600030101010101" pitchFamily="2" charset="-122"/>
                </a:rPr>
                <a:t>integer</a:t>
              </a:r>
            </a:p>
          </p:txBody>
        </p:sp>
        <p:sp>
          <p:nvSpPr>
            <p:cNvPr id="45068" name="Line 6">
              <a:extLst>
                <a:ext uri="{FF2B5EF4-FFF2-40B4-BE49-F238E27FC236}">
                  <a16:creationId xmlns:a16="http://schemas.microsoft.com/office/drawing/2014/main" id="{6865202E-6C16-470D-B28C-197036EF6C4E}"/>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5061" name="Group 7">
            <a:extLst>
              <a:ext uri="{FF2B5EF4-FFF2-40B4-BE49-F238E27FC236}">
                <a16:creationId xmlns:a16="http://schemas.microsoft.com/office/drawing/2014/main" id="{667C4BCF-4D42-4275-A0EF-DB113CB574AB}"/>
              </a:ext>
            </a:extLst>
          </p:cNvPr>
          <p:cNvGrpSpPr>
            <a:grpSpLocks/>
          </p:cNvGrpSpPr>
          <p:nvPr/>
        </p:nvGrpSpPr>
        <p:grpSpPr bwMode="auto">
          <a:xfrm>
            <a:off x="1651171" y="3101492"/>
            <a:ext cx="5457825" cy="762000"/>
            <a:chOff x="2971" y="3702"/>
            <a:chExt cx="2404" cy="480"/>
          </a:xfrm>
        </p:grpSpPr>
        <p:sp>
          <p:nvSpPr>
            <p:cNvPr id="45065" name="Rectangle 8" descr="Green marble">
              <a:extLst>
                <a:ext uri="{FF2B5EF4-FFF2-40B4-BE49-F238E27FC236}">
                  <a16:creationId xmlns:a16="http://schemas.microsoft.com/office/drawing/2014/main" id="{42C6EDA0-2074-4F32-A19C-920F46FD660B}"/>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i="1" dirty="0">
                  <a:ea typeface="宋体" panose="02010600030101010101" pitchFamily="2" charset="-122"/>
                </a:rPr>
                <a:t>array</a:t>
              </a:r>
              <a:r>
                <a:rPr lang="en-US" altLang="zh-CN" sz="2400" b="1" dirty="0">
                  <a:ea typeface="宋体" panose="02010600030101010101" pitchFamily="2" charset="-122"/>
                </a:rPr>
                <a:t>(</a:t>
              </a:r>
              <a:r>
                <a:rPr lang="en-US" altLang="zh-CN" sz="2400" b="1" i="1" dirty="0">
                  <a:ea typeface="宋体" panose="02010600030101010101" pitchFamily="2" charset="-122"/>
                </a:rPr>
                <a:t>N</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i="1" dirty="0">
                  <a:ea typeface="宋体" panose="02010600030101010101" pitchFamily="2" charset="-122"/>
                </a:rPr>
                <a:t>integer</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solidFill>
                    <a:schemeClr val="bg1"/>
                  </a:solidFill>
                  <a:ea typeface="宋体" panose="02010600030101010101" pitchFamily="2" charset="-122"/>
                </a:rPr>
                <a:t>E</a:t>
              </a:r>
              <a:r>
                <a:rPr lang="en-US" altLang="zh-CN" sz="2400" b="1" baseline="-25000" dirty="0">
                  <a:solidFill>
                    <a:schemeClr val="bg1"/>
                  </a:solidFill>
                  <a:ea typeface="宋体" panose="02010600030101010101" pitchFamily="2" charset="-122"/>
                </a:rPr>
                <a:t>1</a:t>
              </a:r>
              <a:r>
                <a:rPr lang="en-US" altLang="zh-CN" sz="2400" b="1" dirty="0">
                  <a:solidFill>
                    <a:schemeClr val="bg1"/>
                  </a:solidFill>
                  <a:ea typeface="宋体" panose="02010600030101010101" pitchFamily="2" charset="-122"/>
                </a:rPr>
                <a:t>[</a:t>
              </a:r>
              <a:r>
                <a:rPr lang="en-US" altLang="zh-CN" sz="2400" b="1" i="1" dirty="0">
                  <a:solidFill>
                    <a:schemeClr val="bg1"/>
                  </a:solidFill>
                  <a:ea typeface="宋体" panose="02010600030101010101" pitchFamily="2" charset="-122"/>
                </a:rPr>
                <a:t>E</a:t>
              </a:r>
              <a:r>
                <a:rPr lang="en-US" altLang="zh-CN" sz="2400" b="1" baseline="-25000" dirty="0">
                  <a:solidFill>
                    <a:schemeClr val="bg1"/>
                  </a:solidFill>
                  <a:ea typeface="宋体" panose="02010600030101010101" pitchFamily="2" charset="-122"/>
                </a:rPr>
                <a:t>2</a:t>
              </a:r>
              <a:r>
                <a:rPr lang="en-US" altLang="zh-CN" sz="2400" b="1" dirty="0">
                  <a:solidFill>
                    <a:schemeClr val="bg1"/>
                  </a:solidFill>
                  <a:ea typeface="宋体" panose="02010600030101010101" pitchFamily="2" charset="-122"/>
                </a:rPr>
                <a:t>] </a:t>
              </a:r>
              <a:r>
                <a:rPr lang="en-US" altLang="zh-CN" sz="2400" b="1" dirty="0">
                  <a:ea typeface="宋体" panose="02010600030101010101" pitchFamily="2" charset="-122"/>
                </a:rPr>
                <a:t>: </a:t>
              </a:r>
              <a:r>
                <a:rPr lang="en-US" altLang="zh-CN" sz="2400" b="1" i="1" dirty="0">
                  <a:ea typeface="宋体" panose="02010600030101010101" pitchFamily="2" charset="-122"/>
                </a:rPr>
                <a:t>T</a:t>
              </a:r>
            </a:p>
          </p:txBody>
        </p:sp>
        <p:sp>
          <p:nvSpPr>
            <p:cNvPr id="45066" name="Line 9">
              <a:extLst>
                <a:ext uri="{FF2B5EF4-FFF2-40B4-BE49-F238E27FC236}">
                  <a16:creationId xmlns:a16="http://schemas.microsoft.com/office/drawing/2014/main" id="{F0717A23-57DE-43B2-B799-6864062601E1}"/>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5062" name="Group 10">
            <a:extLst>
              <a:ext uri="{FF2B5EF4-FFF2-40B4-BE49-F238E27FC236}">
                <a16:creationId xmlns:a16="http://schemas.microsoft.com/office/drawing/2014/main" id="{D6275C1A-0BA8-4C6F-A051-CF2788955515}"/>
              </a:ext>
            </a:extLst>
          </p:cNvPr>
          <p:cNvGrpSpPr>
            <a:grpSpLocks/>
          </p:cNvGrpSpPr>
          <p:nvPr/>
        </p:nvGrpSpPr>
        <p:grpSpPr bwMode="auto">
          <a:xfrm>
            <a:off x="1916234" y="4026095"/>
            <a:ext cx="2774950" cy="762000"/>
            <a:chOff x="2971" y="3702"/>
            <a:chExt cx="2404" cy="480"/>
          </a:xfrm>
        </p:grpSpPr>
        <p:sp>
          <p:nvSpPr>
            <p:cNvPr id="45063" name="Rectangle 11" descr="Green marble">
              <a:extLst>
                <a:ext uri="{FF2B5EF4-FFF2-40B4-BE49-F238E27FC236}">
                  <a16:creationId xmlns:a16="http://schemas.microsoft.com/office/drawing/2014/main" id="{DCEA2340-A32E-4362-9318-D70303EB8077}"/>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 </a:t>
              </a:r>
              <a:r>
                <a:rPr lang="en-US" altLang="zh-CN" sz="2400" b="1" dirty="0">
                  <a:ea typeface="宋体" panose="02010600030101010101" pitchFamily="2" charset="-122"/>
                </a:rPr>
                <a:t>: </a:t>
              </a:r>
              <a:r>
                <a:rPr lang="en-US" altLang="zh-CN" sz="2400" b="1" i="1" dirty="0">
                  <a:ea typeface="宋体" panose="02010600030101010101" pitchFamily="2" charset="-122"/>
                  <a:sym typeface="Symbol" panose="05050102010706020507" pitchFamily="18" charset="2"/>
                </a:rPr>
                <a:t>pointer</a:t>
              </a:r>
              <a:r>
                <a:rPr lang="en-US" altLang="zh-CN" sz="2400" b="1" dirty="0">
                  <a:ea typeface="宋体" panose="02010600030101010101" pitchFamily="2" charset="-122"/>
                  <a:sym typeface="Symbol" panose="05050102010706020507" pitchFamily="18" charset="2"/>
                </a:rPr>
                <a:t>(</a:t>
              </a:r>
              <a:r>
                <a:rPr lang="en-US" altLang="zh-CN" sz="2400" b="1" i="1" dirty="0">
                  <a:ea typeface="宋体" panose="02010600030101010101" pitchFamily="2" charset="-122"/>
                </a:rPr>
                <a:t>T</a:t>
              </a:r>
              <a:r>
                <a:rPr lang="en-US" altLang="zh-CN" sz="2400" b="1" dirty="0">
                  <a:ea typeface="宋体" panose="02010600030101010101" pitchFamily="2" charset="-122"/>
                </a:rPr>
                <a:t>)</a:t>
              </a:r>
              <a:endParaRPr lang="en-US" altLang="zh-CN" sz="2400" b="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solidFill>
                    <a:schemeClr val="bg1"/>
                  </a:solidFill>
                  <a:ea typeface="宋体" panose="02010600030101010101" pitchFamily="2" charset="-122"/>
                </a:rPr>
                <a:t>E</a:t>
              </a:r>
              <a:r>
                <a:rPr lang="en-US" altLang="zh-CN" sz="2400" b="1" dirty="0">
                  <a:solidFill>
                    <a:schemeClr val="bg1"/>
                  </a:solidFill>
                  <a:ea typeface="宋体" panose="02010600030101010101" pitchFamily="2" charset="-122"/>
                  <a:sym typeface="Symbol" panose="05050102010706020507" pitchFamily="18" charset="2"/>
                </a:rPr>
                <a:t></a:t>
              </a:r>
              <a:r>
                <a:rPr lang="en-US" altLang="zh-CN" sz="2400" b="1" i="1" dirty="0">
                  <a:solidFill>
                    <a:srgbClr val="00B050"/>
                  </a:solidFill>
                  <a:ea typeface="宋体" panose="02010600030101010101" pitchFamily="2" charset="-122"/>
                </a:rPr>
                <a:t> </a:t>
              </a:r>
              <a:r>
                <a:rPr lang="en-US" altLang="zh-CN" sz="2400" b="1" dirty="0">
                  <a:ea typeface="宋体" panose="02010600030101010101" pitchFamily="2" charset="-122"/>
                </a:rPr>
                <a:t>: </a:t>
              </a:r>
              <a:r>
                <a:rPr lang="en-US" altLang="zh-CN" sz="2400" b="1" i="1" dirty="0">
                  <a:ea typeface="宋体" panose="02010600030101010101" pitchFamily="2" charset="-122"/>
                </a:rPr>
                <a:t>T</a:t>
              </a:r>
            </a:p>
          </p:txBody>
        </p:sp>
        <p:sp>
          <p:nvSpPr>
            <p:cNvPr id="45064" name="Line 12">
              <a:extLst>
                <a:ext uri="{FF2B5EF4-FFF2-40B4-BE49-F238E27FC236}">
                  <a16:creationId xmlns:a16="http://schemas.microsoft.com/office/drawing/2014/main" id="{8956FA25-58B0-456B-A0B4-C758668BE282}"/>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13" name="Group 4">
            <a:extLst>
              <a:ext uri="{FF2B5EF4-FFF2-40B4-BE49-F238E27FC236}">
                <a16:creationId xmlns:a16="http://schemas.microsoft.com/office/drawing/2014/main" id="{DD9C5003-A0D5-48BB-9D8D-9E153129E2AA}"/>
              </a:ext>
            </a:extLst>
          </p:cNvPr>
          <p:cNvGrpSpPr>
            <a:grpSpLocks/>
          </p:cNvGrpSpPr>
          <p:nvPr/>
        </p:nvGrpSpPr>
        <p:grpSpPr bwMode="auto">
          <a:xfrm>
            <a:off x="2335486" y="4945684"/>
            <a:ext cx="5400675" cy="762000"/>
            <a:chOff x="2971" y="3702"/>
            <a:chExt cx="2404" cy="480"/>
          </a:xfrm>
        </p:grpSpPr>
        <p:sp>
          <p:nvSpPr>
            <p:cNvPr id="14" name="Rectangle 5" descr="Green marble">
              <a:extLst>
                <a:ext uri="{FF2B5EF4-FFF2-40B4-BE49-F238E27FC236}">
                  <a16:creationId xmlns:a16="http://schemas.microsoft.com/office/drawing/2014/main" id="{A396FECD-3BC4-4C8F-BD51-A4ECCE64A818}"/>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baseline="-25000" dirty="0">
                  <a:ea typeface="宋体" panose="02010600030101010101" pitchFamily="2" charset="-122"/>
                </a:rPr>
                <a:t>1</a:t>
              </a:r>
              <a:r>
                <a:rPr lang="en-US" altLang="zh-CN" sz="2400" b="1" i="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baseline="-25000" dirty="0">
                  <a:ea typeface="宋体" panose="02010600030101010101" pitchFamily="2" charset="-122"/>
                </a:rPr>
                <a:t>1</a:t>
              </a: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solidFill>
                    <a:schemeClr val="bg1"/>
                  </a:solidFill>
                  <a:ea typeface="宋体" panose="02010600030101010101" pitchFamily="2" charset="-122"/>
                </a:rPr>
                <a:t>E</a:t>
              </a:r>
              <a:r>
                <a:rPr lang="en-US" altLang="zh-CN" sz="2400" b="1" baseline="-25000" dirty="0">
                  <a:solidFill>
                    <a:schemeClr val="bg1"/>
                  </a:solidFill>
                  <a:ea typeface="宋体" panose="02010600030101010101" pitchFamily="2" charset="-122"/>
                </a:rPr>
                <a:t>1</a:t>
              </a:r>
              <a:r>
                <a:rPr lang="en-US" altLang="zh-CN" sz="2400" b="1" dirty="0">
                  <a:solidFill>
                    <a:schemeClr val="bg1"/>
                  </a:solidFill>
                  <a:ea typeface="宋体" panose="02010600030101010101" pitchFamily="2" charset="-122"/>
                </a:rPr>
                <a:t> (</a:t>
              </a:r>
              <a:r>
                <a:rPr lang="en-US" altLang="zh-CN" sz="2400" b="1" i="1" dirty="0">
                  <a:solidFill>
                    <a:schemeClr val="bg1"/>
                  </a:solidFill>
                  <a:ea typeface="宋体" panose="02010600030101010101" pitchFamily="2" charset="-122"/>
                </a:rPr>
                <a:t>E</a:t>
              </a:r>
              <a:r>
                <a:rPr lang="en-US" altLang="zh-CN" sz="2400" b="1" baseline="-25000" dirty="0">
                  <a:solidFill>
                    <a:schemeClr val="bg1"/>
                  </a:solidFill>
                  <a:ea typeface="宋体" panose="02010600030101010101" pitchFamily="2" charset="-122"/>
                </a:rPr>
                <a:t>2</a:t>
              </a:r>
              <a:r>
                <a:rPr lang="en-US" altLang="zh-CN" sz="2400" b="1" dirty="0">
                  <a:solidFill>
                    <a:schemeClr val="bg1"/>
                  </a:solidFill>
                  <a:ea typeface="宋体" panose="02010600030101010101" pitchFamily="2" charset="-122"/>
                </a:rPr>
                <a:t>) </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baseline="-25000" dirty="0">
                  <a:ea typeface="宋体" panose="02010600030101010101" pitchFamily="2" charset="-122"/>
                </a:rPr>
                <a:t>2</a:t>
              </a:r>
            </a:p>
          </p:txBody>
        </p:sp>
        <p:sp>
          <p:nvSpPr>
            <p:cNvPr id="15" name="Line 6">
              <a:extLst>
                <a:ext uri="{FF2B5EF4-FFF2-40B4-BE49-F238E27FC236}">
                  <a16:creationId xmlns:a16="http://schemas.microsoft.com/office/drawing/2014/main" id="{9D43605C-60FB-4B06-BDF3-1C98C06D80F2}"/>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5" name="文本框 4">
            <a:extLst>
              <a:ext uri="{FF2B5EF4-FFF2-40B4-BE49-F238E27FC236}">
                <a16:creationId xmlns:a16="http://schemas.microsoft.com/office/drawing/2014/main" id="{38048CDC-4F45-34ED-EA6E-FBBE05CB389D}"/>
              </a:ext>
            </a:extLst>
          </p:cNvPr>
          <p:cNvSpPr txBox="1"/>
          <p:nvPr/>
        </p:nvSpPr>
        <p:spPr>
          <a:xfrm>
            <a:off x="3132448" y="2482238"/>
            <a:ext cx="1598120" cy="461665"/>
          </a:xfrm>
          <a:prstGeom prst="rect">
            <a:avLst/>
          </a:prstGeom>
          <a:noFill/>
          <a:ln>
            <a:noFill/>
          </a:ln>
        </p:spPr>
        <p:txBody>
          <a:bodyPr wrap="square">
            <a:spAutoFit/>
          </a:bodyPr>
          <a:lstStyle/>
          <a:p>
            <a:r>
              <a:rPr lang="en-US" altLang="zh-CN" sz="2400" b="1" i="1" dirty="0">
                <a:solidFill>
                  <a:schemeClr val="accent6">
                    <a:lumMod val="75000"/>
                  </a:schemeClr>
                </a:solidFill>
                <a:ea typeface="宋体" panose="02010600030101010101" pitchFamily="2" charset="-122"/>
              </a:rPr>
              <a:t>E</a:t>
            </a:r>
            <a:r>
              <a:rPr lang="en-US" altLang="zh-CN" sz="2400" b="1" baseline="-25000" dirty="0">
                <a:solidFill>
                  <a:schemeClr val="accent6">
                    <a:lumMod val="75000"/>
                  </a:schemeClr>
                </a:solidFill>
                <a:ea typeface="宋体" panose="02010600030101010101" pitchFamily="2" charset="-122"/>
              </a:rPr>
              <a:t>1</a:t>
            </a:r>
            <a:r>
              <a:rPr lang="en-US" altLang="zh-CN" sz="2400" b="1" dirty="0">
                <a:solidFill>
                  <a:schemeClr val="accent6">
                    <a:lumMod val="75000"/>
                  </a:schemeClr>
                </a:solidFill>
                <a:ea typeface="宋体" panose="02010600030101010101" pitchFamily="2" charset="-122"/>
              </a:rPr>
              <a:t> mod</a:t>
            </a:r>
            <a:r>
              <a:rPr lang="en-US" altLang="zh-CN" sz="2400" b="1" i="1" dirty="0">
                <a:solidFill>
                  <a:schemeClr val="accent6">
                    <a:lumMod val="75000"/>
                  </a:schemeClr>
                </a:solidFill>
                <a:ea typeface="宋体" panose="02010600030101010101" pitchFamily="2" charset="-122"/>
              </a:rPr>
              <a:t> E</a:t>
            </a:r>
            <a:r>
              <a:rPr lang="en-US" altLang="zh-CN" sz="2400" b="1" baseline="-25000" dirty="0">
                <a:solidFill>
                  <a:schemeClr val="accent6">
                    <a:lumMod val="75000"/>
                  </a:schemeClr>
                </a:solidFill>
                <a:ea typeface="宋体" panose="02010600030101010101" pitchFamily="2" charset="-122"/>
              </a:rPr>
              <a:t>2</a:t>
            </a:r>
            <a:endParaRPr lang="zh-CN" altLang="en-US" dirty="0">
              <a:solidFill>
                <a:schemeClr val="accent6">
                  <a:lumMod val="75000"/>
                </a:schemeClr>
              </a:solidFill>
            </a:endParaRPr>
          </a:p>
        </p:txBody>
      </p:sp>
      <p:cxnSp>
        <p:nvCxnSpPr>
          <p:cNvPr id="6" name="直接连接符 5">
            <a:extLst>
              <a:ext uri="{FF2B5EF4-FFF2-40B4-BE49-F238E27FC236}">
                <a16:creationId xmlns:a16="http://schemas.microsoft.com/office/drawing/2014/main" id="{0A554709-5E66-EF32-FA87-1A16518B6598}"/>
              </a:ext>
            </a:extLst>
          </p:cNvPr>
          <p:cNvCxnSpPr>
            <a:cxnSpLocks/>
          </p:cNvCxnSpPr>
          <p:nvPr/>
        </p:nvCxnSpPr>
        <p:spPr>
          <a:xfrm>
            <a:off x="3136297" y="2922759"/>
            <a:ext cx="1483273"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图片 8" descr="图标&#10;&#10;描述已自动生成">
            <a:extLst>
              <a:ext uri="{FF2B5EF4-FFF2-40B4-BE49-F238E27FC236}">
                <a16:creationId xmlns:a16="http://schemas.microsoft.com/office/drawing/2014/main" id="{190330FF-9B74-57AF-AC10-53DDD6ABD7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
        <p:nvSpPr>
          <p:cNvPr id="10" name="文本框 9">
            <a:extLst>
              <a:ext uri="{FF2B5EF4-FFF2-40B4-BE49-F238E27FC236}">
                <a16:creationId xmlns:a16="http://schemas.microsoft.com/office/drawing/2014/main" id="{F01D6E3A-12C1-1C56-132E-2E6B936E98AD}"/>
              </a:ext>
            </a:extLst>
          </p:cNvPr>
          <p:cNvSpPr txBox="1"/>
          <p:nvPr/>
        </p:nvSpPr>
        <p:spPr>
          <a:xfrm>
            <a:off x="3950827" y="3412180"/>
            <a:ext cx="1081016" cy="461665"/>
          </a:xfrm>
          <a:prstGeom prst="rect">
            <a:avLst/>
          </a:prstGeom>
          <a:noFill/>
          <a:ln>
            <a:noFill/>
          </a:ln>
        </p:spPr>
        <p:txBody>
          <a:bodyPr wrap="square">
            <a:spAutoFit/>
          </a:bodyPr>
          <a:lstStyle/>
          <a:p>
            <a:r>
              <a:rPr lang="en-US" altLang="zh-CN" sz="2400" b="1" i="1" dirty="0">
                <a:solidFill>
                  <a:schemeClr val="accent6">
                    <a:lumMod val="75000"/>
                  </a:schemeClr>
                </a:solidFill>
                <a:ea typeface="宋体" panose="02010600030101010101" pitchFamily="2" charset="-122"/>
              </a:rPr>
              <a:t>E</a:t>
            </a:r>
            <a:r>
              <a:rPr lang="en-US" altLang="zh-CN" sz="2400" b="1" baseline="-25000" dirty="0">
                <a:solidFill>
                  <a:schemeClr val="accent6">
                    <a:lumMod val="75000"/>
                  </a:schemeClr>
                </a:solidFill>
                <a:ea typeface="宋体" panose="02010600030101010101" pitchFamily="2" charset="-122"/>
              </a:rPr>
              <a:t>1</a:t>
            </a:r>
            <a:r>
              <a:rPr lang="en-US" altLang="zh-CN" sz="2400" b="1" dirty="0">
                <a:solidFill>
                  <a:schemeClr val="accent6">
                    <a:lumMod val="75000"/>
                  </a:schemeClr>
                </a:solidFill>
                <a:ea typeface="宋体" panose="02010600030101010101" pitchFamily="2" charset="-122"/>
              </a:rPr>
              <a:t>[</a:t>
            </a:r>
            <a:r>
              <a:rPr lang="en-US" altLang="zh-CN" sz="2400" b="1" i="1" dirty="0">
                <a:solidFill>
                  <a:schemeClr val="accent6">
                    <a:lumMod val="75000"/>
                  </a:schemeClr>
                </a:solidFill>
                <a:ea typeface="宋体" panose="02010600030101010101" pitchFamily="2" charset="-122"/>
              </a:rPr>
              <a:t>E</a:t>
            </a:r>
            <a:r>
              <a:rPr lang="en-US" altLang="zh-CN" sz="2400" b="1" baseline="-25000" dirty="0">
                <a:solidFill>
                  <a:schemeClr val="accent6">
                    <a:lumMod val="75000"/>
                  </a:schemeClr>
                </a:solidFill>
                <a:ea typeface="宋体" panose="02010600030101010101" pitchFamily="2" charset="-122"/>
              </a:rPr>
              <a:t>2</a:t>
            </a:r>
            <a:r>
              <a:rPr lang="en-US" altLang="zh-CN" sz="2400" b="1" dirty="0">
                <a:solidFill>
                  <a:schemeClr val="accent6">
                    <a:lumMod val="75000"/>
                  </a:schemeClr>
                </a:solidFill>
                <a:ea typeface="宋体" panose="02010600030101010101" pitchFamily="2" charset="-122"/>
              </a:rPr>
              <a:t>]</a:t>
            </a:r>
            <a:endParaRPr lang="zh-CN" altLang="en-US" dirty="0">
              <a:solidFill>
                <a:schemeClr val="accent6">
                  <a:lumMod val="75000"/>
                </a:schemeClr>
              </a:solidFill>
            </a:endParaRPr>
          </a:p>
        </p:txBody>
      </p:sp>
      <p:cxnSp>
        <p:nvCxnSpPr>
          <p:cNvPr id="11" name="直接连接符 10">
            <a:extLst>
              <a:ext uri="{FF2B5EF4-FFF2-40B4-BE49-F238E27FC236}">
                <a16:creationId xmlns:a16="http://schemas.microsoft.com/office/drawing/2014/main" id="{BF4C7686-C325-8E75-8BDE-820C1189E8A2}"/>
              </a:ext>
            </a:extLst>
          </p:cNvPr>
          <p:cNvCxnSpPr>
            <a:cxnSpLocks/>
          </p:cNvCxnSpPr>
          <p:nvPr/>
        </p:nvCxnSpPr>
        <p:spPr>
          <a:xfrm>
            <a:off x="3954676" y="3852701"/>
            <a:ext cx="955599"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900628F-1C3E-CBCB-013D-CC04B68C95E5}"/>
              </a:ext>
            </a:extLst>
          </p:cNvPr>
          <p:cNvSpPr txBox="1"/>
          <p:nvPr/>
        </p:nvSpPr>
        <p:spPr>
          <a:xfrm>
            <a:off x="3088341" y="4382334"/>
            <a:ext cx="590403" cy="461665"/>
          </a:xfrm>
          <a:prstGeom prst="rect">
            <a:avLst/>
          </a:prstGeom>
          <a:noFill/>
          <a:ln>
            <a:noFill/>
          </a:ln>
        </p:spPr>
        <p:txBody>
          <a:bodyPr wrap="square">
            <a:spAutoFit/>
          </a:bodyPr>
          <a:lstStyle/>
          <a:p>
            <a:r>
              <a:rPr lang="en-US" altLang="zh-CN" sz="2400" b="1" i="1" dirty="0">
                <a:solidFill>
                  <a:schemeClr val="accent6">
                    <a:lumMod val="75000"/>
                  </a:schemeClr>
                </a:solidFill>
                <a:ea typeface="宋体" panose="02010600030101010101" pitchFamily="2" charset="-122"/>
              </a:rPr>
              <a:t>E</a:t>
            </a:r>
            <a:r>
              <a:rPr lang="en-US" altLang="zh-CN" sz="2400" b="1" dirty="0">
                <a:solidFill>
                  <a:schemeClr val="accent6">
                    <a:lumMod val="75000"/>
                  </a:schemeClr>
                </a:solidFill>
                <a:ea typeface="宋体" panose="02010600030101010101" pitchFamily="2" charset="-122"/>
                <a:sym typeface="Symbol" panose="05050102010706020507" pitchFamily="18" charset="2"/>
              </a:rPr>
              <a:t></a:t>
            </a:r>
            <a:endParaRPr lang="zh-CN" altLang="en-US" dirty="0">
              <a:solidFill>
                <a:schemeClr val="accent6">
                  <a:lumMod val="75000"/>
                </a:schemeClr>
              </a:solidFill>
            </a:endParaRPr>
          </a:p>
        </p:txBody>
      </p:sp>
      <p:cxnSp>
        <p:nvCxnSpPr>
          <p:cNvPr id="17" name="直接连接符 16">
            <a:extLst>
              <a:ext uri="{FF2B5EF4-FFF2-40B4-BE49-F238E27FC236}">
                <a16:creationId xmlns:a16="http://schemas.microsoft.com/office/drawing/2014/main" id="{5752F872-DABB-67C1-A3BA-4E586FAD7DE5}"/>
              </a:ext>
            </a:extLst>
          </p:cNvPr>
          <p:cNvCxnSpPr>
            <a:cxnSpLocks/>
          </p:cNvCxnSpPr>
          <p:nvPr/>
        </p:nvCxnSpPr>
        <p:spPr>
          <a:xfrm>
            <a:off x="3092190" y="4822855"/>
            <a:ext cx="472140"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84281423-20CD-D266-BF7F-E41D97AD3A7A}"/>
              </a:ext>
            </a:extLst>
          </p:cNvPr>
          <p:cNvSpPr txBox="1"/>
          <p:nvPr/>
        </p:nvSpPr>
        <p:spPr>
          <a:xfrm>
            <a:off x="4491335" y="5258455"/>
            <a:ext cx="1081016" cy="461665"/>
          </a:xfrm>
          <a:prstGeom prst="rect">
            <a:avLst/>
          </a:prstGeom>
          <a:noFill/>
          <a:ln>
            <a:noFill/>
          </a:ln>
        </p:spPr>
        <p:txBody>
          <a:bodyPr wrap="square">
            <a:spAutoFit/>
          </a:bodyPr>
          <a:lstStyle/>
          <a:p>
            <a:r>
              <a:rPr lang="en-US" altLang="zh-CN" sz="2400" b="1" i="1" dirty="0">
                <a:solidFill>
                  <a:schemeClr val="accent6">
                    <a:lumMod val="75000"/>
                  </a:schemeClr>
                </a:solidFill>
                <a:ea typeface="宋体" panose="02010600030101010101" pitchFamily="2" charset="-122"/>
              </a:rPr>
              <a:t>E</a:t>
            </a:r>
            <a:r>
              <a:rPr lang="en-US" altLang="zh-CN" sz="2400" b="1" baseline="-25000" dirty="0">
                <a:solidFill>
                  <a:schemeClr val="accent6">
                    <a:lumMod val="75000"/>
                  </a:schemeClr>
                </a:solidFill>
                <a:ea typeface="宋体" panose="02010600030101010101" pitchFamily="2" charset="-122"/>
              </a:rPr>
              <a:t>1</a:t>
            </a:r>
            <a:r>
              <a:rPr lang="en-US" altLang="zh-CN" sz="2400" b="1" dirty="0">
                <a:solidFill>
                  <a:schemeClr val="accent6">
                    <a:lumMod val="75000"/>
                  </a:schemeClr>
                </a:solidFill>
                <a:ea typeface="宋体" panose="02010600030101010101" pitchFamily="2" charset="-122"/>
              </a:rPr>
              <a:t> (</a:t>
            </a:r>
            <a:r>
              <a:rPr lang="en-US" altLang="zh-CN" sz="2400" b="1" i="1" dirty="0">
                <a:solidFill>
                  <a:schemeClr val="accent6">
                    <a:lumMod val="75000"/>
                  </a:schemeClr>
                </a:solidFill>
                <a:ea typeface="宋体" panose="02010600030101010101" pitchFamily="2" charset="-122"/>
              </a:rPr>
              <a:t>E</a:t>
            </a:r>
            <a:r>
              <a:rPr lang="en-US" altLang="zh-CN" sz="2400" b="1" baseline="-25000" dirty="0">
                <a:solidFill>
                  <a:schemeClr val="accent6">
                    <a:lumMod val="75000"/>
                  </a:schemeClr>
                </a:solidFill>
                <a:ea typeface="宋体" panose="02010600030101010101" pitchFamily="2" charset="-122"/>
              </a:rPr>
              <a:t>2</a:t>
            </a:r>
            <a:r>
              <a:rPr lang="en-US" altLang="zh-CN" sz="2400" b="1" dirty="0">
                <a:solidFill>
                  <a:schemeClr val="accent6">
                    <a:lumMod val="75000"/>
                  </a:schemeClr>
                </a:solidFill>
                <a:ea typeface="宋体" panose="02010600030101010101" pitchFamily="2" charset="-122"/>
              </a:rPr>
              <a:t>)</a:t>
            </a:r>
            <a:endParaRPr lang="zh-CN" altLang="en-US" dirty="0">
              <a:solidFill>
                <a:schemeClr val="accent6">
                  <a:lumMod val="75000"/>
                </a:schemeClr>
              </a:solidFill>
            </a:endParaRPr>
          </a:p>
        </p:txBody>
      </p:sp>
      <p:cxnSp>
        <p:nvCxnSpPr>
          <p:cNvPr id="19" name="直接连接符 18">
            <a:extLst>
              <a:ext uri="{FF2B5EF4-FFF2-40B4-BE49-F238E27FC236}">
                <a16:creationId xmlns:a16="http://schemas.microsoft.com/office/drawing/2014/main" id="{1305E78E-B1F0-9965-1EBD-C9D529661E91}"/>
              </a:ext>
            </a:extLst>
          </p:cNvPr>
          <p:cNvCxnSpPr>
            <a:cxnSpLocks/>
          </p:cNvCxnSpPr>
          <p:nvPr/>
        </p:nvCxnSpPr>
        <p:spPr>
          <a:xfrm>
            <a:off x="4495184" y="5698976"/>
            <a:ext cx="1020757"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59">
                                            <p:txEl>
                                              <p:pRg st="2" end="2"/>
                                            </p:txEl>
                                          </p:spTgt>
                                        </p:tgtEl>
                                        <p:attrNameLst>
                                          <p:attrName>style.visibility</p:attrName>
                                        </p:attrNameLst>
                                      </p:cBhvr>
                                      <p:to>
                                        <p:strVal val="visible"/>
                                      </p:to>
                                    </p:set>
                                    <p:anim calcmode="lin" valueType="num">
                                      <p:cBhvr additive="base">
                                        <p:cTn id="7" dur="500" fill="hold"/>
                                        <p:tgtEl>
                                          <p:spTgt spid="4505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5060"/>
                                        </p:tgtEl>
                                        <p:attrNameLst>
                                          <p:attrName>style.visibility</p:attrName>
                                        </p:attrNameLst>
                                      </p:cBhvr>
                                      <p:to>
                                        <p:strVal val="visible"/>
                                      </p:to>
                                    </p:set>
                                    <p:anim calcmode="lin" valueType="num">
                                      <p:cBhvr additive="base">
                                        <p:cTn id="11" dur="500" fill="hold"/>
                                        <p:tgtEl>
                                          <p:spTgt spid="45060"/>
                                        </p:tgtEl>
                                        <p:attrNameLst>
                                          <p:attrName>ppt_x</p:attrName>
                                        </p:attrNameLst>
                                      </p:cBhvr>
                                      <p:tavLst>
                                        <p:tav tm="0">
                                          <p:val>
                                            <p:strVal val="#ppt_x"/>
                                          </p:val>
                                        </p:tav>
                                        <p:tav tm="100000">
                                          <p:val>
                                            <p:strVal val="#ppt_x"/>
                                          </p:val>
                                        </p:tav>
                                      </p:tavLst>
                                    </p:anim>
                                    <p:anim calcmode="lin" valueType="num">
                                      <p:cBhvr additive="base">
                                        <p:cTn id="12" dur="500" fill="hold"/>
                                        <p:tgtEl>
                                          <p:spTgt spid="4506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3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strVal val="(6*min(max(#ppt_w*#ppt_h,.3),1)-7.4)/-.7*#ppt_w"/>
                                          </p:val>
                                        </p:tav>
                                        <p:tav tm="100000">
                                          <p:val>
                                            <p:strVal val="#ppt_w"/>
                                          </p:val>
                                        </p:tav>
                                      </p:tavLst>
                                    </p:anim>
                                    <p:anim calcmode="lin" valueType="num">
                                      <p:cBhvr>
                                        <p:cTn id="22" dur="500" fill="hold"/>
                                        <p:tgtEl>
                                          <p:spTgt spid="5"/>
                                        </p:tgtEl>
                                        <p:attrNameLst>
                                          <p:attrName>ppt_h</p:attrName>
                                        </p:attrNameLst>
                                      </p:cBhvr>
                                      <p:tavLst>
                                        <p:tav tm="0">
                                          <p:val>
                                            <p:strVal val="(6*min(max(#ppt_w*#ppt_h,.3),1)-7.4)/-.7*#ppt_h"/>
                                          </p:val>
                                        </p:tav>
                                        <p:tav tm="100000">
                                          <p:val>
                                            <p:strVal val="#ppt_h"/>
                                          </p:val>
                                        </p:tav>
                                      </p:tavLst>
                                    </p:anim>
                                    <p:anim calcmode="lin" valueType="num">
                                      <p:cBhvr>
                                        <p:cTn id="23" dur="500" fill="hold"/>
                                        <p:tgtEl>
                                          <p:spTgt spid="5"/>
                                        </p:tgtEl>
                                        <p:attrNameLst>
                                          <p:attrName>ppt_x</p:attrName>
                                        </p:attrNameLst>
                                      </p:cBhvr>
                                      <p:tavLst>
                                        <p:tav tm="0">
                                          <p:val>
                                            <p:fltVal val="0.5"/>
                                          </p:val>
                                        </p:tav>
                                        <p:tav tm="100000">
                                          <p:val>
                                            <p:strVal val="#ppt_x"/>
                                          </p:val>
                                        </p:tav>
                                      </p:tavLst>
                                    </p:anim>
                                    <p:anim calcmode="lin" valueType="num">
                                      <p:cBhvr>
                                        <p:cTn id="24" dur="500" fill="hold"/>
                                        <p:tgtEl>
                                          <p:spTgt spid="5"/>
                                        </p:tgtEl>
                                        <p:attrNameLst>
                                          <p:attrName>ppt_y</p:attrName>
                                        </p:attrNameLst>
                                      </p:cBhvr>
                                      <p:tavLst>
                                        <p:tav tm="0">
                                          <p:val>
                                            <p:strVal val="1+(6*min(max(#ppt_w*#ppt_h,.3),1)-7.4)/-.7*#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5059">
                                            <p:txEl>
                                              <p:pRg st="4" end="4"/>
                                            </p:txEl>
                                          </p:spTgt>
                                        </p:tgtEl>
                                        <p:attrNameLst>
                                          <p:attrName>style.visibility</p:attrName>
                                        </p:attrNameLst>
                                      </p:cBhvr>
                                      <p:to>
                                        <p:strVal val="visible"/>
                                      </p:to>
                                    </p:set>
                                    <p:anim calcmode="lin" valueType="num">
                                      <p:cBhvr additive="base">
                                        <p:cTn id="29" dur="500" fill="hold"/>
                                        <p:tgtEl>
                                          <p:spTgt spid="45059">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5059">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5061"/>
                                        </p:tgtEl>
                                        <p:attrNameLst>
                                          <p:attrName>style.visibility</p:attrName>
                                        </p:attrNameLst>
                                      </p:cBhvr>
                                      <p:to>
                                        <p:strVal val="visible"/>
                                      </p:to>
                                    </p:set>
                                    <p:anim calcmode="lin" valueType="num">
                                      <p:cBhvr additive="base">
                                        <p:cTn id="33" dur="500" fill="hold"/>
                                        <p:tgtEl>
                                          <p:spTgt spid="45061"/>
                                        </p:tgtEl>
                                        <p:attrNameLst>
                                          <p:attrName>ppt_x</p:attrName>
                                        </p:attrNameLst>
                                      </p:cBhvr>
                                      <p:tavLst>
                                        <p:tav tm="0">
                                          <p:val>
                                            <p:strVal val="#ppt_x"/>
                                          </p:val>
                                        </p:tav>
                                        <p:tav tm="100000">
                                          <p:val>
                                            <p:strVal val="#ppt_x"/>
                                          </p:val>
                                        </p:tav>
                                      </p:tavLst>
                                    </p:anim>
                                    <p:anim calcmode="lin" valueType="num">
                                      <p:cBhvr additive="base">
                                        <p:cTn id="34" dur="500" fill="hold"/>
                                        <p:tgtEl>
                                          <p:spTgt spid="45061"/>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36"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500" fill="hold"/>
                                        <p:tgtEl>
                                          <p:spTgt spid="10"/>
                                        </p:tgtEl>
                                        <p:attrNameLst>
                                          <p:attrName>ppt_w</p:attrName>
                                        </p:attrNameLst>
                                      </p:cBhvr>
                                      <p:tavLst>
                                        <p:tav tm="0">
                                          <p:val>
                                            <p:strVal val="(6*min(max(#ppt_w*#ppt_h,.3),1)-7.4)/-.7*#ppt_w"/>
                                          </p:val>
                                        </p:tav>
                                        <p:tav tm="100000">
                                          <p:val>
                                            <p:strVal val="#ppt_w"/>
                                          </p:val>
                                        </p:tav>
                                      </p:tavLst>
                                    </p:anim>
                                    <p:anim calcmode="lin" valueType="num">
                                      <p:cBhvr>
                                        <p:cTn id="44" dur="500" fill="hold"/>
                                        <p:tgtEl>
                                          <p:spTgt spid="10"/>
                                        </p:tgtEl>
                                        <p:attrNameLst>
                                          <p:attrName>ppt_h</p:attrName>
                                        </p:attrNameLst>
                                      </p:cBhvr>
                                      <p:tavLst>
                                        <p:tav tm="0">
                                          <p:val>
                                            <p:strVal val="(6*min(max(#ppt_w*#ppt_h,.3),1)-7.4)/-.7*#ppt_h"/>
                                          </p:val>
                                        </p:tav>
                                        <p:tav tm="100000">
                                          <p:val>
                                            <p:strVal val="#ppt_h"/>
                                          </p:val>
                                        </p:tav>
                                      </p:tavLst>
                                    </p:anim>
                                    <p:anim calcmode="lin" valueType="num">
                                      <p:cBhvr>
                                        <p:cTn id="45" dur="500" fill="hold"/>
                                        <p:tgtEl>
                                          <p:spTgt spid="10"/>
                                        </p:tgtEl>
                                        <p:attrNameLst>
                                          <p:attrName>ppt_x</p:attrName>
                                        </p:attrNameLst>
                                      </p:cBhvr>
                                      <p:tavLst>
                                        <p:tav tm="0">
                                          <p:val>
                                            <p:fltVal val="0.5"/>
                                          </p:val>
                                        </p:tav>
                                        <p:tav tm="100000">
                                          <p:val>
                                            <p:strVal val="#ppt_x"/>
                                          </p:val>
                                        </p:tav>
                                      </p:tavLst>
                                    </p:anim>
                                    <p:anim calcmode="lin" valueType="num">
                                      <p:cBhvr>
                                        <p:cTn id="46" dur="500" fill="hold"/>
                                        <p:tgtEl>
                                          <p:spTgt spid="10"/>
                                        </p:tgtEl>
                                        <p:attrNameLst>
                                          <p:attrName>ppt_y</p:attrName>
                                        </p:attrNameLst>
                                      </p:cBhvr>
                                      <p:tavLst>
                                        <p:tav tm="0">
                                          <p:val>
                                            <p:strVal val="1+(6*min(max(#ppt_w*#ppt_h,.3),1)-7.4)/-.7*#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5059">
                                            <p:txEl>
                                              <p:pRg st="6" end="6"/>
                                            </p:txEl>
                                          </p:spTgt>
                                        </p:tgtEl>
                                        <p:attrNameLst>
                                          <p:attrName>style.visibility</p:attrName>
                                        </p:attrNameLst>
                                      </p:cBhvr>
                                      <p:to>
                                        <p:strVal val="visible"/>
                                      </p:to>
                                    </p:set>
                                    <p:anim calcmode="lin" valueType="num">
                                      <p:cBhvr additive="base">
                                        <p:cTn id="51" dur="500" fill="hold"/>
                                        <p:tgtEl>
                                          <p:spTgt spid="45059">
                                            <p:txEl>
                                              <p:pRg st="6" end="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5059">
                                            <p:txEl>
                                              <p:pRg st="6" end="6"/>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5062"/>
                                        </p:tgtEl>
                                        <p:attrNameLst>
                                          <p:attrName>style.visibility</p:attrName>
                                        </p:attrNameLst>
                                      </p:cBhvr>
                                      <p:to>
                                        <p:strVal val="visible"/>
                                      </p:to>
                                    </p:set>
                                    <p:anim calcmode="lin" valueType="num">
                                      <p:cBhvr additive="base">
                                        <p:cTn id="55" dur="500" fill="hold"/>
                                        <p:tgtEl>
                                          <p:spTgt spid="45062"/>
                                        </p:tgtEl>
                                        <p:attrNameLst>
                                          <p:attrName>ppt_x</p:attrName>
                                        </p:attrNameLst>
                                      </p:cBhvr>
                                      <p:tavLst>
                                        <p:tav tm="0">
                                          <p:val>
                                            <p:strVal val="#ppt_x"/>
                                          </p:val>
                                        </p:tav>
                                        <p:tav tm="100000">
                                          <p:val>
                                            <p:strVal val="#ppt_x"/>
                                          </p:val>
                                        </p:tav>
                                      </p:tavLst>
                                    </p:anim>
                                    <p:anim calcmode="lin" valueType="num">
                                      <p:cBhvr additive="base">
                                        <p:cTn id="56" dur="500" fill="hold"/>
                                        <p:tgtEl>
                                          <p:spTgt spid="45062"/>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ppt_x"/>
                                          </p:val>
                                        </p:tav>
                                        <p:tav tm="100000">
                                          <p:val>
                                            <p:strVal val="#ppt_x"/>
                                          </p:val>
                                        </p:tav>
                                      </p:tavLst>
                                    </p:anim>
                                    <p:anim calcmode="lin" valueType="num">
                                      <p:cBhvr additive="base">
                                        <p:cTn id="6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3" presetClass="entr" presetSubtype="36" fill="hold" grpId="0" nodeType="click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p:cTn id="65" dur="500" fill="hold"/>
                                        <p:tgtEl>
                                          <p:spTgt spid="16"/>
                                        </p:tgtEl>
                                        <p:attrNameLst>
                                          <p:attrName>ppt_w</p:attrName>
                                        </p:attrNameLst>
                                      </p:cBhvr>
                                      <p:tavLst>
                                        <p:tav tm="0">
                                          <p:val>
                                            <p:strVal val="(6*min(max(#ppt_w*#ppt_h,.3),1)-7.4)/-.7*#ppt_w"/>
                                          </p:val>
                                        </p:tav>
                                        <p:tav tm="100000">
                                          <p:val>
                                            <p:strVal val="#ppt_w"/>
                                          </p:val>
                                        </p:tav>
                                      </p:tavLst>
                                    </p:anim>
                                    <p:anim calcmode="lin" valueType="num">
                                      <p:cBhvr>
                                        <p:cTn id="66" dur="500" fill="hold"/>
                                        <p:tgtEl>
                                          <p:spTgt spid="16"/>
                                        </p:tgtEl>
                                        <p:attrNameLst>
                                          <p:attrName>ppt_h</p:attrName>
                                        </p:attrNameLst>
                                      </p:cBhvr>
                                      <p:tavLst>
                                        <p:tav tm="0">
                                          <p:val>
                                            <p:strVal val="(6*min(max(#ppt_w*#ppt_h,.3),1)-7.4)/-.7*#ppt_h"/>
                                          </p:val>
                                        </p:tav>
                                        <p:tav tm="100000">
                                          <p:val>
                                            <p:strVal val="#ppt_h"/>
                                          </p:val>
                                        </p:tav>
                                      </p:tavLst>
                                    </p:anim>
                                    <p:anim calcmode="lin" valueType="num">
                                      <p:cBhvr>
                                        <p:cTn id="67" dur="500" fill="hold"/>
                                        <p:tgtEl>
                                          <p:spTgt spid="16"/>
                                        </p:tgtEl>
                                        <p:attrNameLst>
                                          <p:attrName>ppt_x</p:attrName>
                                        </p:attrNameLst>
                                      </p:cBhvr>
                                      <p:tavLst>
                                        <p:tav tm="0">
                                          <p:val>
                                            <p:fltVal val="0.5"/>
                                          </p:val>
                                        </p:tav>
                                        <p:tav tm="100000">
                                          <p:val>
                                            <p:strVal val="#ppt_x"/>
                                          </p:val>
                                        </p:tav>
                                      </p:tavLst>
                                    </p:anim>
                                    <p:anim calcmode="lin" valueType="num">
                                      <p:cBhvr>
                                        <p:cTn id="68" dur="500" fill="hold"/>
                                        <p:tgtEl>
                                          <p:spTgt spid="16"/>
                                        </p:tgtEl>
                                        <p:attrNameLst>
                                          <p:attrName>ppt_y</p:attrName>
                                        </p:attrNameLst>
                                      </p:cBhvr>
                                      <p:tavLst>
                                        <p:tav tm="0">
                                          <p:val>
                                            <p:strVal val="1+(6*min(max(#ppt_w*#ppt_h,.3),1)-7.4)/-.7*#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5059">
                                            <p:txEl>
                                              <p:pRg st="8" end="8"/>
                                            </p:txEl>
                                          </p:spTgt>
                                        </p:tgtEl>
                                        <p:attrNameLst>
                                          <p:attrName>style.visibility</p:attrName>
                                        </p:attrNameLst>
                                      </p:cBhvr>
                                      <p:to>
                                        <p:strVal val="visible"/>
                                      </p:to>
                                    </p:set>
                                    <p:anim calcmode="lin" valueType="num">
                                      <p:cBhvr additive="base">
                                        <p:cTn id="73" dur="500" fill="hold"/>
                                        <p:tgtEl>
                                          <p:spTgt spid="45059">
                                            <p:txEl>
                                              <p:pRg st="8" end="8"/>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5059">
                                            <p:txEl>
                                              <p:pRg st="8" end="8"/>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3"/>
                                        </p:tgtEl>
                                        <p:attrNameLst>
                                          <p:attrName>style.visibility</p:attrName>
                                        </p:attrNameLst>
                                      </p:cBhvr>
                                      <p:to>
                                        <p:strVal val="visible"/>
                                      </p:to>
                                    </p:set>
                                    <p:anim calcmode="lin" valueType="num">
                                      <p:cBhvr additive="base">
                                        <p:cTn id="77" dur="500" fill="hold"/>
                                        <p:tgtEl>
                                          <p:spTgt spid="13"/>
                                        </p:tgtEl>
                                        <p:attrNameLst>
                                          <p:attrName>ppt_x</p:attrName>
                                        </p:attrNameLst>
                                      </p:cBhvr>
                                      <p:tavLst>
                                        <p:tav tm="0">
                                          <p:val>
                                            <p:strVal val="#ppt_x"/>
                                          </p:val>
                                        </p:tav>
                                        <p:tav tm="100000">
                                          <p:val>
                                            <p:strVal val="#ppt_x"/>
                                          </p:val>
                                        </p:tav>
                                      </p:tavLst>
                                    </p:anim>
                                    <p:anim calcmode="lin" valueType="num">
                                      <p:cBhvr additive="base">
                                        <p:cTn id="78" dur="500" fill="hold"/>
                                        <p:tgtEl>
                                          <p:spTgt spid="13"/>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3" presetClass="entr" presetSubtype="36" fill="hold" grpId="0" nodeType="clickEffect">
                                  <p:stCondLst>
                                    <p:cond delay="0"/>
                                  </p:stCondLst>
                                  <p:childTnLst>
                                    <p:set>
                                      <p:cBhvr>
                                        <p:cTn id="86" dur="1" fill="hold">
                                          <p:stCondLst>
                                            <p:cond delay="0"/>
                                          </p:stCondLst>
                                        </p:cTn>
                                        <p:tgtEl>
                                          <p:spTgt spid="18"/>
                                        </p:tgtEl>
                                        <p:attrNameLst>
                                          <p:attrName>style.visibility</p:attrName>
                                        </p:attrNameLst>
                                      </p:cBhvr>
                                      <p:to>
                                        <p:strVal val="visible"/>
                                      </p:to>
                                    </p:set>
                                    <p:anim calcmode="lin" valueType="num">
                                      <p:cBhvr>
                                        <p:cTn id="87" dur="500" fill="hold"/>
                                        <p:tgtEl>
                                          <p:spTgt spid="18"/>
                                        </p:tgtEl>
                                        <p:attrNameLst>
                                          <p:attrName>ppt_w</p:attrName>
                                        </p:attrNameLst>
                                      </p:cBhvr>
                                      <p:tavLst>
                                        <p:tav tm="0">
                                          <p:val>
                                            <p:strVal val="(6*min(max(#ppt_w*#ppt_h,.3),1)-7.4)/-.7*#ppt_w"/>
                                          </p:val>
                                        </p:tav>
                                        <p:tav tm="100000">
                                          <p:val>
                                            <p:strVal val="#ppt_w"/>
                                          </p:val>
                                        </p:tav>
                                      </p:tavLst>
                                    </p:anim>
                                    <p:anim calcmode="lin" valueType="num">
                                      <p:cBhvr>
                                        <p:cTn id="88" dur="500" fill="hold"/>
                                        <p:tgtEl>
                                          <p:spTgt spid="18"/>
                                        </p:tgtEl>
                                        <p:attrNameLst>
                                          <p:attrName>ppt_h</p:attrName>
                                        </p:attrNameLst>
                                      </p:cBhvr>
                                      <p:tavLst>
                                        <p:tav tm="0">
                                          <p:val>
                                            <p:strVal val="(6*min(max(#ppt_w*#ppt_h,.3),1)-7.4)/-.7*#ppt_h"/>
                                          </p:val>
                                        </p:tav>
                                        <p:tav tm="100000">
                                          <p:val>
                                            <p:strVal val="#ppt_h"/>
                                          </p:val>
                                        </p:tav>
                                      </p:tavLst>
                                    </p:anim>
                                    <p:anim calcmode="lin" valueType="num">
                                      <p:cBhvr>
                                        <p:cTn id="89" dur="500" fill="hold"/>
                                        <p:tgtEl>
                                          <p:spTgt spid="18"/>
                                        </p:tgtEl>
                                        <p:attrNameLst>
                                          <p:attrName>ppt_x</p:attrName>
                                        </p:attrNameLst>
                                      </p:cBhvr>
                                      <p:tavLst>
                                        <p:tav tm="0">
                                          <p:val>
                                            <p:fltVal val="0.5"/>
                                          </p:val>
                                        </p:tav>
                                        <p:tav tm="100000">
                                          <p:val>
                                            <p:strVal val="#ppt_x"/>
                                          </p:val>
                                        </p:tav>
                                      </p:tavLst>
                                    </p:anim>
                                    <p:anim calcmode="lin" valueType="num">
                                      <p:cBhvr>
                                        <p:cTn id="90" dur="500" fill="hold"/>
                                        <p:tgtEl>
                                          <p:spTgt spid="18"/>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6"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C05A539C-DB6F-4720-A324-786549B216BA}"/>
              </a:ext>
            </a:extLst>
          </p:cNvPr>
          <p:cNvSpPr>
            <a:spLocks noGrp="1" noChangeArrowheads="1"/>
          </p:cNvSpPr>
          <p:nvPr>
            <p:ph type="title"/>
          </p:nvPr>
        </p:nvSpPr>
        <p:spPr/>
        <p:txBody>
          <a:bodyPr/>
          <a:lstStyle/>
          <a:p>
            <a:pPr eaLnBrk="1" hangingPunct="1"/>
            <a:r>
              <a:rPr lang="en-US" altLang="zh-CN" dirty="0"/>
              <a:t>5.3.2 </a:t>
            </a:r>
            <a:r>
              <a:rPr lang="zh-CN" altLang="en-US" dirty="0"/>
              <a:t>类型系统</a:t>
            </a:r>
          </a:p>
        </p:txBody>
      </p:sp>
      <p:sp>
        <p:nvSpPr>
          <p:cNvPr id="47107" name="Rectangle 3">
            <a:extLst>
              <a:ext uri="{FF2B5EF4-FFF2-40B4-BE49-F238E27FC236}">
                <a16:creationId xmlns:a16="http://schemas.microsoft.com/office/drawing/2014/main" id="{98D1BB70-945E-440D-BB27-6564E7193090}"/>
              </a:ext>
            </a:extLst>
          </p:cNvPr>
          <p:cNvSpPr>
            <a:spLocks noGrp="1" noChangeArrowheads="1"/>
          </p:cNvSpPr>
          <p:nvPr>
            <p:ph idx="1"/>
          </p:nvPr>
        </p:nvSpPr>
        <p:spPr>
          <a:xfrm>
            <a:off x="628650" y="1257300"/>
            <a:ext cx="7886700" cy="5600700"/>
          </a:xfrm>
        </p:spPr>
        <p:txBody>
          <a:bodyPr/>
          <a:lstStyle/>
          <a:p>
            <a:pPr>
              <a:lnSpc>
                <a:spcPct val="80000"/>
              </a:lnSpc>
            </a:pPr>
            <a:r>
              <a:rPr lang="zh-CN" altLang="en-US" dirty="0">
                <a:solidFill>
                  <a:schemeClr val="accent6">
                    <a:lumMod val="75000"/>
                  </a:schemeClr>
                </a:solidFill>
                <a:latin typeface="宋体" panose="02010600030101010101" pitchFamily="2" charset="-122"/>
              </a:rPr>
              <a:t>定型规则</a:t>
            </a:r>
            <a:r>
              <a:rPr lang="en-US" altLang="zh-CN" dirty="0">
                <a:solidFill>
                  <a:schemeClr val="accent6">
                    <a:lumMod val="75000"/>
                  </a:schemeClr>
                </a:solidFill>
              </a:rPr>
              <a:t>——</a:t>
            </a:r>
            <a:r>
              <a:rPr lang="zh-CN" altLang="en-US" dirty="0">
                <a:solidFill>
                  <a:schemeClr val="accent6">
                    <a:lumMod val="75000"/>
                  </a:schemeClr>
                </a:solidFill>
                <a:latin typeface="宋体" panose="02010600030101010101" pitchFamily="2" charset="-122"/>
              </a:rPr>
              <a:t>语句</a:t>
            </a:r>
          </a:p>
          <a:p>
            <a:pPr algn="just" eaLnBrk="1" hangingPunct="1">
              <a:lnSpc>
                <a:spcPct val="80000"/>
              </a:lnSpc>
              <a:buFont typeface="Wingdings" panose="05000000000000000000" pitchFamily="2" charset="2"/>
              <a:buNone/>
            </a:pPr>
            <a:r>
              <a:rPr lang="en-US" altLang="zh-CN" sz="2800" b="1" dirty="0"/>
              <a:t>(State Assign) (</a:t>
            </a:r>
            <a:r>
              <a:rPr lang="en-US" altLang="zh-CN" sz="2800" b="1" i="1" dirty="0"/>
              <a:t>T</a:t>
            </a:r>
            <a:r>
              <a:rPr lang="en-US" altLang="zh-CN" sz="2800" b="1" dirty="0"/>
              <a:t>=</a:t>
            </a:r>
            <a:r>
              <a:rPr lang="en-US" altLang="zh-CN" sz="2800" b="1" i="1" dirty="0" err="1"/>
              <a:t>boolean</a:t>
            </a:r>
            <a:r>
              <a:rPr lang="en-US" altLang="zh-CN" sz="2800" b="1" dirty="0"/>
              <a:t> or </a:t>
            </a:r>
            <a:r>
              <a:rPr lang="en-US" altLang="zh-CN" sz="2800" b="1" i="1" dirty="0" err="1"/>
              <a:t>interger</a:t>
            </a:r>
            <a:r>
              <a:rPr lang="en-US" altLang="zh-CN" sz="2800" b="1" dirty="0"/>
              <a:t>)	</a:t>
            </a:r>
          </a:p>
          <a:p>
            <a:pPr algn="just" eaLnBrk="1" hangingPunct="1">
              <a:lnSpc>
                <a:spcPct val="80000"/>
              </a:lnSpc>
              <a:buFont typeface="Wingdings" panose="05000000000000000000" pitchFamily="2" charset="2"/>
              <a:buNone/>
            </a:pPr>
            <a:endParaRPr lang="en-US" altLang="zh-CN" sz="2800" b="1" dirty="0"/>
          </a:p>
          <a:p>
            <a:pPr algn="just" eaLnBrk="1" hangingPunct="1">
              <a:lnSpc>
                <a:spcPct val="80000"/>
              </a:lnSpc>
              <a:buFont typeface="Wingdings" panose="05000000000000000000" pitchFamily="2" charset="2"/>
              <a:buNone/>
            </a:pPr>
            <a:endParaRPr lang="en-US" altLang="zh-CN" sz="2800" b="1" dirty="0"/>
          </a:p>
          <a:p>
            <a:pPr algn="just" eaLnBrk="1" hangingPunct="1">
              <a:lnSpc>
                <a:spcPct val="80000"/>
              </a:lnSpc>
              <a:buFont typeface="Wingdings" panose="05000000000000000000" pitchFamily="2" charset="2"/>
              <a:buNone/>
            </a:pPr>
            <a:r>
              <a:rPr lang="en-US" altLang="zh-CN" sz="2800" b="1" dirty="0"/>
              <a:t>(State If)</a:t>
            </a:r>
          </a:p>
          <a:p>
            <a:pPr algn="just" eaLnBrk="1" hangingPunct="1">
              <a:lnSpc>
                <a:spcPct val="80000"/>
              </a:lnSpc>
              <a:buFont typeface="Wingdings" panose="05000000000000000000" pitchFamily="2" charset="2"/>
              <a:buNone/>
            </a:pPr>
            <a:endParaRPr lang="en-US" altLang="zh-CN" sz="2800" b="1" i="1" dirty="0">
              <a:sym typeface="Symbol" panose="05050102010706020507" pitchFamily="18" charset="2"/>
            </a:endParaRPr>
          </a:p>
          <a:p>
            <a:pPr algn="just" eaLnBrk="1" hangingPunct="1">
              <a:lnSpc>
                <a:spcPct val="80000"/>
              </a:lnSpc>
              <a:buFont typeface="Wingdings" panose="05000000000000000000" pitchFamily="2" charset="2"/>
              <a:buNone/>
            </a:pPr>
            <a:r>
              <a:rPr lang="en-US" altLang="zh-CN" sz="2800" b="1" dirty="0"/>
              <a:t>(State While)</a:t>
            </a:r>
          </a:p>
          <a:p>
            <a:pPr algn="just" eaLnBrk="1" hangingPunct="1">
              <a:lnSpc>
                <a:spcPct val="80000"/>
              </a:lnSpc>
              <a:buFont typeface="Wingdings" panose="05000000000000000000" pitchFamily="2" charset="2"/>
              <a:buNone/>
            </a:pPr>
            <a:endParaRPr lang="en-US" altLang="zh-CN" sz="2800" b="1" dirty="0"/>
          </a:p>
          <a:p>
            <a:pPr algn="just" eaLnBrk="1" hangingPunct="1">
              <a:lnSpc>
                <a:spcPct val="80000"/>
              </a:lnSpc>
              <a:buFont typeface="Wingdings" panose="05000000000000000000" pitchFamily="2" charset="2"/>
              <a:buNone/>
            </a:pPr>
            <a:r>
              <a:rPr lang="en-US" altLang="zh-CN" sz="2800" b="1" dirty="0"/>
              <a:t>(State Seq)</a:t>
            </a:r>
          </a:p>
          <a:p>
            <a:pPr eaLnBrk="1" hangingPunct="1">
              <a:lnSpc>
                <a:spcPct val="80000"/>
              </a:lnSpc>
            </a:pPr>
            <a:endParaRPr lang="en-US" altLang="zh-CN" sz="2800" dirty="0"/>
          </a:p>
          <a:p>
            <a:pPr>
              <a:lnSpc>
                <a:spcPct val="80000"/>
              </a:lnSpc>
            </a:pPr>
            <a:r>
              <a:rPr lang="zh-CN" altLang="en-US" sz="2800" dirty="0"/>
              <a:t>简单起见，没有设计</a:t>
            </a:r>
            <a:r>
              <a:rPr lang="zh-CN" altLang="en-US" sz="2800" dirty="0">
                <a:solidFill>
                  <a:schemeClr val="accent6">
                    <a:lumMod val="75000"/>
                  </a:schemeClr>
                </a:solidFill>
              </a:rPr>
              <a:t>整个程序段</a:t>
            </a:r>
            <a:r>
              <a:rPr lang="zh-CN" altLang="en-US" sz="2800" dirty="0"/>
              <a:t>的定型规则</a:t>
            </a:r>
            <a:endParaRPr lang="en-US" altLang="zh-CN" sz="2800" dirty="0"/>
          </a:p>
        </p:txBody>
      </p:sp>
      <p:grpSp>
        <p:nvGrpSpPr>
          <p:cNvPr id="47108" name="Group 4">
            <a:extLst>
              <a:ext uri="{FF2B5EF4-FFF2-40B4-BE49-F238E27FC236}">
                <a16:creationId xmlns:a16="http://schemas.microsoft.com/office/drawing/2014/main" id="{B4918159-6DED-4F55-93E7-6FA9B9534629}"/>
              </a:ext>
            </a:extLst>
          </p:cNvPr>
          <p:cNvGrpSpPr>
            <a:grpSpLocks/>
          </p:cNvGrpSpPr>
          <p:nvPr/>
        </p:nvGrpSpPr>
        <p:grpSpPr bwMode="auto">
          <a:xfrm>
            <a:off x="3580626" y="2246063"/>
            <a:ext cx="3960813" cy="762000"/>
            <a:chOff x="2971" y="3702"/>
            <a:chExt cx="2404" cy="480"/>
          </a:xfrm>
        </p:grpSpPr>
        <p:sp>
          <p:nvSpPr>
            <p:cNvPr id="47115" name="Rectangle 5" descr="Green marble">
              <a:extLst>
                <a:ext uri="{FF2B5EF4-FFF2-40B4-BE49-F238E27FC236}">
                  <a16:creationId xmlns:a16="http://schemas.microsoft.com/office/drawing/2014/main" id="{A044FFDB-40A9-4A51-AF08-40D703D5D32D}"/>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id : </a:t>
              </a:r>
              <a:r>
                <a:rPr lang="en-US" altLang="zh-CN" sz="2400" b="1" i="1" dirty="0">
                  <a:ea typeface="宋体" panose="02010600030101010101" pitchFamily="2" charset="-122"/>
                </a:rPr>
                <a:t>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dirty="0">
                  <a:ea typeface="宋体" panose="02010600030101010101" pitchFamily="2" charset="-122"/>
                </a:rPr>
                <a:t> : </a:t>
              </a:r>
              <a:r>
                <a:rPr lang="en-US" altLang="zh-CN" sz="2400" b="1" i="1" dirty="0">
                  <a:ea typeface="宋体" panose="02010600030101010101" pitchFamily="2" charset="-122"/>
                </a:rPr>
                <a:t>T</a:t>
              </a:r>
              <a:endParaRPr lang="en-US" altLang="zh-CN" sz="2400" b="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solidFill>
                    <a:schemeClr val="bg1"/>
                  </a:solidFill>
                  <a:ea typeface="宋体" panose="02010600030101010101" pitchFamily="2" charset="-122"/>
                </a:rPr>
                <a:t>id := </a:t>
              </a:r>
              <a:r>
                <a:rPr lang="en-US" altLang="zh-CN" sz="2400" b="1" i="1" dirty="0">
                  <a:solidFill>
                    <a:schemeClr val="bg1"/>
                  </a:solidFill>
                  <a:ea typeface="宋体" panose="02010600030101010101" pitchFamily="2" charset="-122"/>
                </a:rPr>
                <a:t>E</a:t>
              </a:r>
              <a:r>
                <a:rPr lang="en-US" altLang="zh-CN" sz="2400" b="1" dirty="0">
                  <a:solidFill>
                    <a:schemeClr val="bg1"/>
                  </a:solidFill>
                  <a:ea typeface="宋体" panose="02010600030101010101" pitchFamily="2" charset="-122"/>
                </a:rPr>
                <a:t> </a:t>
              </a:r>
              <a:r>
                <a:rPr lang="en-US" altLang="zh-CN" sz="2400" b="1" dirty="0">
                  <a:ea typeface="宋体" panose="02010600030101010101" pitchFamily="2" charset="-122"/>
                </a:rPr>
                <a:t>: </a:t>
              </a:r>
              <a:r>
                <a:rPr lang="en-US" altLang="zh-CN" sz="2400" b="1" i="1" dirty="0">
                  <a:ea typeface="宋体" panose="02010600030101010101" pitchFamily="2" charset="-122"/>
                </a:rPr>
                <a:t>void</a:t>
              </a:r>
            </a:p>
          </p:txBody>
        </p:sp>
        <p:sp>
          <p:nvSpPr>
            <p:cNvPr id="47116" name="Line 6">
              <a:extLst>
                <a:ext uri="{FF2B5EF4-FFF2-40B4-BE49-F238E27FC236}">
                  <a16:creationId xmlns:a16="http://schemas.microsoft.com/office/drawing/2014/main" id="{01B8BDDE-CDB3-4CA1-BACC-5824AB67428C}"/>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7109" name="Group 7">
            <a:extLst>
              <a:ext uri="{FF2B5EF4-FFF2-40B4-BE49-F238E27FC236}">
                <a16:creationId xmlns:a16="http://schemas.microsoft.com/office/drawing/2014/main" id="{C1A248AC-07DB-46E6-A0BB-95FA266312F7}"/>
              </a:ext>
            </a:extLst>
          </p:cNvPr>
          <p:cNvGrpSpPr>
            <a:grpSpLocks/>
          </p:cNvGrpSpPr>
          <p:nvPr/>
        </p:nvGrpSpPr>
        <p:grpSpPr bwMode="auto">
          <a:xfrm>
            <a:off x="3130935" y="3087938"/>
            <a:ext cx="4967288" cy="762000"/>
            <a:chOff x="2971" y="3702"/>
            <a:chExt cx="2404" cy="480"/>
          </a:xfrm>
        </p:grpSpPr>
        <p:sp>
          <p:nvSpPr>
            <p:cNvPr id="47113" name="Rectangle 8" descr="Green marble">
              <a:extLst>
                <a:ext uri="{FF2B5EF4-FFF2-40B4-BE49-F238E27FC236}">
                  <a16:creationId xmlns:a16="http://schemas.microsoft.com/office/drawing/2014/main" id="{6E0CA8A7-428F-42B5-AA78-97DC76E3153F}"/>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dirty="0">
                  <a:ea typeface="宋体" panose="02010600030101010101" pitchFamily="2" charset="-122"/>
                </a:rPr>
                <a:t> : </a:t>
              </a:r>
              <a:r>
                <a:rPr lang="en-US" altLang="zh-CN" sz="2400" b="1" i="1" dirty="0" err="1">
                  <a:ea typeface="宋体" panose="02010600030101010101" pitchFamily="2" charset="-122"/>
                </a:rPr>
                <a:t>boolean</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S</a:t>
              </a:r>
              <a:r>
                <a:rPr lang="en-US" altLang="zh-CN" sz="2400" b="1" dirty="0">
                  <a:ea typeface="宋体" panose="02010600030101010101" pitchFamily="2" charset="-122"/>
                </a:rPr>
                <a:t> : </a:t>
              </a:r>
              <a:r>
                <a:rPr lang="en-US" altLang="zh-CN" sz="2400" b="1" i="1" dirty="0">
                  <a:ea typeface="宋体" panose="02010600030101010101" pitchFamily="2" charset="-122"/>
                </a:rPr>
                <a:t>void</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solidFill>
                    <a:schemeClr val="bg1"/>
                  </a:solidFill>
                  <a:ea typeface="宋体" panose="02010600030101010101" pitchFamily="2" charset="-122"/>
                </a:rPr>
                <a:t>if </a:t>
              </a:r>
              <a:r>
                <a:rPr lang="en-US" altLang="zh-CN" sz="2400" b="1" i="1" dirty="0">
                  <a:solidFill>
                    <a:schemeClr val="bg1"/>
                  </a:solidFill>
                  <a:ea typeface="宋体" panose="02010600030101010101" pitchFamily="2" charset="-122"/>
                </a:rPr>
                <a:t>E</a:t>
              </a:r>
              <a:r>
                <a:rPr lang="en-US" altLang="zh-CN" sz="2400" b="1" dirty="0">
                  <a:solidFill>
                    <a:schemeClr val="bg1"/>
                  </a:solidFill>
                  <a:ea typeface="宋体" panose="02010600030101010101" pitchFamily="2" charset="-122"/>
                </a:rPr>
                <a:t> then </a:t>
              </a:r>
              <a:r>
                <a:rPr lang="en-US" altLang="zh-CN" sz="2400" b="1" i="1" dirty="0">
                  <a:solidFill>
                    <a:schemeClr val="bg1"/>
                  </a:solidFill>
                  <a:ea typeface="宋体" panose="02010600030101010101" pitchFamily="2" charset="-122"/>
                </a:rPr>
                <a:t>S</a:t>
              </a:r>
              <a:r>
                <a:rPr lang="en-US" altLang="zh-CN" sz="2400" b="1" dirty="0">
                  <a:solidFill>
                    <a:schemeClr val="bg1"/>
                  </a:solidFill>
                  <a:ea typeface="宋体" panose="02010600030101010101" pitchFamily="2" charset="-122"/>
                </a:rPr>
                <a:t> </a:t>
              </a:r>
              <a:r>
                <a:rPr lang="en-US" altLang="zh-CN" sz="2400" b="1" dirty="0">
                  <a:ea typeface="宋体" panose="02010600030101010101" pitchFamily="2" charset="-122"/>
                </a:rPr>
                <a:t>: </a:t>
              </a:r>
              <a:r>
                <a:rPr lang="en-US" altLang="zh-CN" sz="2400" b="1" i="1" dirty="0">
                  <a:ea typeface="宋体" panose="02010600030101010101" pitchFamily="2" charset="-122"/>
                </a:rPr>
                <a:t>void</a:t>
              </a:r>
            </a:p>
          </p:txBody>
        </p:sp>
        <p:sp>
          <p:nvSpPr>
            <p:cNvPr id="47114" name="Line 9">
              <a:extLst>
                <a:ext uri="{FF2B5EF4-FFF2-40B4-BE49-F238E27FC236}">
                  <a16:creationId xmlns:a16="http://schemas.microsoft.com/office/drawing/2014/main" id="{CD6DAD58-ECC9-4FDC-809E-D3F565FE3747}"/>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7110" name="Group 10">
            <a:extLst>
              <a:ext uri="{FF2B5EF4-FFF2-40B4-BE49-F238E27FC236}">
                <a16:creationId xmlns:a16="http://schemas.microsoft.com/office/drawing/2014/main" id="{BA2FBB5C-4BAF-4FB4-9956-091B29FB7A8E}"/>
              </a:ext>
            </a:extLst>
          </p:cNvPr>
          <p:cNvGrpSpPr>
            <a:grpSpLocks/>
          </p:cNvGrpSpPr>
          <p:nvPr/>
        </p:nvGrpSpPr>
        <p:grpSpPr bwMode="auto">
          <a:xfrm>
            <a:off x="3094422" y="3996826"/>
            <a:ext cx="5040313" cy="762000"/>
            <a:chOff x="2971" y="3702"/>
            <a:chExt cx="2404" cy="480"/>
          </a:xfrm>
        </p:grpSpPr>
        <p:sp>
          <p:nvSpPr>
            <p:cNvPr id="47111" name="Rectangle 11" descr="Green marble">
              <a:extLst>
                <a:ext uri="{FF2B5EF4-FFF2-40B4-BE49-F238E27FC236}">
                  <a16:creationId xmlns:a16="http://schemas.microsoft.com/office/drawing/2014/main" id="{17A0D533-7443-4F6C-AC3C-35DB4AF9E1BF}"/>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dirty="0">
                  <a:ea typeface="宋体" panose="02010600030101010101" pitchFamily="2" charset="-122"/>
                </a:rPr>
                <a:t> : </a:t>
              </a:r>
              <a:r>
                <a:rPr lang="en-US" altLang="zh-CN" sz="2400" b="1" i="1" dirty="0" err="1">
                  <a:ea typeface="宋体" panose="02010600030101010101" pitchFamily="2" charset="-122"/>
                </a:rPr>
                <a:t>boolean</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S</a:t>
              </a:r>
              <a:r>
                <a:rPr lang="en-US" altLang="zh-CN" sz="2400" b="1" dirty="0">
                  <a:ea typeface="宋体" panose="02010600030101010101" pitchFamily="2" charset="-122"/>
                </a:rPr>
                <a:t> : </a:t>
              </a:r>
              <a:r>
                <a:rPr lang="en-US" altLang="zh-CN" sz="2400" b="1" i="1" dirty="0">
                  <a:ea typeface="宋体" panose="02010600030101010101" pitchFamily="2" charset="-122"/>
                </a:rPr>
                <a:t>void</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solidFill>
                    <a:schemeClr val="bg1"/>
                  </a:solidFill>
                  <a:ea typeface="宋体" panose="02010600030101010101" pitchFamily="2" charset="-122"/>
                </a:rPr>
                <a:t>while </a:t>
              </a:r>
              <a:r>
                <a:rPr lang="en-US" altLang="zh-CN" sz="2400" b="1" i="1" dirty="0">
                  <a:solidFill>
                    <a:schemeClr val="bg1"/>
                  </a:solidFill>
                  <a:ea typeface="宋体" panose="02010600030101010101" pitchFamily="2" charset="-122"/>
                </a:rPr>
                <a:t>E</a:t>
              </a:r>
              <a:r>
                <a:rPr lang="en-US" altLang="zh-CN" sz="2400" b="1" dirty="0">
                  <a:solidFill>
                    <a:schemeClr val="bg1"/>
                  </a:solidFill>
                  <a:ea typeface="宋体" panose="02010600030101010101" pitchFamily="2" charset="-122"/>
                </a:rPr>
                <a:t> do </a:t>
              </a:r>
              <a:r>
                <a:rPr lang="en-US" altLang="zh-CN" sz="2400" b="1" i="1" dirty="0">
                  <a:solidFill>
                    <a:schemeClr val="bg1"/>
                  </a:solidFill>
                  <a:ea typeface="宋体" panose="02010600030101010101" pitchFamily="2" charset="-122"/>
                </a:rPr>
                <a:t>S</a:t>
              </a:r>
              <a:r>
                <a:rPr lang="en-US" altLang="zh-CN" sz="2400" b="1" dirty="0">
                  <a:ea typeface="宋体" panose="02010600030101010101" pitchFamily="2" charset="-122"/>
                </a:rPr>
                <a:t>: </a:t>
              </a:r>
              <a:r>
                <a:rPr lang="en-US" altLang="zh-CN" sz="2400" b="1" i="1" dirty="0">
                  <a:ea typeface="宋体" panose="02010600030101010101" pitchFamily="2" charset="-122"/>
                </a:rPr>
                <a:t>void</a:t>
              </a:r>
            </a:p>
          </p:txBody>
        </p:sp>
        <p:sp>
          <p:nvSpPr>
            <p:cNvPr id="47112" name="Line 12">
              <a:extLst>
                <a:ext uri="{FF2B5EF4-FFF2-40B4-BE49-F238E27FC236}">
                  <a16:creationId xmlns:a16="http://schemas.microsoft.com/office/drawing/2014/main" id="{6630E90D-0012-4C73-8DC7-1E875B06A608}"/>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13" name="Group 4">
            <a:extLst>
              <a:ext uri="{FF2B5EF4-FFF2-40B4-BE49-F238E27FC236}">
                <a16:creationId xmlns:a16="http://schemas.microsoft.com/office/drawing/2014/main" id="{8854E79D-0C4A-4F53-AAD7-703AE8CED821}"/>
              </a:ext>
            </a:extLst>
          </p:cNvPr>
          <p:cNvGrpSpPr>
            <a:grpSpLocks/>
          </p:cNvGrpSpPr>
          <p:nvPr/>
        </p:nvGrpSpPr>
        <p:grpSpPr bwMode="auto">
          <a:xfrm>
            <a:off x="3292494" y="4918576"/>
            <a:ext cx="4537075" cy="762000"/>
            <a:chOff x="2971" y="3702"/>
            <a:chExt cx="2404" cy="480"/>
          </a:xfrm>
        </p:grpSpPr>
        <p:sp>
          <p:nvSpPr>
            <p:cNvPr id="14" name="Rectangle 5" descr="Green marble">
              <a:extLst>
                <a:ext uri="{FF2B5EF4-FFF2-40B4-BE49-F238E27FC236}">
                  <a16:creationId xmlns:a16="http://schemas.microsoft.com/office/drawing/2014/main" id="{2977630B-0C71-40B0-AAD9-3923254FD72C}"/>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S</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i="1" dirty="0">
                  <a:ea typeface="宋体" panose="02010600030101010101" pitchFamily="2" charset="-122"/>
                </a:rPr>
                <a:t>void</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S</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i="1" dirty="0">
                  <a:ea typeface="宋体" panose="02010600030101010101" pitchFamily="2" charset="-122"/>
                </a:rPr>
                <a:t>void</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solidFill>
                    <a:schemeClr val="bg1"/>
                  </a:solidFill>
                  <a:ea typeface="宋体" panose="02010600030101010101" pitchFamily="2" charset="-122"/>
                </a:rPr>
                <a:t>S</a:t>
              </a:r>
              <a:r>
                <a:rPr lang="en-US" altLang="zh-CN" sz="2400" b="1" baseline="-25000" dirty="0">
                  <a:solidFill>
                    <a:schemeClr val="bg1"/>
                  </a:solidFill>
                  <a:ea typeface="宋体" panose="02010600030101010101" pitchFamily="2" charset="-122"/>
                </a:rPr>
                <a:t>1</a:t>
              </a:r>
              <a:r>
                <a:rPr lang="en-US" altLang="zh-CN" sz="2400" b="1" dirty="0">
                  <a:solidFill>
                    <a:schemeClr val="bg1"/>
                  </a:solidFill>
                  <a:ea typeface="宋体" panose="02010600030101010101" pitchFamily="2" charset="-122"/>
                </a:rPr>
                <a:t>; </a:t>
              </a:r>
              <a:r>
                <a:rPr lang="en-US" altLang="zh-CN" sz="2400" b="1" i="1" dirty="0">
                  <a:solidFill>
                    <a:schemeClr val="bg1"/>
                  </a:solidFill>
                  <a:ea typeface="宋体" panose="02010600030101010101" pitchFamily="2" charset="-122"/>
                </a:rPr>
                <a:t>S</a:t>
              </a:r>
              <a:r>
                <a:rPr lang="en-US" altLang="zh-CN" sz="2400" b="1" baseline="-25000" dirty="0">
                  <a:solidFill>
                    <a:schemeClr val="bg1"/>
                  </a:solidFill>
                  <a:ea typeface="宋体" panose="02010600030101010101" pitchFamily="2" charset="-122"/>
                </a:rPr>
                <a:t>2</a:t>
              </a:r>
              <a:r>
                <a:rPr lang="en-US" altLang="zh-CN" sz="2400" b="1" dirty="0">
                  <a:solidFill>
                    <a:schemeClr val="bg1"/>
                  </a:solidFill>
                  <a:ea typeface="宋体" panose="02010600030101010101" pitchFamily="2" charset="-122"/>
                </a:rPr>
                <a:t> </a:t>
              </a:r>
              <a:r>
                <a:rPr lang="en-US" altLang="zh-CN" sz="2400" b="1" dirty="0">
                  <a:ea typeface="宋体" panose="02010600030101010101" pitchFamily="2" charset="-122"/>
                </a:rPr>
                <a:t>: </a:t>
              </a:r>
              <a:r>
                <a:rPr lang="en-US" altLang="zh-CN" sz="2400" b="1" i="1" dirty="0">
                  <a:ea typeface="宋体" panose="02010600030101010101" pitchFamily="2" charset="-122"/>
                </a:rPr>
                <a:t>void</a:t>
              </a:r>
            </a:p>
          </p:txBody>
        </p:sp>
        <p:sp>
          <p:nvSpPr>
            <p:cNvPr id="15" name="Line 6">
              <a:extLst>
                <a:ext uri="{FF2B5EF4-FFF2-40B4-BE49-F238E27FC236}">
                  <a16:creationId xmlns:a16="http://schemas.microsoft.com/office/drawing/2014/main" id="{69907542-7B5D-4C3C-B28D-082D8763DD16}"/>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672D047E-1D1B-9C47-B096-06E372E98072}"/>
              </a:ext>
            </a:extLst>
          </p:cNvPr>
          <p:cNvSpPr>
            <a:spLocks noGrp="1"/>
          </p:cNvSpPr>
          <p:nvPr>
            <p:ph type="dt" sz="half" idx="10"/>
          </p:nvPr>
        </p:nvSpPr>
        <p:spPr/>
        <p:txBody>
          <a:bodyPr/>
          <a:lstStyle/>
          <a:p>
            <a:fld id="{37E6328D-4C88-4ED4-9AFC-75D792E122BD}"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C571F7A1-50B8-BDE2-B33F-F7C519DA828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EEA2087C-C8CD-488E-5735-57A2E142D081}"/>
              </a:ext>
            </a:extLst>
          </p:cNvPr>
          <p:cNvSpPr>
            <a:spLocks noGrp="1"/>
          </p:cNvSpPr>
          <p:nvPr>
            <p:ph type="sldNum" sz="quarter" idx="12"/>
          </p:nvPr>
        </p:nvSpPr>
        <p:spPr/>
        <p:txBody>
          <a:bodyPr/>
          <a:lstStyle/>
          <a:p>
            <a:fld id="{094DEB03-EFC6-4C20-8FC8-295189A5386F}" type="slidenum">
              <a:rPr lang="zh-CN" altLang="en-US" smtClean="0"/>
              <a:pPr/>
              <a:t>15</a:t>
            </a:fld>
            <a:endParaRPr lang="zh-CN" altLang="en-US"/>
          </a:p>
        </p:txBody>
      </p:sp>
      <p:pic>
        <p:nvPicPr>
          <p:cNvPr id="5" name="图片 4" descr="图标&#10;&#10;描述已自动生成">
            <a:extLst>
              <a:ext uri="{FF2B5EF4-FFF2-40B4-BE49-F238E27FC236}">
                <a16:creationId xmlns:a16="http://schemas.microsoft.com/office/drawing/2014/main" id="{6A13BA1D-B64B-14C5-9BE4-19FC5EA1D8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
        <p:nvSpPr>
          <p:cNvPr id="6" name="文本框 5">
            <a:extLst>
              <a:ext uri="{FF2B5EF4-FFF2-40B4-BE49-F238E27FC236}">
                <a16:creationId xmlns:a16="http://schemas.microsoft.com/office/drawing/2014/main" id="{898F7766-1FE6-DBB5-6AA9-5A00143931B8}"/>
              </a:ext>
            </a:extLst>
          </p:cNvPr>
          <p:cNvSpPr txBox="1"/>
          <p:nvPr/>
        </p:nvSpPr>
        <p:spPr>
          <a:xfrm>
            <a:off x="4919465" y="2585941"/>
            <a:ext cx="1081016" cy="461665"/>
          </a:xfrm>
          <a:prstGeom prst="rect">
            <a:avLst/>
          </a:prstGeom>
          <a:noFill/>
          <a:ln>
            <a:noFill/>
          </a:ln>
        </p:spPr>
        <p:txBody>
          <a:bodyPr wrap="square">
            <a:spAutoFit/>
          </a:bodyPr>
          <a:lstStyle/>
          <a:p>
            <a:r>
              <a:rPr lang="en-US" altLang="zh-CN" sz="2400" b="1" dirty="0">
                <a:solidFill>
                  <a:schemeClr val="accent6">
                    <a:lumMod val="75000"/>
                  </a:schemeClr>
                </a:solidFill>
                <a:ea typeface="宋体" panose="02010600030101010101" pitchFamily="2" charset="-122"/>
              </a:rPr>
              <a:t>id := </a:t>
            </a:r>
            <a:r>
              <a:rPr lang="en-US" altLang="zh-CN" sz="2400" b="1" i="1" dirty="0">
                <a:solidFill>
                  <a:schemeClr val="accent6">
                    <a:lumMod val="75000"/>
                  </a:schemeClr>
                </a:solidFill>
                <a:ea typeface="宋体" panose="02010600030101010101" pitchFamily="2" charset="-122"/>
              </a:rPr>
              <a:t>E</a:t>
            </a:r>
            <a:endParaRPr lang="zh-CN" altLang="en-US" dirty="0">
              <a:solidFill>
                <a:schemeClr val="accent6">
                  <a:lumMod val="75000"/>
                </a:schemeClr>
              </a:solidFill>
            </a:endParaRPr>
          </a:p>
        </p:txBody>
      </p:sp>
      <p:cxnSp>
        <p:nvCxnSpPr>
          <p:cNvPr id="7" name="直接连接符 6">
            <a:extLst>
              <a:ext uri="{FF2B5EF4-FFF2-40B4-BE49-F238E27FC236}">
                <a16:creationId xmlns:a16="http://schemas.microsoft.com/office/drawing/2014/main" id="{7E115417-761A-B8B7-04DA-E6CC7AA07B91}"/>
              </a:ext>
            </a:extLst>
          </p:cNvPr>
          <p:cNvCxnSpPr>
            <a:cxnSpLocks/>
          </p:cNvCxnSpPr>
          <p:nvPr/>
        </p:nvCxnSpPr>
        <p:spPr>
          <a:xfrm>
            <a:off x="4923314" y="3026462"/>
            <a:ext cx="1020757"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49865E3B-5A51-DE63-E168-501DC5326F59}"/>
              </a:ext>
            </a:extLst>
          </p:cNvPr>
          <p:cNvSpPr txBox="1"/>
          <p:nvPr/>
        </p:nvSpPr>
        <p:spPr>
          <a:xfrm>
            <a:off x="5032627" y="5230440"/>
            <a:ext cx="1081016" cy="461665"/>
          </a:xfrm>
          <a:prstGeom prst="rect">
            <a:avLst/>
          </a:prstGeom>
          <a:noFill/>
          <a:ln>
            <a:noFill/>
          </a:ln>
        </p:spPr>
        <p:txBody>
          <a:bodyPr wrap="square">
            <a:spAutoFit/>
          </a:bodyPr>
          <a:lstStyle/>
          <a:p>
            <a:r>
              <a:rPr lang="en-US" altLang="zh-CN" sz="2400" b="1" i="1" dirty="0">
                <a:solidFill>
                  <a:schemeClr val="accent6">
                    <a:lumMod val="75000"/>
                  </a:schemeClr>
                </a:solidFill>
                <a:ea typeface="宋体" panose="02010600030101010101" pitchFamily="2" charset="-122"/>
              </a:rPr>
              <a:t>S</a:t>
            </a:r>
            <a:r>
              <a:rPr lang="en-US" altLang="zh-CN" sz="2400" b="1" baseline="-25000" dirty="0">
                <a:solidFill>
                  <a:schemeClr val="accent6">
                    <a:lumMod val="75000"/>
                  </a:schemeClr>
                </a:solidFill>
                <a:ea typeface="宋体" panose="02010600030101010101" pitchFamily="2" charset="-122"/>
              </a:rPr>
              <a:t>1</a:t>
            </a:r>
            <a:r>
              <a:rPr lang="en-US" altLang="zh-CN" sz="2400" b="1" dirty="0">
                <a:solidFill>
                  <a:schemeClr val="accent6">
                    <a:lumMod val="75000"/>
                  </a:schemeClr>
                </a:solidFill>
                <a:ea typeface="宋体" panose="02010600030101010101" pitchFamily="2" charset="-122"/>
              </a:rPr>
              <a:t>; </a:t>
            </a:r>
            <a:r>
              <a:rPr lang="en-US" altLang="zh-CN" sz="2400" b="1" i="1" dirty="0">
                <a:solidFill>
                  <a:schemeClr val="accent6">
                    <a:lumMod val="75000"/>
                  </a:schemeClr>
                </a:solidFill>
                <a:ea typeface="宋体" panose="02010600030101010101" pitchFamily="2" charset="-122"/>
              </a:rPr>
              <a:t>S</a:t>
            </a:r>
            <a:r>
              <a:rPr lang="en-US" altLang="zh-CN" sz="2400" b="1" baseline="-25000" dirty="0">
                <a:solidFill>
                  <a:schemeClr val="accent6">
                    <a:lumMod val="75000"/>
                  </a:schemeClr>
                </a:solidFill>
                <a:ea typeface="宋体" panose="02010600030101010101" pitchFamily="2" charset="-122"/>
              </a:rPr>
              <a:t>2</a:t>
            </a:r>
            <a:endParaRPr lang="zh-CN" altLang="en-US" dirty="0">
              <a:solidFill>
                <a:schemeClr val="accent6">
                  <a:lumMod val="75000"/>
                </a:schemeClr>
              </a:solidFill>
            </a:endParaRPr>
          </a:p>
        </p:txBody>
      </p:sp>
      <p:cxnSp>
        <p:nvCxnSpPr>
          <p:cNvPr id="9" name="直接连接符 8">
            <a:extLst>
              <a:ext uri="{FF2B5EF4-FFF2-40B4-BE49-F238E27FC236}">
                <a16:creationId xmlns:a16="http://schemas.microsoft.com/office/drawing/2014/main" id="{ABC73DFE-0704-EFBC-CA35-FB60D98D9009}"/>
              </a:ext>
            </a:extLst>
          </p:cNvPr>
          <p:cNvCxnSpPr>
            <a:cxnSpLocks/>
          </p:cNvCxnSpPr>
          <p:nvPr/>
        </p:nvCxnSpPr>
        <p:spPr>
          <a:xfrm>
            <a:off x="5036476" y="5670961"/>
            <a:ext cx="869085"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434BA76D-B0AB-C28E-1FCE-EA6051B17F1B}"/>
              </a:ext>
            </a:extLst>
          </p:cNvPr>
          <p:cNvSpPr txBox="1"/>
          <p:nvPr/>
        </p:nvSpPr>
        <p:spPr>
          <a:xfrm>
            <a:off x="4776387" y="3416268"/>
            <a:ext cx="1703695" cy="461665"/>
          </a:xfrm>
          <a:prstGeom prst="rect">
            <a:avLst/>
          </a:prstGeom>
          <a:noFill/>
          <a:ln>
            <a:noFill/>
          </a:ln>
        </p:spPr>
        <p:txBody>
          <a:bodyPr wrap="square">
            <a:spAutoFit/>
          </a:bodyPr>
          <a:lstStyle/>
          <a:p>
            <a:r>
              <a:rPr lang="en-US" altLang="zh-CN" sz="2400" b="1" dirty="0">
                <a:solidFill>
                  <a:schemeClr val="accent6">
                    <a:lumMod val="75000"/>
                  </a:schemeClr>
                </a:solidFill>
                <a:ea typeface="宋体" panose="02010600030101010101" pitchFamily="2" charset="-122"/>
              </a:rPr>
              <a:t>if </a:t>
            </a:r>
            <a:r>
              <a:rPr lang="en-US" altLang="zh-CN" sz="2400" b="1" i="1" dirty="0">
                <a:solidFill>
                  <a:schemeClr val="accent6">
                    <a:lumMod val="75000"/>
                  </a:schemeClr>
                </a:solidFill>
                <a:ea typeface="宋体" panose="02010600030101010101" pitchFamily="2" charset="-122"/>
              </a:rPr>
              <a:t>E</a:t>
            </a:r>
            <a:r>
              <a:rPr lang="en-US" altLang="zh-CN" sz="2400" b="1" dirty="0">
                <a:solidFill>
                  <a:schemeClr val="accent6">
                    <a:lumMod val="75000"/>
                  </a:schemeClr>
                </a:solidFill>
                <a:ea typeface="宋体" panose="02010600030101010101" pitchFamily="2" charset="-122"/>
              </a:rPr>
              <a:t> then </a:t>
            </a:r>
            <a:r>
              <a:rPr lang="en-US" altLang="zh-CN" sz="2400" b="1" i="1" dirty="0">
                <a:solidFill>
                  <a:schemeClr val="accent6">
                    <a:lumMod val="75000"/>
                  </a:schemeClr>
                </a:solidFill>
                <a:ea typeface="宋体" panose="02010600030101010101" pitchFamily="2" charset="-122"/>
              </a:rPr>
              <a:t>S</a:t>
            </a:r>
            <a:endParaRPr lang="zh-CN" altLang="en-US" dirty="0">
              <a:solidFill>
                <a:schemeClr val="accent6">
                  <a:lumMod val="75000"/>
                </a:schemeClr>
              </a:solidFill>
            </a:endParaRPr>
          </a:p>
        </p:txBody>
      </p:sp>
      <p:cxnSp>
        <p:nvCxnSpPr>
          <p:cNvPr id="11" name="直接连接符 10">
            <a:extLst>
              <a:ext uri="{FF2B5EF4-FFF2-40B4-BE49-F238E27FC236}">
                <a16:creationId xmlns:a16="http://schemas.microsoft.com/office/drawing/2014/main" id="{00B365AC-8E60-E9BC-0AC1-FAADE1EE6499}"/>
              </a:ext>
            </a:extLst>
          </p:cNvPr>
          <p:cNvCxnSpPr>
            <a:cxnSpLocks/>
          </p:cNvCxnSpPr>
          <p:nvPr/>
        </p:nvCxnSpPr>
        <p:spPr>
          <a:xfrm>
            <a:off x="4780237" y="3856789"/>
            <a:ext cx="1493710"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44168E82-8202-38A4-7B63-28C96742D92D}"/>
              </a:ext>
            </a:extLst>
          </p:cNvPr>
          <p:cNvSpPr txBox="1"/>
          <p:nvPr/>
        </p:nvSpPr>
        <p:spPr>
          <a:xfrm>
            <a:off x="4640707" y="4354318"/>
            <a:ext cx="1886946" cy="461665"/>
          </a:xfrm>
          <a:prstGeom prst="rect">
            <a:avLst/>
          </a:prstGeom>
          <a:noFill/>
          <a:ln>
            <a:noFill/>
          </a:ln>
        </p:spPr>
        <p:txBody>
          <a:bodyPr wrap="square">
            <a:spAutoFit/>
          </a:bodyPr>
          <a:lstStyle/>
          <a:p>
            <a:r>
              <a:rPr lang="en-US" altLang="zh-CN" sz="2400" b="1" dirty="0">
                <a:solidFill>
                  <a:schemeClr val="accent6">
                    <a:lumMod val="75000"/>
                  </a:schemeClr>
                </a:solidFill>
                <a:ea typeface="宋体" panose="02010600030101010101" pitchFamily="2" charset="-122"/>
              </a:rPr>
              <a:t>while </a:t>
            </a:r>
            <a:r>
              <a:rPr lang="en-US" altLang="zh-CN" sz="2400" b="1" i="1" dirty="0">
                <a:solidFill>
                  <a:schemeClr val="accent6">
                    <a:lumMod val="75000"/>
                  </a:schemeClr>
                </a:solidFill>
                <a:ea typeface="宋体" panose="02010600030101010101" pitchFamily="2" charset="-122"/>
              </a:rPr>
              <a:t>E</a:t>
            </a:r>
            <a:r>
              <a:rPr lang="en-US" altLang="zh-CN" sz="2400" b="1" dirty="0">
                <a:solidFill>
                  <a:schemeClr val="accent6">
                    <a:lumMod val="75000"/>
                  </a:schemeClr>
                </a:solidFill>
                <a:ea typeface="宋体" panose="02010600030101010101" pitchFamily="2" charset="-122"/>
              </a:rPr>
              <a:t> do </a:t>
            </a:r>
            <a:r>
              <a:rPr lang="en-US" altLang="zh-CN" sz="2400" b="1" i="1" dirty="0">
                <a:solidFill>
                  <a:schemeClr val="accent6">
                    <a:lumMod val="75000"/>
                  </a:schemeClr>
                </a:solidFill>
                <a:ea typeface="宋体" panose="02010600030101010101" pitchFamily="2" charset="-122"/>
              </a:rPr>
              <a:t>S</a:t>
            </a:r>
            <a:endParaRPr lang="zh-CN" altLang="en-US" dirty="0">
              <a:solidFill>
                <a:schemeClr val="accent6">
                  <a:lumMod val="75000"/>
                </a:schemeClr>
              </a:solidFill>
            </a:endParaRPr>
          </a:p>
        </p:txBody>
      </p:sp>
      <p:cxnSp>
        <p:nvCxnSpPr>
          <p:cNvPr id="16" name="直接连接符 15">
            <a:extLst>
              <a:ext uri="{FF2B5EF4-FFF2-40B4-BE49-F238E27FC236}">
                <a16:creationId xmlns:a16="http://schemas.microsoft.com/office/drawing/2014/main" id="{4D8C1971-4B83-DC90-3C1B-9CC7B712ED81}"/>
              </a:ext>
            </a:extLst>
          </p:cNvPr>
          <p:cNvCxnSpPr>
            <a:cxnSpLocks/>
          </p:cNvCxnSpPr>
          <p:nvPr/>
        </p:nvCxnSpPr>
        <p:spPr>
          <a:xfrm>
            <a:off x="4644556" y="4794839"/>
            <a:ext cx="1750958"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anim calcmode="lin" valueType="num">
                                      <p:cBhvr additive="base">
                                        <p:cTn id="7"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7108"/>
                                        </p:tgtEl>
                                        <p:attrNameLst>
                                          <p:attrName>style.visibility</p:attrName>
                                        </p:attrNameLst>
                                      </p:cBhvr>
                                      <p:to>
                                        <p:strVal val="visible"/>
                                      </p:to>
                                    </p:set>
                                    <p:anim calcmode="lin" valueType="num">
                                      <p:cBhvr additive="base">
                                        <p:cTn id="11" dur="500" fill="hold"/>
                                        <p:tgtEl>
                                          <p:spTgt spid="47108"/>
                                        </p:tgtEl>
                                        <p:attrNameLst>
                                          <p:attrName>ppt_x</p:attrName>
                                        </p:attrNameLst>
                                      </p:cBhvr>
                                      <p:tavLst>
                                        <p:tav tm="0">
                                          <p:val>
                                            <p:strVal val="#ppt_x"/>
                                          </p:val>
                                        </p:tav>
                                        <p:tav tm="100000">
                                          <p:val>
                                            <p:strVal val="#ppt_x"/>
                                          </p:val>
                                        </p:tav>
                                      </p:tavLst>
                                    </p:anim>
                                    <p:anim calcmode="lin" valueType="num">
                                      <p:cBhvr additive="base">
                                        <p:cTn id="12" dur="500" fill="hold"/>
                                        <p:tgtEl>
                                          <p:spTgt spid="4710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3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strVal val="(6*min(max(#ppt_w*#ppt_h,.3),1)-7.4)/-.7*#ppt_w"/>
                                          </p:val>
                                        </p:tav>
                                        <p:tav tm="100000">
                                          <p:val>
                                            <p:strVal val="#ppt_w"/>
                                          </p:val>
                                        </p:tav>
                                      </p:tavLst>
                                    </p:anim>
                                    <p:anim calcmode="lin" valueType="num">
                                      <p:cBhvr>
                                        <p:cTn id="22" dur="500" fill="hold"/>
                                        <p:tgtEl>
                                          <p:spTgt spid="6"/>
                                        </p:tgtEl>
                                        <p:attrNameLst>
                                          <p:attrName>ppt_h</p:attrName>
                                        </p:attrNameLst>
                                      </p:cBhvr>
                                      <p:tavLst>
                                        <p:tav tm="0">
                                          <p:val>
                                            <p:strVal val="(6*min(max(#ppt_w*#ppt_h,.3),1)-7.4)/-.7*#ppt_h"/>
                                          </p:val>
                                        </p:tav>
                                        <p:tav tm="100000">
                                          <p:val>
                                            <p:strVal val="#ppt_h"/>
                                          </p:val>
                                        </p:tav>
                                      </p:tavLst>
                                    </p:anim>
                                    <p:anim calcmode="lin" valueType="num">
                                      <p:cBhvr>
                                        <p:cTn id="23" dur="500" fill="hold"/>
                                        <p:tgtEl>
                                          <p:spTgt spid="6"/>
                                        </p:tgtEl>
                                        <p:attrNameLst>
                                          <p:attrName>ppt_x</p:attrName>
                                        </p:attrNameLst>
                                      </p:cBhvr>
                                      <p:tavLst>
                                        <p:tav tm="0">
                                          <p:val>
                                            <p:fltVal val="0.5"/>
                                          </p:val>
                                        </p:tav>
                                        <p:tav tm="100000">
                                          <p:val>
                                            <p:strVal val="#ppt_x"/>
                                          </p:val>
                                        </p:tav>
                                      </p:tavLst>
                                    </p:anim>
                                    <p:anim calcmode="lin" valueType="num">
                                      <p:cBhvr>
                                        <p:cTn id="24" dur="500" fill="hold"/>
                                        <p:tgtEl>
                                          <p:spTgt spid="6"/>
                                        </p:tgtEl>
                                        <p:attrNameLst>
                                          <p:attrName>ppt_y</p:attrName>
                                        </p:attrNameLst>
                                      </p:cBhvr>
                                      <p:tavLst>
                                        <p:tav tm="0">
                                          <p:val>
                                            <p:strVal val="1+(6*min(max(#ppt_w*#ppt_h,.3),1)-7.4)/-.7*#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7107">
                                            <p:txEl>
                                              <p:pRg st="4" end="4"/>
                                            </p:txEl>
                                          </p:spTgt>
                                        </p:tgtEl>
                                        <p:attrNameLst>
                                          <p:attrName>style.visibility</p:attrName>
                                        </p:attrNameLst>
                                      </p:cBhvr>
                                      <p:to>
                                        <p:strVal val="visible"/>
                                      </p:to>
                                    </p:set>
                                    <p:anim calcmode="lin" valueType="num">
                                      <p:cBhvr additive="base">
                                        <p:cTn id="29"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7107">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7109"/>
                                        </p:tgtEl>
                                        <p:attrNameLst>
                                          <p:attrName>style.visibility</p:attrName>
                                        </p:attrNameLst>
                                      </p:cBhvr>
                                      <p:to>
                                        <p:strVal val="visible"/>
                                      </p:to>
                                    </p:set>
                                    <p:anim calcmode="lin" valueType="num">
                                      <p:cBhvr additive="base">
                                        <p:cTn id="33" dur="500" fill="hold"/>
                                        <p:tgtEl>
                                          <p:spTgt spid="47109"/>
                                        </p:tgtEl>
                                        <p:attrNameLst>
                                          <p:attrName>ppt_x</p:attrName>
                                        </p:attrNameLst>
                                      </p:cBhvr>
                                      <p:tavLst>
                                        <p:tav tm="0">
                                          <p:val>
                                            <p:strVal val="#ppt_x"/>
                                          </p:val>
                                        </p:tav>
                                        <p:tav tm="100000">
                                          <p:val>
                                            <p:strVal val="#ppt_x"/>
                                          </p:val>
                                        </p:tav>
                                      </p:tavLst>
                                    </p:anim>
                                    <p:anim calcmode="lin" valueType="num">
                                      <p:cBhvr additive="base">
                                        <p:cTn id="34" dur="500" fill="hold"/>
                                        <p:tgtEl>
                                          <p:spTgt spid="47109"/>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36"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500" fill="hold"/>
                                        <p:tgtEl>
                                          <p:spTgt spid="10"/>
                                        </p:tgtEl>
                                        <p:attrNameLst>
                                          <p:attrName>ppt_w</p:attrName>
                                        </p:attrNameLst>
                                      </p:cBhvr>
                                      <p:tavLst>
                                        <p:tav tm="0">
                                          <p:val>
                                            <p:strVal val="(6*min(max(#ppt_w*#ppt_h,.3),1)-7.4)/-.7*#ppt_w"/>
                                          </p:val>
                                        </p:tav>
                                        <p:tav tm="100000">
                                          <p:val>
                                            <p:strVal val="#ppt_w"/>
                                          </p:val>
                                        </p:tav>
                                      </p:tavLst>
                                    </p:anim>
                                    <p:anim calcmode="lin" valueType="num">
                                      <p:cBhvr>
                                        <p:cTn id="44" dur="500" fill="hold"/>
                                        <p:tgtEl>
                                          <p:spTgt spid="10"/>
                                        </p:tgtEl>
                                        <p:attrNameLst>
                                          <p:attrName>ppt_h</p:attrName>
                                        </p:attrNameLst>
                                      </p:cBhvr>
                                      <p:tavLst>
                                        <p:tav tm="0">
                                          <p:val>
                                            <p:strVal val="(6*min(max(#ppt_w*#ppt_h,.3),1)-7.4)/-.7*#ppt_h"/>
                                          </p:val>
                                        </p:tav>
                                        <p:tav tm="100000">
                                          <p:val>
                                            <p:strVal val="#ppt_h"/>
                                          </p:val>
                                        </p:tav>
                                      </p:tavLst>
                                    </p:anim>
                                    <p:anim calcmode="lin" valueType="num">
                                      <p:cBhvr>
                                        <p:cTn id="45" dur="500" fill="hold"/>
                                        <p:tgtEl>
                                          <p:spTgt spid="10"/>
                                        </p:tgtEl>
                                        <p:attrNameLst>
                                          <p:attrName>ppt_x</p:attrName>
                                        </p:attrNameLst>
                                      </p:cBhvr>
                                      <p:tavLst>
                                        <p:tav tm="0">
                                          <p:val>
                                            <p:fltVal val="0.5"/>
                                          </p:val>
                                        </p:tav>
                                        <p:tav tm="100000">
                                          <p:val>
                                            <p:strVal val="#ppt_x"/>
                                          </p:val>
                                        </p:tav>
                                      </p:tavLst>
                                    </p:anim>
                                    <p:anim calcmode="lin" valueType="num">
                                      <p:cBhvr>
                                        <p:cTn id="46" dur="500" fill="hold"/>
                                        <p:tgtEl>
                                          <p:spTgt spid="10"/>
                                        </p:tgtEl>
                                        <p:attrNameLst>
                                          <p:attrName>ppt_y</p:attrName>
                                        </p:attrNameLst>
                                      </p:cBhvr>
                                      <p:tavLst>
                                        <p:tav tm="0">
                                          <p:val>
                                            <p:strVal val="1+(6*min(max(#ppt_w*#ppt_h,.3),1)-7.4)/-.7*#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47107">
                                            <p:txEl>
                                              <p:pRg st="6" end="6"/>
                                            </p:txEl>
                                          </p:spTgt>
                                        </p:tgtEl>
                                        <p:attrNameLst>
                                          <p:attrName>style.visibility</p:attrName>
                                        </p:attrNameLst>
                                      </p:cBhvr>
                                      <p:to>
                                        <p:strVal val="visible"/>
                                      </p:to>
                                    </p:set>
                                    <p:anim calcmode="lin" valueType="num">
                                      <p:cBhvr additive="base">
                                        <p:cTn id="51"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47107">
                                            <p:txEl>
                                              <p:pRg st="6" end="6"/>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47110"/>
                                        </p:tgtEl>
                                        <p:attrNameLst>
                                          <p:attrName>style.visibility</p:attrName>
                                        </p:attrNameLst>
                                      </p:cBhvr>
                                      <p:to>
                                        <p:strVal val="visible"/>
                                      </p:to>
                                    </p:set>
                                    <p:anim calcmode="lin" valueType="num">
                                      <p:cBhvr additive="base">
                                        <p:cTn id="55" dur="500" fill="hold"/>
                                        <p:tgtEl>
                                          <p:spTgt spid="47110"/>
                                        </p:tgtEl>
                                        <p:attrNameLst>
                                          <p:attrName>ppt_x</p:attrName>
                                        </p:attrNameLst>
                                      </p:cBhvr>
                                      <p:tavLst>
                                        <p:tav tm="0">
                                          <p:val>
                                            <p:strVal val="#ppt_x"/>
                                          </p:val>
                                        </p:tav>
                                        <p:tav tm="100000">
                                          <p:val>
                                            <p:strVal val="#ppt_x"/>
                                          </p:val>
                                        </p:tav>
                                      </p:tavLst>
                                    </p:anim>
                                    <p:anim calcmode="lin" valueType="num">
                                      <p:cBhvr additive="base">
                                        <p:cTn id="56" dur="500" fill="hold"/>
                                        <p:tgtEl>
                                          <p:spTgt spid="47110"/>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3" presetClass="entr" presetSubtype="36" fill="hold" grpId="0" nodeType="clickEffect">
                                  <p:stCondLst>
                                    <p:cond delay="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ppt_w</p:attrName>
                                        </p:attrNameLst>
                                      </p:cBhvr>
                                      <p:tavLst>
                                        <p:tav tm="0">
                                          <p:val>
                                            <p:strVal val="(6*min(max(#ppt_w*#ppt_h,.3),1)-7.4)/-.7*#ppt_w"/>
                                          </p:val>
                                        </p:tav>
                                        <p:tav tm="100000">
                                          <p:val>
                                            <p:strVal val="#ppt_w"/>
                                          </p:val>
                                        </p:tav>
                                      </p:tavLst>
                                    </p:anim>
                                    <p:anim calcmode="lin" valueType="num">
                                      <p:cBhvr>
                                        <p:cTn id="66" dur="500" fill="hold"/>
                                        <p:tgtEl>
                                          <p:spTgt spid="12"/>
                                        </p:tgtEl>
                                        <p:attrNameLst>
                                          <p:attrName>ppt_h</p:attrName>
                                        </p:attrNameLst>
                                      </p:cBhvr>
                                      <p:tavLst>
                                        <p:tav tm="0">
                                          <p:val>
                                            <p:strVal val="(6*min(max(#ppt_w*#ppt_h,.3),1)-7.4)/-.7*#ppt_h"/>
                                          </p:val>
                                        </p:tav>
                                        <p:tav tm="100000">
                                          <p:val>
                                            <p:strVal val="#ppt_h"/>
                                          </p:val>
                                        </p:tav>
                                      </p:tavLst>
                                    </p:anim>
                                    <p:anim calcmode="lin" valueType="num">
                                      <p:cBhvr>
                                        <p:cTn id="67" dur="500" fill="hold"/>
                                        <p:tgtEl>
                                          <p:spTgt spid="12"/>
                                        </p:tgtEl>
                                        <p:attrNameLst>
                                          <p:attrName>ppt_x</p:attrName>
                                        </p:attrNameLst>
                                      </p:cBhvr>
                                      <p:tavLst>
                                        <p:tav tm="0">
                                          <p:val>
                                            <p:fltVal val="0.5"/>
                                          </p:val>
                                        </p:tav>
                                        <p:tav tm="100000">
                                          <p:val>
                                            <p:strVal val="#ppt_x"/>
                                          </p:val>
                                        </p:tav>
                                      </p:tavLst>
                                    </p:anim>
                                    <p:anim calcmode="lin" valueType="num">
                                      <p:cBhvr>
                                        <p:cTn id="68" dur="500" fill="hold"/>
                                        <p:tgtEl>
                                          <p:spTgt spid="12"/>
                                        </p:tgtEl>
                                        <p:attrNameLst>
                                          <p:attrName>ppt_y</p:attrName>
                                        </p:attrNameLst>
                                      </p:cBhvr>
                                      <p:tavLst>
                                        <p:tav tm="0">
                                          <p:val>
                                            <p:strVal val="1+(6*min(max(#ppt_w*#ppt_h,.3),1)-7.4)/-.7*#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7107">
                                            <p:txEl>
                                              <p:pRg st="8" end="8"/>
                                            </p:txEl>
                                          </p:spTgt>
                                        </p:tgtEl>
                                        <p:attrNameLst>
                                          <p:attrName>style.visibility</p:attrName>
                                        </p:attrNameLst>
                                      </p:cBhvr>
                                      <p:to>
                                        <p:strVal val="visible"/>
                                      </p:to>
                                    </p:set>
                                    <p:anim calcmode="lin" valueType="num">
                                      <p:cBhvr additive="base">
                                        <p:cTn id="73" dur="500" fill="hold"/>
                                        <p:tgtEl>
                                          <p:spTgt spid="47107">
                                            <p:txEl>
                                              <p:pRg st="8" end="8"/>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7107">
                                            <p:txEl>
                                              <p:pRg st="8" end="8"/>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3"/>
                                        </p:tgtEl>
                                        <p:attrNameLst>
                                          <p:attrName>style.visibility</p:attrName>
                                        </p:attrNameLst>
                                      </p:cBhvr>
                                      <p:to>
                                        <p:strVal val="visible"/>
                                      </p:to>
                                    </p:set>
                                    <p:anim calcmode="lin" valueType="num">
                                      <p:cBhvr additive="base">
                                        <p:cTn id="77" dur="500" fill="hold"/>
                                        <p:tgtEl>
                                          <p:spTgt spid="13"/>
                                        </p:tgtEl>
                                        <p:attrNameLst>
                                          <p:attrName>ppt_x</p:attrName>
                                        </p:attrNameLst>
                                      </p:cBhvr>
                                      <p:tavLst>
                                        <p:tav tm="0">
                                          <p:val>
                                            <p:strVal val="#ppt_x"/>
                                          </p:val>
                                        </p:tav>
                                        <p:tav tm="100000">
                                          <p:val>
                                            <p:strVal val="#ppt_x"/>
                                          </p:val>
                                        </p:tav>
                                      </p:tavLst>
                                    </p:anim>
                                    <p:anim calcmode="lin" valueType="num">
                                      <p:cBhvr additive="base">
                                        <p:cTn id="78" dur="500" fill="hold"/>
                                        <p:tgtEl>
                                          <p:spTgt spid="13"/>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9"/>
                                        </p:tgtEl>
                                        <p:attrNameLst>
                                          <p:attrName>style.visibility</p:attrName>
                                        </p:attrNameLst>
                                      </p:cBhvr>
                                      <p:to>
                                        <p:strVal val="visible"/>
                                      </p:to>
                                    </p:set>
                                    <p:anim calcmode="lin" valueType="num">
                                      <p:cBhvr additive="base">
                                        <p:cTn id="81" dur="500" fill="hold"/>
                                        <p:tgtEl>
                                          <p:spTgt spid="9"/>
                                        </p:tgtEl>
                                        <p:attrNameLst>
                                          <p:attrName>ppt_x</p:attrName>
                                        </p:attrNameLst>
                                      </p:cBhvr>
                                      <p:tavLst>
                                        <p:tav tm="0">
                                          <p:val>
                                            <p:strVal val="#ppt_x"/>
                                          </p:val>
                                        </p:tav>
                                        <p:tav tm="100000">
                                          <p:val>
                                            <p:strVal val="#ppt_x"/>
                                          </p:val>
                                        </p:tav>
                                      </p:tavLst>
                                    </p:anim>
                                    <p:anim calcmode="lin" valueType="num">
                                      <p:cBhvr additive="base">
                                        <p:cTn id="8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3" presetClass="entr" presetSubtype="36" fill="hold" grpId="0" nodeType="clickEffect">
                                  <p:stCondLst>
                                    <p:cond delay="0"/>
                                  </p:stCondLst>
                                  <p:childTnLst>
                                    <p:set>
                                      <p:cBhvr>
                                        <p:cTn id="86" dur="1" fill="hold">
                                          <p:stCondLst>
                                            <p:cond delay="0"/>
                                          </p:stCondLst>
                                        </p:cTn>
                                        <p:tgtEl>
                                          <p:spTgt spid="8"/>
                                        </p:tgtEl>
                                        <p:attrNameLst>
                                          <p:attrName>style.visibility</p:attrName>
                                        </p:attrNameLst>
                                      </p:cBhvr>
                                      <p:to>
                                        <p:strVal val="visible"/>
                                      </p:to>
                                    </p:set>
                                    <p:anim calcmode="lin" valueType="num">
                                      <p:cBhvr>
                                        <p:cTn id="87" dur="500" fill="hold"/>
                                        <p:tgtEl>
                                          <p:spTgt spid="8"/>
                                        </p:tgtEl>
                                        <p:attrNameLst>
                                          <p:attrName>ppt_w</p:attrName>
                                        </p:attrNameLst>
                                      </p:cBhvr>
                                      <p:tavLst>
                                        <p:tav tm="0">
                                          <p:val>
                                            <p:strVal val="(6*min(max(#ppt_w*#ppt_h,.3),1)-7.4)/-.7*#ppt_w"/>
                                          </p:val>
                                        </p:tav>
                                        <p:tav tm="100000">
                                          <p:val>
                                            <p:strVal val="#ppt_w"/>
                                          </p:val>
                                        </p:tav>
                                      </p:tavLst>
                                    </p:anim>
                                    <p:anim calcmode="lin" valueType="num">
                                      <p:cBhvr>
                                        <p:cTn id="88" dur="500" fill="hold"/>
                                        <p:tgtEl>
                                          <p:spTgt spid="8"/>
                                        </p:tgtEl>
                                        <p:attrNameLst>
                                          <p:attrName>ppt_h</p:attrName>
                                        </p:attrNameLst>
                                      </p:cBhvr>
                                      <p:tavLst>
                                        <p:tav tm="0">
                                          <p:val>
                                            <p:strVal val="(6*min(max(#ppt_w*#ppt_h,.3),1)-7.4)/-.7*#ppt_h"/>
                                          </p:val>
                                        </p:tav>
                                        <p:tav tm="100000">
                                          <p:val>
                                            <p:strVal val="#ppt_h"/>
                                          </p:val>
                                        </p:tav>
                                      </p:tavLst>
                                    </p:anim>
                                    <p:anim calcmode="lin" valueType="num">
                                      <p:cBhvr>
                                        <p:cTn id="89" dur="500" fill="hold"/>
                                        <p:tgtEl>
                                          <p:spTgt spid="8"/>
                                        </p:tgtEl>
                                        <p:attrNameLst>
                                          <p:attrName>ppt_x</p:attrName>
                                        </p:attrNameLst>
                                      </p:cBhvr>
                                      <p:tavLst>
                                        <p:tav tm="0">
                                          <p:val>
                                            <p:fltVal val="0.5"/>
                                          </p:val>
                                        </p:tav>
                                        <p:tav tm="100000">
                                          <p:val>
                                            <p:strVal val="#ppt_x"/>
                                          </p:val>
                                        </p:tav>
                                      </p:tavLst>
                                    </p:anim>
                                    <p:anim calcmode="lin" valueType="num">
                                      <p:cBhvr>
                                        <p:cTn id="90" dur="500" fill="hold"/>
                                        <p:tgtEl>
                                          <p:spTgt spid="8"/>
                                        </p:tgtEl>
                                        <p:attrNameLst>
                                          <p:attrName>ppt_y</p:attrName>
                                        </p:attrNameLst>
                                      </p:cBhvr>
                                      <p:tavLst>
                                        <p:tav tm="0">
                                          <p:val>
                                            <p:strVal val="1+(6*min(max(#ppt_w*#ppt_h,.3),1)-7.4)/-.7*#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47107">
                                            <p:txEl>
                                              <p:pRg st="10" end="10"/>
                                            </p:txEl>
                                          </p:spTgt>
                                        </p:tgtEl>
                                        <p:attrNameLst>
                                          <p:attrName>style.visibility</p:attrName>
                                        </p:attrNameLst>
                                      </p:cBhvr>
                                      <p:to>
                                        <p:strVal val="visible"/>
                                      </p:to>
                                    </p:set>
                                    <p:anim calcmode="lin" valueType="num">
                                      <p:cBhvr additive="base">
                                        <p:cTn id="95" dur="500" fill="hold"/>
                                        <p:tgtEl>
                                          <p:spTgt spid="47107">
                                            <p:txEl>
                                              <p:pRg st="10" end="10"/>
                                            </p:txEl>
                                          </p:spTgt>
                                        </p:tgtEl>
                                        <p:attrNameLst>
                                          <p:attrName>ppt_x</p:attrName>
                                        </p:attrNameLst>
                                      </p:cBhvr>
                                      <p:tavLst>
                                        <p:tav tm="0">
                                          <p:val>
                                            <p:strVal val="#ppt_x"/>
                                          </p:val>
                                        </p:tav>
                                        <p:tav tm="100000">
                                          <p:val>
                                            <p:strVal val="#ppt_x"/>
                                          </p:val>
                                        </p:tav>
                                      </p:tavLst>
                                    </p:anim>
                                    <p:anim calcmode="lin" valueType="num">
                                      <p:cBhvr additive="base">
                                        <p:cTn id="96" dur="500" fill="hold"/>
                                        <p:tgtEl>
                                          <p:spTgt spid="4710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958148C4-0EE5-4354-83F0-FDE32F4306F6}"/>
              </a:ext>
            </a:extLst>
          </p:cNvPr>
          <p:cNvSpPr>
            <a:spLocks noGrp="1" noChangeArrowheads="1"/>
          </p:cNvSpPr>
          <p:nvPr>
            <p:ph type="title"/>
          </p:nvPr>
        </p:nvSpPr>
        <p:spPr/>
        <p:txBody>
          <a:bodyPr/>
          <a:lstStyle/>
          <a:p>
            <a:pPr eaLnBrk="1" hangingPunct="1"/>
            <a:r>
              <a:rPr lang="en-US" altLang="zh-CN" dirty="0"/>
              <a:t>5.3.3 </a:t>
            </a:r>
            <a:r>
              <a:rPr lang="zh-CN" altLang="en-US" dirty="0"/>
              <a:t>类型检查</a:t>
            </a:r>
          </a:p>
        </p:txBody>
      </p:sp>
      <p:sp>
        <p:nvSpPr>
          <p:cNvPr id="51203" name="Rectangle 3">
            <a:extLst>
              <a:ext uri="{FF2B5EF4-FFF2-40B4-BE49-F238E27FC236}">
                <a16:creationId xmlns:a16="http://schemas.microsoft.com/office/drawing/2014/main" id="{90DAF857-095B-4F19-AD93-53CB2432CC2E}"/>
              </a:ext>
            </a:extLst>
          </p:cNvPr>
          <p:cNvSpPr>
            <a:spLocks noGrp="1" noChangeArrowheads="1"/>
          </p:cNvSpPr>
          <p:nvPr>
            <p:ph idx="1"/>
          </p:nvPr>
        </p:nvSpPr>
        <p:spPr/>
        <p:txBody>
          <a:bodyPr>
            <a:normAutofit/>
          </a:bodyPr>
          <a:lstStyle/>
          <a:p>
            <a:pPr>
              <a:defRPr/>
            </a:pPr>
            <a:endParaRPr lang="en-US" altLang="zh-CN" sz="2800" dirty="0"/>
          </a:p>
          <a:p>
            <a:pPr marL="0" indent="0">
              <a:buNone/>
              <a:defRPr/>
            </a:pPr>
            <a:endParaRPr lang="en-US" altLang="zh-CN" sz="2800" dirty="0"/>
          </a:p>
          <a:p>
            <a:pPr>
              <a:defRPr/>
            </a:pPr>
            <a:r>
              <a:rPr lang="zh-CN" altLang="en-US" sz="2800" dirty="0"/>
              <a:t>设计依据是上节的类型系统</a:t>
            </a:r>
          </a:p>
          <a:p>
            <a:pPr>
              <a:defRPr/>
            </a:pPr>
            <a:r>
              <a:rPr lang="zh-CN" altLang="en-US" sz="2800" dirty="0"/>
              <a:t>类型环境</a:t>
            </a:r>
            <a:r>
              <a:rPr lang="zh-CN" altLang="en-US" sz="2800" b="1" dirty="0">
                <a:sym typeface="Symbol" panose="05050102010706020507" pitchFamily="18" charset="2"/>
              </a:rPr>
              <a:t></a:t>
            </a:r>
            <a:r>
              <a:rPr lang="zh-CN" altLang="en-US" sz="2800" dirty="0">
                <a:sym typeface="Symbol" panose="05050102010706020507" pitchFamily="18" charset="2"/>
              </a:rPr>
              <a:t>的</a:t>
            </a:r>
            <a:r>
              <a:rPr lang="zh-CN" altLang="en-US" sz="2800" dirty="0"/>
              <a:t>信息进入符号表（即用符号表表示</a:t>
            </a:r>
            <a:r>
              <a:rPr lang="zh-CN" altLang="en-US" sz="2800" b="1" dirty="0">
                <a:sym typeface="Symbol" panose="05050102010706020507" pitchFamily="18" charset="2"/>
              </a:rPr>
              <a:t> </a:t>
            </a:r>
            <a:r>
              <a:rPr lang="zh-CN" altLang="en-US" sz="2800" dirty="0"/>
              <a:t>）</a:t>
            </a:r>
          </a:p>
          <a:p>
            <a:pPr>
              <a:defRPr/>
            </a:pPr>
            <a:r>
              <a:rPr lang="zh-CN" altLang="en-US" sz="2800" dirty="0"/>
              <a:t>把类型表达式存入属性</a:t>
            </a:r>
            <a:r>
              <a:rPr lang="en-US" altLang="zh-CN" sz="2800" b="1" i="1" dirty="0"/>
              <a:t>type</a:t>
            </a:r>
            <a:r>
              <a:rPr lang="zh-CN" altLang="en-US" sz="2800" dirty="0"/>
              <a:t>中</a:t>
            </a:r>
            <a:endParaRPr lang="en-US" altLang="zh-CN" sz="2800" b="1" dirty="0">
              <a:solidFill>
                <a:schemeClr val="accent1"/>
              </a:solidFill>
            </a:endParaRPr>
          </a:p>
        </p:txBody>
      </p:sp>
      <p:sp>
        <p:nvSpPr>
          <p:cNvPr id="2" name="日期占位符 1">
            <a:extLst>
              <a:ext uri="{FF2B5EF4-FFF2-40B4-BE49-F238E27FC236}">
                <a16:creationId xmlns:a16="http://schemas.microsoft.com/office/drawing/2014/main" id="{714686E3-31AB-BD35-3F63-33F14029B706}"/>
              </a:ext>
            </a:extLst>
          </p:cNvPr>
          <p:cNvSpPr>
            <a:spLocks noGrp="1"/>
          </p:cNvSpPr>
          <p:nvPr>
            <p:ph type="dt" sz="half" idx="10"/>
          </p:nvPr>
        </p:nvSpPr>
        <p:spPr/>
        <p:txBody>
          <a:bodyPr/>
          <a:lstStyle/>
          <a:p>
            <a:fld id="{04016737-671A-425E-9CE3-28F6B23ABE07}"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37866E03-A21E-5E6F-2998-D65FBF2EDCB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A837015F-16EB-37C6-6293-B5116F27BA77}"/>
              </a:ext>
            </a:extLst>
          </p:cNvPr>
          <p:cNvSpPr>
            <a:spLocks noGrp="1"/>
          </p:cNvSpPr>
          <p:nvPr>
            <p:ph type="sldNum" sz="quarter" idx="12"/>
          </p:nvPr>
        </p:nvSpPr>
        <p:spPr/>
        <p:txBody>
          <a:bodyPr/>
          <a:lstStyle/>
          <a:p>
            <a:fld id="{094DEB03-EFC6-4C20-8FC8-295189A5386F}" type="slidenum">
              <a:rPr lang="zh-CN" altLang="en-US" smtClean="0"/>
              <a:pPr/>
              <a:t>16</a:t>
            </a:fld>
            <a:endParaRPr lang="zh-CN" altLang="en-US"/>
          </a:p>
        </p:txBody>
      </p:sp>
      <p:sp>
        <p:nvSpPr>
          <p:cNvPr id="5" name="矩形: 圆角 4">
            <a:extLst>
              <a:ext uri="{FF2B5EF4-FFF2-40B4-BE49-F238E27FC236}">
                <a16:creationId xmlns:a16="http://schemas.microsoft.com/office/drawing/2014/main" id="{B605A2AB-FA6F-4B67-FAA9-96DC404E0D71}"/>
              </a:ext>
            </a:extLst>
          </p:cNvPr>
          <p:cNvSpPr/>
          <p:nvPr/>
        </p:nvSpPr>
        <p:spPr>
          <a:xfrm>
            <a:off x="1997938" y="1099037"/>
            <a:ext cx="5148124" cy="1194891"/>
          </a:xfrm>
          <a:prstGeom prst="roundRect">
            <a:avLst>
              <a:gd name="adj" fmla="val 10467"/>
            </a:avLst>
          </a:prstGeom>
          <a:solidFill>
            <a:schemeClr val="accent4">
              <a:lumMod val="20000"/>
              <a:lumOff val="80000"/>
            </a:schemeClr>
          </a:solidFill>
          <a:ln w="19050" cap="rnd">
            <a:solidFill>
              <a:schemeClr val="accent2"/>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eaLnBrk="1" hangingPunct="1"/>
            <a:r>
              <a:rPr lang="zh-CN" altLang="en-US" sz="2800" dirty="0">
                <a:solidFill>
                  <a:schemeClr val="tx1"/>
                </a:solidFill>
              </a:rPr>
              <a:t>接下来为</a:t>
            </a:r>
            <a:r>
              <a:rPr lang="zh-CN" altLang="en-US" sz="3600" dirty="0">
                <a:solidFill>
                  <a:srgbClr val="C00000"/>
                </a:solidFill>
              </a:rPr>
              <a:t>类型检查器</a:t>
            </a:r>
            <a:r>
              <a:rPr lang="zh-CN" altLang="en-US" sz="2800" dirty="0">
                <a:solidFill>
                  <a:schemeClr val="tx1"/>
                </a:solidFill>
              </a:rPr>
              <a:t>编写</a:t>
            </a:r>
            <a:endParaRPr lang="en-US" altLang="zh-CN" sz="2800" dirty="0">
              <a:solidFill>
                <a:schemeClr val="tx1"/>
              </a:solidFill>
            </a:endParaRPr>
          </a:p>
          <a:p>
            <a:pPr algn="ctr" eaLnBrk="1" hangingPunct="1"/>
            <a:r>
              <a:rPr lang="zh-CN" altLang="en-US" sz="2800" dirty="0">
                <a:solidFill>
                  <a:schemeClr val="tx1"/>
                </a:solidFill>
              </a:rPr>
              <a:t>语法制导的翻译方案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03">
                                            <p:txEl>
                                              <p:pRg st="2" end="2"/>
                                            </p:txEl>
                                          </p:spTgt>
                                        </p:tgtEl>
                                        <p:attrNameLst>
                                          <p:attrName>style.visibility</p:attrName>
                                        </p:attrNameLst>
                                      </p:cBhvr>
                                      <p:to>
                                        <p:strVal val="visible"/>
                                      </p:to>
                                    </p:set>
                                    <p:anim calcmode="lin" valueType="num">
                                      <p:cBhvr additive="base">
                                        <p:cTn id="13" dur="500" fill="hold"/>
                                        <p:tgtEl>
                                          <p:spTgt spid="5120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1203">
                                            <p:txEl>
                                              <p:pRg st="3" end="3"/>
                                            </p:txEl>
                                          </p:spTgt>
                                        </p:tgtEl>
                                        <p:attrNameLst>
                                          <p:attrName>style.visibility</p:attrName>
                                        </p:attrNameLst>
                                      </p:cBhvr>
                                      <p:to>
                                        <p:strVal val="visible"/>
                                      </p:to>
                                    </p:set>
                                    <p:anim calcmode="lin" valueType="num">
                                      <p:cBhvr additive="base">
                                        <p:cTn id="19" dur="500" fill="hold"/>
                                        <p:tgtEl>
                                          <p:spTgt spid="5120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0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1203">
                                            <p:txEl>
                                              <p:pRg st="4" end="4"/>
                                            </p:txEl>
                                          </p:spTgt>
                                        </p:tgtEl>
                                        <p:attrNameLst>
                                          <p:attrName>style.visibility</p:attrName>
                                        </p:attrNameLst>
                                      </p:cBhvr>
                                      <p:to>
                                        <p:strVal val="visible"/>
                                      </p:to>
                                    </p:set>
                                    <p:anim calcmode="lin" valueType="num">
                                      <p:cBhvr additive="base">
                                        <p:cTn id="23" dur="500" fill="hold"/>
                                        <p:tgtEl>
                                          <p:spTgt spid="5120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120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C4E7647-61B3-468C-90B8-66B649F4B972}"/>
              </a:ext>
            </a:extLst>
          </p:cNvPr>
          <p:cNvSpPr>
            <a:spLocks noGrp="1" noChangeArrowheads="1"/>
          </p:cNvSpPr>
          <p:nvPr>
            <p:ph type="title"/>
          </p:nvPr>
        </p:nvSpPr>
        <p:spPr/>
        <p:txBody>
          <a:bodyPr/>
          <a:lstStyle/>
          <a:p>
            <a:pPr eaLnBrk="1" hangingPunct="1"/>
            <a:r>
              <a:rPr lang="en-US" altLang="zh-CN"/>
              <a:t>5.3.3 </a:t>
            </a:r>
            <a:r>
              <a:rPr lang="zh-CN" altLang="en-US"/>
              <a:t>类型检查</a:t>
            </a:r>
            <a:r>
              <a:rPr lang="en-US" altLang="zh-CN">
                <a:latin typeface="Arial" panose="020B0604020202020204" pitchFamily="34" charset="0"/>
              </a:rPr>
              <a:t>——</a:t>
            </a:r>
            <a:r>
              <a:rPr lang="zh-CN" altLang="en-US"/>
              <a:t>声明语句</a:t>
            </a:r>
          </a:p>
        </p:txBody>
      </p:sp>
      <p:sp>
        <p:nvSpPr>
          <p:cNvPr id="52227" name="Rectangle 3">
            <a:extLst>
              <a:ext uri="{FF2B5EF4-FFF2-40B4-BE49-F238E27FC236}">
                <a16:creationId xmlns:a16="http://schemas.microsoft.com/office/drawing/2014/main" id="{8AA336ED-3F46-497F-AE0C-86CC2C61B3AD}"/>
              </a:ext>
            </a:extLst>
          </p:cNvPr>
          <p:cNvSpPr>
            <a:spLocks noGrp="1" noChangeArrowheads="1"/>
          </p:cNvSpPr>
          <p:nvPr>
            <p:ph idx="1"/>
          </p:nvPr>
        </p:nvSpPr>
        <p:spPr/>
        <p:txBody>
          <a:bodyPr/>
          <a:lstStyle/>
          <a:p>
            <a:pPr eaLnBrk="1" hangingPunct="1">
              <a:buFont typeface="Wingdings" panose="05000000000000000000" pitchFamily="2" charset="2"/>
              <a:buNone/>
              <a:defRPr/>
            </a:pPr>
            <a:r>
              <a:rPr lang="en-US" altLang="zh-CN" sz="2800" b="1" i="1" dirty="0"/>
              <a:t>D </a:t>
            </a:r>
            <a:r>
              <a:rPr lang="en-US" altLang="zh-CN" sz="2800" b="1" dirty="0">
                <a:sym typeface="Symbol" panose="05050102010706020507" pitchFamily="18" charset="2"/>
              </a:rPr>
              <a:t></a:t>
            </a:r>
            <a:r>
              <a:rPr lang="en-US" altLang="zh-CN" sz="2800" b="1" i="1" dirty="0"/>
              <a:t> D</a:t>
            </a:r>
            <a:r>
              <a:rPr lang="en-US" altLang="zh-CN" sz="2800" b="1" dirty="0"/>
              <a:t>;</a:t>
            </a:r>
            <a:r>
              <a:rPr lang="en-US" altLang="zh-CN" sz="2800" b="1" i="1" dirty="0"/>
              <a:t> D</a:t>
            </a:r>
          </a:p>
          <a:p>
            <a:pPr eaLnBrk="1" hangingPunct="1">
              <a:buFont typeface="Wingdings" panose="05000000000000000000" pitchFamily="2" charset="2"/>
              <a:buNone/>
              <a:defRPr/>
            </a:pPr>
            <a:r>
              <a:rPr lang="en-US" altLang="zh-CN" sz="2800" b="1" i="1" dirty="0"/>
              <a:t>D </a:t>
            </a:r>
            <a:r>
              <a:rPr lang="en-US" altLang="zh-CN" sz="2800" b="1" dirty="0">
                <a:sym typeface="Symbol" panose="05050102010706020507" pitchFamily="18" charset="2"/>
              </a:rPr>
              <a:t></a:t>
            </a:r>
            <a:r>
              <a:rPr lang="en-US" altLang="zh-CN" sz="2800" b="1" i="1" dirty="0"/>
              <a:t> </a:t>
            </a:r>
            <a:r>
              <a:rPr lang="en-US" altLang="zh-CN" sz="2800" b="1" dirty="0"/>
              <a:t>id</a:t>
            </a:r>
            <a:r>
              <a:rPr lang="en-US" altLang="zh-CN" sz="2800" b="1" i="1" dirty="0"/>
              <a:t> </a:t>
            </a:r>
            <a:r>
              <a:rPr lang="en-US" altLang="zh-CN" sz="2800" b="1" dirty="0"/>
              <a:t>:</a:t>
            </a:r>
            <a:r>
              <a:rPr lang="en-US" altLang="zh-CN" sz="2800" b="1" i="1" dirty="0"/>
              <a:t> T 		</a:t>
            </a:r>
            <a:r>
              <a:rPr lang="en-US" altLang="zh-CN" sz="2800" b="1" dirty="0"/>
              <a:t>{</a:t>
            </a:r>
            <a:r>
              <a:rPr lang="en-US" altLang="zh-CN" sz="2800" b="1" i="1" dirty="0" err="1">
                <a:solidFill>
                  <a:srgbClr val="C00000"/>
                </a:solidFill>
              </a:rPr>
              <a:t>addtype</a:t>
            </a:r>
            <a:r>
              <a:rPr lang="en-US" altLang="zh-CN" sz="2800" b="1" i="1" dirty="0"/>
              <a:t> </a:t>
            </a:r>
            <a:r>
              <a:rPr lang="en-US" altLang="zh-CN" sz="2800" b="1" dirty="0"/>
              <a:t>(</a:t>
            </a:r>
            <a:r>
              <a:rPr lang="en-US" altLang="zh-CN" sz="2800" b="1" dirty="0" err="1"/>
              <a:t>id</a:t>
            </a:r>
            <a:r>
              <a:rPr lang="en-US" altLang="zh-CN" sz="2800" b="1" i="1" dirty="0" err="1"/>
              <a:t>.entry</a:t>
            </a:r>
            <a:r>
              <a:rPr lang="en-US" altLang="zh-CN" sz="2800" b="1" dirty="0"/>
              <a:t>,</a:t>
            </a:r>
            <a:r>
              <a:rPr lang="en-US" altLang="zh-CN" sz="2800" b="1" i="1" dirty="0"/>
              <a:t> </a:t>
            </a:r>
            <a:r>
              <a:rPr lang="en-US" altLang="zh-CN" sz="2800" b="1" i="1" dirty="0" err="1"/>
              <a:t>T.type</a:t>
            </a:r>
            <a:r>
              <a:rPr lang="en-US" altLang="zh-CN" sz="2800" b="1" dirty="0"/>
              <a:t>)}</a:t>
            </a:r>
          </a:p>
          <a:p>
            <a:pPr eaLnBrk="1" hangingPunct="1">
              <a:buFont typeface="Wingdings" panose="05000000000000000000" pitchFamily="2" charset="2"/>
              <a:buNone/>
              <a:defRPr/>
            </a:pPr>
            <a:r>
              <a:rPr lang="en-US" altLang="zh-CN" sz="2800" b="1" dirty="0"/>
              <a:t>	</a:t>
            </a:r>
          </a:p>
          <a:p>
            <a:pPr>
              <a:defRPr/>
            </a:pPr>
            <a:r>
              <a:rPr lang="en-US" altLang="zh-CN" sz="2800" b="1" i="1" dirty="0" err="1"/>
              <a:t>addtype</a:t>
            </a:r>
            <a:r>
              <a:rPr lang="zh-CN" altLang="en-US" sz="2800" b="1" dirty="0"/>
              <a:t>：</a:t>
            </a:r>
            <a:r>
              <a:rPr lang="zh-CN" altLang="en-US" sz="2800" dirty="0"/>
              <a:t>把类型信息填入符号表，若出现重复定义则报错。</a:t>
            </a:r>
            <a:endParaRPr lang="en-US" altLang="zh-CN" sz="2800" dirty="0"/>
          </a:p>
          <a:p>
            <a:pPr>
              <a:defRPr/>
            </a:pPr>
            <a:r>
              <a:rPr lang="zh-CN" altLang="en-US" sz="2800" dirty="0"/>
              <a:t>对应</a:t>
            </a:r>
            <a:r>
              <a:rPr lang="zh-CN" altLang="en-US" sz="2800" dirty="0">
                <a:solidFill>
                  <a:srgbClr val="C00000"/>
                </a:solidFill>
              </a:rPr>
              <a:t>环境规则</a:t>
            </a:r>
            <a:r>
              <a:rPr lang="zh-CN" altLang="en-US" sz="2800" dirty="0"/>
              <a:t>：</a:t>
            </a:r>
            <a:endParaRPr lang="en-US" altLang="zh-CN" sz="2800" dirty="0"/>
          </a:p>
          <a:p>
            <a:pPr eaLnBrk="1" hangingPunct="1">
              <a:buFont typeface="Wingdings" panose="05000000000000000000" pitchFamily="2" charset="2"/>
              <a:buNone/>
              <a:defRPr/>
            </a:pPr>
            <a:endParaRPr lang="zh-CN" altLang="en-US" sz="2800" dirty="0"/>
          </a:p>
        </p:txBody>
      </p:sp>
      <p:grpSp>
        <p:nvGrpSpPr>
          <p:cNvPr id="15364" name="组合 1">
            <a:extLst>
              <a:ext uri="{FF2B5EF4-FFF2-40B4-BE49-F238E27FC236}">
                <a16:creationId xmlns:a16="http://schemas.microsoft.com/office/drawing/2014/main" id="{52ECAA35-2CE8-4F5E-BBB2-86745B5DF539}"/>
              </a:ext>
            </a:extLst>
          </p:cNvPr>
          <p:cNvGrpSpPr>
            <a:grpSpLocks/>
          </p:cNvGrpSpPr>
          <p:nvPr/>
        </p:nvGrpSpPr>
        <p:grpSpPr bwMode="auto">
          <a:xfrm>
            <a:off x="3371629" y="3814478"/>
            <a:ext cx="3816350" cy="762000"/>
            <a:chOff x="4067175" y="5486400"/>
            <a:chExt cx="3816350" cy="762000"/>
          </a:xfrm>
        </p:grpSpPr>
        <p:sp>
          <p:nvSpPr>
            <p:cNvPr id="15365" name="Rectangle 8" descr="Green marble">
              <a:extLst>
                <a:ext uri="{FF2B5EF4-FFF2-40B4-BE49-F238E27FC236}">
                  <a16:creationId xmlns:a16="http://schemas.microsoft.com/office/drawing/2014/main" id="{8FDCBB40-59B9-492E-AB01-ABAFEB7A11C9}"/>
                </a:ext>
              </a:extLst>
            </p:cNvPr>
            <p:cNvSpPr>
              <a:spLocks noChangeArrowheads="1"/>
            </p:cNvSpPr>
            <p:nvPr/>
          </p:nvSpPr>
          <p:spPr bwMode="auto">
            <a:xfrm>
              <a:off x="4067175" y="5486400"/>
              <a:ext cx="38163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a:t>
              </a:r>
              <a:r>
                <a:rPr lang="en-US" altLang="zh-CN" sz="2400" b="1" dirty="0">
                  <a:ea typeface="宋体" panose="02010600030101010101" pitchFamily="2" charset="-122"/>
                  <a:sym typeface="Symbol" panose="05050102010706020507" pitchFamily="18" charset="2"/>
                </a:rPr>
                <a:t></a:t>
              </a:r>
              <a:r>
                <a:rPr lang="en-US" altLang="zh-CN" sz="2400" b="1" i="1" dirty="0">
                  <a:ea typeface="宋体" panose="02010600030101010101" pitchFamily="2" charset="-122"/>
                </a:rPr>
                <a:t>T</a:t>
              </a:r>
              <a:r>
                <a:rPr lang="en-US" altLang="zh-CN" sz="2400" b="1" dirty="0">
                  <a:ea typeface="宋体" panose="02010600030101010101" pitchFamily="2" charset="-122"/>
                </a:rPr>
                <a:t>,  id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err="1">
                  <a:ea typeface="宋体" panose="02010600030101010101" pitchFamily="2" charset="-122"/>
                </a:rPr>
                <a:t>dom</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a:t>
              </a:r>
              <a:r>
                <a:rPr lang="en-US" altLang="zh-CN" sz="2400" b="1" dirty="0">
                  <a:ea typeface="宋体" panose="02010600030101010101" pitchFamily="2" charset="-122"/>
                  <a:sym typeface="Symbol" panose="05050102010706020507" pitchFamily="18" charset="2"/>
                </a:rPr>
                <a:t> </a:t>
              </a:r>
              <a:endParaRPr lang="en-US" altLang="zh-CN"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id : </a:t>
              </a:r>
              <a:r>
                <a:rPr lang="en-US" altLang="zh-CN" sz="2400" b="1" i="1" dirty="0">
                  <a:ea typeface="宋体" panose="02010600030101010101" pitchFamily="2" charset="-122"/>
                </a:rPr>
                <a:t>T </a:t>
              </a:r>
              <a:r>
                <a:rPr lang="en-US" altLang="zh-CN" sz="2400" b="1" dirty="0">
                  <a:ea typeface="宋体" panose="02010600030101010101" pitchFamily="2" charset="-122"/>
                </a:rPr>
                <a:t>|</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p>
          </p:txBody>
        </p:sp>
        <p:sp>
          <p:nvSpPr>
            <p:cNvPr id="15366" name="Line 9">
              <a:extLst>
                <a:ext uri="{FF2B5EF4-FFF2-40B4-BE49-F238E27FC236}">
                  <a16:creationId xmlns:a16="http://schemas.microsoft.com/office/drawing/2014/main" id="{65DFB8C6-22E5-4422-85F2-AE8DAE52F146}"/>
                </a:ext>
              </a:extLst>
            </p:cNvPr>
            <p:cNvSpPr>
              <a:spLocks noChangeShapeType="1"/>
            </p:cNvSpPr>
            <p:nvPr/>
          </p:nvSpPr>
          <p:spPr bwMode="auto">
            <a:xfrm>
              <a:off x="4273550" y="5867400"/>
              <a:ext cx="3506788"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DF22E94D-38E1-9090-61A6-17F43A474BC1}"/>
              </a:ext>
            </a:extLst>
          </p:cNvPr>
          <p:cNvSpPr>
            <a:spLocks noGrp="1"/>
          </p:cNvSpPr>
          <p:nvPr>
            <p:ph type="dt" sz="half" idx="10"/>
          </p:nvPr>
        </p:nvSpPr>
        <p:spPr/>
        <p:txBody>
          <a:bodyPr/>
          <a:lstStyle/>
          <a:p>
            <a:fld id="{841DDDA1-8473-415C-A263-C76E012D358A}"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6A541673-6FBB-2E7D-E81D-14721232592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F210DBE8-6D96-D17E-D699-A779BE15BB35}"/>
              </a:ext>
            </a:extLst>
          </p:cNvPr>
          <p:cNvSpPr>
            <a:spLocks noGrp="1"/>
          </p:cNvSpPr>
          <p:nvPr>
            <p:ph type="sldNum" sz="quarter" idx="12"/>
          </p:nvPr>
        </p:nvSpPr>
        <p:spPr/>
        <p:txBody>
          <a:bodyPr/>
          <a:lstStyle/>
          <a:p>
            <a:fld id="{094DEB03-EFC6-4C20-8FC8-295189A5386F}" type="slidenum">
              <a:rPr lang="zh-CN" altLang="en-US" smtClean="0"/>
              <a:pPr/>
              <a:t>17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2227">
                                            <p:txEl>
                                              <p:pRg st="3" end="3"/>
                                            </p:txEl>
                                          </p:spTgt>
                                        </p:tgtEl>
                                        <p:attrNameLst>
                                          <p:attrName>style.visibility</p:attrName>
                                        </p:attrNameLst>
                                      </p:cBhvr>
                                      <p:to>
                                        <p:strVal val="visible"/>
                                      </p:to>
                                    </p:set>
                                    <p:anim calcmode="lin" valueType="num">
                                      <p:cBhvr additive="base">
                                        <p:cTn id="7" dur="500" fill="hold"/>
                                        <p:tgtEl>
                                          <p:spTgt spid="5222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2227">
                                            <p:txEl>
                                              <p:pRg st="4" end="4"/>
                                            </p:txEl>
                                          </p:spTgt>
                                        </p:tgtEl>
                                        <p:attrNameLst>
                                          <p:attrName>style.visibility</p:attrName>
                                        </p:attrNameLst>
                                      </p:cBhvr>
                                      <p:to>
                                        <p:strVal val="visible"/>
                                      </p:to>
                                    </p:set>
                                    <p:anim calcmode="lin" valueType="num">
                                      <p:cBhvr additive="base">
                                        <p:cTn id="11" dur="500" fill="hold"/>
                                        <p:tgtEl>
                                          <p:spTgt spid="52227">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2227">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364"/>
                                        </p:tgtEl>
                                        <p:attrNameLst>
                                          <p:attrName>style.visibility</p:attrName>
                                        </p:attrNameLst>
                                      </p:cBhvr>
                                      <p:to>
                                        <p:strVal val="visible"/>
                                      </p:to>
                                    </p:set>
                                    <p:anim calcmode="lin" valueType="num">
                                      <p:cBhvr additive="base">
                                        <p:cTn id="15" dur="500" fill="hold"/>
                                        <p:tgtEl>
                                          <p:spTgt spid="15364"/>
                                        </p:tgtEl>
                                        <p:attrNameLst>
                                          <p:attrName>ppt_x</p:attrName>
                                        </p:attrNameLst>
                                      </p:cBhvr>
                                      <p:tavLst>
                                        <p:tav tm="0">
                                          <p:val>
                                            <p:strVal val="#ppt_x"/>
                                          </p:val>
                                        </p:tav>
                                        <p:tav tm="100000">
                                          <p:val>
                                            <p:strVal val="#ppt_x"/>
                                          </p:val>
                                        </p:tav>
                                      </p:tavLst>
                                    </p:anim>
                                    <p:anim calcmode="lin" valueType="num">
                                      <p:cBhvr additive="base">
                                        <p:cTn id="16" dur="500" fill="hold"/>
                                        <p:tgtEl>
                                          <p:spTgt spid="153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E14AC3E-382B-4727-9A70-937A28737E8A}"/>
              </a:ext>
            </a:extLst>
          </p:cNvPr>
          <p:cNvSpPr>
            <a:spLocks noGrp="1" noChangeArrowheads="1"/>
          </p:cNvSpPr>
          <p:nvPr>
            <p:ph type="title"/>
          </p:nvPr>
        </p:nvSpPr>
        <p:spPr/>
        <p:txBody>
          <a:bodyPr/>
          <a:lstStyle/>
          <a:p>
            <a:pPr eaLnBrk="1" hangingPunct="1"/>
            <a:r>
              <a:rPr lang="en-US" altLang="zh-CN"/>
              <a:t>5.3.3 </a:t>
            </a:r>
            <a:r>
              <a:rPr lang="zh-CN" altLang="en-US"/>
              <a:t>类型检查</a:t>
            </a:r>
            <a:r>
              <a:rPr lang="en-US" altLang="zh-CN">
                <a:latin typeface="Arial" panose="020B0604020202020204" pitchFamily="34" charset="0"/>
              </a:rPr>
              <a:t>——</a:t>
            </a:r>
            <a:r>
              <a:rPr lang="zh-CN" altLang="en-US"/>
              <a:t>声明语句</a:t>
            </a:r>
          </a:p>
        </p:txBody>
      </p:sp>
      <p:sp>
        <p:nvSpPr>
          <p:cNvPr id="852995" name="Rectangle 3">
            <a:extLst>
              <a:ext uri="{FF2B5EF4-FFF2-40B4-BE49-F238E27FC236}">
                <a16:creationId xmlns:a16="http://schemas.microsoft.com/office/drawing/2014/main" id="{87A8206F-B751-40B9-9C82-8ED08224B387}"/>
              </a:ext>
            </a:extLst>
          </p:cNvPr>
          <p:cNvSpPr>
            <a:spLocks noGrp="1" noChangeArrowheads="1"/>
          </p:cNvSpPr>
          <p:nvPr>
            <p:ph idx="1"/>
          </p:nvPr>
        </p:nvSpPr>
        <p:spPr/>
        <p:txBody>
          <a:bodyPr/>
          <a:lstStyle/>
          <a:p>
            <a:pPr eaLnBrk="1" hangingPunct="1">
              <a:buFont typeface="Wingdings" panose="05000000000000000000" pitchFamily="2" charset="2"/>
              <a:buNone/>
              <a:defRPr/>
            </a:pPr>
            <a:r>
              <a:rPr lang="en-US" altLang="zh-CN" sz="2800" b="1" i="1" dirty="0"/>
              <a:t>D </a:t>
            </a:r>
            <a:r>
              <a:rPr lang="en-US" altLang="zh-CN" sz="2800" b="1" dirty="0">
                <a:sym typeface="Symbol" panose="05050102010706020507" pitchFamily="18" charset="2"/>
              </a:rPr>
              <a:t></a:t>
            </a:r>
            <a:r>
              <a:rPr lang="en-US" altLang="zh-CN" sz="2800" b="1" i="1" dirty="0"/>
              <a:t> D</a:t>
            </a:r>
            <a:r>
              <a:rPr lang="en-US" altLang="zh-CN" sz="2800" b="1" dirty="0"/>
              <a:t>;</a:t>
            </a:r>
            <a:r>
              <a:rPr lang="en-US" altLang="zh-CN" sz="2800" b="1" i="1" dirty="0"/>
              <a:t> D</a:t>
            </a:r>
          </a:p>
          <a:p>
            <a:pPr eaLnBrk="1" hangingPunct="1">
              <a:buFont typeface="Wingdings" panose="05000000000000000000" pitchFamily="2" charset="2"/>
              <a:buNone/>
              <a:defRPr/>
            </a:pPr>
            <a:r>
              <a:rPr lang="en-US" altLang="zh-CN" sz="2800" b="1" i="1" dirty="0"/>
              <a:t>D </a:t>
            </a:r>
            <a:r>
              <a:rPr lang="en-US" altLang="zh-CN" sz="2800" b="1" dirty="0">
                <a:sym typeface="Symbol" panose="05050102010706020507" pitchFamily="18" charset="2"/>
              </a:rPr>
              <a:t></a:t>
            </a:r>
            <a:r>
              <a:rPr lang="en-US" altLang="zh-CN" sz="2800" b="1" i="1" dirty="0"/>
              <a:t> </a:t>
            </a:r>
            <a:r>
              <a:rPr lang="en-US" altLang="zh-CN" sz="2800" b="1" dirty="0"/>
              <a:t>id</a:t>
            </a:r>
            <a:r>
              <a:rPr lang="en-US" altLang="zh-CN" sz="2800" b="1" i="1" dirty="0"/>
              <a:t> </a:t>
            </a:r>
            <a:r>
              <a:rPr lang="en-US" altLang="zh-CN" sz="2800" b="1" dirty="0"/>
              <a:t>:</a:t>
            </a:r>
            <a:r>
              <a:rPr lang="en-US" altLang="zh-CN" sz="2800" b="1" i="1" dirty="0"/>
              <a:t> T 		</a:t>
            </a:r>
            <a:r>
              <a:rPr lang="en-US" altLang="zh-CN" sz="2800" b="1" dirty="0"/>
              <a:t>{</a:t>
            </a:r>
            <a:r>
              <a:rPr lang="en-US" altLang="zh-CN" sz="2800" b="1" i="1" dirty="0" err="1"/>
              <a:t>addtype</a:t>
            </a:r>
            <a:r>
              <a:rPr lang="en-US" altLang="zh-CN" sz="2800" b="1" i="1" dirty="0"/>
              <a:t> </a:t>
            </a:r>
            <a:r>
              <a:rPr lang="en-US" altLang="zh-CN" sz="2800" b="1" dirty="0"/>
              <a:t>(</a:t>
            </a:r>
            <a:r>
              <a:rPr lang="en-US" altLang="zh-CN" sz="2800" b="1" dirty="0" err="1"/>
              <a:t>id</a:t>
            </a:r>
            <a:r>
              <a:rPr lang="en-US" altLang="zh-CN" sz="2800" b="1" i="1" dirty="0" err="1"/>
              <a:t>.entry</a:t>
            </a:r>
            <a:r>
              <a:rPr lang="en-US" altLang="zh-CN" sz="2800" b="1" dirty="0"/>
              <a:t>,</a:t>
            </a:r>
            <a:r>
              <a:rPr lang="en-US" altLang="zh-CN" sz="2800" b="1" i="1" dirty="0"/>
              <a:t> </a:t>
            </a:r>
            <a:r>
              <a:rPr lang="en-US" altLang="zh-CN" sz="2800" b="1" i="1" dirty="0" err="1"/>
              <a:t>T.type</a:t>
            </a:r>
            <a:r>
              <a:rPr lang="en-US" altLang="zh-CN" sz="2800" b="1" dirty="0"/>
              <a:t>)}</a:t>
            </a:r>
          </a:p>
          <a:p>
            <a:pPr eaLnBrk="1" hangingPunct="1">
              <a:buFont typeface="Wingdings" panose="05000000000000000000" pitchFamily="2" charset="2"/>
              <a:buNone/>
              <a:defRPr/>
            </a:pPr>
            <a:r>
              <a:rPr lang="en-US" altLang="zh-CN" sz="2800" b="1" i="1" dirty="0"/>
              <a:t>T </a:t>
            </a:r>
            <a:r>
              <a:rPr lang="en-US" altLang="zh-CN" sz="2800" b="1" dirty="0">
                <a:sym typeface="Symbol" panose="05050102010706020507" pitchFamily="18" charset="2"/>
              </a:rPr>
              <a:t></a:t>
            </a:r>
            <a:r>
              <a:rPr lang="en-US" altLang="zh-CN" sz="2800" b="1" i="1" dirty="0"/>
              <a:t> </a:t>
            </a:r>
            <a:r>
              <a:rPr lang="en-US" altLang="zh-CN" sz="2800" b="1" dirty="0" err="1"/>
              <a:t>boolean</a:t>
            </a:r>
            <a:r>
              <a:rPr lang="en-US" altLang="zh-CN" sz="2800" b="1" dirty="0"/>
              <a:t> 	{</a:t>
            </a:r>
            <a:r>
              <a:rPr lang="en-US" altLang="zh-CN" sz="2800" b="1" i="1" dirty="0" err="1"/>
              <a:t>T.type</a:t>
            </a:r>
            <a:r>
              <a:rPr lang="en-US" altLang="zh-CN" sz="2800" b="1" i="1" dirty="0"/>
              <a:t> </a:t>
            </a:r>
            <a:r>
              <a:rPr lang="en-US" altLang="zh-CN" sz="2800" b="1" dirty="0"/>
              <a:t>=</a:t>
            </a:r>
            <a:r>
              <a:rPr lang="en-US" altLang="zh-CN" sz="2800" b="1" i="1" dirty="0"/>
              <a:t> </a:t>
            </a:r>
            <a:r>
              <a:rPr lang="en-US" altLang="zh-CN" sz="2800" b="1" i="1" dirty="0" err="1">
                <a:solidFill>
                  <a:srgbClr val="C00000"/>
                </a:solidFill>
              </a:rPr>
              <a:t>boolean</a:t>
            </a:r>
            <a:r>
              <a:rPr lang="en-US" altLang="zh-CN" sz="2800" b="1" dirty="0"/>
              <a:t>}</a:t>
            </a:r>
          </a:p>
          <a:p>
            <a:pPr eaLnBrk="1" hangingPunct="1">
              <a:buFont typeface="Wingdings" panose="05000000000000000000" pitchFamily="2" charset="2"/>
              <a:buNone/>
              <a:defRPr/>
            </a:pPr>
            <a:r>
              <a:rPr lang="en-US" altLang="zh-CN" sz="2800" b="1" i="1" dirty="0"/>
              <a:t>T </a:t>
            </a:r>
            <a:r>
              <a:rPr lang="en-US" altLang="zh-CN" sz="2800" b="1" dirty="0">
                <a:sym typeface="Symbol" panose="05050102010706020507" pitchFamily="18" charset="2"/>
              </a:rPr>
              <a:t></a:t>
            </a:r>
            <a:r>
              <a:rPr lang="en-US" altLang="zh-CN" sz="2800" b="1" i="1" dirty="0"/>
              <a:t> </a:t>
            </a:r>
            <a:r>
              <a:rPr lang="en-US" altLang="zh-CN" sz="2800" b="1" dirty="0"/>
              <a:t>integer</a:t>
            </a:r>
            <a:r>
              <a:rPr lang="en-US" altLang="zh-CN" sz="2800" b="1" i="1" dirty="0"/>
              <a:t> 	</a:t>
            </a:r>
            <a:r>
              <a:rPr lang="en-US" altLang="zh-CN" sz="2800" b="1" dirty="0"/>
              <a:t>{</a:t>
            </a:r>
            <a:r>
              <a:rPr lang="en-US" altLang="zh-CN" sz="2800" b="1" i="1" dirty="0" err="1"/>
              <a:t>T.type</a:t>
            </a:r>
            <a:r>
              <a:rPr lang="en-US" altLang="zh-CN" sz="2800" b="1" i="1" dirty="0"/>
              <a:t> </a:t>
            </a:r>
            <a:r>
              <a:rPr lang="en-US" altLang="zh-CN" sz="2800" b="1" dirty="0"/>
              <a:t>=</a:t>
            </a:r>
            <a:r>
              <a:rPr lang="en-US" altLang="zh-CN" sz="2800" b="1" i="1" dirty="0"/>
              <a:t> </a:t>
            </a:r>
            <a:r>
              <a:rPr lang="en-US" altLang="zh-CN" sz="2800" b="1" i="1" dirty="0">
                <a:solidFill>
                  <a:srgbClr val="C00000"/>
                </a:solidFill>
              </a:rPr>
              <a:t>integer</a:t>
            </a:r>
            <a:r>
              <a:rPr lang="en-US" altLang="zh-CN" sz="2800" b="1" dirty="0"/>
              <a:t>}</a:t>
            </a:r>
          </a:p>
          <a:p>
            <a:pPr eaLnBrk="1" hangingPunct="1">
              <a:buFont typeface="Wingdings" panose="05000000000000000000" pitchFamily="2" charset="2"/>
              <a:buNone/>
              <a:defRPr/>
            </a:pPr>
            <a:r>
              <a:rPr lang="en-US" altLang="zh-CN" sz="2800" b="1" i="1" dirty="0"/>
              <a:t>T </a:t>
            </a:r>
            <a:r>
              <a:rPr lang="en-US" altLang="zh-CN" sz="2800" b="1" dirty="0">
                <a:sym typeface="Symbol" panose="05050102010706020507" pitchFamily="18" charset="2"/>
              </a:rPr>
              <a:t></a:t>
            </a:r>
            <a:r>
              <a:rPr lang="en-US" altLang="zh-CN" sz="2800" b="1" dirty="0"/>
              <a:t> </a:t>
            </a:r>
            <a:r>
              <a:rPr lang="en-US" altLang="zh-CN" sz="2800" b="1" dirty="0">
                <a:sym typeface="Symbol" panose="05050102010706020507" pitchFamily="18" charset="2"/>
              </a:rPr>
              <a:t></a:t>
            </a:r>
            <a:r>
              <a:rPr lang="en-US" altLang="zh-CN" sz="2800" b="1" i="1" dirty="0"/>
              <a:t>T</a:t>
            </a:r>
            <a:r>
              <a:rPr lang="en-US" altLang="zh-CN" sz="2800" b="1" baseline="-30000" dirty="0"/>
              <a:t>1</a:t>
            </a:r>
            <a:r>
              <a:rPr lang="en-US" altLang="zh-CN" sz="2800" b="1" i="1" baseline="-30000" dirty="0"/>
              <a:t> 	 	</a:t>
            </a:r>
            <a:r>
              <a:rPr lang="en-US" altLang="zh-CN" sz="2800" b="1" dirty="0"/>
              <a:t>{</a:t>
            </a:r>
            <a:r>
              <a:rPr lang="en-US" altLang="zh-CN" sz="2800" b="1" i="1" dirty="0" err="1"/>
              <a:t>T.type</a:t>
            </a:r>
            <a:r>
              <a:rPr lang="en-US" altLang="zh-CN" sz="2800" b="1" i="1" dirty="0"/>
              <a:t> </a:t>
            </a:r>
            <a:r>
              <a:rPr lang="en-US" altLang="zh-CN" sz="2800" b="1" dirty="0"/>
              <a:t>=</a:t>
            </a:r>
            <a:r>
              <a:rPr lang="en-US" altLang="zh-CN" sz="2800" b="1" i="1" dirty="0"/>
              <a:t> </a:t>
            </a:r>
            <a:r>
              <a:rPr lang="en-US" altLang="zh-CN" sz="2800" b="1" i="1" dirty="0">
                <a:solidFill>
                  <a:schemeClr val="bg1"/>
                </a:solidFill>
              </a:rPr>
              <a:t>pointer</a:t>
            </a:r>
            <a:r>
              <a:rPr lang="en-US" altLang="zh-CN" sz="2800" b="1" dirty="0">
                <a:solidFill>
                  <a:schemeClr val="bg1"/>
                </a:solidFill>
              </a:rPr>
              <a:t>(</a:t>
            </a:r>
            <a:r>
              <a:rPr lang="en-US" altLang="zh-CN" sz="2800" b="1" i="1" dirty="0">
                <a:solidFill>
                  <a:schemeClr val="bg1"/>
                </a:solidFill>
              </a:rPr>
              <a:t>T</a:t>
            </a:r>
            <a:r>
              <a:rPr lang="en-US" altLang="zh-CN" sz="2800" b="1" baseline="-30000" dirty="0">
                <a:solidFill>
                  <a:schemeClr val="bg1"/>
                </a:solidFill>
              </a:rPr>
              <a:t>1</a:t>
            </a:r>
            <a:r>
              <a:rPr lang="en-US" altLang="zh-CN" sz="2800" b="1" dirty="0">
                <a:solidFill>
                  <a:schemeClr val="bg1"/>
                </a:solidFill>
              </a:rPr>
              <a:t>.</a:t>
            </a:r>
            <a:r>
              <a:rPr lang="en-US" altLang="zh-CN" sz="2800" b="1" i="1" dirty="0">
                <a:solidFill>
                  <a:schemeClr val="bg1"/>
                </a:solidFill>
              </a:rPr>
              <a:t>type</a:t>
            </a:r>
            <a:r>
              <a:rPr lang="en-US" altLang="zh-CN" sz="2800" b="1" dirty="0">
                <a:solidFill>
                  <a:schemeClr val="bg1"/>
                </a:solidFill>
              </a:rPr>
              <a:t>)</a:t>
            </a:r>
            <a:r>
              <a:rPr lang="en-US" altLang="zh-CN" sz="2800" b="1" dirty="0"/>
              <a:t>}</a:t>
            </a:r>
          </a:p>
          <a:p>
            <a:pPr>
              <a:defRPr/>
            </a:pPr>
            <a:r>
              <a:rPr lang="zh-CN" altLang="en-US" sz="2800" dirty="0"/>
              <a:t>构造类型表达式，并将其存入</a:t>
            </a:r>
            <a:r>
              <a:rPr lang="en-US" altLang="zh-CN" sz="2800" b="1" dirty="0" err="1"/>
              <a:t>T.</a:t>
            </a:r>
            <a:r>
              <a:rPr lang="en-US" altLang="zh-CN" sz="2800" b="1" i="1" dirty="0" err="1"/>
              <a:t>type</a:t>
            </a:r>
            <a:endParaRPr lang="en-US" altLang="zh-CN" sz="2800" b="1" i="1" dirty="0"/>
          </a:p>
          <a:p>
            <a:pPr>
              <a:defRPr/>
            </a:pPr>
            <a:r>
              <a:rPr lang="zh-CN" altLang="en-US" sz="2800" dirty="0"/>
              <a:t>对应一系列</a:t>
            </a:r>
            <a:r>
              <a:rPr lang="zh-CN" altLang="en-US" sz="2800" dirty="0">
                <a:solidFill>
                  <a:srgbClr val="C00000"/>
                </a:solidFill>
              </a:rPr>
              <a:t>语法规则</a:t>
            </a:r>
            <a:r>
              <a:rPr lang="zh-CN" altLang="en-US" sz="2800" dirty="0"/>
              <a:t>，例如：</a:t>
            </a:r>
            <a:endParaRPr lang="en-US" altLang="zh-CN" sz="2800" dirty="0"/>
          </a:p>
          <a:p>
            <a:pPr eaLnBrk="1" hangingPunct="1">
              <a:buFont typeface="Wingdings" panose="05000000000000000000" pitchFamily="2" charset="2"/>
              <a:buNone/>
              <a:defRPr/>
            </a:pPr>
            <a:r>
              <a:rPr lang="en-US" altLang="zh-CN" sz="2800" b="1" dirty="0"/>
              <a:t>(Type Bool)</a:t>
            </a:r>
          </a:p>
        </p:txBody>
      </p:sp>
      <p:grpSp>
        <p:nvGrpSpPr>
          <p:cNvPr id="16388" name="Group 4">
            <a:extLst>
              <a:ext uri="{FF2B5EF4-FFF2-40B4-BE49-F238E27FC236}">
                <a16:creationId xmlns:a16="http://schemas.microsoft.com/office/drawing/2014/main" id="{CC8421BE-02AF-4CFA-8E11-ED920A98FBDD}"/>
              </a:ext>
            </a:extLst>
          </p:cNvPr>
          <p:cNvGrpSpPr>
            <a:grpSpLocks/>
          </p:cNvGrpSpPr>
          <p:nvPr/>
        </p:nvGrpSpPr>
        <p:grpSpPr bwMode="auto">
          <a:xfrm>
            <a:off x="3746500" y="5092700"/>
            <a:ext cx="3816350" cy="762000"/>
            <a:chOff x="2971" y="3702"/>
            <a:chExt cx="2404" cy="480"/>
          </a:xfrm>
        </p:grpSpPr>
        <p:sp>
          <p:nvSpPr>
            <p:cNvPr id="16389" name="Rectangle 5" descr="Green marble">
              <a:extLst>
                <a:ext uri="{FF2B5EF4-FFF2-40B4-BE49-F238E27FC236}">
                  <a16:creationId xmlns:a16="http://schemas.microsoft.com/office/drawing/2014/main" id="{5767B08E-8743-4FB3-8BB4-08D69F1A1079}"/>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err="1">
                  <a:ea typeface="宋体" panose="02010600030101010101" pitchFamily="2" charset="-122"/>
                </a:rPr>
                <a:t>boolean</a:t>
              </a:r>
              <a:endParaRPr lang="en-US" altLang="zh-CN" sz="2400" b="1" i="1" dirty="0">
                <a:ea typeface="宋体" panose="02010600030101010101" pitchFamily="2" charset="-122"/>
              </a:endParaRPr>
            </a:p>
          </p:txBody>
        </p:sp>
        <p:sp>
          <p:nvSpPr>
            <p:cNvPr id="16390" name="Line 6">
              <a:extLst>
                <a:ext uri="{FF2B5EF4-FFF2-40B4-BE49-F238E27FC236}">
                  <a16:creationId xmlns:a16="http://schemas.microsoft.com/office/drawing/2014/main" id="{18584061-B77C-4BDA-A0A2-97E860785F71}"/>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7B676C6C-F13C-01B4-FB4A-B6DD62591BDD}"/>
              </a:ext>
            </a:extLst>
          </p:cNvPr>
          <p:cNvSpPr>
            <a:spLocks noGrp="1"/>
          </p:cNvSpPr>
          <p:nvPr>
            <p:ph type="dt" sz="half" idx="10"/>
          </p:nvPr>
        </p:nvSpPr>
        <p:spPr/>
        <p:txBody>
          <a:bodyPr/>
          <a:lstStyle/>
          <a:p>
            <a:fld id="{66344A40-0A99-43B8-9C25-75E6912E12D0}"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01E9C5DA-A41D-07A0-F075-76B839CCB8A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0207AB22-8CDE-CA3D-4C2F-6476177119E3}"/>
              </a:ext>
            </a:extLst>
          </p:cNvPr>
          <p:cNvSpPr>
            <a:spLocks noGrp="1"/>
          </p:cNvSpPr>
          <p:nvPr>
            <p:ph type="sldNum" sz="quarter" idx="12"/>
          </p:nvPr>
        </p:nvSpPr>
        <p:spPr/>
        <p:txBody>
          <a:bodyPr/>
          <a:lstStyle/>
          <a:p>
            <a:fld id="{094DEB03-EFC6-4C20-8FC8-295189A5386F}" type="slidenum">
              <a:rPr lang="zh-CN" altLang="en-US" smtClean="0"/>
              <a:pPr/>
              <a:t>18</a:t>
            </a:fld>
            <a:endParaRPr lang="zh-CN" altLang="en-US"/>
          </a:p>
        </p:txBody>
      </p:sp>
      <p:pic>
        <p:nvPicPr>
          <p:cNvPr id="5" name="图片 4" descr="图标&#10;&#10;描述已自动生成">
            <a:extLst>
              <a:ext uri="{FF2B5EF4-FFF2-40B4-BE49-F238E27FC236}">
                <a16:creationId xmlns:a16="http://schemas.microsoft.com/office/drawing/2014/main" id="{87CCF7C2-1288-98ED-CCE6-B49110CDED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
        <p:nvSpPr>
          <p:cNvPr id="6" name="文本框 5">
            <a:extLst>
              <a:ext uri="{FF2B5EF4-FFF2-40B4-BE49-F238E27FC236}">
                <a16:creationId xmlns:a16="http://schemas.microsoft.com/office/drawing/2014/main" id="{30B9032E-7CCE-7E60-75FA-A51FD89E85D5}"/>
              </a:ext>
            </a:extLst>
          </p:cNvPr>
          <p:cNvSpPr txBox="1"/>
          <p:nvPr/>
        </p:nvSpPr>
        <p:spPr>
          <a:xfrm>
            <a:off x="4713987" y="3439551"/>
            <a:ext cx="2500787" cy="523220"/>
          </a:xfrm>
          <a:prstGeom prst="rect">
            <a:avLst/>
          </a:prstGeom>
          <a:noFill/>
        </p:spPr>
        <p:txBody>
          <a:bodyPr wrap="square">
            <a:spAutoFit/>
          </a:bodyPr>
          <a:lstStyle/>
          <a:p>
            <a:r>
              <a:rPr lang="en-US" altLang="zh-CN" sz="2800" b="1" i="1" dirty="0">
                <a:solidFill>
                  <a:srgbClr val="C00000"/>
                </a:solidFill>
              </a:rPr>
              <a:t>pointer</a:t>
            </a:r>
            <a:r>
              <a:rPr lang="en-US" altLang="zh-CN" sz="2800" b="1" dirty="0">
                <a:solidFill>
                  <a:srgbClr val="C00000"/>
                </a:solidFill>
              </a:rPr>
              <a:t>(</a:t>
            </a:r>
            <a:r>
              <a:rPr lang="en-US" altLang="zh-CN" sz="2800" b="1" i="1" dirty="0">
                <a:solidFill>
                  <a:srgbClr val="C00000"/>
                </a:solidFill>
              </a:rPr>
              <a:t>T</a:t>
            </a:r>
            <a:r>
              <a:rPr lang="en-US" altLang="zh-CN" sz="2800" b="1" baseline="-30000" dirty="0">
                <a:solidFill>
                  <a:srgbClr val="C00000"/>
                </a:solidFill>
              </a:rPr>
              <a:t>1</a:t>
            </a:r>
            <a:r>
              <a:rPr lang="en-US" altLang="zh-CN" sz="2800" b="1" dirty="0">
                <a:solidFill>
                  <a:srgbClr val="C00000"/>
                </a:solidFill>
              </a:rPr>
              <a:t>.</a:t>
            </a:r>
            <a:r>
              <a:rPr lang="en-US" altLang="zh-CN" sz="2800" b="1" i="1" dirty="0">
                <a:solidFill>
                  <a:srgbClr val="C00000"/>
                </a:solidFill>
              </a:rPr>
              <a:t>type</a:t>
            </a:r>
            <a:r>
              <a:rPr lang="en-US" altLang="zh-CN" sz="2800" b="1" dirty="0">
                <a:solidFill>
                  <a:srgbClr val="C00000"/>
                </a:solidFill>
              </a:rPr>
              <a:t>)</a:t>
            </a:r>
            <a:endParaRPr lang="zh-CN" altLang="en-US" sz="2000" dirty="0">
              <a:solidFill>
                <a:srgbClr val="C00000"/>
              </a:solidFill>
            </a:endParaRPr>
          </a:p>
        </p:txBody>
      </p:sp>
      <p:cxnSp>
        <p:nvCxnSpPr>
          <p:cNvPr id="7" name="直接连接符 6">
            <a:extLst>
              <a:ext uri="{FF2B5EF4-FFF2-40B4-BE49-F238E27FC236}">
                <a16:creationId xmlns:a16="http://schemas.microsoft.com/office/drawing/2014/main" id="{22BD7217-B329-9F3F-F353-ACAF127E95EB}"/>
              </a:ext>
            </a:extLst>
          </p:cNvPr>
          <p:cNvCxnSpPr>
            <a:cxnSpLocks/>
          </p:cNvCxnSpPr>
          <p:nvPr/>
        </p:nvCxnSpPr>
        <p:spPr>
          <a:xfrm>
            <a:off x="4713987" y="3962771"/>
            <a:ext cx="244793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2995">
                                            <p:txEl>
                                              <p:pRg st="2" end="2"/>
                                            </p:txEl>
                                          </p:spTgt>
                                        </p:tgtEl>
                                        <p:attrNameLst>
                                          <p:attrName>style.visibility</p:attrName>
                                        </p:attrNameLst>
                                      </p:cBhvr>
                                      <p:to>
                                        <p:strVal val="visible"/>
                                      </p:to>
                                    </p:set>
                                    <p:anim calcmode="lin" valueType="num">
                                      <p:cBhvr additive="base">
                                        <p:cTn id="7" dur="500" fill="hold"/>
                                        <p:tgtEl>
                                          <p:spTgt spid="85299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2995">
                                            <p:txEl>
                                              <p:pRg st="2" end="2"/>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52995">
                                            <p:txEl>
                                              <p:pRg st="5" end="5"/>
                                            </p:txEl>
                                          </p:spTgt>
                                        </p:tgtEl>
                                        <p:attrNameLst>
                                          <p:attrName>style.visibility</p:attrName>
                                        </p:attrNameLst>
                                      </p:cBhvr>
                                      <p:to>
                                        <p:strVal val="visible"/>
                                      </p:to>
                                    </p:set>
                                    <p:anim calcmode="lin" valueType="num">
                                      <p:cBhvr additive="base">
                                        <p:cTn id="12" dur="500" fill="hold"/>
                                        <p:tgtEl>
                                          <p:spTgt spid="852995">
                                            <p:txEl>
                                              <p:pRg st="5" end="5"/>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52995">
                                            <p:txEl>
                                              <p:pRg st="5" end="5"/>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852995">
                                            <p:txEl>
                                              <p:pRg st="6" end="6"/>
                                            </p:txEl>
                                          </p:spTgt>
                                        </p:tgtEl>
                                        <p:attrNameLst>
                                          <p:attrName>style.visibility</p:attrName>
                                        </p:attrNameLst>
                                      </p:cBhvr>
                                      <p:to>
                                        <p:strVal val="visible"/>
                                      </p:to>
                                    </p:set>
                                    <p:anim calcmode="lin" valueType="num">
                                      <p:cBhvr additive="base">
                                        <p:cTn id="16" dur="500" fill="hold"/>
                                        <p:tgtEl>
                                          <p:spTgt spid="852995">
                                            <p:txEl>
                                              <p:pRg st="6" end="6"/>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852995">
                                            <p:txEl>
                                              <p:pRg st="6" end="6"/>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852995">
                                            <p:txEl>
                                              <p:pRg st="7" end="7"/>
                                            </p:txEl>
                                          </p:spTgt>
                                        </p:tgtEl>
                                        <p:attrNameLst>
                                          <p:attrName>style.visibility</p:attrName>
                                        </p:attrNameLst>
                                      </p:cBhvr>
                                      <p:to>
                                        <p:strVal val="visible"/>
                                      </p:to>
                                    </p:set>
                                    <p:anim calcmode="lin" valueType="num">
                                      <p:cBhvr additive="base">
                                        <p:cTn id="20" dur="500" fill="hold"/>
                                        <p:tgtEl>
                                          <p:spTgt spid="852995">
                                            <p:txEl>
                                              <p:pRg st="7" end="7"/>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852995">
                                            <p:txEl>
                                              <p:pRg st="7" end="7"/>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6388"/>
                                        </p:tgtEl>
                                        <p:attrNameLst>
                                          <p:attrName>style.visibility</p:attrName>
                                        </p:attrNameLst>
                                      </p:cBhvr>
                                      <p:to>
                                        <p:strVal val="visible"/>
                                      </p:to>
                                    </p:set>
                                    <p:anim calcmode="lin" valueType="num">
                                      <p:cBhvr additive="base">
                                        <p:cTn id="24" dur="500" fill="hold"/>
                                        <p:tgtEl>
                                          <p:spTgt spid="16388"/>
                                        </p:tgtEl>
                                        <p:attrNameLst>
                                          <p:attrName>ppt_x</p:attrName>
                                        </p:attrNameLst>
                                      </p:cBhvr>
                                      <p:tavLst>
                                        <p:tav tm="0">
                                          <p:val>
                                            <p:strVal val="#ppt_x"/>
                                          </p:val>
                                        </p:tav>
                                        <p:tav tm="100000">
                                          <p:val>
                                            <p:strVal val="#ppt_x"/>
                                          </p:val>
                                        </p:tav>
                                      </p:tavLst>
                                    </p:anim>
                                    <p:anim calcmode="lin" valueType="num">
                                      <p:cBhvr additive="base">
                                        <p:cTn id="25" dur="500" fill="hold"/>
                                        <p:tgtEl>
                                          <p:spTgt spid="1638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852995">
                                            <p:txEl>
                                              <p:pRg st="3" end="3"/>
                                            </p:txEl>
                                          </p:spTgt>
                                        </p:tgtEl>
                                        <p:attrNameLst>
                                          <p:attrName>style.visibility</p:attrName>
                                        </p:attrNameLst>
                                      </p:cBhvr>
                                      <p:to>
                                        <p:strVal val="visible"/>
                                      </p:to>
                                    </p:set>
                                    <p:anim calcmode="lin" valueType="num">
                                      <p:cBhvr additive="base">
                                        <p:cTn id="30" dur="500" fill="hold"/>
                                        <p:tgtEl>
                                          <p:spTgt spid="852995">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852995">
                                            <p:txEl>
                                              <p:pRg st="3" end="3"/>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852995">
                                            <p:txEl>
                                              <p:pRg st="4" end="4"/>
                                            </p:txEl>
                                          </p:spTgt>
                                        </p:tgtEl>
                                        <p:attrNameLst>
                                          <p:attrName>style.visibility</p:attrName>
                                        </p:attrNameLst>
                                      </p:cBhvr>
                                      <p:to>
                                        <p:strVal val="visible"/>
                                      </p:to>
                                    </p:set>
                                    <p:anim calcmode="lin" valueType="num">
                                      <p:cBhvr additive="base">
                                        <p:cTn id="34" dur="500" fill="hold"/>
                                        <p:tgtEl>
                                          <p:spTgt spid="852995">
                                            <p:txEl>
                                              <p:pRg st="4" end="4"/>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852995">
                                            <p:txEl>
                                              <p:pRg st="4" end="4"/>
                                            </p:txEl>
                                          </p:spTgt>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3" presetClass="entr" presetSubtype="36" fill="hold" grpId="0" nodeType="click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p:cTn id="44" dur="500" fill="hold"/>
                                        <p:tgtEl>
                                          <p:spTgt spid="6"/>
                                        </p:tgtEl>
                                        <p:attrNameLst>
                                          <p:attrName>ppt_w</p:attrName>
                                        </p:attrNameLst>
                                      </p:cBhvr>
                                      <p:tavLst>
                                        <p:tav tm="0">
                                          <p:val>
                                            <p:strVal val="(6*min(max(#ppt_w*#ppt_h,.3),1)-7.4)/-.7*#ppt_w"/>
                                          </p:val>
                                        </p:tav>
                                        <p:tav tm="100000">
                                          <p:val>
                                            <p:strVal val="#ppt_w"/>
                                          </p:val>
                                        </p:tav>
                                      </p:tavLst>
                                    </p:anim>
                                    <p:anim calcmode="lin" valueType="num">
                                      <p:cBhvr>
                                        <p:cTn id="45" dur="500" fill="hold"/>
                                        <p:tgtEl>
                                          <p:spTgt spid="6"/>
                                        </p:tgtEl>
                                        <p:attrNameLst>
                                          <p:attrName>ppt_h</p:attrName>
                                        </p:attrNameLst>
                                      </p:cBhvr>
                                      <p:tavLst>
                                        <p:tav tm="0">
                                          <p:val>
                                            <p:strVal val="(6*min(max(#ppt_w*#ppt_h,.3),1)-7.4)/-.7*#ppt_h"/>
                                          </p:val>
                                        </p:tav>
                                        <p:tav tm="100000">
                                          <p:val>
                                            <p:strVal val="#ppt_h"/>
                                          </p:val>
                                        </p:tav>
                                      </p:tavLst>
                                    </p:anim>
                                    <p:anim calcmode="lin" valueType="num">
                                      <p:cBhvr>
                                        <p:cTn id="46" dur="500" fill="hold"/>
                                        <p:tgtEl>
                                          <p:spTgt spid="6"/>
                                        </p:tgtEl>
                                        <p:attrNameLst>
                                          <p:attrName>ppt_x</p:attrName>
                                        </p:attrNameLst>
                                      </p:cBhvr>
                                      <p:tavLst>
                                        <p:tav tm="0">
                                          <p:val>
                                            <p:fltVal val="0.5"/>
                                          </p:val>
                                        </p:tav>
                                        <p:tav tm="100000">
                                          <p:val>
                                            <p:strVal val="#ppt_x"/>
                                          </p:val>
                                        </p:tav>
                                      </p:tavLst>
                                    </p:anim>
                                    <p:anim calcmode="lin" valueType="num">
                                      <p:cBhvr>
                                        <p:cTn id="47" dur="500" fill="hold"/>
                                        <p:tgtEl>
                                          <p:spTgt spid="6"/>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75B7134-7D27-4AAB-94E3-EC42041C439B}"/>
              </a:ext>
            </a:extLst>
          </p:cNvPr>
          <p:cNvSpPr>
            <a:spLocks noGrp="1" noChangeArrowheads="1"/>
          </p:cNvSpPr>
          <p:nvPr>
            <p:ph type="title"/>
          </p:nvPr>
        </p:nvSpPr>
        <p:spPr/>
        <p:txBody>
          <a:bodyPr/>
          <a:lstStyle/>
          <a:p>
            <a:pPr eaLnBrk="1" hangingPunct="1"/>
            <a:r>
              <a:rPr lang="en-US" altLang="zh-CN"/>
              <a:t>5.3.3 </a:t>
            </a:r>
            <a:r>
              <a:rPr lang="zh-CN" altLang="en-US"/>
              <a:t>类型检查</a:t>
            </a:r>
            <a:r>
              <a:rPr lang="en-US" altLang="zh-CN">
                <a:latin typeface="Arial" panose="020B0604020202020204" pitchFamily="34" charset="0"/>
              </a:rPr>
              <a:t>——</a:t>
            </a:r>
            <a:r>
              <a:rPr lang="zh-CN" altLang="en-US"/>
              <a:t>声明语句</a:t>
            </a:r>
          </a:p>
        </p:txBody>
      </p:sp>
      <p:sp>
        <p:nvSpPr>
          <p:cNvPr id="852995" name="Rectangle 3">
            <a:extLst>
              <a:ext uri="{FF2B5EF4-FFF2-40B4-BE49-F238E27FC236}">
                <a16:creationId xmlns:a16="http://schemas.microsoft.com/office/drawing/2014/main" id="{1CE48501-0A03-43EF-B0EB-0507EA79B8AA}"/>
              </a:ext>
            </a:extLst>
          </p:cNvPr>
          <p:cNvSpPr>
            <a:spLocks noGrp="1" noChangeArrowheads="1"/>
          </p:cNvSpPr>
          <p:nvPr>
            <p:ph idx="1"/>
          </p:nvPr>
        </p:nvSpPr>
        <p:spPr/>
        <p:txBody>
          <a:bodyPr/>
          <a:lstStyle/>
          <a:p>
            <a:pPr eaLnBrk="1" hangingPunct="1">
              <a:buFont typeface="Wingdings" panose="05000000000000000000" pitchFamily="2" charset="2"/>
              <a:buNone/>
            </a:pPr>
            <a:r>
              <a:rPr lang="en-US" altLang="zh-CN" sz="2800" b="1" i="1" dirty="0"/>
              <a:t>D </a:t>
            </a:r>
            <a:r>
              <a:rPr lang="en-US" altLang="zh-CN" sz="2800" b="1" dirty="0">
                <a:sym typeface="Symbol" panose="05050102010706020507" pitchFamily="18" charset="2"/>
              </a:rPr>
              <a:t></a:t>
            </a:r>
            <a:r>
              <a:rPr lang="en-US" altLang="zh-CN" sz="2800" b="1" i="1" dirty="0"/>
              <a:t> D</a:t>
            </a:r>
            <a:r>
              <a:rPr lang="en-US" altLang="zh-CN" sz="2800" b="1" dirty="0"/>
              <a:t>;</a:t>
            </a:r>
            <a:r>
              <a:rPr lang="en-US" altLang="zh-CN" sz="2800" b="1" i="1" dirty="0"/>
              <a:t> D</a:t>
            </a:r>
          </a:p>
          <a:p>
            <a:pPr eaLnBrk="1" hangingPunct="1">
              <a:buFont typeface="Wingdings" panose="05000000000000000000" pitchFamily="2" charset="2"/>
              <a:buNone/>
            </a:pPr>
            <a:r>
              <a:rPr lang="en-US" altLang="zh-CN" sz="2800" b="1" i="1" dirty="0"/>
              <a:t>D </a:t>
            </a:r>
            <a:r>
              <a:rPr lang="en-US" altLang="zh-CN" sz="2800" b="1" dirty="0">
                <a:sym typeface="Symbol" panose="05050102010706020507" pitchFamily="18" charset="2"/>
              </a:rPr>
              <a:t></a:t>
            </a:r>
            <a:r>
              <a:rPr lang="en-US" altLang="zh-CN" sz="2800" b="1" i="1" dirty="0"/>
              <a:t> </a:t>
            </a:r>
            <a:r>
              <a:rPr lang="en-US" altLang="zh-CN" sz="2800" b="1" dirty="0"/>
              <a:t>id</a:t>
            </a:r>
            <a:r>
              <a:rPr lang="en-US" altLang="zh-CN" sz="2800" b="1" i="1" dirty="0"/>
              <a:t> </a:t>
            </a:r>
            <a:r>
              <a:rPr lang="en-US" altLang="zh-CN" sz="2800" b="1" dirty="0"/>
              <a:t>:</a:t>
            </a:r>
            <a:r>
              <a:rPr lang="en-US" altLang="zh-CN" sz="2800" b="1" i="1" dirty="0"/>
              <a:t> T 		</a:t>
            </a:r>
            <a:r>
              <a:rPr lang="en-US" altLang="zh-CN" sz="2800" b="1" dirty="0"/>
              <a:t>{</a:t>
            </a:r>
            <a:r>
              <a:rPr lang="en-US" altLang="zh-CN" sz="2800" b="1" i="1" dirty="0" err="1"/>
              <a:t>addtype</a:t>
            </a:r>
            <a:r>
              <a:rPr lang="en-US" altLang="zh-CN" sz="2800" b="1" i="1" dirty="0"/>
              <a:t> </a:t>
            </a:r>
            <a:r>
              <a:rPr lang="en-US" altLang="zh-CN" sz="2800" b="1" dirty="0"/>
              <a:t>(</a:t>
            </a:r>
            <a:r>
              <a:rPr lang="en-US" altLang="zh-CN" sz="2800" b="1" dirty="0" err="1"/>
              <a:t>id</a:t>
            </a:r>
            <a:r>
              <a:rPr lang="en-US" altLang="zh-CN" sz="2800" b="1" i="1" dirty="0" err="1"/>
              <a:t>.entry</a:t>
            </a:r>
            <a:r>
              <a:rPr lang="en-US" altLang="zh-CN" sz="2800" b="1" dirty="0"/>
              <a:t>,</a:t>
            </a:r>
            <a:r>
              <a:rPr lang="en-US" altLang="zh-CN" sz="2800" b="1" i="1" dirty="0"/>
              <a:t> </a:t>
            </a:r>
            <a:r>
              <a:rPr lang="en-US" altLang="zh-CN" sz="2800" b="1" i="1" dirty="0" err="1"/>
              <a:t>T.type</a:t>
            </a:r>
            <a:r>
              <a:rPr lang="en-US" altLang="zh-CN" sz="2800" b="1" dirty="0"/>
              <a:t>)}</a:t>
            </a:r>
          </a:p>
          <a:p>
            <a:pPr eaLnBrk="1" hangingPunct="1">
              <a:buFont typeface="Wingdings" panose="05000000000000000000" pitchFamily="2" charset="2"/>
              <a:buNone/>
            </a:pPr>
            <a:r>
              <a:rPr lang="en-US" altLang="zh-CN" sz="2800" b="1" i="1" dirty="0"/>
              <a:t>T </a:t>
            </a:r>
            <a:r>
              <a:rPr lang="en-US" altLang="zh-CN" sz="2800" b="1" dirty="0">
                <a:sym typeface="Symbol" panose="05050102010706020507" pitchFamily="18" charset="2"/>
              </a:rPr>
              <a:t></a:t>
            </a:r>
            <a:r>
              <a:rPr lang="en-US" altLang="zh-CN" sz="2800" b="1" i="1" dirty="0"/>
              <a:t> </a:t>
            </a:r>
            <a:r>
              <a:rPr lang="en-US" altLang="zh-CN" sz="2800" b="1" dirty="0" err="1"/>
              <a:t>boolean</a:t>
            </a:r>
            <a:r>
              <a:rPr lang="en-US" altLang="zh-CN" sz="2800" b="1" dirty="0"/>
              <a:t> 	{</a:t>
            </a:r>
            <a:r>
              <a:rPr lang="en-US" altLang="zh-CN" sz="2800" b="1" i="1" dirty="0" err="1"/>
              <a:t>T.type</a:t>
            </a:r>
            <a:r>
              <a:rPr lang="en-US" altLang="zh-CN" sz="2800" b="1" i="1" dirty="0"/>
              <a:t> </a:t>
            </a:r>
            <a:r>
              <a:rPr lang="en-US" altLang="zh-CN" sz="2800" b="1" dirty="0"/>
              <a:t>=</a:t>
            </a:r>
            <a:r>
              <a:rPr lang="en-US" altLang="zh-CN" sz="2800" b="1" i="1" dirty="0"/>
              <a:t> </a:t>
            </a:r>
            <a:r>
              <a:rPr lang="en-US" altLang="zh-CN" sz="2800" b="1" i="1" dirty="0" err="1"/>
              <a:t>boolean</a:t>
            </a:r>
            <a:r>
              <a:rPr lang="en-US" altLang="zh-CN" sz="2800" b="1" dirty="0"/>
              <a:t>}</a:t>
            </a:r>
          </a:p>
          <a:p>
            <a:pPr eaLnBrk="1" hangingPunct="1">
              <a:buFont typeface="Wingdings" panose="05000000000000000000" pitchFamily="2" charset="2"/>
              <a:buNone/>
            </a:pPr>
            <a:r>
              <a:rPr lang="en-US" altLang="zh-CN" sz="2800" b="1" i="1" dirty="0"/>
              <a:t>T </a:t>
            </a:r>
            <a:r>
              <a:rPr lang="en-US" altLang="zh-CN" sz="2800" b="1" dirty="0">
                <a:sym typeface="Symbol" panose="05050102010706020507" pitchFamily="18" charset="2"/>
              </a:rPr>
              <a:t></a:t>
            </a:r>
            <a:r>
              <a:rPr lang="en-US" altLang="zh-CN" sz="2800" b="1" i="1" dirty="0"/>
              <a:t> </a:t>
            </a:r>
            <a:r>
              <a:rPr lang="en-US" altLang="zh-CN" sz="2800" b="1" dirty="0"/>
              <a:t>integer</a:t>
            </a:r>
            <a:r>
              <a:rPr lang="en-US" altLang="zh-CN" sz="2800" b="1" i="1" dirty="0"/>
              <a:t> 	</a:t>
            </a:r>
            <a:r>
              <a:rPr lang="en-US" altLang="zh-CN" sz="2800" b="1" dirty="0"/>
              <a:t>{</a:t>
            </a:r>
            <a:r>
              <a:rPr lang="en-US" altLang="zh-CN" sz="2800" b="1" i="1" dirty="0" err="1"/>
              <a:t>T.type</a:t>
            </a:r>
            <a:r>
              <a:rPr lang="en-US" altLang="zh-CN" sz="2800" b="1" i="1" dirty="0"/>
              <a:t> </a:t>
            </a:r>
            <a:r>
              <a:rPr lang="en-US" altLang="zh-CN" sz="2800" b="1" dirty="0"/>
              <a:t>=</a:t>
            </a:r>
            <a:r>
              <a:rPr lang="en-US" altLang="zh-CN" sz="2800" b="1" i="1" dirty="0"/>
              <a:t> integer</a:t>
            </a:r>
            <a:r>
              <a:rPr lang="en-US" altLang="zh-CN" sz="2800" b="1" dirty="0"/>
              <a:t>}</a:t>
            </a:r>
          </a:p>
          <a:p>
            <a:pPr eaLnBrk="1" hangingPunct="1">
              <a:buFont typeface="Wingdings" panose="05000000000000000000" pitchFamily="2" charset="2"/>
              <a:buNone/>
            </a:pPr>
            <a:r>
              <a:rPr lang="en-US" altLang="zh-CN" sz="2800" b="1" i="1" dirty="0"/>
              <a:t>T </a:t>
            </a:r>
            <a:r>
              <a:rPr lang="en-US" altLang="zh-CN" sz="2800" b="1" dirty="0">
                <a:sym typeface="Symbol" panose="05050102010706020507" pitchFamily="18" charset="2"/>
              </a:rPr>
              <a:t></a:t>
            </a:r>
            <a:r>
              <a:rPr lang="en-US" altLang="zh-CN" sz="2800" b="1" dirty="0"/>
              <a:t> </a:t>
            </a:r>
            <a:r>
              <a:rPr lang="en-US" altLang="zh-CN" sz="2800" b="1" dirty="0">
                <a:sym typeface="Symbol" panose="05050102010706020507" pitchFamily="18" charset="2"/>
              </a:rPr>
              <a:t></a:t>
            </a:r>
            <a:r>
              <a:rPr lang="en-US" altLang="zh-CN" sz="2800" b="1" i="1" dirty="0"/>
              <a:t>T</a:t>
            </a:r>
            <a:r>
              <a:rPr lang="en-US" altLang="zh-CN" sz="2800" b="1" baseline="-30000" dirty="0"/>
              <a:t>1</a:t>
            </a:r>
            <a:r>
              <a:rPr lang="en-US" altLang="zh-CN" sz="2800" b="1" i="1" baseline="-30000" dirty="0"/>
              <a:t> 	 	</a:t>
            </a:r>
            <a:r>
              <a:rPr lang="en-US" altLang="zh-CN" sz="2800" b="1" dirty="0"/>
              <a:t>{</a:t>
            </a:r>
            <a:r>
              <a:rPr lang="en-US" altLang="zh-CN" sz="2800" b="1" i="1" dirty="0" err="1"/>
              <a:t>T.type</a:t>
            </a:r>
            <a:r>
              <a:rPr lang="en-US" altLang="zh-CN" sz="2800" b="1" i="1" dirty="0"/>
              <a:t> </a:t>
            </a:r>
            <a:r>
              <a:rPr lang="en-US" altLang="zh-CN" sz="2800" b="1" dirty="0"/>
              <a:t>=</a:t>
            </a:r>
            <a:r>
              <a:rPr lang="en-US" altLang="zh-CN" sz="2800" b="1" i="1" dirty="0"/>
              <a:t> pointer</a:t>
            </a:r>
            <a:r>
              <a:rPr lang="en-US" altLang="zh-CN" sz="2800" b="1" dirty="0"/>
              <a:t>(</a:t>
            </a:r>
            <a:r>
              <a:rPr lang="en-US" altLang="zh-CN" sz="2800" b="1" i="1" dirty="0"/>
              <a:t>T</a:t>
            </a:r>
            <a:r>
              <a:rPr lang="en-US" altLang="zh-CN" sz="2800" b="1" baseline="-30000" dirty="0"/>
              <a:t>1</a:t>
            </a:r>
            <a:r>
              <a:rPr lang="en-US" altLang="zh-CN" sz="2800" b="1" dirty="0"/>
              <a:t>.</a:t>
            </a:r>
            <a:r>
              <a:rPr lang="en-US" altLang="zh-CN" sz="2800" b="1" i="1" dirty="0"/>
              <a:t>type</a:t>
            </a:r>
            <a:r>
              <a:rPr lang="en-US" altLang="zh-CN" sz="2800" b="1" dirty="0"/>
              <a:t>)}</a:t>
            </a:r>
          </a:p>
          <a:p>
            <a:pPr eaLnBrk="1" hangingPunct="1">
              <a:buFont typeface="Wingdings" panose="05000000000000000000" pitchFamily="2" charset="2"/>
              <a:buNone/>
            </a:pPr>
            <a:r>
              <a:rPr lang="en-US" altLang="zh-CN" sz="2800" b="1" i="1" dirty="0"/>
              <a:t>T </a:t>
            </a:r>
            <a:r>
              <a:rPr lang="en-US" altLang="zh-CN" sz="2800" b="1" dirty="0">
                <a:sym typeface="Symbol" panose="05050102010706020507" pitchFamily="18" charset="2"/>
              </a:rPr>
              <a:t></a:t>
            </a:r>
            <a:r>
              <a:rPr lang="en-US" altLang="zh-CN" sz="2800" b="1" i="1" dirty="0"/>
              <a:t> </a:t>
            </a:r>
            <a:r>
              <a:rPr lang="en-US" altLang="zh-CN" sz="2800" b="1" dirty="0"/>
              <a:t>array</a:t>
            </a:r>
            <a:r>
              <a:rPr lang="en-US" altLang="zh-CN" sz="2800" b="1" i="1" dirty="0"/>
              <a:t> </a:t>
            </a:r>
            <a:r>
              <a:rPr lang="en-US" altLang="zh-CN" sz="2800" b="1" dirty="0"/>
              <a:t>[num] of</a:t>
            </a:r>
            <a:r>
              <a:rPr lang="en-US" altLang="zh-CN" sz="2800" b="1" i="1" dirty="0"/>
              <a:t> T</a:t>
            </a:r>
            <a:r>
              <a:rPr lang="en-US" altLang="zh-CN" sz="2800" b="1" baseline="-30000" dirty="0"/>
              <a:t>1</a:t>
            </a:r>
            <a:r>
              <a:rPr lang="en-US" altLang="zh-CN" sz="2800" b="1" i="1" dirty="0"/>
              <a:t> </a:t>
            </a:r>
          </a:p>
          <a:p>
            <a:pPr eaLnBrk="1" hangingPunct="1">
              <a:buFont typeface="Wingdings" panose="05000000000000000000" pitchFamily="2" charset="2"/>
              <a:buNone/>
            </a:pPr>
            <a:r>
              <a:rPr lang="en-US" altLang="zh-CN" sz="2800" b="1" i="1" dirty="0"/>
              <a:t>			          </a:t>
            </a:r>
            <a:r>
              <a:rPr lang="en-US" altLang="zh-CN" sz="2800" b="1" dirty="0"/>
              <a:t>{</a:t>
            </a:r>
            <a:r>
              <a:rPr lang="en-US" altLang="zh-CN" sz="2800" b="1" i="1" dirty="0" err="1"/>
              <a:t>T.type</a:t>
            </a:r>
            <a:r>
              <a:rPr lang="en-US" altLang="zh-CN" sz="2800" b="1" i="1" dirty="0"/>
              <a:t> </a:t>
            </a:r>
            <a:r>
              <a:rPr lang="en-US" altLang="zh-CN" sz="2800" b="1" dirty="0"/>
              <a:t>=</a:t>
            </a:r>
            <a:r>
              <a:rPr lang="en-US" altLang="zh-CN" sz="2800" b="1" i="1" dirty="0"/>
              <a:t> </a:t>
            </a:r>
            <a:r>
              <a:rPr lang="en-US" altLang="zh-CN" sz="2800" b="1" i="1" dirty="0">
                <a:solidFill>
                  <a:schemeClr val="bg1"/>
                </a:solidFill>
              </a:rPr>
              <a:t>array</a:t>
            </a:r>
            <a:r>
              <a:rPr lang="en-US" altLang="zh-CN" sz="2800" b="1" dirty="0">
                <a:solidFill>
                  <a:schemeClr val="bg1"/>
                </a:solidFill>
              </a:rPr>
              <a:t>(</a:t>
            </a:r>
            <a:r>
              <a:rPr lang="en-US" altLang="zh-CN" sz="2800" b="1" dirty="0" err="1">
                <a:solidFill>
                  <a:schemeClr val="bg1"/>
                </a:solidFill>
              </a:rPr>
              <a:t>num</a:t>
            </a:r>
            <a:r>
              <a:rPr lang="en-US" altLang="zh-CN" sz="2800" b="1" i="1" dirty="0" err="1">
                <a:solidFill>
                  <a:schemeClr val="bg1"/>
                </a:solidFill>
              </a:rPr>
              <a:t>.val</a:t>
            </a:r>
            <a:r>
              <a:rPr lang="en-US" altLang="zh-CN" sz="2800" b="1" dirty="0">
                <a:solidFill>
                  <a:schemeClr val="bg1"/>
                </a:solidFill>
              </a:rPr>
              <a:t>,</a:t>
            </a:r>
            <a:r>
              <a:rPr lang="en-US" altLang="zh-CN" sz="2800" b="1" i="1" dirty="0">
                <a:solidFill>
                  <a:schemeClr val="bg1"/>
                </a:solidFill>
              </a:rPr>
              <a:t> T</a:t>
            </a:r>
            <a:r>
              <a:rPr lang="en-US" altLang="zh-CN" sz="2800" b="1" baseline="-30000" dirty="0">
                <a:solidFill>
                  <a:schemeClr val="bg1"/>
                </a:solidFill>
              </a:rPr>
              <a:t>1</a:t>
            </a:r>
            <a:r>
              <a:rPr lang="en-US" altLang="zh-CN" sz="2800" b="1" dirty="0">
                <a:solidFill>
                  <a:schemeClr val="bg1"/>
                </a:solidFill>
              </a:rPr>
              <a:t>.</a:t>
            </a:r>
            <a:r>
              <a:rPr lang="en-US" altLang="zh-CN" sz="2800" b="1" i="1" dirty="0">
                <a:solidFill>
                  <a:schemeClr val="bg1"/>
                </a:solidFill>
              </a:rPr>
              <a:t>type</a:t>
            </a:r>
            <a:r>
              <a:rPr lang="en-US" altLang="zh-CN" sz="2800" b="1" dirty="0">
                <a:solidFill>
                  <a:schemeClr val="bg1"/>
                </a:solidFill>
              </a:rPr>
              <a:t>)</a:t>
            </a:r>
            <a:r>
              <a:rPr lang="en-US" altLang="zh-CN" sz="2800" b="1" dirty="0"/>
              <a:t>}</a:t>
            </a:r>
          </a:p>
          <a:p>
            <a:pPr algn="just" eaLnBrk="1" hangingPunct="1">
              <a:buFont typeface="Wingdings" panose="05000000000000000000" pitchFamily="2" charset="2"/>
              <a:buNone/>
            </a:pPr>
            <a:r>
              <a:rPr lang="en-US" altLang="zh-CN" sz="2800" b="1" i="1" dirty="0"/>
              <a:t>T </a:t>
            </a:r>
            <a:r>
              <a:rPr lang="en-US" altLang="zh-CN" sz="2800" b="1" dirty="0">
                <a:sym typeface="Symbol" panose="05050102010706020507" pitchFamily="18" charset="2"/>
              </a:rPr>
              <a:t></a:t>
            </a:r>
            <a:r>
              <a:rPr lang="en-US" altLang="zh-CN" sz="2800" b="1" i="1" dirty="0"/>
              <a:t> T</a:t>
            </a:r>
            <a:r>
              <a:rPr lang="en-US" altLang="zh-CN" sz="2800" b="1" baseline="-30000" dirty="0"/>
              <a:t>1</a:t>
            </a:r>
            <a:r>
              <a:rPr lang="en-US" altLang="zh-CN" sz="2800" b="1" i="1" dirty="0"/>
              <a:t> </a:t>
            </a:r>
            <a:r>
              <a:rPr lang="en-US" altLang="zh-CN" sz="2800" b="1" dirty="0"/>
              <a:t>‘</a:t>
            </a:r>
            <a:r>
              <a:rPr lang="en-US" altLang="zh-CN" sz="2800" b="1" dirty="0">
                <a:sym typeface="Symbol" panose="05050102010706020507" pitchFamily="18" charset="2"/>
              </a:rPr>
              <a:t></a:t>
            </a:r>
            <a:r>
              <a:rPr lang="en-US" altLang="zh-CN" sz="2800" b="1" dirty="0"/>
              <a:t>’</a:t>
            </a:r>
            <a:r>
              <a:rPr lang="en-US" altLang="zh-CN" sz="2800" b="1" i="1" dirty="0"/>
              <a:t> T</a:t>
            </a:r>
            <a:r>
              <a:rPr lang="en-US" altLang="zh-CN" sz="2800" b="1" baseline="-30000" dirty="0"/>
              <a:t>2</a:t>
            </a:r>
            <a:r>
              <a:rPr lang="en-US" altLang="zh-CN" sz="2800" b="1" i="1" dirty="0"/>
              <a:t> 	</a:t>
            </a:r>
            <a:r>
              <a:rPr lang="en-US" altLang="zh-CN" sz="2800" b="1" dirty="0"/>
              <a:t>{</a:t>
            </a:r>
            <a:r>
              <a:rPr lang="en-US" altLang="zh-CN" sz="2800" b="1" i="1" dirty="0" err="1"/>
              <a:t>T.type</a:t>
            </a:r>
            <a:r>
              <a:rPr lang="en-US" altLang="zh-CN" sz="2800" b="1" i="1" dirty="0"/>
              <a:t> </a:t>
            </a:r>
            <a:r>
              <a:rPr lang="en-US" altLang="zh-CN" sz="2800" b="1" dirty="0"/>
              <a:t>=</a:t>
            </a:r>
            <a:r>
              <a:rPr lang="en-US" altLang="zh-CN" sz="2800" b="1" i="1" dirty="0"/>
              <a:t> </a:t>
            </a:r>
            <a:r>
              <a:rPr lang="en-US" altLang="zh-CN" sz="2800" b="1" i="1" dirty="0">
                <a:solidFill>
                  <a:schemeClr val="bg1"/>
                </a:solidFill>
              </a:rPr>
              <a:t>T</a:t>
            </a:r>
            <a:r>
              <a:rPr lang="en-US" altLang="zh-CN" sz="2800" b="1" baseline="-30000" dirty="0">
                <a:solidFill>
                  <a:schemeClr val="bg1"/>
                </a:solidFill>
              </a:rPr>
              <a:t>1</a:t>
            </a:r>
            <a:r>
              <a:rPr lang="en-US" altLang="zh-CN" sz="2800" b="1" i="1" dirty="0">
                <a:solidFill>
                  <a:schemeClr val="bg1"/>
                </a:solidFill>
              </a:rPr>
              <a:t>.type </a:t>
            </a:r>
            <a:r>
              <a:rPr lang="en-US" altLang="zh-CN" sz="2800" b="1" dirty="0">
                <a:solidFill>
                  <a:schemeClr val="bg1"/>
                </a:solidFill>
                <a:sym typeface="Symbol" panose="05050102010706020507" pitchFamily="18" charset="2"/>
              </a:rPr>
              <a:t></a:t>
            </a:r>
            <a:r>
              <a:rPr lang="en-US" altLang="zh-CN" sz="2800" b="1" i="1" dirty="0">
                <a:solidFill>
                  <a:schemeClr val="bg1"/>
                </a:solidFill>
              </a:rPr>
              <a:t> T</a:t>
            </a:r>
            <a:r>
              <a:rPr lang="en-US" altLang="zh-CN" sz="2800" b="1" baseline="-30000" dirty="0">
                <a:solidFill>
                  <a:schemeClr val="bg1"/>
                </a:solidFill>
              </a:rPr>
              <a:t>2</a:t>
            </a:r>
            <a:r>
              <a:rPr lang="en-US" altLang="zh-CN" sz="2800" b="1" i="1" dirty="0">
                <a:solidFill>
                  <a:schemeClr val="bg1"/>
                </a:solidFill>
              </a:rPr>
              <a:t>.type </a:t>
            </a:r>
            <a:r>
              <a:rPr lang="en-US" altLang="zh-CN" sz="2800" b="1" dirty="0"/>
              <a:t>}</a:t>
            </a:r>
          </a:p>
        </p:txBody>
      </p:sp>
      <p:sp>
        <p:nvSpPr>
          <p:cNvPr id="2" name="日期占位符 1">
            <a:extLst>
              <a:ext uri="{FF2B5EF4-FFF2-40B4-BE49-F238E27FC236}">
                <a16:creationId xmlns:a16="http://schemas.microsoft.com/office/drawing/2014/main" id="{D5D82026-513D-3BBD-7F18-BC0A685A4756}"/>
              </a:ext>
            </a:extLst>
          </p:cNvPr>
          <p:cNvSpPr>
            <a:spLocks noGrp="1"/>
          </p:cNvSpPr>
          <p:nvPr>
            <p:ph type="dt" sz="half" idx="10"/>
          </p:nvPr>
        </p:nvSpPr>
        <p:spPr/>
        <p:txBody>
          <a:bodyPr/>
          <a:lstStyle/>
          <a:p>
            <a:fld id="{1F327591-9491-451A-B517-2F6D665C5A6F}"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6B395A77-B84E-E107-CDEC-83D3DF74842B}"/>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377E8E96-F6A0-4258-14F7-4EFE6A080DA7}"/>
              </a:ext>
            </a:extLst>
          </p:cNvPr>
          <p:cNvSpPr>
            <a:spLocks noGrp="1"/>
          </p:cNvSpPr>
          <p:nvPr>
            <p:ph type="sldNum" sz="quarter" idx="12"/>
          </p:nvPr>
        </p:nvSpPr>
        <p:spPr/>
        <p:txBody>
          <a:bodyPr/>
          <a:lstStyle/>
          <a:p>
            <a:fld id="{094DEB03-EFC6-4C20-8FC8-295189A5386F}" type="slidenum">
              <a:rPr lang="zh-CN" altLang="en-US" smtClean="0"/>
              <a:pPr/>
              <a:t>19</a:t>
            </a:fld>
            <a:endParaRPr lang="zh-CN" altLang="en-US"/>
          </a:p>
        </p:txBody>
      </p:sp>
      <p:pic>
        <p:nvPicPr>
          <p:cNvPr id="5" name="图片 4" descr="图标&#10;&#10;描述已自动生成">
            <a:extLst>
              <a:ext uri="{FF2B5EF4-FFF2-40B4-BE49-F238E27FC236}">
                <a16:creationId xmlns:a16="http://schemas.microsoft.com/office/drawing/2014/main" id="{132CDC0D-7F25-F040-2EAF-16561785D2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
        <p:nvSpPr>
          <p:cNvPr id="6" name="文本框 5">
            <a:extLst>
              <a:ext uri="{FF2B5EF4-FFF2-40B4-BE49-F238E27FC236}">
                <a16:creationId xmlns:a16="http://schemas.microsoft.com/office/drawing/2014/main" id="{874F7F4E-6328-7BD7-61C9-062C55357E11}"/>
              </a:ext>
            </a:extLst>
          </p:cNvPr>
          <p:cNvSpPr txBox="1"/>
          <p:nvPr/>
        </p:nvSpPr>
        <p:spPr>
          <a:xfrm>
            <a:off x="4713987" y="4552715"/>
            <a:ext cx="3663608" cy="523220"/>
          </a:xfrm>
          <a:prstGeom prst="rect">
            <a:avLst/>
          </a:prstGeom>
          <a:noFill/>
        </p:spPr>
        <p:txBody>
          <a:bodyPr wrap="square">
            <a:spAutoFit/>
          </a:bodyPr>
          <a:lstStyle/>
          <a:p>
            <a:r>
              <a:rPr lang="en-US" altLang="zh-CN" sz="2800" b="1" i="1" dirty="0">
                <a:solidFill>
                  <a:srgbClr val="C00000"/>
                </a:solidFill>
              </a:rPr>
              <a:t>array</a:t>
            </a:r>
            <a:r>
              <a:rPr lang="en-US" altLang="zh-CN" sz="2800" b="1" dirty="0">
                <a:solidFill>
                  <a:srgbClr val="C00000"/>
                </a:solidFill>
              </a:rPr>
              <a:t>(</a:t>
            </a:r>
            <a:r>
              <a:rPr lang="en-US" altLang="zh-CN" sz="2800" b="1" dirty="0" err="1">
                <a:solidFill>
                  <a:srgbClr val="C00000"/>
                </a:solidFill>
              </a:rPr>
              <a:t>num</a:t>
            </a:r>
            <a:r>
              <a:rPr lang="en-US" altLang="zh-CN" sz="2800" b="1" i="1" dirty="0" err="1">
                <a:solidFill>
                  <a:srgbClr val="C00000"/>
                </a:solidFill>
              </a:rPr>
              <a:t>.val</a:t>
            </a:r>
            <a:r>
              <a:rPr lang="en-US" altLang="zh-CN" sz="2800" b="1" dirty="0">
                <a:solidFill>
                  <a:srgbClr val="C00000"/>
                </a:solidFill>
              </a:rPr>
              <a:t>,</a:t>
            </a:r>
            <a:r>
              <a:rPr lang="en-US" altLang="zh-CN" sz="2800" b="1" i="1" dirty="0">
                <a:solidFill>
                  <a:srgbClr val="C00000"/>
                </a:solidFill>
              </a:rPr>
              <a:t> T</a:t>
            </a:r>
            <a:r>
              <a:rPr lang="en-US" altLang="zh-CN" sz="2800" b="1" baseline="-30000" dirty="0">
                <a:solidFill>
                  <a:srgbClr val="C00000"/>
                </a:solidFill>
              </a:rPr>
              <a:t>1</a:t>
            </a:r>
            <a:r>
              <a:rPr lang="en-US" altLang="zh-CN" sz="2800" b="1" dirty="0">
                <a:solidFill>
                  <a:srgbClr val="C00000"/>
                </a:solidFill>
              </a:rPr>
              <a:t>.</a:t>
            </a:r>
            <a:r>
              <a:rPr lang="en-US" altLang="zh-CN" sz="2800" b="1" i="1" dirty="0">
                <a:solidFill>
                  <a:srgbClr val="C00000"/>
                </a:solidFill>
              </a:rPr>
              <a:t>type</a:t>
            </a:r>
            <a:r>
              <a:rPr lang="en-US" altLang="zh-CN" sz="2800" b="1" dirty="0">
                <a:solidFill>
                  <a:srgbClr val="C00000"/>
                </a:solidFill>
              </a:rPr>
              <a:t>)</a:t>
            </a:r>
            <a:endParaRPr lang="zh-CN" altLang="en-US" sz="2000" dirty="0">
              <a:solidFill>
                <a:srgbClr val="C00000"/>
              </a:solidFill>
            </a:endParaRPr>
          </a:p>
        </p:txBody>
      </p:sp>
      <p:cxnSp>
        <p:nvCxnSpPr>
          <p:cNvPr id="7" name="直接连接符 6">
            <a:extLst>
              <a:ext uri="{FF2B5EF4-FFF2-40B4-BE49-F238E27FC236}">
                <a16:creationId xmlns:a16="http://schemas.microsoft.com/office/drawing/2014/main" id="{52CAF469-B84D-2FF0-6E00-C58397355020}"/>
              </a:ext>
            </a:extLst>
          </p:cNvPr>
          <p:cNvCxnSpPr>
            <a:cxnSpLocks/>
          </p:cNvCxnSpPr>
          <p:nvPr/>
        </p:nvCxnSpPr>
        <p:spPr>
          <a:xfrm>
            <a:off x="4713987" y="5075935"/>
            <a:ext cx="358961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32801485-DDA6-27B9-A62B-B68C4E2C3A37}"/>
              </a:ext>
            </a:extLst>
          </p:cNvPr>
          <p:cNvSpPr txBox="1"/>
          <p:nvPr/>
        </p:nvSpPr>
        <p:spPr>
          <a:xfrm>
            <a:off x="4717022" y="5103228"/>
            <a:ext cx="2796055" cy="523220"/>
          </a:xfrm>
          <a:prstGeom prst="rect">
            <a:avLst/>
          </a:prstGeom>
          <a:noFill/>
        </p:spPr>
        <p:txBody>
          <a:bodyPr wrap="square">
            <a:spAutoFit/>
          </a:bodyPr>
          <a:lstStyle/>
          <a:p>
            <a:r>
              <a:rPr lang="en-US" altLang="zh-CN" sz="2800" b="1" i="1" dirty="0">
                <a:solidFill>
                  <a:srgbClr val="C00000"/>
                </a:solidFill>
              </a:rPr>
              <a:t>T</a:t>
            </a:r>
            <a:r>
              <a:rPr lang="en-US" altLang="zh-CN" sz="2800" b="1" baseline="-30000" dirty="0">
                <a:solidFill>
                  <a:srgbClr val="C00000"/>
                </a:solidFill>
              </a:rPr>
              <a:t>1</a:t>
            </a:r>
            <a:r>
              <a:rPr lang="en-US" altLang="zh-CN" sz="2800" b="1" i="1" dirty="0">
                <a:solidFill>
                  <a:srgbClr val="C00000"/>
                </a:solidFill>
              </a:rPr>
              <a:t>.type </a:t>
            </a:r>
            <a:r>
              <a:rPr lang="en-US" altLang="zh-CN" sz="2800" b="1" dirty="0">
                <a:solidFill>
                  <a:srgbClr val="C00000"/>
                </a:solidFill>
                <a:sym typeface="Symbol" panose="05050102010706020507" pitchFamily="18" charset="2"/>
              </a:rPr>
              <a:t></a:t>
            </a:r>
            <a:r>
              <a:rPr lang="en-US" altLang="zh-CN" sz="2800" b="1" i="1" dirty="0">
                <a:solidFill>
                  <a:srgbClr val="C00000"/>
                </a:solidFill>
              </a:rPr>
              <a:t> T</a:t>
            </a:r>
            <a:r>
              <a:rPr lang="en-US" altLang="zh-CN" sz="2800" b="1" baseline="-30000" dirty="0">
                <a:solidFill>
                  <a:srgbClr val="C00000"/>
                </a:solidFill>
              </a:rPr>
              <a:t>2</a:t>
            </a:r>
            <a:r>
              <a:rPr lang="en-US" altLang="zh-CN" sz="2800" b="1" i="1" dirty="0">
                <a:solidFill>
                  <a:srgbClr val="C00000"/>
                </a:solidFill>
              </a:rPr>
              <a:t>.type</a:t>
            </a:r>
            <a:endParaRPr lang="zh-CN" altLang="en-US" sz="2000" dirty="0">
              <a:solidFill>
                <a:srgbClr val="C00000"/>
              </a:solidFill>
            </a:endParaRPr>
          </a:p>
        </p:txBody>
      </p:sp>
      <p:cxnSp>
        <p:nvCxnSpPr>
          <p:cNvPr id="12" name="直接连接符 11">
            <a:extLst>
              <a:ext uri="{FF2B5EF4-FFF2-40B4-BE49-F238E27FC236}">
                <a16:creationId xmlns:a16="http://schemas.microsoft.com/office/drawing/2014/main" id="{E563C683-309B-232C-961B-F250753FCFA5}"/>
              </a:ext>
            </a:extLst>
          </p:cNvPr>
          <p:cNvCxnSpPr>
            <a:cxnSpLocks/>
          </p:cNvCxnSpPr>
          <p:nvPr/>
        </p:nvCxnSpPr>
        <p:spPr>
          <a:xfrm>
            <a:off x="4717022" y="5626448"/>
            <a:ext cx="270620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52995">
                                            <p:txEl>
                                              <p:pRg st="5" end="5"/>
                                            </p:txEl>
                                          </p:spTgt>
                                        </p:tgtEl>
                                        <p:attrNameLst>
                                          <p:attrName>style.visibility</p:attrName>
                                        </p:attrNameLst>
                                      </p:cBhvr>
                                      <p:to>
                                        <p:strVal val="visible"/>
                                      </p:to>
                                    </p:set>
                                    <p:anim calcmode="lin" valueType="num">
                                      <p:cBhvr additive="base">
                                        <p:cTn id="7" dur="500" fill="hold"/>
                                        <p:tgtEl>
                                          <p:spTgt spid="852995">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2995">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52995">
                                            <p:txEl>
                                              <p:pRg st="6" end="6"/>
                                            </p:txEl>
                                          </p:spTgt>
                                        </p:tgtEl>
                                        <p:attrNameLst>
                                          <p:attrName>style.visibility</p:attrName>
                                        </p:attrNameLst>
                                      </p:cBhvr>
                                      <p:to>
                                        <p:strVal val="visible"/>
                                      </p:to>
                                    </p:set>
                                    <p:anim calcmode="lin" valueType="num">
                                      <p:cBhvr additive="base">
                                        <p:cTn id="11" dur="500" fill="hold"/>
                                        <p:tgtEl>
                                          <p:spTgt spid="852995">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52995">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3" presetClass="entr" presetSubtype="3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strVal val="(6*min(max(#ppt_w*#ppt_h,.3),1)-7.4)/-.7*#ppt_w"/>
                                          </p:val>
                                        </p:tav>
                                        <p:tav tm="100000">
                                          <p:val>
                                            <p:strVal val="#ppt_w"/>
                                          </p:val>
                                        </p:tav>
                                      </p:tavLst>
                                    </p:anim>
                                    <p:anim calcmode="lin" valueType="num">
                                      <p:cBhvr>
                                        <p:cTn id="22" dur="500" fill="hold"/>
                                        <p:tgtEl>
                                          <p:spTgt spid="6"/>
                                        </p:tgtEl>
                                        <p:attrNameLst>
                                          <p:attrName>ppt_h</p:attrName>
                                        </p:attrNameLst>
                                      </p:cBhvr>
                                      <p:tavLst>
                                        <p:tav tm="0">
                                          <p:val>
                                            <p:strVal val="(6*min(max(#ppt_w*#ppt_h,.3),1)-7.4)/-.7*#ppt_h"/>
                                          </p:val>
                                        </p:tav>
                                        <p:tav tm="100000">
                                          <p:val>
                                            <p:strVal val="#ppt_h"/>
                                          </p:val>
                                        </p:tav>
                                      </p:tavLst>
                                    </p:anim>
                                    <p:anim calcmode="lin" valueType="num">
                                      <p:cBhvr>
                                        <p:cTn id="23" dur="500" fill="hold"/>
                                        <p:tgtEl>
                                          <p:spTgt spid="6"/>
                                        </p:tgtEl>
                                        <p:attrNameLst>
                                          <p:attrName>ppt_x</p:attrName>
                                        </p:attrNameLst>
                                      </p:cBhvr>
                                      <p:tavLst>
                                        <p:tav tm="0">
                                          <p:val>
                                            <p:fltVal val="0.5"/>
                                          </p:val>
                                        </p:tav>
                                        <p:tav tm="100000">
                                          <p:val>
                                            <p:strVal val="#ppt_x"/>
                                          </p:val>
                                        </p:tav>
                                      </p:tavLst>
                                    </p:anim>
                                    <p:anim calcmode="lin" valueType="num">
                                      <p:cBhvr>
                                        <p:cTn id="24" dur="500" fill="hold"/>
                                        <p:tgtEl>
                                          <p:spTgt spid="6"/>
                                        </p:tgtEl>
                                        <p:attrNameLst>
                                          <p:attrName>ppt_y</p:attrName>
                                        </p:attrNameLst>
                                      </p:cBhvr>
                                      <p:tavLst>
                                        <p:tav tm="0">
                                          <p:val>
                                            <p:strVal val="1+(6*min(max(#ppt_w*#ppt_h,.3),1)-7.4)/-.7*#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852995">
                                            <p:txEl>
                                              <p:pRg st="7" end="7"/>
                                            </p:txEl>
                                          </p:spTgt>
                                        </p:tgtEl>
                                        <p:attrNameLst>
                                          <p:attrName>style.visibility</p:attrName>
                                        </p:attrNameLst>
                                      </p:cBhvr>
                                      <p:to>
                                        <p:strVal val="visible"/>
                                      </p:to>
                                    </p:set>
                                    <p:anim calcmode="lin" valueType="num">
                                      <p:cBhvr additive="base">
                                        <p:cTn id="29" dur="500" fill="hold"/>
                                        <p:tgtEl>
                                          <p:spTgt spid="852995">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52995">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3" presetClass="entr" presetSubtype="36"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500" fill="hold"/>
                                        <p:tgtEl>
                                          <p:spTgt spid="11"/>
                                        </p:tgtEl>
                                        <p:attrNameLst>
                                          <p:attrName>ppt_w</p:attrName>
                                        </p:attrNameLst>
                                      </p:cBhvr>
                                      <p:tavLst>
                                        <p:tav tm="0">
                                          <p:val>
                                            <p:strVal val="(6*min(max(#ppt_w*#ppt_h,.3),1)-7.4)/-.7*#ppt_w"/>
                                          </p:val>
                                        </p:tav>
                                        <p:tav tm="100000">
                                          <p:val>
                                            <p:strVal val="#ppt_w"/>
                                          </p:val>
                                        </p:tav>
                                      </p:tavLst>
                                    </p:anim>
                                    <p:anim calcmode="lin" valueType="num">
                                      <p:cBhvr>
                                        <p:cTn id="40" dur="500" fill="hold"/>
                                        <p:tgtEl>
                                          <p:spTgt spid="11"/>
                                        </p:tgtEl>
                                        <p:attrNameLst>
                                          <p:attrName>ppt_h</p:attrName>
                                        </p:attrNameLst>
                                      </p:cBhvr>
                                      <p:tavLst>
                                        <p:tav tm="0">
                                          <p:val>
                                            <p:strVal val="(6*min(max(#ppt_w*#ppt_h,.3),1)-7.4)/-.7*#ppt_h"/>
                                          </p:val>
                                        </p:tav>
                                        <p:tav tm="100000">
                                          <p:val>
                                            <p:strVal val="#ppt_h"/>
                                          </p:val>
                                        </p:tav>
                                      </p:tavLst>
                                    </p:anim>
                                    <p:anim calcmode="lin" valueType="num">
                                      <p:cBhvr>
                                        <p:cTn id="41" dur="500" fill="hold"/>
                                        <p:tgtEl>
                                          <p:spTgt spid="11"/>
                                        </p:tgtEl>
                                        <p:attrNameLst>
                                          <p:attrName>ppt_x</p:attrName>
                                        </p:attrNameLst>
                                      </p:cBhvr>
                                      <p:tavLst>
                                        <p:tav tm="0">
                                          <p:val>
                                            <p:fltVal val="0.5"/>
                                          </p:val>
                                        </p:tav>
                                        <p:tav tm="100000">
                                          <p:val>
                                            <p:strVal val="#ppt_x"/>
                                          </p:val>
                                        </p:tav>
                                      </p:tavLst>
                                    </p:anim>
                                    <p:anim calcmode="lin" valueType="num">
                                      <p:cBhvr>
                                        <p:cTn id="42" dur="500" fill="hold"/>
                                        <p:tgtEl>
                                          <p:spTgt spid="11"/>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0D82A90-56FA-4995-9D83-27683F522C0E}"/>
              </a:ext>
            </a:extLst>
          </p:cNvPr>
          <p:cNvSpPr>
            <a:spLocks noGrp="1" noChangeArrowheads="1"/>
          </p:cNvSpPr>
          <p:nvPr>
            <p:ph type="title"/>
          </p:nvPr>
        </p:nvSpPr>
        <p:spPr/>
        <p:txBody>
          <a:bodyPr/>
          <a:lstStyle/>
          <a:p>
            <a:pPr eaLnBrk="1" hangingPunct="1"/>
            <a:r>
              <a:rPr lang="en-US" altLang="zh-CN"/>
              <a:t>5.3.3 </a:t>
            </a:r>
            <a:r>
              <a:rPr lang="zh-CN" altLang="en-US"/>
              <a:t>类型检查</a:t>
            </a:r>
            <a:r>
              <a:rPr lang="en-US" altLang="zh-CN">
                <a:latin typeface="Arial" panose="020B0604020202020204" pitchFamily="34" charset="0"/>
              </a:rPr>
              <a:t>——</a:t>
            </a:r>
            <a:r>
              <a:rPr lang="zh-CN" altLang="en-US"/>
              <a:t>表达式</a:t>
            </a:r>
          </a:p>
        </p:txBody>
      </p:sp>
      <p:sp>
        <p:nvSpPr>
          <p:cNvPr id="854019" name="Rectangle 3">
            <a:extLst>
              <a:ext uri="{FF2B5EF4-FFF2-40B4-BE49-F238E27FC236}">
                <a16:creationId xmlns:a16="http://schemas.microsoft.com/office/drawing/2014/main" id="{29AB06D8-F4CC-44FD-A874-CFC76A504FEA}"/>
              </a:ext>
            </a:extLst>
          </p:cNvPr>
          <p:cNvSpPr>
            <a:spLocks noGrp="1" noChangeArrowheads="1"/>
          </p:cNvSpPr>
          <p:nvPr>
            <p:ph idx="1"/>
          </p:nvPr>
        </p:nvSpPr>
        <p:spPr/>
        <p:txBody>
          <a:bodyPr/>
          <a:lstStyle/>
          <a:p>
            <a:pPr eaLnBrk="1" hangingPunct="1">
              <a:lnSpc>
                <a:spcPct val="80000"/>
              </a:lnSpc>
              <a:buFont typeface="Wingdings" panose="05000000000000000000" pitchFamily="2" charset="2"/>
              <a:buNone/>
              <a:defRPr/>
            </a:pPr>
            <a:r>
              <a:rPr lang="en-US" altLang="zh-CN" sz="2800" b="1" i="1" dirty="0"/>
              <a:t>E </a:t>
            </a:r>
            <a:r>
              <a:rPr lang="en-US" altLang="zh-CN" sz="2800" b="1" dirty="0">
                <a:sym typeface="Symbol" panose="05050102010706020507" pitchFamily="18" charset="2"/>
              </a:rPr>
              <a:t></a:t>
            </a:r>
            <a:r>
              <a:rPr lang="en-US" altLang="zh-CN" sz="2800" b="1" i="1" dirty="0"/>
              <a:t> </a:t>
            </a:r>
            <a:r>
              <a:rPr lang="en-US" altLang="zh-CN" sz="2800" b="1" dirty="0"/>
              <a:t>truth</a:t>
            </a:r>
            <a:r>
              <a:rPr lang="en-US" altLang="zh-CN" sz="2800" b="1" i="1" dirty="0"/>
              <a:t>		</a:t>
            </a:r>
            <a:r>
              <a:rPr lang="en-US" altLang="zh-CN" sz="2800" b="1" dirty="0"/>
              <a:t>{</a:t>
            </a:r>
            <a:r>
              <a:rPr lang="en-US" altLang="zh-CN" sz="2800" b="1" i="1" dirty="0" err="1"/>
              <a:t>E.type</a:t>
            </a:r>
            <a:r>
              <a:rPr lang="en-US" altLang="zh-CN" sz="2800" b="1" i="1" dirty="0"/>
              <a:t> </a:t>
            </a:r>
            <a:r>
              <a:rPr lang="en-US" altLang="zh-CN" sz="2800" b="1" dirty="0"/>
              <a:t>=</a:t>
            </a:r>
            <a:r>
              <a:rPr lang="en-US" altLang="zh-CN" sz="2800" b="1" i="1" dirty="0"/>
              <a:t> </a:t>
            </a:r>
            <a:r>
              <a:rPr lang="en-US" altLang="zh-CN" sz="2800" b="1" i="1" dirty="0" err="1"/>
              <a:t>boolean</a:t>
            </a:r>
            <a:r>
              <a:rPr lang="en-US" altLang="zh-CN" sz="2800" b="1" i="1" dirty="0"/>
              <a:t> </a:t>
            </a:r>
            <a:r>
              <a:rPr lang="en-US" altLang="zh-CN" sz="2800" b="1" dirty="0"/>
              <a:t>}</a:t>
            </a:r>
          </a:p>
          <a:p>
            <a:pPr eaLnBrk="1" hangingPunct="1">
              <a:lnSpc>
                <a:spcPct val="80000"/>
              </a:lnSpc>
              <a:buFont typeface="Wingdings" panose="05000000000000000000" pitchFamily="2" charset="2"/>
              <a:buNone/>
              <a:defRPr/>
            </a:pPr>
            <a:r>
              <a:rPr lang="en-US" altLang="zh-CN" sz="2800" b="1" i="1" dirty="0"/>
              <a:t>E </a:t>
            </a:r>
            <a:r>
              <a:rPr lang="en-US" altLang="zh-CN" sz="2800" b="1" dirty="0">
                <a:sym typeface="Symbol" panose="05050102010706020507" pitchFamily="18" charset="2"/>
              </a:rPr>
              <a:t></a:t>
            </a:r>
            <a:r>
              <a:rPr lang="en-US" altLang="zh-CN" sz="2800" b="1" i="1" dirty="0"/>
              <a:t> </a:t>
            </a:r>
            <a:r>
              <a:rPr lang="en-US" altLang="zh-CN" sz="2800" b="1" dirty="0" err="1"/>
              <a:t>num</a:t>
            </a:r>
            <a:r>
              <a:rPr lang="en-US" altLang="zh-CN" sz="2800" b="1" i="1" dirty="0"/>
              <a:t>		</a:t>
            </a:r>
            <a:r>
              <a:rPr lang="en-US" altLang="zh-CN" sz="2800" b="1" dirty="0"/>
              <a:t>{</a:t>
            </a:r>
            <a:r>
              <a:rPr lang="en-US" altLang="zh-CN" sz="2800" b="1" i="1" dirty="0" err="1"/>
              <a:t>E.type</a:t>
            </a:r>
            <a:r>
              <a:rPr lang="en-US" altLang="zh-CN" sz="2800" b="1" i="1" dirty="0"/>
              <a:t> </a:t>
            </a:r>
            <a:r>
              <a:rPr lang="en-US" altLang="zh-CN" sz="2800" b="1" dirty="0"/>
              <a:t>=</a:t>
            </a:r>
            <a:r>
              <a:rPr lang="en-US" altLang="zh-CN" sz="2800" b="1" i="1" dirty="0"/>
              <a:t> integer</a:t>
            </a:r>
            <a:r>
              <a:rPr lang="en-US" altLang="zh-CN" sz="2800" b="1" dirty="0"/>
              <a:t>}</a:t>
            </a:r>
          </a:p>
          <a:p>
            <a:pPr eaLnBrk="1" hangingPunct="1">
              <a:lnSpc>
                <a:spcPct val="80000"/>
              </a:lnSpc>
              <a:buFont typeface="Wingdings" panose="05000000000000000000" pitchFamily="2" charset="2"/>
              <a:buNone/>
              <a:defRPr/>
            </a:pPr>
            <a:r>
              <a:rPr lang="en-US" altLang="zh-CN" sz="2800" b="1" i="1" dirty="0"/>
              <a:t>E </a:t>
            </a:r>
            <a:r>
              <a:rPr lang="en-US" altLang="zh-CN" sz="2800" b="1" dirty="0">
                <a:sym typeface="Symbol" panose="05050102010706020507" pitchFamily="18" charset="2"/>
              </a:rPr>
              <a:t></a:t>
            </a:r>
            <a:r>
              <a:rPr lang="en-US" altLang="zh-CN" sz="2800" b="1" i="1" dirty="0"/>
              <a:t> </a:t>
            </a:r>
            <a:r>
              <a:rPr lang="en-US" altLang="zh-CN" sz="2800" b="1" dirty="0"/>
              <a:t>id</a:t>
            </a:r>
            <a:r>
              <a:rPr lang="en-US" altLang="zh-CN" sz="2800" b="1" i="1" dirty="0"/>
              <a:t>		</a:t>
            </a:r>
            <a:r>
              <a:rPr lang="en-US" altLang="zh-CN" sz="2800" b="1" dirty="0"/>
              <a:t>{</a:t>
            </a:r>
            <a:r>
              <a:rPr lang="en-US" altLang="zh-CN" sz="2800" b="1" i="1" dirty="0" err="1"/>
              <a:t>E.type</a:t>
            </a:r>
            <a:r>
              <a:rPr lang="en-US" altLang="zh-CN" sz="2800" b="1" i="1" dirty="0"/>
              <a:t> </a:t>
            </a:r>
            <a:r>
              <a:rPr lang="en-US" altLang="zh-CN" sz="2800" b="1" dirty="0"/>
              <a:t>=</a:t>
            </a:r>
            <a:r>
              <a:rPr lang="en-US" altLang="zh-CN" sz="2800" b="1" i="1" dirty="0"/>
              <a:t> </a:t>
            </a:r>
            <a:r>
              <a:rPr lang="en-US" altLang="zh-CN" sz="2800" b="1" i="1" dirty="0">
                <a:solidFill>
                  <a:srgbClr val="C00000"/>
                </a:solidFill>
              </a:rPr>
              <a:t>lookup</a:t>
            </a:r>
            <a:r>
              <a:rPr lang="en-US" altLang="zh-CN" sz="2800" b="1" dirty="0"/>
              <a:t>(</a:t>
            </a:r>
            <a:r>
              <a:rPr lang="en-US" altLang="zh-CN" sz="2800" b="1" dirty="0" err="1"/>
              <a:t>id.</a:t>
            </a:r>
            <a:r>
              <a:rPr lang="en-US" altLang="zh-CN" sz="2800" b="1" i="1" dirty="0" err="1"/>
              <a:t>entry</a:t>
            </a:r>
            <a:r>
              <a:rPr lang="en-US" altLang="zh-CN" sz="2800" b="1" dirty="0"/>
              <a:t>)}</a:t>
            </a:r>
          </a:p>
          <a:p>
            <a:pPr>
              <a:lnSpc>
                <a:spcPct val="80000"/>
              </a:lnSpc>
              <a:defRPr/>
            </a:pPr>
            <a:r>
              <a:rPr lang="zh-CN" altLang="en-US" sz="2400" dirty="0"/>
              <a:t>给出表达式</a:t>
            </a:r>
            <a:r>
              <a:rPr lang="en-US" altLang="zh-CN" sz="2400" b="1" i="1" dirty="0"/>
              <a:t>E</a:t>
            </a:r>
            <a:r>
              <a:rPr lang="zh-CN" altLang="en-US" sz="2400" dirty="0"/>
              <a:t>的类型，并存入</a:t>
            </a:r>
            <a:r>
              <a:rPr lang="en-US" altLang="zh-CN" sz="2400" b="1" i="1" dirty="0" err="1"/>
              <a:t>E.type</a:t>
            </a:r>
            <a:r>
              <a:rPr lang="zh-CN" altLang="en-US" sz="2400" dirty="0"/>
              <a:t>中。</a:t>
            </a:r>
            <a:endParaRPr lang="en-US" altLang="zh-CN" sz="2400" dirty="0"/>
          </a:p>
          <a:p>
            <a:pPr>
              <a:lnSpc>
                <a:spcPct val="80000"/>
              </a:lnSpc>
              <a:defRPr/>
            </a:pPr>
            <a:r>
              <a:rPr lang="zh-CN" altLang="en-US" sz="2400" dirty="0"/>
              <a:t>对应一系列</a:t>
            </a:r>
            <a:r>
              <a:rPr lang="zh-CN" altLang="en-US" sz="2400" dirty="0">
                <a:solidFill>
                  <a:srgbClr val="C00000"/>
                </a:solidFill>
              </a:rPr>
              <a:t>定型规则</a:t>
            </a:r>
            <a:r>
              <a:rPr lang="zh-CN" altLang="en-US" sz="2400" dirty="0"/>
              <a:t>，例如：</a:t>
            </a:r>
            <a:endParaRPr lang="en-US" altLang="zh-CN" sz="2400" dirty="0"/>
          </a:p>
          <a:p>
            <a:pPr eaLnBrk="1" hangingPunct="1">
              <a:lnSpc>
                <a:spcPct val="80000"/>
              </a:lnSpc>
              <a:buFont typeface="Wingdings" panose="05000000000000000000" pitchFamily="2" charset="2"/>
              <a:buNone/>
              <a:defRPr/>
            </a:pPr>
            <a:endParaRPr lang="en-US" altLang="zh-CN" sz="2400" b="1" dirty="0"/>
          </a:p>
          <a:p>
            <a:pPr eaLnBrk="1" hangingPunct="1">
              <a:lnSpc>
                <a:spcPct val="80000"/>
              </a:lnSpc>
              <a:buFont typeface="Wingdings" panose="05000000000000000000" pitchFamily="2" charset="2"/>
              <a:buNone/>
              <a:defRPr/>
            </a:pPr>
            <a:r>
              <a:rPr lang="en-US" altLang="zh-CN" sz="2400" b="1" dirty="0"/>
              <a:t>(</a:t>
            </a:r>
            <a:r>
              <a:rPr lang="en-US" altLang="zh-CN" sz="2400" b="1" dirty="0" err="1"/>
              <a:t>Exp</a:t>
            </a:r>
            <a:r>
              <a:rPr lang="en-US" altLang="zh-CN" sz="2400" b="1" dirty="0"/>
              <a:t> Id)</a:t>
            </a:r>
          </a:p>
          <a:p>
            <a:pPr eaLnBrk="1" hangingPunct="1">
              <a:lnSpc>
                <a:spcPct val="80000"/>
              </a:lnSpc>
              <a:buFont typeface="Wingdings" panose="05000000000000000000" pitchFamily="2" charset="2"/>
              <a:buNone/>
              <a:defRPr/>
            </a:pPr>
            <a:endParaRPr lang="en-US" altLang="zh-CN" sz="2400" b="1" dirty="0"/>
          </a:p>
          <a:p>
            <a:pPr>
              <a:lnSpc>
                <a:spcPct val="80000"/>
              </a:lnSpc>
              <a:defRPr/>
            </a:pPr>
            <a:r>
              <a:rPr lang="en-US" altLang="zh-CN" sz="2400" b="1" i="1" dirty="0"/>
              <a:t>lookup</a:t>
            </a:r>
            <a:r>
              <a:rPr lang="zh-CN" altLang="en-US" sz="2400" dirty="0"/>
              <a:t>函数取符号表中</a:t>
            </a:r>
            <a:r>
              <a:rPr lang="en-US" altLang="zh-CN" sz="2400" b="1" dirty="0"/>
              <a:t>id</a:t>
            </a:r>
            <a:r>
              <a:rPr lang="zh-CN" altLang="en-US" sz="2400" dirty="0"/>
              <a:t>的类型，若找不到则报错，返回</a:t>
            </a:r>
            <a:r>
              <a:rPr lang="en-US" altLang="zh-CN" sz="2400" b="1" i="1" dirty="0" err="1"/>
              <a:t>type_error</a:t>
            </a:r>
            <a:r>
              <a:rPr lang="zh-CN" altLang="en-US" sz="2400" dirty="0"/>
              <a:t>。</a:t>
            </a:r>
          </a:p>
        </p:txBody>
      </p:sp>
      <p:grpSp>
        <p:nvGrpSpPr>
          <p:cNvPr id="4" name="Group 10">
            <a:extLst>
              <a:ext uri="{FF2B5EF4-FFF2-40B4-BE49-F238E27FC236}">
                <a16:creationId xmlns:a16="http://schemas.microsoft.com/office/drawing/2014/main" id="{3C2167D3-96C1-466E-A1D6-61CB28FEAB41}"/>
              </a:ext>
            </a:extLst>
          </p:cNvPr>
          <p:cNvGrpSpPr>
            <a:grpSpLocks/>
          </p:cNvGrpSpPr>
          <p:nvPr/>
        </p:nvGrpSpPr>
        <p:grpSpPr bwMode="auto">
          <a:xfrm>
            <a:off x="2663825" y="3717131"/>
            <a:ext cx="3816350" cy="762000"/>
            <a:chOff x="2971" y="3702"/>
            <a:chExt cx="2404" cy="480"/>
          </a:xfrm>
        </p:grpSpPr>
        <p:sp>
          <p:nvSpPr>
            <p:cNvPr id="18437" name="Rectangle 11" descr="Green marble">
              <a:extLst>
                <a:ext uri="{FF2B5EF4-FFF2-40B4-BE49-F238E27FC236}">
                  <a16:creationId xmlns:a16="http://schemas.microsoft.com/office/drawing/2014/main" id="{C73F6CBF-19BE-4C1E-B5E2-590BF7CDB16B}"/>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baseline="-25000" dirty="0">
                  <a:ea typeface="宋体" panose="02010600030101010101" pitchFamily="2" charset="-122"/>
                </a:rPr>
                <a:t>1</a:t>
              </a:r>
              <a:r>
                <a:rPr lang="en-US" altLang="zh-CN" sz="2400" b="1" dirty="0">
                  <a:ea typeface="宋体" panose="02010600030101010101" pitchFamily="2" charset="-122"/>
                </a:rPr>
                <a:t>, id : </a:t>
              </a:r>
              <a:r>
                <a:rPr lang="en-US" altLang="zh-CN" sz="2400" b="1" i="1" dirty="0">
                  <a:ea typeface="宋体" panose="02010600030101010101" pitchFamily="2" charset="-122"/>
                </a:rPr>
                <a:t>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endParaRPr lang="en-US" altLang="zh-CN" sz="2400" b="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baseline="-25000" dirty="0">
                  <a:ea typeface="宋体" panose="02010600030101010101" pitchFamily="2" charset="-122"/>
                </a:rPr>
                <a:t>1</a:t>
              </a:r>
              <a:r>
                <a:rPr lang="en-US" altLang="zh-CN" sz="2400" b="1" dirty="0">
                  <a:ea typeface="宋体" panose="02010600030101010101" pitchFamily="2" charset="-122"/>
                </a:rPr>
                <a:t>, id : </a:t>
              </a:r>
              <a:r>
                <a:rPr lang="en-US" altLang="zh-CN" sz="2400" b="1" i="1" dirty="0">
                  <a:ea typeface="宋体" panose="02010600030101010101" pitchFamily="2" charset="-122"/>
                </a:rPr>
                <a:t>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id : </a:t>
              </a:r>
              <a:r>
                <a:rPr lang="en-US" altLang="zh-CN" sz="2400" b="1" i="1" dirty="0">
                  <a:ea typeface="宋体" panose="02010600030101010101" pitchFamily="2" charset="-122"/>
                </a:rPr>
                <a:t>T</a:t>
              </a:r>
            </a:p>
          </p:txBody>
        </p:sp>
        <p:sp>
          <p:nvSpPr>
            <p:cNvPr id="18438" name="Line 12">
              <a:extLst>
                <a:ext uri="{FF2B5EF4-FFF2-40B4-BE49-F238E27FC236}">
                  <a16:creationId xmlns:a16="http://schemas.microsoft.com/office/drawing/2014/main" id="{D163B723-7CF4-4385-8713-6830D8B05396}"/>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D151A15C-67EB-40CD-9014-09CE6B65AE15}"/>
              </a:ext>
            </a:extLst>
          </p:cNvPr>
          <p:cNvSpPr>
            <a:spLocks noGrp="1"/>
          </p:cNvSpPr>
          <p:nvPr>
            <p:ph type="dt" sz="half" idx="10"/>
          </p:nvPr>
        </p:nvSpPr>
        <p:spPr/>
        <p:txBody>
          <a:bodyPr/>
          <a:lstStyle/>
          <a:p>
            <a:fld id="{DBD6AB87-D12B-47C0-9BCC-96730CB19E65}"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D8FB23E8-4CBE-93B8-5BAC-D3FD26894E4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5" name="灯片编号占位符 4">
            <a:extLst>
              <a:ext uri="{FF2B5EF4-FFF2-40B4-BE49-F238E27FC236}">
                <a16:creationId xmlns:a16="http://schemas.microsoft.com/office/drawing/2014/main" id="{A27B812A-AAD0-BDF5-CB79-225C8CF23A30}"/>
              </a:ext>
            </a:extLst>
          </p:cNvPr>
          <p:cNvSpPr>
            <a:spLocks noGrp="1"/>
          </p:cNvSpPr>
          <p:nvPr>
            <p:ph type="sldNum" sz="quarter" idx="12"/>
          </p:nvPr>
        </p:nvSpPr>
        <p:spPr/>
        <p:txBody>
          <a:bodyPr/>
          <a:lstStyle/>
          <a:p>
            <a:fld id="{094DEB03-EFC6-4C20-8FC8-295189A5386F}" type="slidenum">
              <a:rPr lang="zh-CN" altLang="en-US" smtClean="0"/>
              <a:pPr/>
              <a:t>20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54019">
                                            <p:txEl>
                                              <p:pRg st="2" end="2"/>
                                            </p:txEl>
                                          </p:spTgt>
                                        </p:tgtEl>
                                        <p:attrNameLst>
                                          <p:attrName>style.visibility</p:attrName>
                                        </p:attrNameLst>
                                      </p:cBhvr>
                                      <p:to>
                                        <p:strVal val="visible"/>
                                      </p:to>
                                    </p:set>
                                    <p:anim calcmode="lin" valueType="num">
                                      <p:cBhvr additive="base">
                                        <p:cTn id="7" dur="500" fill="hold"/>
                                        <p:tgtEl>
                                          <p:spTgt spid="85401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4019">
                                            <p:txEl>
                                              <p:pRg st="2" end="2"/>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54019">
                                            <p:txEl>
                                              <p:pRg st="3" end="3"/>
                                            </p:txEl>
                                          </p:spTgt>
                                        </p:tgtEl>
                                        <p:attrNameLst>
                                          <p:attrName>style.visibility</p:attrName>
                                        </p:attrNameLst>
                                      </p:cBhvr>
                                      <p:to>
                                        <p:strVal val="visible"/>
                                      </p:to>
                                    </p:set>
                                    <p:anim calcmode="lin" valueType="num">
                                      <p:cBhvr additive="base">
                                        <p:cTn id="12" dur="500" fill="hold"/>
                                        <p:tgtEl>
                                          <p:spTgt spid="854019">
                                            <p:txEl>
                                              <p:pRg st="3" end="3"/>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540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54019">
                                            <p:txEl>
                                              <p:pRg st="4" end="4"/>
                                            </p:txEl>
                                          </p:spTgt>
                                        </p:tgtEl>
                                        <p:attrNameLst>
                                          <p:attrName>style.visibility</p:attrName>
                                        </p:attrNameLst>
                                      </p:cBhvr>
                                      <p:to>
                                        <p:strVal val="visible"/>
                                      </p:to>
                                    </p:set>
                                    <p:anim calcmode="lin" valueType="num">
                                      <p:cBhvr additive="base">
                                        <p:cTn id="18" dur="500" fill="hold"/>
                                        <p:tgtEl>
                                          <p:spTgt spid="854019">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854019">
                                            <p:txEl>
                                              <p:pRg st="4" end="4"/>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854019">
                                            <p:txEl>
                                              <p:pRg st="6" end="6"/>
                                            </p:txEl>
                                          </p:spTgt>
                                        </p:tgtEl>
                                        <p:attrNameLst>
                                          <p:attrName>style.visibility</p:attrName>
                                        </p:attrNameLst>
                                      </p:cBhvr>
                                      <p:to>
                                        <p:strVal val="visible"/>
                                      </p:to>
                                    </p:set>
                                    <p:anim calcmode="lin" valueType="num">
                                      <p:cBhvr additive="base">
                                        <p:cTn id="22" dur="500" fill="hold"/>
                                        <p:tgtEl>
                                          <p:spTgt spid="854019">
                                            <p:txEl>
                                              <p:pRg st="6" end="6"/>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854019">
                                            <p:txEl>
                                              <p:pRg st="6" end="6"/>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ppt_x"/>
                                          </p:val>
                                        </p:tav>
                                        <p:tav tm="100000">
                                          <p:val>
                                            <p:strVal val="#ppt_x"/>
                                          </p:val>
                                        </p:tav>
                                      </p:tavLst>
                                    </p:anim>
                                    <p:anim calcmode="lin" valueType="num">
                                      <p:cBhvr additive="base">
                                        <p:cTn id="2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854019">
                                            <p:txEl>
                                              <p:pRg st="8" end="8"/>
                                            </p:txEl>
                                          </p:spTgt>
                                        </p:tgtEl>
                                        <p:attrNameLst>
                                          <p:attrName>style.visibility</p:attrName>
                                        </p:attrNameLst>
                                      </p:cBhvr>
                                      <p:to>
                                        <p:strVal val="visible"/>
                                      </p:to>
                                    </p:set>
                                    <p:anim calcmode="lin" valueType="num">
                                      <p:cBhvr additive="base">
                                        <p:cTn id="32" dur="500" fill="hold"/>
                                        <p:tgtEl>
                                          <p:spTgt spid="854019">
                                            <p:txEl>
                                              <p:pRg st="8" end="8"/>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85401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05080F7F-953B-4DAD-8B04-90702627AAB5}"/>
              </a:ext>
            </a:extLst>
          </p:cNvPr>
          <p:cNvSpPr>
            <a:spLocks noGrp="1" noChangeArrowheads="1"/>
          </p:cNvSpPr>
          <p:nvPr>
            <p:ph type="title"/>
          </p:nvPr>
        </p:nvSpPr>
        <p:spPr/>
        <p:txBody>
          <a:bodyPr/>
          <a:lstStyle/>
          <a:p>
            <a:pPr eaLnBrk="1" hangingPunct="1"/>
            <a:r>
              <a:rPr lang="en-US" altLang="zh-CN"/>
              <a:t>5.3.3 </a:t>
            </a:r>
            <a:r>
              <a:rPr lang="zh-CN" altLang="en-US"/>
              <a:t>类型检查</a:t>
            </a:r>
            <a:r>
              <a:rPr lang="en-US" altLang="zh-CN">
                <a:latin typeface="Arial" panose="020B0604020202020204" pitchFamily="34" charset="0"/>
              </a:rPr>
              <a:t>——</a:t>
            </a:r>
            <a:r>
              <a:rPr lang="zh-CN" altLang="en-US"/>
              <a:t>表达式</a:t>
            </a:r>
          </a:p>
        </p:txBody>
      </p:sp>
      <p:sp>
        <p:nvSpPr>
          <p:cNvPr id="854019" name="Rectangle 3">
            <a:extLst>
              <a:ext uri="{FF2B5EF4-FFF2-40B4-BE49-F238E27FC236}">
                <a16:creationId xmlns:a16="http://schemas.microsoft.com/office/drawing/2014/main" id="{A6FAFB2B-123B-43E2-B251-D057D9F43ED8}"/>
              </a:ext>
            </a:extLst>
          </p:cNvPr>
          <p:cNvSpPr>
            <a:spLocks noGrp="1" noChangeArrowheads="1"/>
          </p:cNvSpPr>
          <p:nvPr>
            <p:ph idx="1"/>
          </p:nvPr>
        </p:nvSpPr>
        <p:spPr/>
        <p:txBody>
          <a:bodyPr/>
          <a:lstStyle/>
          <a:p>
            <a:pPr eaLnBrk="1" hangingPunct="1">
              <a:lnSpc>
                <a:spcPct val="80000"/>
              </a:lnSpc>
              <a:buFont typeface="Wingdings" panose="05000000000000000000" pitchFamily="2" charset="2"/>
              <a:buNone/>
            </a:pPr>
            <a:r>
              <a:rPr lang="en-US" altLang="zh-CN" sz="2800" b="1" i="1" dirty="0"/>
              <a:t>E </a:t>
            </a:r>
            <a:r>
              <a:rPr lang="en-US" altLang="zh-CN" sz="2800" b="1" dirty="0">
                <a:sym typeface="Symbol" panose="05050102010706020507" pitchFamily="18" charset="2"/>
              </a:rPr>
              <a:t></a:t>
            </a:r>
            <a:r>
              <a:rPr lang="en-US" altLang="zh-CN" sz="2800" b="1" i="1" dirty="0"/>
              <a:t> </a:t>
            </a:r>
            <a:r>
              <a:rPr lang="en-US" altLang="zh-CN" sz="2800" b="1" dirty="0"/>
              <a:t>truth</a:t>
            </a:r>
            <a:r>
              <a:rPr lang="en-US" altLang="zh-CN" sz="2800" b="1" i="1" dirty="0"/>
              <a:t>		</a:t>
            </a:r>
            <a:r>
              <a:rPr lang="en-US" altLang="zh-CN" sz="2800" b="1" dirty="0"/>
              <a:t>{</a:t>
            </a:r>
            <a:r>
              <a:rPr lang="en-US" altLang="zh-CN" sz="2800" b="1" i="1" dirty="0" err="1"/>
              <a:t>E.type</a:t>
            </a:r>
            <a:r>
              <a:rPr lang="en-US" altLang="zh-CN" sz="2800" b="1" i="1" dirty="0"/>
              <a:t> </a:t>
            </a:r>
            <a:r>
              <a:rPr lang="en-US" altLang="zh-CN" sz="2800" b="1" dirty="0"/>
              <a:t>=</a:t>
            </a:r>
            <a:r>
              <a:rPr lang="en-US" altLang="zh-CN" sz="2800" b="1" i="1" dirty="0"/>
              <a:t> </a:t>
            </a:r>
            <a:r>
              <a:rPr lang="en-US" altLang="zh-CN" sz="2800" b="1" i="1" dirty="0" err="1"/>
              <a:t>boolean</a:t>
            </a:r>
            <a:r>
              <a:rPr lang="en-US" altLang="zh-CN" sz="2800" b="1" i="1" dirty="0"/>
              <a:t> </a:t>
            </a:r>
            <a:r>
              <a:rPr lang="en-US" altLang="zh-CN" sz="2800" b="1" dirty="0"/>
              <a:t>}</a:t>
            </a:r>
          </a:p>
          <a:p>
            <a:pPr eaLnBrk="1" hangingPunct="1">
              <a:lnSpc>
                <a:spcPct val="80000"/>
              </a:lnSpc>
              <a:buFont typeface="Wingdings" panose="05000000000000000000" pitchFamily="2" charset="2"/>
              <a:buNone/>
            </a:pPr>
            <a:r>
              <a:rPr lang="en-US" altLang="zh-CN" sz="2800" b="1" i="1" dirty="0"/>
              <a:t>E </a:t>
            </a:r>
            <a:r>
              <a:rPr lang="en-US" altLang="zh-CN" sz="2800" b="1" dirty="0">
                <a:sym typeface="Symbol" panose="05050102010706020507" pitchFamily="18" charset="2"/>
              </a:rPr>
              <a:t></a:t>
            </a:r>
            <a:r>
              <a:rPr lang="en-US" altLang="zh-CN" sz="2800" b="1" i="1" dirty="0"/>
              <a:t> </a:t>
            </a:r>
            <a:r>
              <a:rPr lang="en-US" altLang="zh-CN" sz="2800" b="1" dirty="0"/>
              <a:t>num</a:t>
            </a:r>
            <a:r>
              <a:rPr lang="en-US" altLang="zh-CN" sz="2800" b="1" i="1" dirty="0"/>
              <a:t>		</a:t>
            </a:r>
            <a:r>
              <a:rPr lang="en-US" altLang="zh-CN" sz="2800" b="1" dirty="0"/>
              <a:t>{</a:t>
            </a:r>
            <a:r>
              <a:rPr lang="en-US" altLang="zh-CN" sz="2800" b="1" i="1" dirty="0" err="1"/>
              <a:t>E.type</a:t>
            </a:r>
            <a:r>
              <a:rPr lang="en-US" altLang="zh-CN" sz="2800" b="1" i="1" dirty="0"/>
              <a:t> </a:t>
            </a:r>
            <a:r>
              <a:rPr lang="en-US" altLang="zh-CN" sz="2800" b="1" dirty="0"/>
              <a:t>=</a:t>
            </a:r>
            <a:r>
              <a:rPr lang="en-US" altLang="zh-CN" sz="2800" b="1" i="1" dirty="0"/>
              <a:t> integer</a:t>
            </a:r>
            <a:r>
              <a:rPr lang="en-US" altLang="zh-CN" sz="2800" b="1" dirty="0"/>
              <a:t>}</a:t>
            </a:r>
          </a:p>
          <a:p>
            <a:pPr eaLnBrk="1" hangingPunct="1">
              <a:lnSpc>
                <a:spcPct val="80000"/>
              </a:lnSpc>
              <a:buFont typeface="Wingdings" panose="05000000000000000000" pitchFamily="2" charset="2"/>
              <a:buNone/>
            </a:pPr>
            <a:r>
              <a:rPr lang="en-US" altLang="zh-CN" sz="2800" b="1" i="1" dirty="0"/>
              <a:t>E </a:t>
            </a:r>
            <a:r>
              <a:rPr lang="en-US" altLang="zh-CN" sz="2800" b="1" dirty="0">
                <a:sym typeface="Symbol" panose="05050102010706020507" pitchFamily="18" charset="2"/>
              </a:rPr>
              <a:t></a:t>
            </a:r>
            <a:r>
              <a:rPr lang="en-US" altLang="zh-CN" sz="2800" b="1" i="1" dirty="0"/>
              <a:t> </a:t>
            </a:r>
            <a:r>
              <a:rPr lang="en-US" altLang="zh-CN" sz="2800" b="1" dirty="0"/>
              <a:t>id</a:t>
            </a:r>
            <a:r>
              <a:rPr lang="en-US" altLang="zh-CN" sz="2800" b="1" i="1" dirty="0"/>
              <a:t>		</a:t>
            </a:r>
            <a:r>
              <a:rPr lang="en-US" altLang="zh-CN" sz="2800" b="1" dirty="0"/>
              <a:t>{</a:t>
            </a:r>
            <a:r>
              <a:rPr lang="en-US" altLang="zh-CN" sz="2800" b="1" i="1" dirty="0" err="1"/>
              <a:t>E.type</a:t>
            </a:r>
            <a:r>
              <a:rPr lang="en-US" altLang="zh-CN" sz="2800" b="1" i="1" dirty="0"/>
              <a:t> </a:t>
            </a:r>
            <a:r>
              <a:rPr lang="en-US" altLang="zh-CN" sz="2800" b="1" dirty="0"/>
              <a:t>=</a:t>
            </a:r>
            <a:r>
              <a:rPr lang="en-US" altLang="zh-CN" sz="2800" b="1" i="1" dirty="0"/>
              <a:t> lookup</a:t>
            </a:r>
            <a:r>
              <a:rPr lang="en-US" altLang="zh-CN" sz="2800" b="1" dirty="0"/>
              <a:t>(</a:t>
            </a:r>
            <a:r>
              <a:rPr lang="en-US" altLang="zh-CN" sz="2800" b="1" dirty="0" err="1"/>
              <a:t>id.</a:t>
            </a:r>
            <a:r>
              <a:rPr lang="en-US" altLang="zh-CN" sz="2800" b="1" i="1" dirty="0" err="1"/>
              <a:t>entry</a:t>
            </a:r>
            <a:r>
              <a:rPr lang="en-US" altLang="zh-CN" sz="2800" b="1" dirty="0"/>
              <a:t>)}</a:t>
            </a:r>
          </a:p>
          <a:p>
            <a:pPr eaLnBrk="1" hangingPunct="1">
              <a:lnSpc>
                <a:spcPct val="80000"/>
              </a:lnSpc>
              <a:buFont typeface="Wingdings" panose="05000000000000000000" pitchFamily="2" charset="2"/>
              <a:buNone/>
            </a:pPr>
            <a:r>
              <a:rPr lang="en-US" altLang="zh-CN" sz="2800" b="1" i="1" dirty="0"/>
              <a:t>E </a:t>
            </a:r>
            <a:r>
              <a:rPr lang="en-US" altLang="zh-CN" sz="2800" b="1" dirty="0">
                <a:sym typeface="Symbol" panose="05050102010706020507" pitchFamily="18" charset="2"/>
              </a:rPr>
              <a:t></a:t>
            </a:r>
            <a:r>
              <a:rPr lang="en-US" altLang="zh-CN" sz="2800" b="1" i="1" dirty="0"/>
              <a:t> E</a:t>
            </a:r>
            <a:r>
              <a:rPr lang="en-US" altLang="zh-CN" sz="2800" b="1" baseline="-30000" dirty="0"/>
              <a:t>1</a:t>
            </a:r>
            <a:r>
              <a:rPr lang="en-US" altLang="zh-CN" sz="2800" b="1" i="1" dirty="0"/>
              <a:t> </a:t>
            </a:r>
            <a:r>
              <a:rPr lang="en-US" altLang="zh-CN" sz="2800" b="1" dirty="0"/>
              <a:t>mod</a:t>
            </a:r>
            <a:r>
              <a:rPr lang="en-US" altLang="zh-CN" sz="2800" b="1" i="1" dirty="0"/>
              <a:t> E</a:t>
            </a:r>
            <a:r>
              <a:rPr lang="en-US" altLang="zh-CN" sz="2800" b="1" baseline="-30000" dirty="0"/>
              <a:t>2</a:t>
            </a:r>
            <a:r>
              <a:rPr lang="en-US" altLang="zh-CN" sz="2800" b="1" i="1" baseline="-30000" dirty="0"/>
              <a:t>	</a:t>
            </a:r>
          </a:p>
          <a:p>
            <a:pPr eaLnBrk="1" hangingPunct="1">
              <a:lnSpc>
                <a:spcPct val="80000"/>
              </a:lnSpc>
              <a:buFont typeface="Wingdings" panose="05000000000000000000" pitchFamily="2" charset="2"/>
              <a:buNone/>
            </a:pPr>
            <a:r>
              <a:rPr lang="en-US" altLang="zh-CN" sz="2800" b="1" i="1" baseline="-30000" dirty="0"/>
              <a:t>	</a:t>
            </a:r>
            <a:r>
              <a:rPr lang="en-US" altLang="zh-CN" sz="2800" b="1" dirty="0"/>
              <a:t>{if</a:t>
            </a:r>
            <a:r>
              <a:rPr lang="en-US" altLang="zh-CN" sz="2800" b="1" i="1" dirty="0"/>
              <a:t> </a:t>
            </a:r>
            <a:r>
              <a:rPr lang="en-US" altLang="zh-CN" sz="2800" b="1" dirty="0"/>
              <a:t>(</a:t>
            </a:r>
            <a:r>
              <a:rPr lang="en-US" altLang="zh-CN" sz="2800" b="1" i="1" dirty="0">
                <a:solidFill>
                  <a:srgbClr val="C00000"/>
                </a:solidFill>
              </a:rPr>
              <a:t>E</a:t>
            </a:r>
            <a:r>
              <a:rPr lang="en-US" altLang="zh-CN" sz="2800" b="1" baseline="-30000" dirty="0">
                <a:solidFill>
                  <a:srgbClr val="C00000"/>
                </a:solidFill>
              </a:rPr>
              <a:t>1</a:t>
            </a:r>
            <a:r>
              <a:rPr lang="en-US" altLang="zh-CN" sz="2800" b="1" i="1" dirty="0">
                <a:solidFill>
                  <a:srgbClr val="C00000"/>
                </a:solidFill>
              </a:rPr>
              <a:t>.type == integer </a:t>
            </a:r>
            <a:r>
              <a:rPr lang="en-US" altLang="zh-CN" sz="2800" b="1" dirty="0"/>
              <a:t>&amp;&amp;</a:t>
            </a:r>
            <a:r>
              <a:rPr lang="en-US" altLang="zh-CN" sz="2800" b="1" i="1" dirty="0"/>
              <a:t>  </a:t>
            </a:r>
            <a:r>
              <a:rPr lang="en-US" altLang="zh-CN" sz="2800" b="1" i="1" dirty="0">
                <a:solidFill>
                  <a:srgbClr val="C00000"/>
                </a:solidFill>
              </a:rPr>
              <a:t>E</a:t>
            </a:r>
            <a:r>
              <a:rPr lang="en-US" altLang="zh-CN" sz="2800" b="1" baseline="-30000" dirty="0">
                <a:solidFill>
                  <a:srgbClr val="C00000"/>
                </a:solidFill>
              </a:rPr>
              <a:t>2</a:t>
            </a:r>
            <a:r>
              <a:rPr lang="en-US" altLang="zh-CN" sz="2800" b="1" i="1" dirty="0">
                <a:solidFill>
                  <a:srgbClr val="C00000"/>
                </a:solidFill>
              </a:rPr>
              <a:t>. type </a:t>
            </a:r>
            <a:r>
              <a:rPr lang="en-US" altLang="zh-CN" sz="2800" b="1" dirty="0">
                <a:solidFill>
                  <a:srgbClr val="C00000"/>
                </a:solidFill>
              </a:rPr>
              <a:t>==</a:t>
            </a:r>
            <a:r>
              <a:rPr lang="en-US" altLang="zh-CN" sz="2800" b="1" i="1" dirty="0">
                <a:solidFill>
                  <a:srgbClr val="C00000"/>
                </a:solidFill>
              </a:rPr>
              <a:t> integer</a:t>
            </a:r>
            <a:r>
              <a:rPr lang="en-US" altLang="zh-CN" sz="2800" b="1" dirty="0"/>
              <a:t>)</a:t>
            </a:r>
            <a:r>
              <a:rPr lang="en-US" altLang="zh-CN" sz="2800" b="1" i="1" dirty="0"/>
              <a:t>        </a:t>
            </a:r>
          </a:p>
          <a:p>
            <a:pPr eaLnBrk="1" hangingPunct="1">
              <a:lnSpc>
                <a:spcPct val="80000"/>
              </a:lnSpc>
              <a:buFont typeface="Wingdings" panose="05000000000000000000" pitchFamily="2" charset="2"/>
              <a:buNone/>
            </a:pPr>
            <a:r>
              <a:rPr lang="en-US" altLang="zh-CN" sz="2800" b="1" i="1" dirty="0"/>
              <a:t>             </a:t>
            </a:r>
            <a:r>
              <a:rPr lang="en-US" altLang="zh-CN" sz="2800" b="1" i="1" dirty="0" err="1">
                <a:solidFill>
                  <a:srgbClr val="C00000"/>
                </a:solidFill>
              </a:rPr>
              <a:t>E.type</a:t>
            </a:r>
            <a:r>
              <a:rPr lang="en-US" altLang="zh-CN" sz="2800" b="1" i="1" dirty="0">
                <a:solidFill>
                  <a:srgbClr val="C00000"/>
                </a:solidFill>
              </a:rPr>
              <a:t> </a:t>
            </a:r>
            <a:r>
              <a:rPr lang="en-US" altLang="zh-CN" sz="2800" b="1" dirty="0">
                <a:solidFill>
                  <a:srgbClr val="C00000"/>
                </a:solidFill>
              </a:rPr>
              <a:t>=</a:t>
            </a:r>
            <a:r>
              <a:rPr lang="en-US" altLang="zh-CN" sz="2800" b="1" i="1" dirty="0">
                <a:solidFill>
                  <a:srgbClr val="C00000"/>
                </a:solidFill>
              </a:rPr>
              <a:t> integer</a:t>
            </a:r>
            <a:r>
              <a:rPr lang="en-US" altLang="zh-CN" sz="2800" b="1" dirty="0"/>
              <a:t>; </a:t>
            </a:r>
          </a:p>
          <a:p>
            <a:pPr eaLnBrk="1" hangingPunct="1">
              <a:lnSpc>
                <a:spcPct val="80000"/>
              </a:lnSpc>
              <a:buFont typeface="Wingdings" panose="05000000000000000000" pitchFamily="2" charset="2"/>
              <a:buNone/>
            </a:pPr>
            <a:r>
              <a:rPr lang="en-US" altLang="zh-CN" sz="2800" b="1" dirty="0"/>
              <a:t>      else</a:t>
            </a:r>
            <a:r>
              <a:rPr lang="en-US" altLang="zh-CN" sz="2800" b="1" i="1" dirty="0"/>
              <a:t> </a:t>
            </a:r>
            <a:r>
              <a:rPr lang="en-US" altLang="zh-CN" sz="2800" b="1" i="1" dirty="0" err="1">
                <a:solidFill>
                  <a:srgbClr val="C00000"/>
                </a:solidFill>
              </a:rPr>
              <a:t>E.type</a:t>
            </a:r>
            <a:r>
              <a:rPr lang="en-US" altLang="zh-CN" sz="2800" b="1" i="1" dirty="0">
                <a:solidFill>
                  <a:srgbClr val="C00000"/>
                </a:solidFill>
              </a:rPr>
              <a:t> = </a:t>
            </a:r>
            <a:r>
              <a:rPr lang="en-US" altLang="zh-CN" sz="2800" b="1" i="1" dirty="0" err="1">
                <a:solidFill>
                  <a:srgbClr val="C00000"/>
                </a:solidFill>
              </a:rPr>
              <a:t>type_error</a:t>
            </a:r>
            <a:r>
              <a:rPr lang="en-US" altLang="zh-CN" sz="2800" b="1" dirty="0"/>
              <a:t>; }</a:t>
            </a:r>
          </a:p>
          <a:p>
            <a:pPr eaLnBrk="1" hangingPunct="1">
              <a:lnSpc>
                <a:spcPct val="80000"/>
              </a:lnSpc>
              <a:buFont typeface="Wingdings" panose="05000000000000000000" pitchFamily="2" charset="2"/>
              <a:buNone/>
            </a:pPr>
            <a:endParaRPr lang="en-US" altLang="zh-CN" sz="2400" b="1" dirty="0"/>
          </a:p>
          <a:p>
            <a:pPr>
              <a:lnSpc>
                <a:spcPct val="80000"/>
              </a:lnSpc>
            </a:pPr>
            <a:r>
              <a:rPr lang="zh-CN" altLang="en-US" sz="2400" dirty="0"/>
              <a:t>对应定型规则：</a:t>
            </a:r>
            <a:endParaRPr lang="en-US" altLang="zh-CN" sz="2400" dirty="0"/>
          </a:p>
          <a:p>
            <a:pPr eaLnBrk="1" hangingPunct="1">
              <a:lnSpc>
                <a:spcPct val="80000"/>
              </a:lnSpc>
              <a:buFont typeface="Wingdings" panose="05000000000000000000" pitchFamily="2" charset="2"/>
              <a:buNone/>
            </a:pPr>
            <a:r>
              <a:rPr lang="en-US" altLang="zh-CN" sz="2400" b="1" dirty="0"/>
              <a:t>(Exp Mod)</a:t>
            </a:r>
          </a:p>
        </p:txBody>
      </p:sp>
      <p:grpSp>
        <p:nvGrpSpPr>
          <p:cNvPr id="4" name="Group 4">
            <a:extLst>
              <a:ext uri="{FF2B5EF4-FFF2-40B4-BE49-F238E27FC236}">
                <a16:creationId xmlns:a16="http://schemas.microsoft.com/office/drawing/2014/main" id="{53A2948F-B2C7-4795-B610-48624EF96ED0}"/>
              </a:ext>
            </a:extLst>
          </p:cNvPr>
          <p:cNvGrpSpPr>
            <a:grpSpLocks/>
          </p:cNvGrpSpPr>
          <p:nvPr/>
        </p:nvGrpSpPr>
        <p:grpSpPr bwMode="auto">
          <a:xfrm>
            <a:off x="3124200" y="5219700"/>
            <a:ext cx="4878388" cy="762000"/>
            <a:chOff x="2971" y="3702"/>
            <a:chExt cx="2404" cy="480"/>
          </a:xfrm>
        </p:grpSpPr>
        <p:sp>
          <p:nvSpPr>
            <p:cNvPr id="19461" name="Rectangle 5" descr="Green marble">
              <a:extLst>
                <a:ext uri="{FF2B5EF4-FFF2-40B4-BE49-F238E27FC236}">
                  <a16:creationId xmlns:a16="http://schemas.microsoft.com/office/drawing/2014/main" id="{DC02FA85-F0FC-4EFB-87C5-D409ED4E0A13}"/>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i="1" dirty="0">
                  <a:ea typeface="宋体" panose="02010600030101010101" pitchFamily="2" charset="-122"/>
                </a:rPr>
                <a:t>integer</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i="1" dirty="0">
                  <a:ea typeface="宋体" panose="02010600030101010101" pitchFamily="2" charset="-122"/>
                </a:rPr>
                <a:t>integer</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1</a:t>
              </a:r>
              <a:r>
                <a:rPr lang="en-US" altLang="zh-CN" sz="2400" b="1" dirty="0">
                  <a:ea typeface="宋体" panose="02010600030101010101" pitchFamily="2" charset="-122"/>
                </a:rPr>
                <a:t> mod</a:t>
              </a:r>
              <a:r>
                <a:rPr lang="en-US" altLang="zh-CN" sz="2400" b="1" i="1" dirty="0">
                  <a:ea typeface="宋体" panose="02010600030101010101" pitchFamily="2" charset="-122"/>
                </a:rPr>
                <a:t> E</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i="1" dirty="0">
                  <a:ea typeface="宋体" panose="02010600030101010101" pitchFamily="2" charset="-122"/>
                </a:rPr>
                <a:t>integer</a:t>
              </a:r>
            </a:p>
          </p:txBody>
        </p:sp>
        <p:sp>
          <p:nvSpPr>
            <p:cNvPr id="19462" name="Line 6">
              <a:extLst>
                <a:ext uri="{FF2B5EF4-FFF2-40B4-BE49-F238E27FC236}">
                  <a16:creationId xmlns:a16="http://schemas.microsoft.com/office/drawing/2014/main" id="{550454E3-591B-4119-929B-8D5503BED0DF}"/>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9E90FB54-6151-135C-2EF6-741308538641}"/>
              </a:ext>
            </a:extLst>
          </p:cNvPr>
          <p:cNvSpPr>
            <a:spLocks noGrp="1"/>
          </p:cNvSpPr>
          <p:nvPr>
            <p:ph type="dt" sz="half" idx="10"/>
          </p:nvPr>
        </p:nvSpPr>
        <p:spPr/>
        <p:txBody>
          <a:bodyPr/>
          <a:lstStyle/>
          <a:p>
            <a:fld id="{5FB7D1DC-4897-4A3D-BA8F-C6D07A00E7AB}"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E933D6DB-8A16-3B24-E6E3-DCA1E9B31D1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5" name="灯片编号占位符 4">
            <a:extLst>
              <a:ext uri="{FF2B5EF4-FFF2-40B4-BE49-F238E27FC236}">
                <a16:creationId xmlns:a16="http://schemas.microsoft.com/office/drawing/2014/main" id="{1AF9F4C3-47A1-73E7-175A-7A6844ED7B57}"/>
              </a:ext>
            </a:extLst>
          </p:cNvPr>
          <p:cNvSpPr>
            <a:spLocks noGrp="1"/>
          </p:cNvSpPr>
          <p:nvPr>
            <p:ph type="sldNum" sz="quarter" idx="12"/>
          </p:nvPr>
        </p:nvSpPr>
        <p:spPr/>
        <p:txBody>
          <a:bodyPr/>
          <a:lstStyle/>
          <a:p>
            <a:fld id="{094DEB03-EFC6-4C20-8FC8-295189A5386F}" type="slidenum">
              <a:rPr lang="zh-CN" altLang="en-US" smtClean="0"/>
              <a:pPr/>
              <a:t>21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54019">
                                            <p:txEl>
                                              <p:pRg st="3" end="3"/>
                                            </p:txEl>
                                          </p:spTgt>
                                        </p:tgtEl>
                                        <p:attrNameLst>
                                          <p:attrName>style.visibility</p:attrName>
                                        </p:attrNameLst>
                                      </p:cBhvr>
                                      <p:to>
                                        <p:strVal val="visible"/>
                                      </p:to>
                                    </p:set>
                                    <p:anim calcmode="lin" valueType="num">
                                      <p:cBhvr additive="base">
                                        <p:cTn id="7" dur="500" fill="hold"/>
                                        <p:tgtEl>
                                          <p:spTgt spid="854019">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4019">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54019">
                                            <p:txEl>
                                              <p:pRg st="4" end="4"/>
                                            </p:txEl>
                                          </p:spTgt>
                                        </p:tgtEl>
                                        <p:attrNameLst>
                                          <p:attrName>style.visibility</p:attrName>
                                        </p:attrNameLst>
                                      </p:cBhvr>
                                      <p:to>
                                        <p:strVal val="visible"/>
                                      </p:to>
                                    </p:set>
                                    <p:anim calcmode="lin" valueType="num">
                                      <p:cBhvr additive="base">
                                        <p:cTn id="11" dur="500" fill="hold"/>
                                        <p:tgtEl>
                                          <p:spTgt spid="854019">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54019">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54019">
                                            <p:txEl>
                                              <p:pRg st="5" end="5"/>
                                            </p:txEl>
                                          </p:spTgt>
                                        </p:tgtEl>
                                        <p:attrNameLst>
                                          <p:attrName>style.visibility</p:attrName>
                                        </p:attrNameLst>
                                      </p:cBhvr>
                                      <p:to>
                                        <p:strVal val="visible"/>
                                      </p:to>
                                    </p:set>
                                    <p:anim calcmode="lin" valueType="num">
                                      <p:cBhvr additive="base">
                                        <p:cTn id="15" dur="500" fill="hold"/>
                                        <p:tgtEl>
                                          <p:spTgt spid="854019">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54019">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54019">
                                            <p:txEl>
                                              <p:pRg st="6" end="6"/>
                                            </p:txEl>
                                          </p:spTgt>
                                        </p:tgtEl>
                                        <p:attrNameLst>
                                          <p:attrName>style.visibility</p:attrName>
                                        </p:attrNameLst>
                                      </p:cBhvr>
                                      <p:to>
                                        <p:strVal val="visible"/>
                                      </p:to>
                                    </p:set>
                                    <p:anim calcmode="lin" valueType="num">
                                      <p:cBhvr additive="base">
                                        <p:cTn id="19" dur="500" fill="hold"/>
                                        <p:tgtEl>
                                          <p:spTgt spid="854019">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5401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54019">
                                            <p:txEl>
                                              <p:pRg st="8" end="8"/>
                                            </p:txEl>
                                          </p:spTgt>
                                        </p:tgtEl>
                                        <p:attrNameLst>
                                          <p:attrName>style.visibility</p:attrName>
                                        </p:attrNameLst>
                                      </p:cBhvr>
                                      <p:to>
                                        <p:strVal val="visible"/>
                                      </p:to>
                                    </p:set>
                                    <p:anim calcmode="lin" valueType="num">
                                      <p:cBhvr additive="base">
                                        <p:cTn id="25" dur="500" fill="hold"/>
                                        <p:tgtEl>
                                          <p:spTgt spid="854019">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54019">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54019">
                                            <p:txEl>
                                              <p:pRg st="9" end="9"/>
                                            </p:txEl>
                                          </p:spTgt>
                                        </p:tgtEl>
                                        <p:attrNameLst>
                                          <p:attrName>style.visibility</p:attrName>
                                        </p:attrNameLst>
                                      </p:cBhvr>
                                      <p:to>
                                        <p:strVal val="visible"/>
                                      </p:to>
                                    </p:set>
                                    <p:anim calcmode="lin" valueType="num">
                                      <p:cBhvr additive="base">
                                        <p:cTn id="29" dur="500" fill="hold"/>
                                        <p:tgtEl>
                                          <p:spTgt spid="854019">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54019">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D1B94A60-D871-2DEE-E4A4-A9BE5683D5FD}"/>
              </a:ext>
            </a:extLst>
          </p:cNvPr>
          <p:cNvSpPr>
            <a:spLocks noGrp="1"/>
          </p:cNvSpPr>
          <p:nvPr>
            <p:ph type="dt" sz="half" idx="4294967295"/>
          </p:nvPr>
        </p:nvSpPr>
        <p:spPr>
          <a:xfrm>
            <a:off x="0" y="11113"/>
            <a:ext cx="3086100" cy="179387"/>
          </a:xfrm>
        </p:spPr>
        <p:txBody>
          <a:bodyPr/>
          <a:lstStyle/>
          <a:p>
            <a:fld id="{BB3CF05F-6465-4EB0-8146-BAE37349DAEA}"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146753D2-A8CE-0CE7-752F-559799287ABA}"/>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6" name="灯片编号占位符 5">
            <a:extLst>
              <a:ext uri="{FF2B5EF4-FFF2-40B4-BE49-F238E27FC236}">
                <a16:creationId xmlns:a16="http://schemas.microsoft.com/office/drawing/2014/main" id="{BF0A269A-DDCA-C76F-3C64-D5CEEB162F45}"/>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22</a:t>
            </a:fld>
            <a:endParaRPr lang="zh-CN" altLang="en-US"/>
          </a:p>
        </p:txBody>
      </p:sp>
      <p:sp>
        <p:nvSpPr>
          <p:cNvPr id="9" name="文本框 8">
            <a:extLst>
              <a:ext uri="{FF2B5EF4-FFF2-40B4-BE49-F238E27FC236}">
                <a16:creationId xmlns:a16="http://schemas.microsoft.com/office/drawing/2014/main" id="{057D9134-1775-2DC2-85D4-9917DFDDA30E}"/>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algn="just"/>
            <a:r>
              <a:rPr lang="zh-CN" altLang="en-US" sz="2400" dirty="0"/>
              <a:t>根据数组类型的定型规则，语义动作如右图所示，请选择正确的选项填入空白处。</a:t>
            </a:r>
            <a:endParaRPr lang="en-US" altLang="zh-CN" sz="2400" b="1" dirty="0"/>
          </a:p>
          <a:p>
            <a:pPr algn="just"/>
            <a:endParaRPr lang="en-US" altLang="zh-CN" sz="2400" b="1" dirty="0"/>
          </a:p>
          <a:p>
            <a:pPr algn="just"/>
            <a:r>
              <a:rPr lang="en-US" altLang="zh-CN" sz="2400" b="1" dirty="0"/>
              <a:t>(Exp Index) </a:t>
            </a:r>
          </a:p>
        </p:txBody>
      </p:sp>
      <p:sp>
        <p:nvSpPr>
          <p:cNvPr id="10" name="文本框 9">
            <a:extLst>
              <a:ext uri="{FF2B5EF4-FFF2-40B4-BE49-F238E27FC236}">
                <a16:creationId xmlns:a16="http://schemas.microsoft.com/office/drawing/2014/main" id="{A37C84C5-3FA8-CAC7-AE64-99CB9C1DED88}"/>
              </a:ext>
            </a:extLst>
          </p:cNvPr>
          <p:cNvSpPr txBox="1"/>
          <p:nvPr>
            <p:custDataLst>
              <p:tags r:id="rId3"/>
            </p:custDataLst>
          </p:nvPr>
        </p:nvSpPr>
        <p:spPr>
          <a:xfrm>
            <a:off x="1828800" y="2786063"/>
            <a:ext cx="3372180" cy="642938"/>
          </a:xfrm>
          <a:prstGeom prst="rect">
            <a:avLst/>
          </a:prstGeom>
          <a:noFill/>
        </p:spPr>
        <p:txBody>
          <a:bodyPr vert="horz" rtlCol="0" anchor="ctr" anchorCtr="0">
            <a:noAutofit/>
          </a:bodyPr>
          <a:lstStyle/>
          <a:p>
            <a:r>
              <a:rPr lang="en-US" altLang="zh-CN" sz="2400" b="1" i="1" dirty="0">
                <a:solidFill>
                  <a:srgbClr val="000000"/>
                </a:solidFill>
                <a:sym typeface="Microsoft Yahei" panose="020B0503020204020204" pitchFamily="34" charset="-122"/>
              </a:rPr>
              <a:t>integer</a:t>
            </a:r>
            <a:r>
              <a:rPr lang="en-US" altLang="zh-CN" sz="2400" dirty="0">
                <a:solidFill>
                  <a:srgbClr val="000000"/>
                </a:solidFill>
                <a:sym typeface="Microsoft Yahei" panose="020B0503020204020204" pitchFamily="34" charset="-122"/>
              </a:rPr>
              <a:t>,</a:t>
            </a:r>
            <a:r>
              <a:rPr lang="en-US" altLang="zh-CN" sz="2400" b="1" i="1" dirty="0">
                <a:solidFill>
                  <a:srgbClr val="000000"/>
                </a:solidFill>
                <a:sym typeface="Microsoft Yahei" panose="020B0503020204020204" pitchFamily="34" charset="-122"/>
              </a:rPr>
              <a:t> </a:t>
            </a:r>
            <a:r>
              <a:rPr lang="en-US" altLang="zh-CN" sz="2400" b="1" i="1" dirty="0">
                <a:sym typeface="Microsoft Yahei" panose="020B0503020204020204" pitchFamily="34" charset="-122"/>
              </a:rPr>
              <a:t>T</a:t>
            </a:r>
            <a:r>
              <a:rPr lang="en-US" altLang="zh-CN" sz="2400" dirty="0">
                <a:solidFill>
                  <a:srgbClr val="000000"/>
                </a:solidFill>
                <a:sym typeface="Microsoft Yahei" panose="020B0503020204020204" pitchFamily="34" charset="-122"/>
              </a:rPr>
              <a:t>,</a:t>
            </a:r>
            <a:r>
              <a:rPr lang="en-US" altLang="zh-CN" sz="2400" b="1" i="1" dirty="0"/>
              <a:t> s</a:t>
            </a:r>
            <a:endParaRPr lang="zh-CN" altLang="en-US" sz="2400" b="1" i="1" dirty="0">
              <a:solidFill>
                <a:srgbClr val="000000"/>
              </a:solidFill>
              <a:sym typeface="Microsoft Yahei" panose="020B0503020204020204" pitchFamily="34" charset="-122"/>
            </a:endParaRPr>
          </a:p>
        </p:txBody>
      </p:sp>
      <p:sp>
        <p:nvSpPr>
          <p:cNvPr id="11" name="文本框 10">
            <a:extLst>
              <a:ext uri="{FF2B5EF4-FFF2-40B4-BE49-F238E27FC236}">
                <a16:creationId xmlns:a16="http://schemas.microsoft.com/office/drawing/2014/main" id="{2F698014-9365-5D4A-C106-C14F6D5F6F19}"/>
              </a:ext>
            </a:extLst>
          </p:cNvPr>
          <p:cNvSpPr txBox="1"/>
          <p:nvPr>
            <p:custDataLst>
              <p:tags r:id="rId4"/>
            </p:custDataLst>
          </p:nvPr>
        </p:nvSpPr>
        <p:spPr>
          <a:xfrm>
            <a:off x="1828800" y="3643313"/>
            <a:ext cx="3002192" cy="642938"/>
          </a:xfrm>
          <a:prstGeom prst="rect">
            <a:avLst/>
          </a:prstGeom>
          <a:noFill/>
        </p:spPr>
        <p:txBody>
          <a:bodyPr vert="horz" rtlCol="0" anchor="ctr" anchorCtr="0">
            <a:noAutofit/>
          </a:bodyPr>
          <a:lstStyle/>
          <a:p>
            <a:r>
              <a:rPr lang="en-US" altLang="zh-CN" sz="2600" b="1" i="1" dirty="0">
                <a:solidFill>
                  <a:srgbClr val="000000"/>
                </a:solidFill>
                <a:sym typeface="Microsoft Yahei" panose="020B0503020204020204" pitchFamily="34" charset="-122"/>
              </a:rPr>
              <a:t>array</a:t>
            </a:r>
            <a:r>
              <a:rPr lang="en-US" altLang="zh-CN" sz="2600" dirty="0">
                <a:solidFill>
                  <a:srgbClr val="000000"/>
                </a:solidFill>
                <a:sym typeface="Microsoft Yahei" panose="020B0503020204020204" pitchFamily="34" charset="-122"/>
              </a:rPr>
              <a:t>, </a:t>
            </a:r>
            <a:r>
              <a:rPr lang="en-US" altLang="zh-CN" sz="2600" b="1" i="1" dirty="0">
                <a:solidFill>
                  <a:srgbClr val="000000"/>
                </a:solidFill>
                <a:sym typeface="Microsoft Yahei" panose="020B0503020204020204" pitchFamily="34" charset="-122"/>
              </a:rPr>
              <a:t>T</a:t>
            </a:r>
            <a:r>
              <a:rPr lang="en-US" altLang="zh-CN" sz="2600" dirty="0">
                <a:solidFill>
                  <a:srgbClr val="000000"/>
                </a:solidFill>
                <a:sym typeface="Microsoft Yahei" panose="020B0503020204020204" pitchFamily="34" charset="-122"/>
              </a:rPr>
              <a:t>,</a:t>
            </a:r>
            <a:r>
              <a:rPr lang="en-US" altLang="zh-CN" sz="2400" b="1" i="1" dirty="0"/>
              <a:t> </a:t>
            </a:r>
            <a:r>
              <a:rPr lang="en-US" altLang="zh-CN" sz="2400" b="1" i="1" dirty="0" err="1"/>
              <a:t>type</a:t>
            </a:r>
            <a:r>
              <a:rPr lang="en-US" altLang="zh-CN" sz="2400" b="1" dirty="0" err="1"/>
              <a:t>_</a:t>
            </a:r>
            <a:r>
              <a:rPr lang="en-US" altLang="zh-CN" sz="2400" b="1" i="1" dirty="0" err="1"/>
              <a:t>error</a:t>
            </a:r>
            <a:endParaRPr lang="zh-CN" altLang="en-US" sz="2600" b="1" i="1" dirty="0">
              <a:solidFill>
                <a:srgbClr val="000000"/>
              </a:solidFill>
              <a:sym typeface="Microsoft Yahei" panose="020B0503020204020204" pitchFamily="34" charset="-122"/>
            </a:endParaRPr>
          </a:p>
        </p:txBody>
      </p:sp>
      <p:sp>
        <p:nvSpPr>
          <p:cNvPr id="12" name="文本框 11">
            <a:extLst>
              <a:ext uri="{FF2B5EF4-FFF2-40B4-BE49-F238E27FC236}">
                <a16:creationId xmlns:a16="http://schemas.microsoft.com/office/drawing/2014/main" id="{6511A0E0-5C8D-1882-D955-E80FE0BAE97E}"/>
              </a:ext>
            </a:extLst>
          </p:cNvPr>
          <p:cNvSpPr txBox="1"/>
          <p:nvPr>
            <p:custDataLst>
              <p:tags r:id="rId5"/>
            </p:custDataLst>
          </p:nvPr>
        </p:nvSpPr>
        <p:spPr>
          <a:xfrm>
            <a:off x="1828800" y="4500563"/>
            <a:ext cx="3002192" cy="642938"/>
          </a:xfrm>
          <a:prstGeom prst="rect">
            <a:avLst/>
          </a:prstGeom>
          <a:noFill/>
        </p:spPr>
        <p:txBody>
          <a:bodyPr vert="horz" rtlCol="0" anchor="ctr" anchorCtr="0">
            <a:noAutofit/>
          </a:bodyPr>
          <a:lstStyle/>
          <a:p>
            <a:r>
              <a:rPr lang="en-US" altLang="zh-CN" sz="2600" b="1" i="1" dirty="0">
                <a:solidFill>
                  <a:srgbClr val="000000"/>
                </a:solidFill>
                <a:sym typeface="Microsoft Yahei" panose="020B0503020204020204" pitchFamily="34" charset="-122"/>
              </a:rPr>
              <a:t>array</a:t>
            </a:r>
            <a:r>
              <a:rPr lang="en-US" altLang="zh-CN" sz="2600" dirty="0">
                <a:solidFill>
                  <a:srgbClr val="000000"/>
                </a:solidFill>
                <a:sym typeface="Microsoft Yahei" panose="020B0503020204020204" pitchFamily="34" charset="-122"/>
              </a:rPr>
              <a:t>,</a:t>
            </a:r>
            <a:r>
              <a:rPr lang="en-US" altLang="zh-CN" sz="2400" b="1" i="1" dirty="0"/>
              <a:t> t</a:t>
            </a:r>
            <a:r>
              <a:rPr lang="en-US" altLang="zh-CN" sz="2400" dirty="0"/>
              <a:t>,</a:t>
            </a:r>
            <a:r>
              <a:rPr lang="en-US" altLang="zh-CN" sz="2400" b="1" i="1" dirty="0"/>
              <a:t> s</a:t>
            </a:r>
            <a:endParaRPr lang="zh-CN" altLang="en-US" sz="2600" b="1" i="1" dirty="0">
              <a:solidFill>
                <a:srgbClr val="000000"/>
              </a:solidFill>
              <a:sym typeface="Microsoft Yahei" panose="020B0503020204020204" pitchFamily="34" charset="-122"/>
            </a:endParaRPr>
          </a:p>
        </p:txBody>
      </p:sp>
      <p:sp>
        <p:nvSpPr>
          <p:cNvPr id="13" name="文本框 12">
            <a:extLst>
              <a:ext uri="{FF2B5EF4-FFF2-40B4-BE49-F238E27FC236}">
                <a16:creationId xmlns:a16="http://schemas.microsoft.com/office/drawing/2014/main" id="{3E03620F-3DA4-17F3-F27F-0E3DDDF40D96}"/>
              </a:ext>
            </a:extLst>
          </p:cNvPr>
          <p:cNvSpPr txBox="1"/>
          <p:nvPr>
            <p:custDataLst>
              <p:tags r:id="rId6"/>
            </p:custDataLst>
          </p:nvPr>
        </p:nvSpPr>
        <p:spPr>
          <a:xfrm>
            <a:off x="1828800" y="5357813"/>
            <a:ext cx="3002192" cy="642938"/>
          </a:xfrm>
          <a:prstGeom prst="rect">
            <a:avLst/>
          </a:prstGeom>
          <a:noFill/>
        </p:spPr>
        <p:txBody>
          <a:bodyPr vert="horz" rtlCol="0" anchor="ctr" anchorCtr="0">
            <a:noAutofit/>
          </a:bodyPr>
          <a:lstStyle/>
          <a:p>
            <a:r>
              <a:rPr lang="en-US" altLang="zh-CN" sz="2600" b="1" i="1" dirty="0">
                <a:solidFill>
                  <a:srgbClr val="000000"/>
                </a:solidFill>
                <a:sym typeface="Microsoft Yahei" panose="020B0503020204020204" pitchFamily="34" charset="-122"/>
              </a:rPr>
              <a:t>integer</a:t>
            </a:r>
            <a:r>
              <a:rPr lang="en-US" altLang="zh-CN" sz="2600" dirty="0">
                <a:solidFill>
                  <a:srgbClr val="000000"/>
                </a:solidFill>
                <a:sym typeface="Microsoft Yahei" panose="020B0503020204020204" pitchFamily="34" charset="-122"/>
              </a:rPr>
              <a:t>, </a:t>
            </a:r>
            <a:r>
              <a:rPr lang="en-US" altLang="zh-CN" sz="2600" b="1" i="1" dirty="0">
                <a:solidFill>
                  <a:srgbClr val="000000"/>
                </a:solidFill>
                <a:sym typeface="Microsoft Yahei" panose="020B0503020204020204" pitchFamily="34" charset="-122"/>
              </a:rPr>
              <a:t>t</a:t>
            </a:r>
            <a:r>
              <a:rPr lang="en-US" altLang="zh-CN" sz="2600" dirty="0">
                <a:solidFill>
                  <a:srgbClr val="000000"/>
                </a:solidFill>
                <a:sym typeface="Microsoft Yahei" panose="020B0503020204020204" pitchFamily="34" charset="-122"/>
              </a:rPr>
              <a:t>,</a:t>
            </a:r>
            <a:r>
              <a:rPr lang="en-US" altLang="zh-CN" sz="2400" b="1" i="1" dirty="0"/>
              <a:t> </a:t>
            </a:r>
            <a:r>
              <a:rPr lang="en-US" altLang="zh-CN" sz="2400" b="1" i="1" dirty="0" err="1"/>
              <a:t>type</a:t>
            </a:r>
            <a:r>
              <a:rPr lang="en-US" altLang="zh-CN" sz="2400" b="1" dirty="0" err="1"/>
              <a:t>_</a:t>
            </a:r>
            <a:r>
              <a:rPr lang="en-US" altLang="zh-CN" sz="2400" b="1" i="1" dirty="0" err="1"/>
              <a:t>error</a:t>
            </a:r>
            <a:endParaRPr lang="zh-CN" altLang="en-US" sz="2600" b="1" i="1" dirty="0">
              <a:solidFill>
                <a:srgbClr val="000000"/>
              </a:solidFill>
              <a:sym typeface="Microsoft Yahei" panose="020B0503020204020204" pitchFamily="34" charset="-122"/>
            </a:endParaRPr>
          </a:p>
        </p:txBody>
      </p:sp>
      <p:sp>
        <p:nvSpPr>
          <p:cNvPr id="14" name="椭圆 13">
            <a:extLst>
              <a:ext uri="{FF2B5EF4-FFF2-40B4-BE49-F238E27FC236}">
                <a16:creationId xmlns:a16="http://schemas.microsoft.com/office/drawing/2014/main" id="{328F18DB-1623-639C-4016-FD982CDD5CD7}"/>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80F4B451-4D43-1BE9-126E-3887052FDFB0}"/>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1662982C-3F06-DC41-FADD-D3A503B2E236}"/>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29D957A5-8210-F281-2ADE-EF30D0093600}"/>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3905AC59-26E7-15DF-2E9D-685A606B04C6}"/>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5" name="Group 7">
            <a:extLst>
              <a:ext uri="{FF2B5EF4-FFF2-40B4-BE49-F238E27FC236}">
                <a16:creationId xmlns:a16="http://schemas.microsoft.com/office/drawing/2014/main" id="{C44168FE-00B9-2C1C-6720-3A5F0513DE68}"/>
              </a:ext>
            </a:extLst>
          </p:cNvPr>
          <p:cNvGrpSpPr>
            <a:grpSpLocks/>
          </p:cNvGrpSpPr>
          <p:nvPr/>
        </p:nvGrpSpPr>
        <p:grpSpPr bwMode="auto">
          <a:xfrm>
            <a:off x="2520271" y="1742281"/>
            <a:ext cx="5457825" cy="762000"/>
            <a:chOff x="2971" y="3702"/>
            <a:chExt cx="2404" cy="480"/>
          </a:xfrm>
        </p:grpSpPr>
        <p:sp>
          <p:nvSpPr>
            <p:cNvPr id="26" name="Rectangle 8" descr="Green marble">
              <a:extLst>
                <a:ext uri="{FF2B5EF4-FFF2-40B4-BE49-F238E27FC236}">
                  <a16:creationId xmlns:a16="http://schemas.microsoft.com/office/drawing/2014/main" id="{8F78FD2A-6B19-C86C-1976-28CECAF3EC1D}"/>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i="1" dirty="0">
                  <a:ea typeface="宋体" panose="02010600030101010101" pitchFamily="2" charset="-122"/>
                </a:rPr>
                <a:t>array</a:t>
              </a:r>
              <a:r>
                <a:rPr lang="en-US" altLang="zh-CN" sz="2400" b="1" dirty="0">
                  <a:ea typeface="宋体" panose="02010600030101010101" pitchFamily="2" charset="-122"/>
                </a:rPr>
                <a:t>(</a:t>
              </a:r>
              <a:r>
                <a:rPr lang="en-US" altLang="zh-CN" sz="2400" b="1" i="1" dirty="0">
                  <a:ea typeface="宋体" panose="02010600030101010101" pitchFamily="2" charset="-122"/>
                </a:rPr>
                <a:t>N</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i="1" dirty="0">
                  <a:ea typeface="宋体" panose="02010600030101010101" pitchFamily="2" charset="-122"/>
                </a:rPr>
                <a:t>integer</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1</a:t>
              </a:r>
              <a:r>
                <a:rPr lang="en-US" altLang="zh-CN" sz="2400" b="1" dirty="0">
                  <a:ea typeface="宋体" panose="02010600030101010101" pitchFamily="2" charset="-122"/>
                </a:rPr>
                <a:t>[</a:t>
              </a:r>
              <a:r>
                <a:rPr lang="en-US" altLang="zh-CN" sz="2400" b="1" i="1" dirty="0">
                  <a:ea typeface="宋体" panose="02010600030101010101" pitchFamily="2" charset="-122"/>
                </a:rPr>
                <a:t>E</a:t>
              </a:r>
              <a:r>
                <a:rPr lang="en-US" altLang="zh-CN" sz="2400" b="1" baseline="-25000" dirty="0">
                  <a:ea typeface="宋体" panose="02010600030101010101" pitchFamily="2" charset="-122"/>
                </a:rPr>
                <a:t>2</a:t>
              </a:r>
              <a:r>
                <a:rPr lang="en-US" altLang="zh-CN" sz="2400" b="1" dirty="0">
                  <a:ea typeface="宋体" panose="02010600030101010101" pitchFamily="2" charset="-122"/>
                </a:rPr>
                <a:t>] : </a:t>
              </a:r>
              <a:r>
                <a:rPr lang="en-US" altLang="zh-CN" sz="2400" b="1" i="1" dirty="0">
                  <a:ea typeface="宋体" panose="02010600030101010101" pitchFamily="2" charset="-122"/>
                </a:rPr>
                <a:t>T</a:t>
              </a:r>
            </a:p>
          </p:txBody>
        </p:sp>
        <p:sp>
          <p:nvSpPr>
            <p:cNvPr id="27" name="Line 9">
              <a:extLst>
                <a:ext uri="{FF2B5EF4-FFF2-40B4-BE49-F238E27FC236}">
                  <a16:creationId xmlns:a16="http://schemas.microsoft.com/office/drawing/2014/main" id="{533E345F-1F06-2511-DC7D-C9A1793DCE4C}"/>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8" name="文本框 27">
            <a:extLst>
              <a:ext uri="{FF2B5EF4-FFF2-40B4-BE49-F238E27FC236}">
                <a16:creationId xmlns:a16="http://schemas.microsoft.com/office/drawing/2014/main" id="{DC68939A-8AA9-92DB-9F70-59FC1F3362F7}"/>
              </a:ext>
            </a:extLst>
          </p:cNvPr>
          <p:cNvSpPr txBox="1">
            <a:spLocks noChangeArrowheads="1"/>
          </p:cNvSpPr>
          <p:nvPr/>
        </p:nvSpPr>
        <p:spPr bwMode="auto">
          <a:xfrm>
            <a:off x="6578600" y="2303463"/>
            <a:ext cx="2273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400" b="1" dirty="0"/>
              <a:t>(0</a:t>
            </a:r>
            <a:r>
              <a:rPr lang="en-US" altLang="zh-CN" sz="2400" b="1" dirty="0">
                <a:sym typeface="Symbol" panose="05050102010706020507" pitchFamily="18" charset="2"/>
              </a:rPr>
              <a:t></a:t>
            </a:r>
            <a:r>
              <a:rPr lang="en-US" altLang="zh-CN" sz="2400" b="1" i="1" dirty="0"/>
              <a:t>E</a:t>
            </a:r>
            <a:r>
              <a:rPr lang="en-US" altLang="zh-CN" sz="2400" b="1" baseline="-25000" dirty="0"/>
              <a:t>2</a:t>
            </a:r>
            <a:r>
              <a:rPr lang="en-US" altLang="zh-CN" sz="2400" b="1" dirty="0"/>
              <a:t>.val</a:t>
            </a:r>
            <a:r>
              <a:rPr lang="en-US" altLang="zh-CN" sz="2400" b="1" baseline="-25000" dirty="0"/>
              <a:t> </a:t>
            </a:r>
            <a:r>
              <a:rPr lang="en-US" altLang="zh-CN" sz="2400" b="1" dirty="0">
                <a:sym typeface="Symbol" panose="05050102010706020507" pitchFamily="18" charset="2"/>
              </a:rPr>
              <a:t>&lt;</a:t>
            </a:r>
            <a:r>
              <a:rPr lang="en-US" altLang="zh-CN" sz="2400" b="1" baseline="-25000" dirty="0"/>
              <a:t> </a:t>
            </a:r>
            <a:r>
              <a:rPr lang="en-US" altLang="zh-CN" sz="2400" b="1" i="1" dirty="0"/>
              <a:t>N</a:t>
            </a:r>
            <a:r>
              <a:rPr lang="en-US" altLang="zh-CN" sz="2400" b="1" dirty="0"/>
              <a:t>)</a:t>
            </a:r>
          </a:p>
        </p:txBody>
      </p:sp>
      <p:sp>
        <p:nvSpPr>
          <p:cNvPr id="30" name="文本框 29">
            <a:extLst>
              <a:ext uri="{FF2B5EF4-FFF2-40B4-BE49-F238E27FC236}">
                <a16:creationId xmlns:a16="http://schemas.microsoft.com/office/drawing/2014/main" id="{3FCEFCE1-3821-FE5B-BD2A-443C2E7A1075}"/>
              </a:ext>
            </a:extLst>
          </p:cNvPr>
          <p:cNvSpPr txBox="1"/>
          <p:nvPr/>
        </p:nvSpPr>
        <p:spPr>
          <a:xfrm>
            <a:off x="4751710" y="3258939"/>
            <a:ext cx="4144018" cy="2375297"/>
          </a:xfrm>
          <a:prstGeom prst="roundRect">
            <a:avLst>
              <a:gd name="adj" fmla="val 5905"/>
            </a:avLst>
          </a:prstGeom>
          <a:solidFill>
            <a:schemeClr val="accent4">
              <a:lumMod val="20000"/>
              <a:lumOff val="80000"/>
            </a:schemeClr>
          </a:solidFill>
          <a:ln>
            <a:solidFill>
              <a:schemeClr val="accent2"/>
            </a:solidFill>
          </a:ln>
        </p:spPr>
        <p:txBody>
          <a:bodyPr wrap="square">
            <a:spAutoFit/>
          </a:bodyPr>
          <a:lstStyle/>
          <a:p>
            <a:pPr eaLnBrk="1" hangingPunct="1">
              <a:buFont typeface="Wingdings" panose="05000000000000000000" pitchFamily="2" charset="2"/>
              <a:buNone/>
            </a:pPr>
            <a:r>
              <a:rPr lang="en-US" altLang="zh-CN" sz="2400" b="1" i="1" dirty="0"/>
              <a:t>E </a:t>
            </a:r>
            <a:r>
              <a:rPr lang="en-US" altLang="zh-CN" sz="2400" b="1" dirty="0">
                <a:sym typeface="Symbol" panose="05050102010706020507" pitchFamily="18" charset="2"/>
              </a:rPr>
              <a:t></a:t>
            </a:r>
            <a:r>
              <a:rPr lang="en-US" altLang="zh-CN" sz="2400" b="1" dirty="0"/>
              <a:t> </a:t>
            </a:r>
            <a:r>
              <a:rPr lang="en-US" altLang="zh-CN" sz="2400" b="1" i="1" dirty="0"/>
              <a:t>E</a:t>
            </a:r>
            <a:r>
              <a:rPr lang="en-US" altLang="zh-CN" sz="2400" b="1" baseline="-30000" dirty="0"/>
              <a:t>1</a:t>
            </a:r>
            <a:r>
              <a:rPr lang="en-US" altLang="zh-CN" sz="2400" b="1" dirty="0"/>
              <a:t> [</a:t>
            </a:r>
            <a:r>
              <a:rPr lang="en-US" altLang="zh-CN" sz="2400" b="1" i="1" dirty="0"/>
              <a:t>E</a:t>
            </a:r>
            <a:r>
              <a:rPr lang="en-US" altLang="zh-CN" sz="2400" b="1" baseline="-30000" dirty="0"/>
              <a:t>2</a:t>
            </a:r>
            <a:r>
              <a:rPr lang="en-US" altLang="zh-CN" sz="2400" b="1" dirty="0"/>
              <a:t> ]</a:t>
            </a:r>
          </a:p>
          <a:p>
            <a:pPr eaLnBrk="1" hangingPunct="1">
              <a:buFont typeface="Wingdings" panose="05000000000000000000" pitchFamily="2" charset="2"/>
              <a:buNone/>
            </a:pPr>
            <a:r>
              <a:rPr lang="en-US" altLang="zh-CN" sz="2400" b="1" dirty="0"/>
              <a:t> </a:t>
            </a:r>
          </a:p>
          <a:p>
            <a:pPr eaLnBrk="1" hangingPunct="1">
              <a:buFont typeface="Wingdings" panose="05000000000000000000" pitchFamily="2" charset="2"/>
              <a:buNone/>
            </a:pPr>
            <a:r>
              <a:rPr lang="en-US" altLang="zh-CN" sz="2400" b="1" dirty="0"/>
              <a:t>{ if  (</a:t>
            </a:r>
            <a:r>
              <a:rPr lang="en-US" altLang="zh-CN" sz="2400" b="1" i="1" dirty="0"/>
              <a:t>E</a:t>
            </a:r>
            <a:r>
              <a:rPr lang="en-US" altLang="zh-CN" sz="2400" b="1" baseline="-30000" dirty="0"/>
              <a:t>2</a:t>
            </a:r>
            <a:r>
              <a:rPr lang="en-US" altLang="zh-CN" sz="2400" b="1" dirty="0"/>
              <a:t>. </a:t>
            </a:r>
            <a:r>
              <a:rPr lang="en-US" altLang="zh-CN" sz="2400" b="1" i="1" dirty="0"/>
              <a:t>type</a:t>
            </a:r>
            <a:r>
              <a:rPr lang="en-US" altLang="zh-CN" sz="2400" b="1" dirty="0"/>
              <a:t> == </a:t>
            </a:r>
            <a:r>
              <a:rPr lang="en-US" altLang="zh-CN" sz="2400" b="1" i="1" dirty="0">
                <a:solidFill>
                  <a:schemeClr val="accent4">
                    <a:lumMod val="20000"/>
                    <a:lumOff val="80000"/>
                  </a:schemeClr>
                </a:solidFill>
              </a:rPr>
              <a:t>integer</a:t>
            </a:r>
            <a:r>
              <a:rPr lang="en-US" altLang="zh-CN" sz="2400" b="1" dirty="0"/>
              <a:t> &amp;&amp; </a:t>
            </a:r>
          </a:p>
          <a:p>
            <a:pPr algn="just" eaLnBrk="1" hangingPunct="1">
              <a:buFont typeface="Wingdings" panose="05000000000000000000" pitchFamily="2" charset="2"/>
              <a:buNone/>
            </a:pPr>
            <a:r>
              <a:rPr lang="en-US" altLang="zh-CN" sz="2400" b="1" i="1" dirty="0"/>
              <a:t>	  E</a:t>
            </a:r>
            <a:r>
              <a:rPr lang="en-US" altLang="zh-CN" sz="2400" b="1" baseline="-30000" dirty="0"/>
              <a:t>1</a:t>
            </a:r>
            <a:r>
              <a:rPr lang="en-US" altLang="zh-CN" sz="2400" b="1" dirty="0"/>
              <a:t>. </a:t>
            </a:r>
            <a:r>
              <a:rPr lang="en-US" altLang="zh-CN" sz="2400" b="1" i="1" dirty="0"/>
              <a:t>type</a:t>
            </a:r>
            <a:r>
              <a:rPr lang="en-US" altLang="zh-CN" sz="2400" b="1" dirty="0"/>
              <a:t> == </a:t>
            </a:r>
            <a:r>
              <a:rPr lang="en-US" altLang="zh-CN" sz="2400" b="1" i="1" dirty="0"/>
              <a:t>array</a:t>
            </a:r>
            <a:r>
              <a:rPr lang="en-US" altLang="zh-CN" sz="2400" b="1" dirty="0"/>
              <a:t>(</a:t>
            </a:r>
            <a:r>
              <a:rPr lang="en-US" altLang="zh-CN" sz="2400" b="1" i="1" dirty="0"/>
              <a:t>s</a:t>
            </a:r>
            <a:r>
              <a:rPr lang="en-US" altLang="zh-CN" sz="2400" b="1" dirty="0"/>
              <a:t>, </a:t>
            </a:r>
            <a:r>
              <a:rPr lang="en-US" altLang="zh-CN" sz="2400" b="1" i="1" dirty="0"/>
              <a:t>t</a:t>
            </a:r>
            <a:r>
              <a:rPr lang="en-US" altLang="zh-CN" sz="2400" b="1" dirty="0"/>
              <a:t>))  			</a:t>
            </a:r>
            <a:r>
              <a:rPr lang="en-US" altLang="zh-CN" sz="2400" b="1" i="1" dirty="0" err="1"/>
              <a:t>E</a:t>
            </a:r>
            <a:r>
              <a:rPr lang="en-US" altLang="zh-CN" sz="2400" b="1" dirty="0" err="1"/>
              <a:t>.</a:t>
            </a:r>
            <a:r>
              <a:rPr lang="en-US" altLang="zh-CN" sz="2400" b="1" i="1" dirty="0" err="1"/>
              <a:t>type</a:t>
            </a:r>
            <a:r>
              <a:rPr lang="en-US" altLang="zh-CN" sz="2400" b="1" dirty="0"/>
              <a:t> = </a:t>
            </a:r>
            <a:r>
              <a:rPr lang="en-US" altLang="zh-CN" sz="2400" b="1" i="1" dirty="0">
                <a:solidFill>
                  <a:schemeClr val="accent4">
                    <a:lumMod val="20000"/>
                    <a:lumOff val="80000"/>
                  </a:schemeClr>
                </a:solidFill>
              </a:rPr>
              <a:t>             </a:t>
            </a:r>
            <a:r>
              <a:rPr lang="en-US" altLang="zh-CN" sz="2400" b="1" dirty="0"/>
              <a:t>;</a:t>
            </a:r>
          </a:p>
          <a:p>
            <a:pPr algn="just" eaLnBrk="1" hangingPunct="1">
              <a:buFont typeface="Wingdings" panose="05000000000000000000" pitchFamily="2" charset="2"/>
              <a:buNone/>
            </a:pPr>
            <a:r>
              <a:rPr lang="en-US" altLang="zh-CN" sz="2400" b="1" dirty="0"/>
              <a:t> 	else </a:t>
            </a:r>
            <a:r>
              <a:rPr lang="en-US" altLang="zh-CN" sz="2400" b="1" i="1" dirty="0" err="1"/>
              <a:t>E</a:t>
            </a:r>
            <a:r>
              <a:rPr lang="en-US" altLang="zh-CN" sz="2400" b="1" dirty="0" err="1"/>
              <a:t>.</a:t>
            </a:r>
            <a:r>
              <a:rPr lang="en-US" altLang="zh-CN" sz="2400" b="1" i="1" dirty="0" err="1"/>
              <a:t>type</a:t>
            </a:r>
            <a:r>
              <a:rPr lang="en-US" altLang="zh-CN" sz="2400" b="1" i="1" dirty="0"/>
              <a:t> </a:t>
            </a:r>
            <a:r>
              <a:rPr lang="en-US" altLang="zh-CN" sz="2400" b="1" dirty="0"/>
              <a:t>= </a:t>
            </a:r>
            <a:r>
              <a:rPr lang="en-US" altLang="zh-CN" sz="2400" b="1" i="1" dirty="0" err="1">
                <a:solidFill>
                  <a:schemeClr val="accent4">
                    <a:lumMod val="20000"/>
                    <a:lumOff val="80000"/>
                  </a:schemeClr>
                </a:solidFill>
              </a:rPr>
              <a:t>type</a:t>
            </a:r>
            <a:r>
              <a:rPr lang="en-US" altLang="zh-CN" sz="2400" b="1" dirty="0" err="1">
                <a:solidFill>
                  <a:schemeClr val="accent4">
                    <a:lumMod val="20000"/>
                    <a:lumOff val="80000"/>
                  </a:schemeClr>
                </a:solidFill>
              </a:rPr>
              <a:t>_</a:t>
            </a:r>
            <a:r>
              <a:rPr lang="en-US" altLang="zh-CN" sz="2400" b="1" i="1" dirty="0" err="1">
                <a:solidFill>
                  <a:schemeClr val="accent4">
                    <a:lumMod val="20000"/>
                    <a:lumOff val="80000"/>
                  </a:schemeClr>
                </a:solidFill>
              </a:rPr>
              <a:t>error</a:t>
            </a:r>
            <a:r>
              <a:rPr lang="en-US" altLang="zh-CN" sz="2400" b="1" dirty="0"/>
              <a:t>; }</a:t>
            </a:r>
            <a:endParaRPr lang="zh-CN" altLang="en-US" sz="2400" dirty="0"/>
          </a:p>
        </p:txBody>
      </p:sp>
      <p:cxnSp>
        <p:nvCxnSpPr>
          <p:cNvPr id="31" name="直接连接符 30">
            <a:extLst>
              <a:ext uri="{FF2B5EF4-FFF2-40B4-BE49-F238E27FC236}">
                <a16:creationId xmlns:a16="http://schemas.microsoft.com/office/drawing/2014/main" id="{48650B6C-2057-3BF7-1788-2BC3911E0693}"/>
              </a:ext>
            </a:extLst>
          </p:cNvPr>
          <p:cNvCxnSpPr>
            <a:cxnSpLocks/>
          </p:cNvCxnSpPr>
          <p:nvPr/>
        </p:nvCxnSpPr>
        <p:spPr>
          <a:xfrm>
            <a:off x="6945036" y="4412927"/>
            <a:ext cx="980629"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F671FF5A-E0C2-617A-B6CB-C149B1977CA7}"/>
              </a:ext>
            </a:extLst>
          </p:cNvPr>
          <p:cNvCxnSpPr>
            <a:cxnSpLocks/>
          </p:cNvCxnSpPr>
          <p:nvPr/>
        </p:nvCxnSpPr>
        <p:spPr>
          <a:xfrm>
            <a:off x="6901871" y="5143501"/>
            <a:ext cx="980629"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538E9BE-880D-6657-1FB2-FB400A3429DE}"/>
              </a:ext>
            </a:extLst>
          </p:cNvPr>
          <p:cNvCxnSpPr>
            <a:cxnSpLocks/>
          </p:cNvCxnSpPr>
          <p:nvPr/>
        </p:nvCxnSpPr>
        <p:spPr>
          <a:xfrm>
            <a:off x="6997467" y="5506155"/>
            <a:ext cx="130084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23" name="组合 22">
            <a:extLst>
              <a:ext uri="{FF2B5EF4-FFF2-40B4-BE49-F238E27FC236}">
                <a16:creationId xmlns:a16="http://schemas.microsoft.com/office/drawing/2014/main" id="{A96ED544-A158-5B9B-5CE5-C45D086DE7D7}"/>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F38F0FAF-C9F8-BCD5-9D6F-08F683CCB8F7}"/>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8461AA43-ADBB-ECE2-26B1-8826853D9487}"/>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8ED75976-576E-0C3B-3B35-F1A03DF5FB7C}"/>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17474FDB-22E4-8AF7-EC57-069446A338A9}"/>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3A5240A5-1E23-2561-276F-AC868427C65C}"/>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379256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CB96A24-BF4D-430A-902A-140034567CDC}"/>
              </a:ext>
            </a:extLst>
          </p:cNvPr>
          <p:cNvSpPr>
            <a:spLocks noGrp="1" noChangeArrowheads="1"/>
          </p:cNvSpPr>
          <p:nvPr>
            <p:ph type="title"/>
          </p:nvPr>
        </p:nvSpPr>
        <p:spPr/>
        <p:txBody>
          <a:bodyPr/>
          <a:lstStyle/>
          <a:p>
            <a:pPr eaLnBrk="1" hangingPunct="1"/>
            <a:r>
              <a:rPr lang="en-US" altLang="zh-CN"/>
              <a:t>5.3.3 </a:t>
            </a:r>
            <a:r>
              <a:rPr lang="zh-CN" altLang="en-US"/>
              <a:t>类型检查</a:t>
            </a:r>
            <a:r>
              <a:rPr lang="en-US" altLang="zh-CN">
                <a:latin typeface="Arial" panose="020B0604020202020204" pitchFamily="34" charset="0"/>
              </a:rPr>
              <a:t>——</a:t>
            </a:r>
            <a:r>
              <a:rPr lang="zh-CN" altLang="en-US"/>
              <a:t>表达式</a:t>
            </a:r>
          </a:p>
        </p:txBody>
      </p:sp>
      <p:sp>
        <p:nvSpPr>
          <p:cNvPr id="855043" name="Rectangle 3">
            <a:extLst>
              <a:ext uri="{FF2B5EF4-FFF2-40B4-BE49-F238E27FC236}">
                <a16:creationId xmlns:a16="http://schemas.microsoft.com/office/drawing/2014/main" id="{46B152FD-06CA-4E3E-8CFE-63BB9FF5342D}"/>
              </a:ext>
            </a:extLst>
          </p:cNvPr>
          <p:cNvSpPr>
            <a:spLocks noGrp="1" noChangeArrowheads="1"/>
          </p:cNvSpPr>
          <p:nvPr>
            <p:ph idx="1"/>
          </p:nvPr>
        </p:nvSpPr>
        <p:spPr>
          <a:xfrm>
            <a:off x="628650" y="1257300"/>
            <a:ext cx="7886700" cy="5371564"/>
          </a:xfrm>
        </p:spPr>
        <p:txBody>
          <a:bodyPr>
            <a:normAutofit/>
          </a:bodyPr>
          <a:lstStyle/>
          <a:p>
            <a:pPr eaLnBrk="1" hangingPunct="1">
              <a:buFont typeface="Wingdings" panose="05000000000000000000" pitchFamily="2" charset="2"/>
              <a:buNone/>
            </a:pPr>
            <a:r>
              <a:rPr lang="en-US" altLang="zh-CN" sz="2800" b="1" i="1" dirty="0"/>
              <a:t>E </a:t>
            </a:r>
            <a:r>
              <a:rPr lang="en-US" altLang="zh-CN" sz="2800" b="1" dirty="0">
                <a:sym typeface="Symbol" panose="05050102010706020507" pitchFamily="18" charset="2"/>
              </a:rPr>
              <a:t></a:t>
            </a:r>
            <a:r>
              <a:rPr lang="en-US" altLang="zh-CN" sz="2800" b="1" dirty="0"/>
              <a:t> </a:t>
            </a:r>
            <a:r>
              <a:rPr lang="en-US" altLang="zh-CN" sz="2800" b="1" i="1" dirty="0"/>
              <a:t>E</a:t>
            </a:r>
            <a:r>
              <a:rPr lang="en-US" altLang="zh-CN" sz="2800" b="1" baseline="-30000" dirty="0"/>
              <a:t>1</a:t>
            </a:r>
            <a:r>
              <a:rPr lang="en-US" altLang="zh-CN" sz="2800" b="1" dirty="0"/>
              <a:t> [</a:t>
            </a:r>
            <a:r>
              <a:rPr lang="en-US" altLang="zh-CN" sz="2800" b="1" i="1" dirty="0"/>
              <a:t>E</a:t>
            </a:r>
            <a:r>
              <a:rPr lang="en-US" altLang="zh-CN" sz="2800" b="1" baseline="-30000" dirty="0"/>
              <a:t>2</a:t>
            </a:r>
            <a:r>
              <a:rPr lang="en-US" altLang="zh-CN" sz="2800" b="1" dirty="0"/>
              <a:t> ] {if  ( </a:t>
            </a:r>
            <a:r>
              <a:rPr lang="en-US" altLang="zh-CN" sz="2800" b="1" i="1" dirty="0">
                <a:solidFill>
                  <a:srgbClr val="C00000"/>
                </a:solidFill>
              </a:rPr>
              <a:t>E</a:t>
            </a:r>
            <a:r>
              <a:rPr lang="en-US" altLang="zh-CN" sz="2800" b="1" baseline="-30000" dirty="0">
                <a:solidFill>
                  <a:srgbClr val="C00000"/>
                </a:solidFill>
              </a:rPr>
              <a:t>2</a:t>
            </a:r>
            <a:r>
              <a:rPr lang="en-US" altLang="zh-CN" sz="2800" b="1" dirty="0">
                <a:solidFill>
                  <a:srgbClr val="C00000"/>
                </a:solidFill>
              </a:rPr>
              <a:t>. </a:t>
            </a:r>
            <a:r>
              <a:rPr lang="en-US" altLang="zh-CN" sz="2800" b="1" i="1" dirty="0">
                <a:solidFill>
                  <a:srgbClr val="C00000"/>
                </a:solidFill>
              </a:rPr>
              <a:t>type</a:t>
            </a:r>
            <a:r>
              <a:rPr lang="en-US" altLang="zh-CN" sz="2800" b="1" dirty="0">
                <a:solidFill>
                  <a:srgbClr val="C00000"/>
                </a:solidFill>
              </a:rPr>
              <a:t> == </a:t>
            </a:r>
            <a:r>
              <a:rPr lang="en-US" altLang="zh-CN" sz="2800" b="1" i="1" dirty="0">
                <a:solidFill>
                  <a:srgbClr val="C00000"/>
                </a:solidFill>
              </a:rPr>
              <a:t>integer</a:t>
            </a:r>
            <a:r>
              <a:rPr lang="en-US" altLang="zh-CN" sz="2800" b="1" dirty="0"/>
              <a:t> &amp;&amp; </a:t>
            </a:r>
          </a:p>
          <a:p>
            <a:pPr algn="just" eaLnBrk="1" hangingPunct="1">
              <a:buFont typeface="Wingdings" panose="05000000000000000000" pitchFamily="2" charset="2"/>
              <a:buNone/>
            </a:pPr>
            <a:r>
              <a:rPr lang="en-US" altLang="zh-CN" sz="2800" b="1" i="1" dirty="0"/>
              <a:t>		                    </a:t>
            </a:r>
            <a:r>
              <a:rPr lang="en-US" altLang="zh-CN" sz="2800" b="1" i="1" dirty="0">
                <a:solidFill>
                  <a:srgbClr val="C00000"/>
                </a:solidFill>
              </a:rPr>
              <a:t>E</a:t>
            </a:r>
            <a:r>
              <a:rPr lang="en-US" altLang="zh-CN" sz="2800" b="1" baseline="-30000" dirty="0">
                <a:solidFill>
                  <a:srgbClr val="C00000"/>
                </a:solidFill>
              </a:rPr>
              <a:t>1</a:t>
            </a:r>
            <a:r>
              <a:rPr lang="en-US" altLang="zh-CN" sz="2800" b="1" dirty="0">
                <a:solidFill>
                  <a:srgbClr val="C00000"/>
                </a:solidFill>
              </a:rPr>
              <a:t>. </a:t>
            </a:r>
            <a:r>
              <a:rPr lang="en-US" altLang="zh-CN" sz="2800" b="1" i="1" dirty="0">
                <a:solidFill>
                  <a:srgbClr val="C00000"/>
                </a:solidFill>
              </a:rPr>
              <a:t>type</a:t>
            </a:r>
            <a:r>
              <a:rPr lang="en-US" altLang="zh-CN" sz="2800" b="1" dirty="0">
                <a:solidFill>
                  <a:srgbClr val="C00000"/>
                </a:solidFill>
              </a:rPr>
              <a:t> == </a:t>
            </a:r>
            <a:r>
              <a:rPr lang="en-US" altLang="zh-CN" sz="2800" b="1" i="1" dirty="0">
                <a:solidFill>
                  <a:srgbClr val="C00000"/>
                </a:solidFill>
              </a:rPr>
              <a:t>array</a:t>
            </a:r>
            <a:r>
              <a:rPr lang="en-US" altLang="zh-CN" sz="2800" b="1" dirty="0">
                <a:solidFill>
                  <a:srgbClr val="C00000"/>
                </a:solidFill>
              </a:rPr>
              <a:t>(</a:t>
            </a:r>
            <a:r>
              <a:rPr lang="en-US" altLang="zh-CN" sz="2800" b="1" i="1" dirty="0">
                <a:solidFill>
                  <a:srgbClr val="C00000"/>
                </a:solidFill>
              </a:rPr>
              <a:t>s</a:t>
            </a:r>
            <a:r>
              <a:rPr lang="en-US" altLang="zh-CN" sz="2800" b="1" dirty="0">
                <a:solidFill>
                  <a:srgbClr val="C00000"/>
                </a:solidFill>
              </a:rPr>
              <a:t>, </a:t>
            </a:r>
            <a:r>
              <a:rPr lang="en-US" altLang="zh-CN" sz="2800" b="1" i="1" dirty="0">
                <a:solidFill>
                  <a:srgbClr val="C00000"/>
                </a:solidFill>
              </a:rPr>
              <a:t>t</a:t>
            </a:r>
            <a:r>
              <a:rPr lang="en-US" altLang="zh-CN" sz="2800" b="1" dirty="0">
                <a:solidFill>
                  <a:srgbClr val="C00000"/>
                </a:solidFill>
              </a:rPr>
              <a:t>)</a:t>
            </a:r>
            <a:r>
              <a:rPr lang="en-US" altLang="zh-CN" sz="2800" b="1" dirty="0"/>
              <a:t>)  </a:t>
            </a:r>
            <a:r>
              <a:rPr lang="en-US" altLang="zh-CN" sz="2800" b="1" i="1" dirty="0" err="1">
                <a:solidFill>
                  <a:srgbClr val="C00000"/>
                </a:solidFill>
              </a:rPr>
              <a:t>E</a:t>
            </a:r>
            <a:r>
              <a:rPr lang="en-US" altLang="zh-CN" sz="2800" b="1" dirty="0" err="1">
                <a:solidFill>
                  <a:srgbClr val="C00000"/>
                </a:solidFill>
              </a:rPr>
              <a:t>.</a:t>
            </a:r>
            <a:r>
              <a:rPr lang="en-US" altLang="zh-CN" sz="2800" b="1" i="1" dirty="0" err="1">
                <a:solidFill>
                  <a:srgbClr val="C00000"/>
                </a:solidFill>
              </a:rPr>
              <a:t>type</a:t>
            </a:r>
            <a:r>
              <a:rPr lang="en-US" altLang="zh-CN" sz="2800" b="1" dirty="0">
                <a:solidFill>
                  <a:srgbClr val="C00000"/>
                </a:solidFill>
              </a:rPr>
              <a:t> = </a:t>
            </a:r>
            <a:r>
              <a:rPr lang="en-US" altLang="zh-CN" sz="2800" b="1" i="1" dirty="0">
                <a:solidFill>
                  <a:srgbClr val="C00000"/>
                </a:solidFill>
              </a:rPr>
              <a:t>t</a:t>
            </a:r>
            <a:r>
              <a:rPr lang="en-US" altLang="zh-CN" sz="2800" b="1" dirty="0"/>
              <a:t>;</a:t>
            </a:r>
          </a:p>
          <a:p>
            <a:pPr algn="just" eaLnBrk="1" hangingPunct="1">
              <a:buFont typeface="Wingdings" panose="05000000000000000000" pitchFamily="2" charset="2"/>
              <a:buNone/>
            </a:pPr>
            <a:r>
              <a:rPr lang="en-US" altLang="zh-CN" sz="2800" b="1" dirty="0"/>
              <a:t> 			    else </a:t>
            </a:r>
            <a:r>
              <a:rPr lang="en-US" altLang="zh-CN" sz="2800" b="1" i="1" dirty="0" err="1">
                <a:solidFill>
                  <a:srgbClr val="C00000"/>
                </a:solidFill>
              </a:rPr>
              <a:t>E</a:t>
            </a:r>
            <a:r>
              <a:rPr lang="en-US" altLang="zh-CN" sz="2800" b="1" dirty="0" err="1">
                <a:solidFill>
                  <a:srgbClr val="C00000"/>
                </a:solidFill>
              </a:rPr>
              <a:t>.</a:t>
            </a:r>
            <a:r>
              <a:rPr lang="en-US" altLang="zh-CN" sz="2800" b="1" i="1" dirty="0" err="1">
                <a:solidFill>
                  <a:srgbClr val="C00000"/>
                </a:solidFill>
              </a:rPr>
              <a:t>type</a:t>
            </a:r>
            <a:r>
              <a:rPr lang="en-US" altLang="zh-CN" sz="2800" b="1" i="1" dirty="0">
                <a:solidFill>
                  <a:srgbClr val="C00000"/>
                </a:solidFill>
              </a:rPr>
              <a:t> </a:t>
            </a:r>
            <a:r>
              <a:rPr lang="en-US" altLang="zh-CN" sz="2800" b="1" dirty="0">
                <a:solidFill>
                  <a:srgbClr val="C00000"/>
                </a:solidFill>
              </a:rPr>
              <a:t>= </a:t>
            </a:r>
            <a:r>
              <a:rPr lang="en-US" altLang="zh-CN" sz="2800" b="1" i="1" dirty="0" err="1">
                <a:solidFill>
                  <a:srgbClr val="C00000"/>
                </a:solidFill>
              </a:rPr>
              <a:t>type</a:t>
            </a:r>
            <a:r>
              <a:rPr lang="en-US" altLang="zh-CN" sz="2800" b="1" dirty="0" err="1">
                <a:solidFill>
                  <a:srgbClr val="C00000"/>
                </a:solidFill>
              </a:rPr>
              <a:t>_</a:t>
            </a:r>
            <a:r>
              <a:rPr lang="en-US" altLang="zh-CN" sz="2800" b="1" i="1" dirty="0" err="1">
                <a:solidFill>
                  <a:srgbClr val="C00000"/>
                </a:solidFill>
              </a:rPr>
              <a:t>error</a:t>
            </a:r>
            <a:r>
              <a:rPr lang="en-US" altLang="zh-CN" sz="2800" b="1" dirty="0"/>
              <a:t>; }</a:t>
            </a:r>
          </a:p>
          <a:p>
            <a:pPr algn="just"/>
            <a:r>
              <a:rPr lang="zh-CN" altLang="en-US" sz="2800" dirty="0"/>
              <a:t>对应定型规则：</a:t>
            </a:r>
            <a:endParaRPr lang="en-US" altLang="zh-CN" sz="2800" dirty="0"/>
          </a:p>
          <a:p>
            <a:pPr algn="just" eaLnBrk="1" hangingPunct="1">
              <a:buFont typeface="Wingdings" panose="05000000000000000000" pitchFamily="2" charset="2"/>
              <a:buNone/>
            </a:pPr>
            <a:r>
              <a:rPr lang="en-US" altLang="zh-CN" sz="2800" b="1" dirty="0"/>
              <a:t>(Exp Index) </a:t>
            </a:r>
          </a:p>
          <a:p>
            <a:pPr algn="just" eaLnBrk="1" hangingPunct="1">
              <a:buFont typeface="Wingdings" panose="05000000000000000000" pitchFamily="2" charset="2"/>
              <a:buNone/>
            </a:pPr>
            <a:endParaRPr lang="en-US" altLang="zh-CN" sz="2800" b="1" dirty="0"/>
          </a:p>
        </p:txBody>
      </p:sp>
      <p:grpSp>
        <p:nvGrpSpPr>
          <p:cNvPr id="4" name="Group 7">
            <a:extLst>
              <a:ext uri="{FF2B5EF4-FFF2-40B4-BE49-F238E27FC236}">
                <a16:creationId xmlns:a16="http://schemas.microsoft.com/office/drawing/2014/main" id="{010199B2-EDCA-4AE4-AFCF-9750CDE9499B}"/>
              </a:ext>
            </a:extLst>
          </p:cNvPr>
          <p:cNvGrpSpPr>
            <a:grpSpLocks/>
          </p:cNvGrpSpPr>
          <p:nvPr/>
        </p:nvGrpSpPr>
        <p:grpSpPr bwMode="auto">
          <a:xfrm>
            <a:off x="2379507" y="3429000"/>
            <a:ext cx="5457825" cy="762000"/>
            <a:chOff x="2971" y="3702"/>
            <a:chExt cx="2404" cy="480"/>
          </a:xfrm>
        </p:grpSpPr>
        <p:sp>
          <p:nvSpPr>
            <p:cNvPr id="20486" name="Rectangle 8" descr="Green marble">
              <a:extLst>
                <a:ext uri="{FF2B5EF4-FFF2-40B4-BE49-F238E27FC236}">
                  <a16:creationId xmlns:a16="http://schemas.microsoft.com/office/drawing/2014/main" id="{C3DE17D3-86E5-45D2-A48D-6E9CA7C70F2F}"/>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i="1" dirty="0">
                  <a:ea typeface="宋体" panose="02010600030101010101" pitchFamily="2" charset="-122"/>
                </a:rPr>
                <a:t>array</a:t>
              </a:r>
              <a:r>
                <a:rPr lang="en-US" altLang="zh-CN" sz="2400" b="1" dirty="0">
                  <a:ea typeface="宋体" panose="02010600030101010101" pitchFamily="2" charset="-122"/>
                </a:rPr>
                <a:t>(</a:t>
              </a:r>
              <a:r>
                <a:rPr lang="en-US" altLang="zh-CN" sz="2400" b="1" i="1" dirty="0">
                  <a:ea typeface="宋体" panose="02010600030101010101" pitchFamily="2" charset="-122"/>
                </a:rPr>
                <a:t>N</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i="1" dirty="0">
                  <a:ea typeface="宋体" panose="02010600030101010101" pitchFamily="2" charset="-122"/>
                </a:rPr>
                <a:t>integer</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1</a:t>
              </a:r>
              <a:r>
                <a:rPr lang="en-US" altLang="zh-CN" sz="2400" b="1" dirty="0">
                  <a:ea typeface="宋体" panose="02010600030101010101" pitchFamily="2" charset="-122"/>
                </a:rPr>
                <a:t>[</a:t>
              </a:r>
              <a:r>
                <a:rPr lang="en-US" altLang="zh-CN" sz="2400" b="1" i="1" dirty="0">
                  <a:ea typeface="宋体" panose="02010600030101010101" pitchFamily="2" charset="-122"/>
                </a:rPr>
                <a:t>E</a:t>
              </a:r>
              <a:r>
                <a:rPr lang="en-US" altLang="zh-CN" sz="2400" b="1" baseline="-25000" dirty="0">
                  <a:ea typeface="宋体" panose="02010600030101010101" pitchFamily="2" charset="-122"/>
                </a:rPr>
                <a:t>2</a:t>
              </a:r>
              <a:r>
                <a:rPr lang="en-US" altLang="zh-CN" sz="2400" b="1" dirty="0">
                  <a:ea typeface="宋体" panose="02010600030101010101" pitchFamily="2" charset="-122"/>
                </a:rPr>
                <a:t>] : </a:t>
              </a:r>
              <a:r>
                <a:rPr lang="en-US" altLang="zh-CN" sz="2400" b="1" i="1" dirty="0">
                  <a:ea typeface="宋体" panose="02010600030101010101" pitchFamily="2" charset="-122"/>
                </a:rPr>
                <a:t>T</a:t>
              </a:r>
            </a:p>
          </p:txBody>
        </p:sp>
        <p:sp>
          <p:nvSpPr>
            <p:cNvPr id="20487" name="Line 9">
              <a:extLst>
                <a:ext uri="{FF2B5EF4-FFF2-40B4-BE49-F238E27FC236}">
                  <a16:creationId xmlns:a16="http://schemas.microsoft.com/office/drawing/2014/main" id="{2750B19C-C44E-4F56-BF64-5493708E097C}"/>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文本框 1">
            <a:extLst>
              <a:ext uri="{FF2B5EF4-FFF2-40B4-BE49-F238E27FC236}">
                <a16:creationId xmlns:a16="http://schemas.microsoft.com/office/drawing/2014/main" id="{FAF630CB-65D0-4C42-9E77-BE0298665C6B}"/>
              </a:ext>
            </a:extLst>
          </p:cNvPr>
          <p:cNvSpPr txBox="1">
            <a:spLocks noChangeArrowheads="1"/>
          </p:cNvSpPr>
          <p:nvPr/>
        </p:nvSpPr>
        <p:spPr bwMode="auto">
          <a:xfrm>
            <a:off x="6581059" y="4035050"/>
            <a:ext cx="2273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spcBef>
                <a:spcPct val="0"/>
              </a:spcBef>
              <a:buClrTx/>
              <a:buSzTx/>
              <a:buFontTx/>
              <a:buNone/>
            </a:pPr>
            <a:r>
              <a:rPr lang="en-US" altLang="zh-CN" sz="2400" b="1" dirty="0"/>
              <a:t>(0</a:t>
            </a:r>
            <a:r>
              <a:rPr lang="en-US" altLang="zh-CN" sz="2400" b="1" dirty="0">
                <a:sym typeface="Symbol" panose="05050102010706020507" pitchFamily="18" charset="2"/>
              </a:rPr>
              <a:t></a:t>
            </a:r>
            <a:r>
              <a:rPr lang="en-US" altLang="zh-CN" sz="2400" b="1" i="1" dirty="0"/>
              <a:t>E</a:t>
            </a:r>
            <a:r>
              <a:rPr lang="en-US" altLang="zh-CN" sz="2400" b="1" baseline="-25000" dirty="0"/>
              <a:t>2</a:t>
            </a:r>
            <a:r>
              <a:rPr lang="en-US" altLang="zh-CN" sz="2400" b="1" dirty="0"/>
              <a:t>.val</a:t>
            </a:r>
            <a:r>
              <a:rPr lang="en-US" altLang="zh-CN" sz="2400" b="1" baseline="-25000" dirty="0"/>
              <a:t> </a:t>
            </a:r>
            <a:r>
              <a:rPr lang="en-US" altLang="zh-CN" sz="2400" b="1" dirty="0">
                <a:sym typeface="Symbol" panose="05050102010706020507" pitchFamily="18" charset="2"/>
              </a:rPr>
              <a:t>&lt;</a:t>
            </a:r>
            <a:r>
              <a:rPr lang="en-US" altLang="zh-CN" sz="2400" b="1" baseline="-25000" dirty="0"/>
              <a:t> </a:t>
            </a:r>
            <a:r>
              <a:rPr lang="en-US" altLang="zh-CN" sz="2400" b="1" i="1" dirty="0"/>
              <a:t>N</a:t>
            </a:r>
            <a:r>
              <a:rPr lang="en-US" altLang="zh-CN" sz="2400" b="1" dirty="0"/>
              <a:t>)</a:t>
            </a:r>
          </a:p>
        </p:txBody>
      </p:sp>
      <p:sp>
        <p:nvSpPr>
          <p:cNvPr id="3" name="日期占位符 2">
            <a:extLst>
              <a:ext uri="{FF2B5EF4-FFF2-40B4-BE49-F238E27FC236}">
                <a16:creationId xmlns:a16="http://schemas.microsoft.com/office/drawing/2014/main" id="{CC602E45-C7CF-411D-E3A0-E816E0392408}"/>
              </a:ext>
            </a:extLst>
          </p:cNvPr>
          <p:cNvSpPr>
            <a:spLocks noGrp="1"/>
          </p:cNvSpPr>
          <p:nvPr>
            <p:ph type="dt" sz="half" idx="10"/>
          </p:nvPr>
        </p:nvSpPr>
        <p:spPr/>
        <p:txBody>
          <a:bodyPr/>
          <a:lstStyle/>
          <a:p>
            <a:fld id="{1351E074-FC7F-4B46-B4FA-CBFFFE5767B4}"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2265A98E-B351-304F-3059-E8FC2E4694C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6" name="灯片编号占位符 5">
            <a:extLst>
              <a:ext uri="{FF2B5EF4-FFF2-40B4-BE49-F238E27FC236}">
                <a16:creationId xmlns:a16="http://schemas.microsoft.com/office/drawing/2014/main" id="{F27319CC-11C3-FF4B-2A4F-DAE7404F02AD}"/>
              </a:ext>
            </a:extLst>
          </p:cNvPr>
          <p:cNvSpPr>
            <a:spLocks noGrp="1"/>
          </p:cNvSpPr>
          <p:nvPr>
            <p:ph type="sldNum" sz="quarter" idx="12"/>
          </p:nvPr>
        </p:nvSpPr>
        <p:spPr/>
        <p:txBody>
          <a:bodyPr/>
          <a:lstStyle/>
          <a:p>
            <a:fld id="{094DEB03-EFC6-4C20-8FC8-295189A5386F}" type="slidenum">
              <a:rPr lang="zh-CN" altLang="en-US" smtClean="0"/>
              <a:pPr/>
              <a:t>23</a:t>
            </a:fld>
            <a:endParaRPr lang="zh-CN" altLang="en-US"/>
          </a:p>
        </p:txBody>
      </p:sp>
      <p:grpSp>
        <p:nvGrpSpPr>
          <p:cNvPr id="7" name="组合 6">
            <a:extLst>
              <a:ext uri="{FF2B5EF4-FFF2-40B4-BE49-F238E27FC236}">
                <a16:creationId xmlns:a16="http://schemas.microsoft.com/office/drawing/2014/main" id="{617BF650-7EEE-D4F1-B318-A8FE14FF986F}"/>
              </a:ext>
            </a:extLst>
          </p:cNvPr>
          <p:cNvGrpSpPr/>
          <p:nvPr/>
        </p:nvGrpSpPr>
        <p:grpSpPr>
          <a:xfrm>
            <a:off x="1618213" y="4645945"/>
            <a:ext cx="5907574" cy="1371831"/>
            <a:chOff x="2961314" y="4205722"/>
            <a:chExt cx="5907574" cy="1371831"/>
          </a:xfrm>
        </p:grpSpPr>
        <p:sp>
          <p:nvSpPr>
            <p:cNvPr id="8" name="Rectangle 84">
              <a:extLst>
                <a:ext uri="{FF2B5EF4-FFF2-40B4-BE49-F238E27FC236}">
                  <a16:creationId xmlns:a16="http://schemas.microsoft.com/office/drawing/2014/main" id="{BB3EA401-EE2F-27DC-DC34-46C6F1486512}"/>
                </a:ext>
              </a:extLst>
            </p:cNvPr>
            <p:cNvSpPr>
              <a:spLocks noChangeArrowheads="1"/>
            </p:cNvSpPr>
            <p:nvPr/>
          </p:nvSpPr>
          <p:spPr bwMode="auto">
            <a:xfrm>
              <a:off x="2961314" y="4205722"/>
              <a:ext cx="5008872" cy="1371831"/>
            </a:xfrm>
            <a:prstGeom prst="rect">
              <a:avLst/>
            </a:prstGeom>
            <a:solidFill>
              <a:schemeClr val="accent4">
                <a:lumMod val="20000"/>
                <a:lumOff val="80000"/>
              </a:schemeClr>
            </a:solidFill>
            <a:ln>
              <a:headEnd/>
              <a:tailEnd/>
            </a:ln>
          </p:spPr>
          <p:style>
            <a:lnRef idx="2">
              <a:schemeClr val="accent2"/>
            </a:lnRef>
            <a:fillRef idx="1">
              <a:schemeClr val="lt1"/>
            </a:fillRef>
            <a:effectRef idx="0">
              <a:schemeClr val="accent2"/>
            </a:effectRef>
            <a:fontRef idx="minor">
              <a:schemeClr val="dk1"/>
            </a:fontRef>
          </p:style>
          <p:txBody>
            <a:bodyPr wrap="none" lIns="54000" tIns="28800" rIns="54000" bIns="28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dirty="0">
                  <a:solidFill>
                    <a:srgbClr val="C00000"/>
                  </a:solidFill>
                </a:rPr>
                <a:t>这里没有检查数组越界问题，</a:t>
              </a:r>
              <a:endParaRPr lang="en-US" altLang="zh-CN" sz="2800" dirty="0">
                <a:solidFill>
                  <a:srgbClr val="C00000"/>
                </a:solidFill>
              </a:endParaRPr>
            </a:p>
            <a:p>
              <a:pPr algn="ctr">
                <a:spcBef>
                  <a:spcPct val="0"/>
                </a:spcBef>
                <a:buClrTx/>
                <a:buSzTx/>
                <a:buFontTx/>
                <a:buNone/>
              </a:pPr>
              <a:r>
                <a:rPr lang="zh-CN" altLang="en-US" sz="2800" dirty="0">
                  <a:solidFill>
                    <a:srgbClr val="C00000"/>
                  </a:solidFill>
                </a:rPr>
                <a:t>为什么？</a:t>
              </a:r>
              <a:endParaRPr lang="zh-CN" altLang="en-US" sz="2800" dirty="0">
                <a:latin typeface="Times New Roman" panose="02020603050405020304" pitchFamily="18" charset="0"/>
              </a:endParaRPr>
            </a:p>
          </p:txBody>
        </p:sp>
        <p:grpSp>
          <p:nvGrpSpPr>
            <p:cNvPr id="9" name="组合 8">
              <a:extLst>
                <a:ext uri="{FF2B5EF4-FFF2-40B4-BE49-F238E27FC236}">
                  <a16:creationId xmlns:a16="http://schemas.microsoft.com/office/drawing/2014/main" id="{5E334004-EDFF-A5B1-C7FF-B150DF0356C7}"/>
                </a:ext>
              </a:extLst>
            </p:cNvPr>
            <p:cNvGrpSpPr/>
            <p:nvPr/>
          </p:nvGrpSpPr>
          <p:grpSpPr>
            <a:xfrm>
              <a:off x="7561801" y="4251185"/>
              <a:ext cx="1307087" cy="1307087"/>
              <a:chOff x="7818502" y="4221693"/>
              <a:chExt cx="1307087" cy="1307087"/>
            </a:xfrm>
          </p:grpSpPr>
          <p:sp>
            <p:nvSpPr>
              <p:cNvPr id="10" name="椭圆 9">
                <a:extLst>
                  <a:ext uri="{FF2B5EF4-FFF2-40B4-BE49-F238E27FC236}">
                    <a16:creationId xmlns:a16="http://schemas.microsoft.com/office/drawing/2014/main" id="{77ECCEA7-812B-DD09-4037-34E8FF2E3CEE}"/>
                  </a:ext>
                </a:extLst>
              </p:cNvPr>
              <p:cNvSpPr/>
              <p:nvPr/>
            </p:nvSpPr>
            <p:spPr>
              <a:xfrm>
                <a:off x="7818502" y="4221693"/>
                <a:ext cx="1307087" cy="1307087"/>
              </a:xfrm>
              <a:prstGeom prst="ellipse">
                <a:avLst/>
              </a:prstGeom>
              <a:solidFill>
                <a:schemeClr val="accent4">
                  <a:lumMod val="20000"/>
                  <a:lumOff val="80000"/>
                </a:schemeClr>
              </a:solidFill>
              <a:ln>
                <a:solidFill>
                  <a:schemeClr val="accent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11" name="图形 10" descr="问号 纯色填充">
                <a:extLst>
                  <a:ext uri="{FF2B5EF4-FFF2-40B4-BE49-F238E27FC236}">
                    <a16:creationId xmlns:a16="http://schemas.microsoft.com/office/drawing/2014/main" id="{3DF0AE50-44F2-CD77-FE49-3EC27906551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63724" y="4257340"/>
                <a:ext cx="1160619" cy="1160619"/>
              </a:xfrm>
              <a:prstGeom prst="rect">
                <a:avLst/>
              </a:prstGeom>
            </p:spPr>
          </p:pic>
        </p:grpSp>
      </p:grpSp>
      <p:sp>
        <p:nvSpPr>
          <p:cNvPr id="12" name="矩形标注 1">
            <a:extLst>
              <a:ext uri="{FF2B5EF4-FFF2-40B4-BE49-F238E27FC236}">
                <a16:creationId xmlns:a16="http://schemas.microsoft.com/office/drawing/2014/main" id="{7E07F959-74CC-6EA2-097E-FE6192860AC4}"/>
              </a:ext>
            </a:extLst>
          </p:cNvPr>
          <p:cNvSpPr>
            <a:spLocks noChangeArrowheads="1"/>
          </p:cNvSpPr>
          <p:nvPr/>
        </p:nvSpPr>
        <p:spPr bwMode="auto">
          <a:xfrm>
            <a:off x="6743368" y="2834251"/>
            <a:ext cx="2273301" cy="635345"/>
          </a:xfrm>
          <a:prstGeom prst="wedgeRectCallout">
            <a:avLst>
              <a:gd name="adj1" fmla="val -57161"/>
              <a:gd name="adj2" fmla="val -132298"/>
            </a:avLst>
          </a:prstGeom>
          <a:solidFill>
            <a:schemeClr val="accent4">
              <a:lumMod val="20000"/>
              <a:lumOff val="80000"/>
              <a:alpha val="95000"/>
            </a:schemeClr>
          </a:solidFill>
          <a:ln w="19050" algn="ctr">
            <a:solidFill>
              <a:schemeClr val="accent2"/>
            </a:solidFill>
            <a:round/>
            <a:headEnd/>
            <a:tailEnd/>
          </a:ln>
        </p:spPr>
        <p:txBody>
          <a:bodyPr/>
          <a:lstStyle>
            <a:lvl1pPr marL="287338">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marL="0">
              <a:buNone/>
            </a:pPr>
            <a:r>
              <a:rPr lang="en-US" altLang="zh-CN" sz="1800" b="1" i="1" dirty="0">
                <a:solidFill>
                  <a:srgbClr val="C00000"/>
                </a:solidFill>
              </a:rPr>
              <a:t>s</a:t>
            </a:r>
            <a:r>
              <a:rPr lang="en-US" altLang="zh-CN" sz="1800" b="1" dirty="0">
                <a:solidFill>
                  <a:srgbClr val="C00000"/>
                </a:solidFill>
              </a:rPr>
              <a:t>, </a:t>
            </a:r>
            <a:r>
              <a:rPr lang="en-US" altLang="zh-CN" sz="1800" b="1" i="1" dirty="0">
                <a:solidFill>
                  <a:srgbClr val="C00000"/>
                </a:solidFill>
              </a:rPr>
              <a:t>t</a:t>
            </a:r>
            <a:r>
              <a:rPr lang="zh-CN" altLang="en-US" sz="1800" dirty="0">
                <a:solidFill>
                  <a:srgbClr val="C00000"/>
                </a:solidFill>
              </a:rPr>
              <a:t>表示数组的实际长度和元素类型</a:t>
            </a:r>
            <a:endParaRPr lang="zh-CN" altLang="en-US" sz="1800" dirty="0"/>
          </a:p>
        </p:txBody>
      </p:sp>
      <p:grpSp>
        <p:nvGrpSpPr>
          <p:cNvPr id="24" name="组合 23">
            <a:extLst>
              <a:ext uri="{FF2B5EF4-FFF2-40B4-BE49-F238E27FC236}">
                <a16:creationId xmlns:a16="http://schemas.microsoft.com/office/drawing/2014/main" id="{084B7588-F26D-8047-6D21-634F05C6E61F}"/>
              </a:ext>
            </a:extLst>
          </p:cNvPr>
          <p:cNvGrpSpPr/>
          <p:nvPr/>
        </p:nvGrpSpPr>
        <p:grpSpPr>
          <a:xfrm>
            <a:off x="8239189" y="323996"/>
            <a:ext cx="797895" cy="933304"/>
            <a:chOff x="3886580" y="847497"/>
            <a:chExt cx="4416280" cy="5165754"/>
          </a:xfrm>
        </p:grpSpPr>
        <p:sp>
          <p:nvSpPr>
            <p:cNvPr id="26" name="任意多边形: 形状 25">
              <a:extLst>
                <a:ext uri="{FF2B5EF4-FFF2-40B4-BE49-F238E27FC236}">
                  <a16:creationId xmlns:a16="http://schemas.microsoft.com/office/drawing/2014/main" id="{B9EDDB84-48FF-D18F-4056-D1CD57262A56}"/>
                </a:ext>
              </a:extLst>
            </p:cNvPr>
            <p:cNvSpPr/>
            <p:nvPr/>
          </p:nvSpPr>
          <p:spPr>
            <a:xfrm>
              <a:off x="3886580" y="1439608"/>
              <a:ext cx="4046882" cy="4573643"/>
            </a:xfrm>
            <a:custGeom>
              <a:avLst/>
              <a:gdLst>
                <a:gd name="connsiteX0" fmla="*/ 4037552 w 4046882"/>
                <a:gd name="connsiteY0" fmla="*/ 4388107 h 4573643"/>
                <a:gd name="connsiteX1" fmla="*/ -1048 w 4046882"/>
                <a:gd name="connsiteY1" fmla="*/ 4466592 h 4573643"/>
                <a:gd name="connsiteX2" fmla="*/ 362997 w 4046882"/>
                <a:gd name="connsiteY2" fmla="*/ -61 h 4573643"/>
                <a:gd name="connsiteX3" fmla="*/ 3770566 w 4046882"/>
                <a:gd name="connsiteY3" fmla="*/ 184629 h 4573643"/>
                <a:gd name="connsiteX4" fmla="*/ 4037552 w 4046882"/>
                <a:gd name="connsiteY4" fmla="*/ 4388107 h 457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882" h="4573643">
                  <a:moveTo>
                    <a:pt x="4037552" y="4388107"/>
                  </a:moveTo>
                  <a:cubicBezTo>
                    <a:pt x="2836355" y="4647758"/>
                    <a:pt x="1278826" y="4596418"/>
                    <a:pt x="-1048" y="4466592"/>
                  </a:cubicBezTo>
                  <a:cubicBezTo>
                    <a:pt x="120205" y="2977711"/>
                    <a:pt x="241554" y="1488820"/>
                    <a:pt x="362997" y="-61"/>
                  </a:cubicBezTo>
                  <a:lnTo>
                    <a:pt x="3770566" y="184629"/>
                  </a:lnTo>
                  <a:cubicBezTo>
                    <a:pt x="3822287" y="1224378"/>
                    <a:pt x="4096607" y="3668874"/>
                    <a:pt x="4037552" y="4388107"/>
                  </a:cubicBezTo>
                  <a:close/>
                </a:path>
              </a:pathLst>
            </a:custGeom>
            <a:solidFill>
              <a:srgbClr val="CCCCCC"/>
            </a:solidFill>
            <a:ln w="9525"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969C1DB0-3E62-8610-8D0C-B795E8F69762}"/>
                </a:ext>
              </a:extLst>
            </p:cNvPr>
            <p:cNvSpPr/>
            <p:nvPr/>
          </p:nvSpPr>
          <p:spPr>
            <a:xfrm>
              <a:off x="4054888" y="1158049"/>
              <a:ext cx="4046982" cy="4573558"/>
            </a:xfrm>
            <a:custGeom>
              <a:avLst/>
              <a:gdLst>
                <a:gd name="connsiteX0" fmla="*/ 4037552 w 4046982"/>
                <a:gd name="connsiteY0" fmla="*/ 4388107 h 4573558"/>
                <a:gd name="connsiteX1" fmla="*/ -1048 w 4046982"/>
                <a:gd name="connsiteY1" fmla="*/ 4466497 h 4573558"/>
                <a:gd name="connsiteX2" fmla="*/ 363093 w 4046982"/>
                <a:gd name="connsiteY2" fmla="*/ -61 h 4573558"/>
                <a:gd name="connsiteX3" fmla="*/ 3770661 w 4046982"/>
                <a:gd name="connsiteY3" fmla="*/ 184533 h 4573558"/>
                <a:gd name="connsiteX4" fmla="*/ 4037552 w 4046982"/>
                <a:gd name="connsiteY4" fmla="*/ 4388107 h 4573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982" h="4573558">
                  <a:moveTo>
                    <a:pt x="4037552" y="4388107"/>
                  </a:moveTo>
                  <a:cubicBezTo>
                    <a:pt x="2836355" y="4647663"/>
                    <a:pt x="1278826" y="4596323"/>
                    <a:pt x="-1048" y="4466497"/>
                  </a:cubicBezTo>
                  <a:cubicBezTo>
                    <a:pt x="120300" y="2977673"/>
                    <a:pt x="241649" y="1488820"/>
                    <a:pt x="363093" y="-61"/>
                  </a:cubicBezTo>
                  <a:lnTo>
                    <a:pt x="3770661" y="184533"/>
                  </a:lnTo>
                  <a:cubicBezTo>
                    <a:pt x="3822668" y="1224663"/>
                    <a:pt x="4096988" y="3669540"/>
                    <a:pt x="4037552" y="4388107"/>
                  </a:cubicBezTo>
                  <a:close/>
                </a:path>
              </a:pathLst>
            </a:custGeom>
            <a:solidFill>
              <a:srgbClr val="FEEDE6"/>
            </a:solidFill>
            <a:ln w="9525"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8F4EEC36-3C6A-09CB-A5AD-F4C156BADE5D}"/>
                </a:ext>
              </a:extLst>
            </p:cNvPr>
            <p:cNvSpPr/>
            <p:nvPr/>
          </p:nvSpPr>
          <p:spPr>
            <a:xfrm>
              <a:off x="4031375" y="1134474"/>
              <a:ext cx="4093714" cy="4620816"/>
            </a:xfrm>
            <a:custGeom>
              <a:avLst/>
              <a:gdLst>
                <a:gd name="connsiteX0" fmla="*/ 1998330 w 4093714"/>
                <a:gd name="connsiteY0" fmla="*/ 4620755 h 4620816"/>
                <a:gd name="connsiteX1" fmla="*/ 20083 w 4093714"/>
                <a:gd name="connsiteY1" fmla="*/ 4513504 h 4620816"/>
                <a:gd name="connsiteX2" fmla="*/ -968 w 4093714"/>
                <a:gd name="connsiteY2" fmla="*/ 4488167 h 4620816"/>
                <a:gd name="connsiteX3" fmla="*/ 363173 w 4093714"/>
                <a:gd name="connsiteY3" fmla="*/ 21609 h 4620816"/>
                <a:gd name="connsiteX4" fmla="*/ 387843 w 4093714"/>
                <a:gd name="connsiteY4" fmla="*/ -13 h 4620816"/>
                <a:gd name="connsiteX5" fmla="*/ 3795412 w 4093714"/>
                <a:gd name="connsiteY5" fmla="*/ 184582 h 4620816"/>
                <a:gd name="connsiteX6" fmla="*/ 3817700 w 4093714"/>
                <a:gd name="connsiteY6" fmla="*/ 206965 h 4620816"/>
                <a:gd name="connsiteX7" fmla="*/ 3932000 w 4093714"/>
                <a:gd name="connsiteY7" fmla="*/ 1703248 h 4620816"/>
                <a:gd name="connsiteX8" fmla="*/ 4084400 w 4093714"/>
                <a:gd name="connsiteY8" fmla="*/ 4413587 h 4620816"/>
                <a:gd name="connsiteX9" fmla="*/ 4065922 w 4093714"/>
                <a:gd name="connsiteY9" fmla="*/ 4434636 h 4620816"/>
                <a:gd name="connsiteX10" fmla="*/ 1998330 w 4093714"/>
                <a:gd name="connsiteY10" fmla="*/ 4620755 h 4620816"/>
                <a:gd name="connsiteX11" fmla="*/ 47800 w 4093714"/>
                <a:gd name="connsiteY11" fmla="*/ 4468927 h 4620816"/>
                <a:gd name="connsiteX12" fmla="*/ 4038775 w 4093714"/>
                <a:gd name="connsiteY12" fmla="*/ 4392727 h 4620816"/>
                <a:gd name="connsiteX13" fmla="*/ 3884947 w 4093714"/>
                <a:gd name="connsiteY13" fmla="*/ 1707629 h 4620816"/>
                <a:gd name="connsiteX14" fmla="*/ 3771504 w 4093714"/>
                <a:gd name="connsiteY14" fmla="*/ 231254 h 4620816"/>
                <a:gd name="connsiteX15" fmla="*/ 408227 w 4093714"/>
                <a:gd name="connsiteY15" fmla="*/ 48184 h 4620816"/>
                <a:gd name="connsiteX16" fmla="*/ 4061065 w 4093714"/>
                <a:gd name="connsiteY16" fmla="*/ 4411777 h 4620816"/>
                <a:gd name="connsiteX17" fmla="*/ 4061065 w 4093714"/>
                <a:gd name="connsiteY17" fmla="*/ 4411777 h 4620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93714" h="4620816">
                  <a:moveTo>
                    <a:pt x="1998330" y="4620755"/>
                  </a:moveTo>
                  <a:cubicBezTo>
                    <a:pt x="1287289" y="4620755"/>
                    <a:pt x="592726" y="4571606"/>
                    <a:pt x="20083" y="4513504"/>
                  </a:cubicBezTo>
                  <a:cubicBezTo>
                    <a:pt x="7319" y="4512199"/>
                    <a:pt x="-2015" y="4500931"/>
                    <a:pt x="-968" y="4488167"/>
                  </a:cubicBezTo>
                  <a:lnTo>
                    <a:pt x="363173" y="21609"/>
                  </a:lnTo>
                  <a:cubicBezTo>
                    <a:pt x="364031" y="8838"/>
                    <a:pt x="375079" y="-829"/>
                    <a:pt x="387843" y="-13"/>
                  </a:cubicBezTo>
                  <a:lnTo>
                    <a:pt x="3795412" y="184582"/>
                  </a:lnTo>
                  <a:cubicBezTo>
                    <a:pt x="3807414" y="185286"/>
                    <a:pt x="3817034" y="194926"/>
                    <a:pt x="3817700" y="206965"/>
                  </a:cubicBezTo>
                  <a:cubicBezTo>
                    <a:pt x="3836084" y="575488"/>
                    <a:pt x="3882756" y="1123270"/>
                    <a:pt x="3932000" y="1703248"/>
                  </a:cubicBezTo>
                  <a:cubicBezTo>
                    <a:pt x="4021536" y="2755284"/>
                    <a:pt x="4122500" y="3947719"/>
                    <a:pt x="4084400" y="4413587"/>
                  </a:cubicBezTo>
                  <a:cubicBezTo>
                    <a:pt x="4083544" y="4423902"/>
                    <a:pt x="4076018" y="4432446"/>
                    <a:pt x="4065922" y="4434636"/>
                  </a:cubicBezTo>
                  <a:cubicBezTo>
                    <a:pt x="3430509" y="4571987"/>
                    <a:pt x="2706323" y="4620755"/>
                    <a:pt x="1998330" y="4620755"/>
                  </a:cubicBezTo>
                  <a:close/>
                  <a:moveTo>
                    <a:pt x="47800" y="4468927"/>
                  </a:moveTo>
                  <a:cubicBezTo>
                    <a:pt x="1180704" y="4583227"/>
                    <a:pt x="2782238" y="4659998"/>
                    <a:pt x="4038775" y="4392727"/>
                  </a:cubicBezTo>
                  <a:cubicBezTo>
                    <a:pt x="4073160" y="3918858"/>
                    <a:pt x="3973243" y="2744902"/>
                    <a:pt x="3884947" y="1707629"/>
                  </a:cubicBezTo>
                  <a:cubicBezTo>
                    <a:pt x="3836560" y="1138225"/>
                    <a:pt x="3790745" y="599776"/>
                    <a:pt x="3771504" y="231254"/>
                  </a:cubicBezTo>
                  <a:lnTo>
                    <a:pt x="408227" y="48184"/>
                  </a:lnTo>
                  <a:close/>
                  <a:moveTo>
                    <a:pt x="4061065" y="4411777"/>
                  </a:moveTo>
                  <a:lnTo>
                    <a:pt x="4061065" y="4411777"/>
                  </a:lnTo>
                  <a:close/>
                </a:path>
              </a:pathLst>
            </a:custGeom>
            <a:solidFill>
              <a:srgbClr val="454E5F"/>
            </a:solidFill>
            <a:ln w="9525" cap="flat">
              <a:no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20135E75-9249-5F17-4D72-90860D262FEC}"/>
                </a:ext>
              </a:extLst>
            </p:cNvPr>
            <p:cNvSpPr/>
            <p:nvPr/>
          </p:nvSpPr>
          <p:spPr>
            <a:xfrm>
              <a:off x="4246340" y="1138332"/>
              <a:ext cx="4033378" cy="4474152"/>
            </a:xfrm>
            <a:custGeom>
              <a:avLst/>
              <a:gdLst>
                <a:gd name="connsiteX0" fmla="*/ 4030694 w 4033378"/>
                <a:gd name="connsiteY0" fmla="*/ 4188939 h 4474152"/>
                <a:gd name="connsiteX1" fmla="*/ -1048 w 4033378"/>
                <a:gd name="connsiteY1" fmla="*/ 4436589 h 4474152"/>
                <a:gd name="connsiteX2" fmla="*/ 176308 w 4033378"/>
                <a:gd name="connsiteY2" fmla="*/ -61 h 4474152"/>
                <a:gd name="connsiteX3" fmla="*/ 3588544 w 4033378"/>
                <a:gd name="connsiteY3" fmla="*/ 39468 h 4474152"/>
                <a:gd name="connsiteX4" fmla="*/ 4030694 w 4033378"/>
                <a:gd name="connsiteY4" fmla="*/ 4188939 h 447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3378" h="4474152">
                  <a:moveTo>
                    <a:pt x="4030694" y="4188939"/>
                  </a:moveTo>
                  <a:cubicBezTo>
                    <a:pt x="2841308" y="4496406"/>
                    <a:pt x="1283112" y="4511075"/>
                    <a:pt x="-1048" y="4436589"/>
                  </a:cubicBezTo>
                  <a:cubicBezTo>
                    <a:pt x="58102" y="2957737"/>
                    <a:pt x="117252" y="1478857"/>
                    <a:pt x="176308" y="-61"/>
                  </a:cubicBezTo>
                  <a:lnTo>
                    <a:pt x="3588544" y="39468"/>
                  </a:lnTo>
                  <a:cubicBezTo>
                    <a:pt x="3683984" y="1066548"/>
                    <a:pt x="4060126" y="3474754"/>
                    <a:pt x="4030694" y="4188939"/>
                  </a:cubicBezTo>
                  <a:close/>
                </a:path>
              </a:pathLst>
            </a:custGeom>
            <a:solidFill>
              <a:srgbClr val="F9DE8D"/>
            </a:solidFill>
            <a:ln w="9525" cap="flat">
              <a:noFill/>
              <a:prstDash val="solid"/>
              <a:miter/>
            </a:ln>
          </p:spPr>
          <p:txBody>
            <a:bodyPr rtlCol="0" anchor="ctr"/>
            <a:lstStyle/>
            <a:p>
              <a:endParaRPr lang="zh-CN" altLang="en-US"/>
            </a:p>
          </p:txBody>
        </p:sp>
        <p:sp>
          <p:nvSpPr>
            <p:cNvPr id="30" name="任意多边形: 形状 29">
              <a:extLst>
                <a:ext uri="{FF2B5EF4-FFF2-40B4-BE49-F238E27FC236}">
                  <a16:creationId xmlns:a16="http://schemas.microsoft.com/office/drawing/2014/main" id="{18AF5146-CFB9-01F5-624B-22F2DC81CA6C}"/>
                </a:ext>
              </a:extLst>
            </p:cNvPr>
            <p:cNvSpPr/>
            <p:nvPr/>
          </p:nvSpPr>
          <p:spPr>
            <a:xfrm>
              <a:off x="4222892" y="1114329"/>
              <a:ext cx="4079968" cy="4521612"/>
            </a:xfrm>
            <a:custGeom>
              <a:avLst/>
              <a:gdLst>
                <a:gd name="connsiteX0" fmla="*/ 1275319 w 4079968"/>
                <a:gd name="connsiteY0" fmla="*/ 4521552 h 4521612"/>
                <a:gd name="connsiteX1" fmla="*/ 21066 w 4079968"/>
                <a:gd name="connsiteY1" fmla="*/ 4483452 h 4521612"/>
                <a:gd name="connsiteX2" fmla="*/ -1031 w 4079968"/>
                <a:gd name="connsiteY2" fmla="*/ 4459068 h 4521612"/>
                <a:gd name="connsiteX3" fmla="*/ 176324 w 4079968"/>
                <a:gd name="connsiteY3" fmla="*/ 22418 h 4521612"/>
                <a:gd name="connsiteX4" fmla="*/ 199755 w 4079968"/>
                <a:gd name="connsiteY4" fmla="*/ -61 h 4521612"/>
                <a:gd name="connsiteX5" fmla="*/ 199755 w 4079968"/>
                <a:gd name="connsiteY5" fmla="*/ -61 h 4521612"/>
                <a:gd name="connsiteX6" fmla="*/ 3611991 w 4079968"/>
                <a:gd name="connsiteY6" fmla="*/ 39468 h 4521612"/>
                <a:gd name="connsiteX7" fmla="*/ 3635042 w 4079968"/>
                <a:gd name="connsiteY7" fmla="*/ 60708 h 4521612"/>
                <a:gd name="connsiteX8" fmla="*/ 3811826 w 4079968"/>
                <a:gd name="connsiteY8" fmla="*/ 1537083 h 4521612"/>
                <a:gd name="connsiteX9" fmla="*/ 4077287 w 4079968"/>
                <a:gd name="connsiteY9" fmla="*/ 4213609 h 4521612"/>
                <a:gd name="connsiteX10" fmla="*/ 4059666 w 4079968"/>
                <a:gd name="connsiteY10" fmla="*/ 4235326 h 4521612"/>
                <a:gd name="connsiteX11" fmla="*/ 1275319 w 4079968"/>
                <a:gd name="connsiteY11" fmla="*/ 4521552 h 4521612"/>
                <a:gd name="connsiteX12" fmla="*/ 46594 w 4079968"/>
                <a:gd name="connsiteY12" fmla="*/ 4438208 h 4521612"/>
                <a:gd name="connsiteX13" fmla="*/ 4031187 w 4079968"/>
                <a:gd name="connsiteY13" fmla="*/ 4194559 h 4521612"/>
                <a:gd name="connsiteX14" fmla="*/ 3765439 w 4079968"/>
                <a:gd name="connsiteY14" fmla="*/ 1543370 h 4521612"/>
                <a:gd name="connsiteX15" fmla="*/ 3590465 w 4079968"/>
                <a:gd name="connsiteY15" fmla="*/ 86045 h 4521612"/>
                <a:gd name="connsiteX16" fmla="*/ 222139 w 4079968"/>
                <a:gd name="connsiteY16" fmla="*/ 47088 h 4521612"/>
                <a:gd name="connsiteX17" fmla="*/ 4053952 w 4079968"/>
                <a:gd name="connsiteY17" fmla="*/ 4212942 h 4521612"/>
                <a:gd name="connsiteX18" fmla="*/ 4053952 w 4079968"/>
                <a:gd name="connsiteY18" fmla="*/ 4212942 h 45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79968" h="4521612">
                  <a:moveTo>
                    <a:pt x="1275319" y="4521552"/>
                  </a:moveTo>
                  <a:cubicBezTo>
                    <a:pt x="825167" y="4521552"/>
                    <a:pt x="397113" y="4505645"/>
                    <a:pt x="21066" y="4483452"/>
                  </a:cubicBezTo>
                  <a:cubicBezTo>
                    <a:pt x="8303" y="4482680"/>
                    <a:pt x="-1508" y="4471851"/>
                    <a:pt x="-1031" y="4459068"/>
                  </a:cubicBezTo>
                  <a:lnTo>
                    <a:pt x="176324" y="22418"/>
                  </a:lnTo>
                  <a:cubicBezTo>
                    <a:pt x="176800" y="9851"/>
                    <a:pt x="187182" y="-72"/>
                    <a:pt x="199755" y="-61"/>
                  </a:cubicBezTo>
                  <a:lnTo>
                    <a:pt x="199755" y="-61"/>
                  </a:lnTo>
                  <a:lnTo>
                    <a:pt x="3611991" y="39468"/>
                  </a:lnTo>
                  <a:cubicBezTo>
                    <a:pt x="3623993" y="39566"/>
                    <a:pt x="3633993" y="48754"/>
                    <a:pt x="3635042" y="60708"/>
                  </a:cubicBezTo>
                  <a:cubicBezTo>
                    <a:pt x="3668855" y="424754"/>
                    <a:pt x="3738293" y="965107"/>
                    <a:pt x="3811826" y="1537083"/>
                  </a:cubicBezTo>
                  <a:cubicBezTo>
                    <a:pt x="3945176" y="2574737"/>
                    <a:pt x="4096337" y="3750789"/>
                    <a:pt x="4077287" y="4213609"/>
                  </a:cubicBezTo>
                  <a:cubicBezTo>
                    <a:pt x="4076812" y="4223934"/>
                    <a:pt x="4069668" y="4232744"/>
                    <a:pt x="4059666" y="4235326"/>
                  </a:cubicBezTo>
                  <a:cubicBezTo>
                    <a:pt x="3212512" y="4454687"/>
                    <a:pt x="2197719" y="4521552"/>
                    <a:pt x="1275319" y="4521552"/>
                  </a:cubicBezTo>
                  <a:close/>
                  <a:moveTo>
                    <a:pt x="46594" y="4438208"/>
                  </a:moveTo>
                  <a:cubicBezTo>
                    <a:pt x="1183212" y="4503359"/>
                    <a:pt x="2786554" y="4512503"/>
                    <a:pt x="4031187" y="4194559"/>
                  </a:cubicBezTo>
                  <a:cubicBezTo>
                    <a:pt x="4045665" y="3724024"/>
                    <a:pt x="3896884" y="2566355"/>
                    <a:pt x="3765439" y="1543370"/>
                  </a:cubicBezTo>
                  <a:cubicBezTo>
                    <a:pt x="3693240" y="981395"/>
                    <a:pt x="3625041" y="450757"/>
                    <a:pt x="3590465" y="86045"/>
                  </a:cubicBezTo>
                  <a:lnTo>
                    <a:pt x="222139" y="47088"/>
                  </a:lnTo>
                  <a:close/>
                  <a:moveTo>
                    <a:pt x="4053952" y="4212942"/>
                  </a:moveTo>
                  <a:lnTo>
                    <a:pt x="4053952" y="4212942"/>
                  </a:lnTo>
                  <a:close/>
                </a:path>
              </a:pathLst>
            </a:custGeom>
            <a:solidFill>
              <a:srgbClr val="454E5F"/>
            </a:solidFill>
            <a:ln w="9525" cap="flat">
              <a:noFill/>
              <a:prstDash val="solid"/>
              <a:miter/>
            </a:ln>
          </p:spPr>
          <p:txBody>
            <a:bodyPr rtlCol="0" anchor="ctr"/>
            <a:lstStyle/>
            <a:p>
              <a:endParaRPr lang="zh-CN" altLang="en-US"/>
            </a:p>
          </p:txBody>
        </p:sp>
        <p:sp>
          <p:nvSpPr>
            <p:cNvPr id="31" name="任意多边形: 形状 30">
              <a:extLst>
                <a:ext uri="{FF2B5EF4-FFF2-40B4-BE49-F238E27FC236}">
                  <a16:creationId xmlns:a16="http://schemas.microsoft.com/office/drawing/2014/main" id="{46F1E5C4-7824-05CA-D1C9-7456DC1D1D3E}"/>
                </a:ext>
              </a:extLst>
            </p:cNvPr>
            <p:cNvSpPr/>
            <p:nvPr/>
          </p:nvSpPr>
          <p:spPr>
            <a:xfrm>
              <a:off x="4367878" y="1021600"/>
              <a:ext cx="3884107" cy="4498518"/>
            </a:xfrm>
            <a:custGeom>
              <a:avLst/>
              <a:gdLst>
                <a:gd name="connsiteX0" fmla="*/ 3878580 w 3884107"/>
                <a:gd name="connsiteY0" fmla="*/ 3461565 h 4498518"/>
                <a:gd name="connsiteX1" fmla="*/ 3871056 w 3884107"/>
                <a:gd name="connsiteY1" fmla="*/ 3856186 h 4498518"/>
                <a:gd name="connsiteX2" fmla="*/ 3850291 w 3884107"/>
                <a:gd name="connsiteY2" fmla="*/ 3870569 h 4498518"/>
                <a:gd name="connsiteX3" fmla="*/ 3833146 w 3884107"/>
                <a:gd name="connsiteY3" fmla="*/ 3882380 h 4498518"/>
                <a:gd name="connsiteX4" fmla="*/ 3148584 w 3884107"/>
                <a:gd name="connsiteY4" fmla="*/ 4320530 h 4498518"/>
                <a:gd name="connsiteX5" fmla="*/ 3039619 w 3884107"/>
                <a:gd name="connsiteY5" fmla="*/ 4385872 h 4498518"/>
                <a:gd name="connsiteX6" fmla="*/ 2977420 w 3884107"/>
                <a:gd name="connsiteY6" fmla="*/ 4422638 h 4498518"/>
                <a:gd name="connsiteX7" fmla="*/ 2914937 w 3884107"/>
                <a:gd name="connsiteY7" fmla="*/ 4459119 h 4498518"/>
                <a:gd name="connsiteX8" fmla="*/ 2852452 w 3884107"/>
                <a:gd name="connsiteY8" fmla="*/ 4495409 h 4498518"/>
                <a:gd name="connsiteX9" fmla="*/ 2847404 w 3884107"/>
                <a:gd name="connsiteY9" fmla="*/ 4498457 h 4498518"/>
                <a:gd name="connsiteX10" fmla="*/ 2233137 w 3884107"/>
                <a:gd name="connsiteY10" fmla="*/ 4485217 h 4498518"/>
                <a:gd name="connsiteX11" fmla="*/ 6572 w 3884107"/>
                <a:gd name="connsiteY11" fmla="*/ 4431306 h 4498518"/>
                <a:gd name="connsiteX12" fmla="*/ 75153 w 3884107"/>
                <a:gd name="connsiteY12" fmla="*/ 114861 h 4498518"/>
                <a:gd name="connsiteX13" fmla="*/ 3768663 w 3884107"/>
                <a:gd name="connsiteY13" fmla="*/ 32375 h 4498518"/>
                <a:gd name="connsiteX14" fmla="*/ 3878580 w 3884107"/>
                <a:gd name="connsiteY14" fmla="*/ 3461565 h 449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84107" h="4498518">
                  <a:moveTo>
                    <a:pt x="3878580" y="3461565"/>
                  </a:moveTo>
                  <a:cubicBezTo>
                    <a:pt x="3876676" y="3593391"/>
                    <a:pt x="3874199" y="3724932"/>
                    <a:pt x="3871056" y="3856186"/>
                  </a:cubicBezTo>
                  <a:lnTo>
                    <a:pt x="3850291" y="3870569"/>
                  </a:lnTo>
                  <a:cubicBezTo>
                    <a:pt x="3844577" y="3874570"/>
                    <a:pt x="3838862" y="3878570"/>
                    <a:pt x="3833146" y="3882380"/>
                  </a:cubicBezTo>
                  <a:cubicBezTo>
                    <a:pt x="3608928" y="4034780"/>
                    <a:pt x="3380708" y="4180827"/>
                    <a:pt x="3148584" y="4320530"/>
                  </a:cubicBezTo>
                  <a:cubicBezTo>
                    <a:pt x="3112295" y="4342438"/>
                    <a:pt x="3076004" y="4364221"/>
                    <a:pt x="3039619" y="4385872"/>
                  </a:cubicBezTo>
                  <a:cubicBezTo>
                    <a:pt x="3018854" y="4398254"/>
                    <a:pt x="2998185" y="4410446"/>
                    <a:pt x="2977420" y="4422638"/>
                  </a:cubicBezTo>
                  <a:lnTo>
                    <a:pt x="2914937" y="4459119"/>
                  </a:lnTo>
                  <a:cubicBezTo>
                    <a:pt x="2894172" y="4471311"/>
                    <a:pt x="2873313" y="4483408"/>
                    <a:pt x="2852452" y="4495409"/>
                  </a:cubicBezTo>
                  <a:lnTo>
                    <a:pt x="2847404" y="4498457"/>
                  </a:lnTo>
                  <a:cubicBezTo>
                    <a:pt x="2642521" y="4495409"/>
                    <a:pt x="2437829" y="4490999"/>
                    <a:pt x="2233137" y="4485217"/>
                  </a:cubicBezTo>
                  <a:cubicBezTo>
                    <a:pt x="1491139" y="4465024"/>
                    <a:pt x="749809" y="4433877"/>
                    <a:pt x="6572" y="4431306"/>
                  </a:cubicBezTo>
                  <a:cubicBezTo>
                    <a:pt x="-14573" y="2992078"/>
                    <a:pt x="8287" y="1553260"/>
                    <a:pt x="75153" y="114861"/>
                  </a:cubicBezTo>
                  <a:cubicBezTo>
                    <a:pt x="1314260" y="-15060"/>
                    <a:pt x="2524031" y="-22870"/>
                    <a:pt x="3768663" y="32375"/>
                  </a:cubicBezTo>
                  <a:cubicBezTo>
                    <a:pt x="3866865" y="1159849"/>
                    <a:pt x="3895249" y="2321328"/>
                    <a:pt x="3878580" y="3461565"/>
                  </a:cubicBezTo>
                  <a:close/>
                </a:path>
              </a:pathLst>
            </a:custGeom>
            <a:solidFill>
              <a:srgbClr val="FFFFFF"/>
            </a:solidFill>
            <a:ln w="9525" cap="flat">
              <a:noFill/>
              <a:prstDash val="solid"/>
              <a:miter/>
            </a:ln>
          </p:spPr>
          <p:txBody>
            <a:bodyPr rtlCol="0" anchor="ctr"/>
            <a:lstStyle/>
            <a:p>
              <a:endParaRPr lang="zh-CN" altLang="en-US"/>
            </a:p>
          </p:txBody>
        </p:sp>
        <p:sp>
          <p:nvSpPr>
            <p:cNvPr id="32" name="任意多边形: 形状 31">
              <a:extLst>
                <a:ext uri="{FF2B5EF4-FFF2-40B4-BE49-F238E27FC236}">
                  <a16:creationId xmlns:a16="http://schemas.microsoft.com/office/drawing/2014/main" id="{90B981D1-3E38-FF4B-61D9-B9D7E9A34713}"/>
                </a:ext>
              </a:extLst>
            </p:cNvPr>
            <p:cNvSpPr/>
            <p:nvPr/>
          </p:nvSpPr>
          <p:spPr>
            <a:xfrm>
              <a:off x="7221378" y="4762500"/>
              <a:ext cx="997839" cy="754570"/>
            </a:xfrm>
            <a:custGeom>
              <a:avLst/>
              <a:gdLst>
                <a:gd name="connsiteX0" fmla="*/ 996791 w 997839"/>
                <a:gd name="connsiteY0" fmla="*/ 129669 h 754570"/>
                <a:gd name="connsiteX1" fmla="*/ 979646 w 997839"/>
                <a:gd name="connsiteY1" fmla="*/ 141480 h 754570"/>
                <a:gd name="connsiteX2" fmla="*/ 295084 w 997839"/>
                <a:gd name="connsiteY2" fmla="*/ 579631 h 754570"/>
                <a:gd name="connsiteX3" fmla="*/ 186119 w 997839"/>
                <a:gd name="connsiteY3" fmla="*/ 644972 h 754570"/>
                <a:gd name="connsiteX4" fmla="*/ 123920 w 997839"/>
                <a:gd name="connsiteY4" fmla="*/ 681738 h 754570"/>
                <a:gd name="connsiteX5" fmla="*/ 61437 w 997839"/>
                <a:gd name="connsiteY5" fmla="*/ 718219 h 754570"/>
                <a:gd name="connsiteX6" fmla="*/ -1048 w 997839"/>
                <a:gd name="connsiteY6" fmla="*/ 754509 h 754570"/>
                <a:gd name="connsiteX7" fmla="*/ 205835 w 997839"/>
                <a:gd name="connsiteY7" fmla="*/ 125002 h 754570"/>
                <a:gd name="connsiteX8" fmla="*/ 242887 w 997839"/>
                <a:gd name="connsiteY8" fmla="*/ -61 h 754570"/>
                <a:gd name="connsiteX9" fmla="*/ 330041 w 997839"/>
                <a:gd name="connsiteY9" fmla="*/ 10988 h 754570"/>
                <a:gd name="connsiteX10" fmla="*/ 336614 w 997839"/>
                <a:gd name="connsiteY10" fmla="*/ 11845 h 754570"/>
                <a:gd name="connsiteX11" fmla="*/ 339948 w 997839"/>
                <a:gd name="connsiteY11" fmla="*/ 12512 h 754570"/>
                <a:gd name="connsiteX12" fmla="*/ 382238 w 997839"/>
                <a:gd name="connsiteY12" fmla="*/ 20513 h 754570"/>
                <a:gd name="connsiteX13" fmla="*/ 433196 w 997839"/>
                <a:gd name="connsiteY13" fmla="*/ 31467 h 754570"/>
                <a:gd name="connsiteX14" fmla="*/ 717423 w 997839"/>
                <a:gd name="connsiteY14" fmla="*/ 87569 h 754570"/>
                <a:gd name="connsiteX15" fmla="*/ 996791 w 997839"/>
                <a:gd name="connsiteY15" fmla="*/ 129669 h 75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97839" h="754570">
                  <a:moveTo>
                    <a:pt x="996791" y="129669"/>
                  </a:moveTo>
                  <a:cubicBezTo>
                    <a:pt x="991076" y="133670"/>
                    <a:pt x="985362" y="137670"/>
                    <a:pt x="979646" y="141480"/>
                  </a:cubicBezTo>
                  <a:cubicBezTo>
                    <a:pt x="755428" y="293880"/>
                    <a:pt x="527208" y="439927"/>
                    <a:pt x="295084" y="579631"/>
                  </a:cubicBezTo>
                  <a:cubicBezTo>
                    <a:pt x="258794" y="601538"/>
                    <a:pt x="222504" y="623321"/>
                    <a:pt x="186119" y="644972"/>
                  </a:cubicBezTo>
                  <a:cubicBezTo>
                    <a:pt x="165354" y="657354"/>
                    <a:pt x="144685" y="669547"/>
                    <a:pt x="123920" y="681738"/>
                  </a:cubicBezTo>
                  <a:lnTo>
                    <a:pt x="61437" y="718219"/>
                  </a:lnTo>
                  <a:cubicBezTo>
                    <a:pt x="40672" y="730411"/>
                    <a:pt x="19812" y="742508"/>
                    <a:pt x="-1048" y="754509"/>
                  </a:cubicBezTo>
                  <a:cubicBezTo>
                    <a:pt x="73438" y="546674"/>
                    <a:pt x="142399" y="336838"/>
                    <a:pt x="205835" y="125002"/>
                  </a:cubicBezTo>
                  <a:cubicBezTo>
                    <a:pt x="218504" y="83349"/>
                    <a:pt x="230886" y="41658"/>
                    <a:pt x="242887" y="-61"/>
                  </a:cubicBezTo>
                  <a:cubicBezTo>
                    <a:pt x="271462" y="4416"/>
                    <a:pt x="300989" y="7368"/>
                    <a:pt x="330041" y="10988"/>
                  </a:cubicBezTo>
                  <a:lnTo>
                    <a:pt x="336614" y="11845"/>
                  </a:lnTo>
                  <a:lnTo>
                    <a:pt x="339948" y="12512"/>
                  </a:lnTo>
                  <a:cubicBezTo>
                    <a:pt x="353854" y="15560"/>
                    <a:pt x="368523" y="17465"/>
                    <a:pt x="382238" y="20513"/>
                  </a:cubicBezTo>
                  <a:lnTo>
                    <a:pt x="433196" y="31467"/>
                  </a:lnTo>
                  <a:cubicBezTo>
                    <a:pt x="527590" y="51850"/>
                    <a:pt x="621983" y="71662"/>
                    <a:pt x="717423" y="87569"/>
                  </a:cubicBezTo>
                  <a:cubicBezTo>
                    <a:pt x="810292" y="103190"/>
                    <a:pt x="903352" y="117001"/>
                    <a:pt x="996791" y="129669"/>
                  </a:cubicBezTo>
                  <a:close/>
                </a:path>
              </a:pathLst>
            </a:custGeom>
            <a:solidFill>
              <a:srgbClr val="CCCCCC"/>
            </a:solidFill>
            <a:ln w="9525" cap="flat">
              <a:noFill/>
              <a:prstDash val="solid"/>
              <a:miter/>
            </a:ln>
          </p:spPr>
          <p:txBody>
            <a:bodyPr rtlCol="0" anchor="ctr"/>
            <a:lstStyle/>
            <a:p>
              <a:endParaRPr lang="zh-CN" altLang="en-US"/>
            </a:p>
          </p:txBody>
        </p:sp>
        <p:sp>
          <p:nvSpPr>
            <p:cNvPr id="33" name="任意多边形: 形状 32">
              <a:extLst>
                <a:ext uri="{FF2B5EF4-FFF2-40B4-BE49-F238E27FC236}">
                  <a16:creationId xmlns:a16="http://schemas.microsoft.com/office/drawing/2014/main" id="{4ED03584-87DC-C08C-C464-64899F177C9D}"/>
                </a:ext>
              </a:extLst>
            </p:cNvPr>
            <p:cNvSpPr/>
            <p:nvPr/>
          </p:nvSpPr>
          <p:spPr>
            <a:xfrm>
              <a:off x="4345043" y="998169"/>
              <a:ext cx="3930892" cy="4545674"/>
            </a:xfrm>
            <a:custGeom>
              <a:avLst/>
              <a:gdLst>
                <a:gd name="connsiteX0" fmla="*/ 2870239 w 3930892"/>
                <a:gd name="connsiteY0" fmla="*/ 4545605 h 4545674"/>
                <a:gd name="connsiteX1" fmla="*/ 2870239 w 3930892"/>
                <a:gd name="connsiteY1" fmla="*/ 4545605 h 4545674"/>
                <a:gd name="connsiteX2" fmla="*/ 2255687 w 3930892"/>
                <a:gd name="connsiteY2" fmla="*/ 4532365 h 4545674"/>
                <a:gd name="connsiteX3" fmla="*/ 1636561 w 3930892"/>
                <a:gd name="connsiteY3" fmla="*/ 4513792 h 4545674"/>
                <a:gd name="connsiteX4" fmla="*/ 29884 w 3930892"/>
                <a:gd name="connsiteY4" fmla="*/ 4478454 h 4545674"/>
                <a:gd name="connsiteX5" fmla="*/ 6548 w 3930892"/>
                <a:gd name="connsiteY5" fmla="*/ 4455403 h 4545674"/>
                <a:gd name="connsiteX6" fmla="*/ 75128 w 3930892"/>
                <a:gd name="connsiteY6" fmla="*/ 137245 h 4545674"/>
                <a:gd name="connsiteX7" fmla="*/ 96082 w 3930892"/>
                <a:gd name="connsiteY7" fmla="*/ 114956 h 4545674"/>
                <a:gd name="connsiteX8" fmla="*/ 3793116 w 3930892"/>
                <a:gd name="connsiteY8" fmla="*/ 32374 h 4545674"/>
                <a:gd name="connsiteX9" fmla="*/ 3815499 w 3930892"/>
                <a:gd name="connsiteY9" fmla="*/ 53806 h 4545674"/>
                <a:gd name="connsiteX10" fmla="*/ 3925418 w 3930892"/>
                <a:gd name="connsiteY10" fmla="*/ 3485282 h 4545674"/>
                <a:gd name="connsiteX11" fmla="*/ 3917893 w 3930892"/>
                <a:gd name="connsiteY11" fmla="*/ 3880189 h 4545674"/>
                <a:gd name="connsiteX12" fmla="*/ 3907797 w 3930892"/>
                <a:gd name="connsiteY12" fmla="*/ 3899239 h 4545674"/>
                <a:gd name="connsiteX13" fmla="*/ 3886937 w 3930892"/>
                <a:gd name="connsiteY13" fmla="*/ 3913621 h 4545674"/>
                <a:gd name="connsiteX14" fmla="*/ 3869602 w 3930892"/>
                <a:gd name="connsiteY14" fmla="*/ 3925528 h 4545674"/>
                <a:gd name="connsiteX15" fmla="*/ 3183802 w 3930892"/>
                <a:gd name="connsiteY15" fmla="*/ 4364535 h 4545674"/>
                <a:gd name="connsiteX16" fmla="*/ 3074550 w 3930892"/>
                <a:gd name="connsiteY16" fmla="*/ 4429972 h 4545674"/>
                <a:gd name="connsiteX17" fmla="*/ 3012352 w 3930892"/>
                <a:gd name="connsiteY17" fmla="*/ 4466833 h 4545674"/>
                <a:gd name="connsiteX18" fmla="*/ 2949867 w 3930892"/>
                <a:gd name="connsiteY18" fmla="*/ 4503410 h 4545674"/>
                <a:gd name="connsiteX19" fmla="*/ 2887098 w 3930892"/>
                <a:gd name="connsiteY19" fmla="*/ 4539795 h 4545674"/>
                <a:gd name="connsiteX20" fmla="*/ 2881765 w 3930892"/>
                <a:gd name="connsiteY20" fmla="*/ 4542938 h 4545674"/>
                <a:gd name="connsiteX21" fmla="*/ 2870239 w 3930892"/>
                <a:gd name="connsiteY21" fmla="*/ 4545605 h 4545674"/>
                <a:gd name="connsiteX22" fmla="*/ 52458 w 3930892"/>
                <a:gd name="connsiteY22" fmla="*/ 4431305 h 4545674"/>
                <a:gd name="connsiteX23" fmla="*/ 1637514 w 3930892"/>
                <a:gd name="connsiteY23" fmla="*/ 4466548 h 4545674"/>
                <a:gd name="connsiteX24" fmla="*/ 2256639 w 3930892"/>
                <a:gd name="connsiteY24" fmla="*/ 4485598 h 4545674"/>
                <a:gd name="connsiteX25" fmla="*/ 2864048 w 3930892"/>
                <a:gd name="connsiteY25" fmla="*/ 4498742 h 4545674"/>
                <a:gd name="connsiteX26" fmla="*/ 2926055 w 3930892"/>
                <a:gd name="connsiteY26" fmla="*/ 4462738 h 4545674"/>
                <a:gd name="connsiteX27" fmla="*/ 2988539 w 3930892"/>
                <a:gd name="connsiteY27" fmla="*/ 4426162 h 4545674"/>
                <a:gd name="connsiteX28" fmla="*/ 3050452 w 3930892"/>
                <a:gd name="connsiteY28" fmla="*/ 4389490 h 4545674"/>
                <a:gd name="connsiteX29" fmla="*/ 3159417 w 3930892"/>
                <a:gd name="connsiteY29" fmla="*/ 4324244 h 4545674"/>
                <a:gd name="connsiteX30" fmla="*/ 3842836 w 3930892"/>
                <a:gd name="connsiteY30" fmla="*/ 3886094 h 4545674"/>
                <a:gd name="connsiteX31" fmla="*/ 3859696 w 3930892"/>
                <a:gd name="connsiteY31" fmla="*/ 3874474 h 4545674"/>
                <a:gd name="connsiteX32" fmla="*/ 3870840 w 3930892"/>
                <a:gd name="connsiteY32" fmla="*/ 3866759 h 4545674"/>
                <a:gd name="connsiteX33" fmla="*/ 3878079 w 3930892"/>
                <a:gd name="connsiteY33" fmla="*/ 3484235 h 4545674"/>
                <a:gd name="connsiteX34" fmla="*/ 3878079 w 3930892"/>
                <a:gd name="connsiteY34" fmla="*/ 3484235 h 4545674"/>
                <a:gd name="connsiteX35" fmla="*/ 3770066 w 3930892"/>
                <a:gd name="connsiteY35" fmla="*/ 77904 h 4545674"/>
                <a:gd name="connsiteX36" fmla="*/ 120562 w 3930892"/>
                <a:gd name="connsiteY36" fmla="*/ 159152 h 4545674"/>
                <a:gd name="connsiteX37" fmla="*/ 52458 w 3930892"/>
                <a:gd name="connsiteY37" fmla="*/ 4431686 h 4545674"/>
                <a:gd name="connsiteX38" fmla="*/ 3893891 w 3930892"/>
                <a:gd name="connsiteY38" fmla="*/ 3878855 h 4545674"/>
                <a:gd name="connsiteX39" fmla="*/ 3893891 w 3930892"/>
                <a:gd name="connsiteY39" fmla="*/ 3878855 h 45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930892" h="4545674">
                  <a:moveTo>
                    <a:pt x="2870239" y="4545605"/>
                  </a:moveTo>
                  <a:lnTo>
                    <a:pt x="2870239" y="4545605"/>
                  </a:lnTo>
                  <a:cubicBezTo>
                    <a:pt x="2686025" y="4542938"/>
                    <a:pt x="2485048" y="4538557"/>
                    <a:pt x="2255687" y="4532365"/>
                  </a:cubicBezTo>
                  <a:cubicBezTo>
                    <a:pt x="2049184" y="4526746"/>
                    <a:pt x="1839348" y="4520174"/>
                    <a:pt x="1636561" y="4513792"/>
                  </a:cubicBezTo>
                  <a:cubicBezTo>
                    <a:pt x="1110305" y="4497314"/>
                    <a:pt x="566047" y="4480264"/>
                    <a:pt x="29884" y="4478454"/>
                  </a:cubicBezTo>
                  <a:cubicBezTo>
                    <a:pt x="17121" y="4478454"/>
                    <a:pt x="6738" y="4468176"/>
                    <a:pt x="6548" y="4455403"/>
                  </a:cubicBezTo>
                  <a:cubicBezTo>
                    <a:pt x="-14598" y="3021891"/>
                    <a:pt x="8453" y="1569328"/>
                    <a:pt x="75128" y="137245"/>
                  </a:cubicBezTo>
                  <a:cubicBezTo>
                    <a:pt x="75699" y="125668"/>
                    <a:pt x="84557" y="116210"/>
                    <a:pt x="96082" y="114956"/>
                  </a:cubicBezTo>
                  <a:cubicBezTo>
                    <a:pt x="1223652" y="-3249"/>
                    <a:pt x="2398371" y="-29538"/>
                    <a:pt x="3793116" y="32374"/>
                  </a:cubicBezTo>
                  <a:cubicBezTo>
                    <a:pt x="3804927" y="32901"/>
                    <a:pt x="3814452" y="42063"/>
                    <a:pt x="3815499" y="53806"/>
                  </a:cubicBezTo>
                  <a:cubicBezTo>
                    <a:pt x="3906464" y="1098984"/>
                    <a:pt x="3943421" y="2253509"/>
                    <a:pt x="3925418" y="3485282"/>
                  </a:cubicBezTo>
                  <a:cubicBezTo>
                    <a:pt x="3923609" y="3613679"/>
                    <a:pt x="3921037" y="3746553"/>
                    <a:pt x="3917893" y="3880189"/>
                  </a:cubicBezTo>
                  <a:cubicBezTo>
                    <a:pt x="3917799" y="3887799"/>
                    <a:pt x="3914084" y="3894905"/>
                    <a:pt x="3907797" y="3899239"/>
                  </a:cubicBezTo>
                  <a:lnTo>
                    <a:pt x="3886937" y="3913621"/>
                  </a:lnTo>
                  <a:cubicBezTo>
                    <a:pt x="3881318" y="3917622"/>
                    <a:pt x="3875412" y="3921622"/>
                    <a:pt x="3869602" y="3925528"/>
                  </a:cubicBezTo>
                  <a:cubicBezTo>
                    <a:pt x="3653194" y="4072879"/>
                    <a:pt x="3422499" y="4220803"/>
                    <a:pt x="3183802" y="4364535"/>
                  </a:cubicBezTo>
                  <a:cubicBezTo>
                    <a:pt x="3147417" y="4386538"/>
                    <a:pt x="3111126" y="4408350"/>
                    <a:pt x="3074550" y="4429972"/>
                  </a:cubicBezTo>
                  <a:cubicBezTo>
                    <a:pt x="3053881" y="4442354"/>
                    <a:pt x="3033117" y="4454546"/>
                    <a:pt x="3012352" y="4466833"/>
                  </a:cubicBezTo>
                  <a:lnTo>
                    <a:pt x="2949867" y="4503410"/>
                  </a:lnTo>
                  <a:cubicBezTo>
                    <a:pt x="2929008" y="4515601"/>
                    <a:pt x="2908054" y="4527727"/>
                    <a:pt x="2887098" y="4539795"/>
                  </a:cubicBezTo>
                  <a:cubicBezTo>
                    <a:pt x="2885764" y="4540652"/>
                    <a:pt x="2883764" y="4541890"/>
                    <a:pt x="2881765" y="4542938"/>
                  </a:cubicBezTo>
                  <a:cubicBezTo>
                    <a:pt x="2878240" y="4544786"/>
                    <a:pt x="2874239" y="4545710"/>
                    <a:pt x="2870239" y="4545605"/>
                  </a:cubicBezTo>
                  <a:close/>
                  <a:moveTo>
                    <a:pt x="52458" y="4431305"/>
                  </a:moveTo>
                  <a:cubicBezTo>
                    <a:pt x="581857" y="4433496"/>
                    <a:pt x="1118401" y="4450355"/>
                    <a:pt x="1637514" y="4466548"/>
                  </a:cubicBezTo>
                  <a:cubicBezTo>
                    <a:pt x="1840396" y="4472930"/>
                    <a:pt x="2050232" y="4479502"/>
                    <a:pt x="2256639" y="4485598"/>
                  </a:cubicBezTo>
                  <a:cubicBezTo>
                    <a:pt x="2483142" y="4491694"/>
                    <a:pt x="2681930" y="4495980"/>
                    <a:pt x="2864048" y="4498742"/>
                  </a:cubicBezTo>
                  <a:cubicBezTo>
                    <a:pt x="2885193" y="4486646"/>
                    <a:pt x="2905577" y="4474739"/>
                    <a:pt x="2926055" y="4462738"/>
                  </a:cubicBezTo>
                  <a:lnTo>
                    <a:pt x="2988539" y="4426162"/>
                  </a:lnTo>
                  <a:cubicBezTo>
                    <a:pt x="3009114" y="4414094"/>
                    <a:pt x="3029782" y="4401873"/>
                    <a:pt x="3050452" y="4389490"/>
                  </a:cubicBezTo>
                  <a:cubicBezTo>
                    <a:pt x="3086932" y="4367898"/>
                    <a:pt x="3123223" y="4346152"/>
                    <a:pt x="3159417" y="4324244"/>
                  </a:cubicBezTo>
                  <a:cubicBezTo>
                    <a:pt x="3397542" y="4180702"/>
                    <a:pt x="3627000" y="4033446"/>
                    <a:pt x="3842836" y="3886094"/>
                  </a:cubicBezTo>
                  <a:lnTo>
                    <a:pt x="3859696" y="3874474"/>
                  </a:lnTo>
                  <a:lnTo>
                    <a:pt x="3870840" y="3866759"/>
                  </a:lnTo>
                  <a:cubicBezTo>
                    <a:pt x="3873888" y="3737314"/>
                    <a:pt x="3876269" y="3608631"/>
                    <a:pt x="3878079" y="3484235"/>
                  </a:cubicBezTo>
                  <a:lnTo>
                    <a:pt x="3878079" y="3484235"/>
                  </a:lnTo>
                  <a:cubicBezTo>
                    <a:pt x="3895986" y="2262082"/>
                    <a:pt x="3859600" y="1116224"/>
                    <a:pt x="3770066" y="77904"/>
                  </a:cubicBezTo>
                  <a:cubicBezTo>
                    <a:pt x="2394942" y="17706"/>
                    <a:pt x="1234035" y="43519"/>
                    <a:pt x="120562" y="159152"/>
                  </a:cubicBezTo>
                  <a:cubicBezTo>
                    <a:pt x="54839" y="1576186"/>
                    <a:pt x="32074" y="3013319"/>
                    <a:pt x="52458" y="4431686"/>
                  </a:cubicBezTo>
                  <a:close/>
                  <a:moveTo>
                    <a:pt x="3893891" y="3878855"/>
                  </a:moveTo>
                  <a:lnTo>
                    <a:pt x="3893891" y="3878855"/>
                  </a:lnTo>
                  <a:close/>
                </a:path>
              </a:pathLst>
            </a:custGeom>
            <a:solidFill>
              <a:srgbClr val="454E5F"/>
            </a:solidFill>
            <a:ln w="9525" cap="flat">
              <a:noFill/>
              <a:prstDash val="solid"/>
              <a:miter/>
            </a:ln>
          </p:spPr>
          <p:txBody>
            <a:bodyPr rtlCol="0" anchor="ctr"/>
            <a:lstStyle/>
            <a:p>
              <a:endParaRPr lang="zh-CN" altLang="en-US"/>
            </a:p>
          </p:txBody>
        </p:sp>
        <p:sp>
          <p:nvSpPr>
            <p:cNvPr id="34" name="任意多边形: 形状 33">
              <a:extLst>
                <a:ext uri="{FF2B5EF4-FFF2-40B4-BE49-F238E27FC236}">
                  <a16:creationId xmlns:a16="http://schemas.microsoft.com/office/drawing/2014/main" id="{7D7EB4D1-31CF-2A2F-F0A8-EE1AC95678D9}"/>
                </a:ext>
              </a:extLst>
            </p:cNvPr>
            <p:cNvSpPr/>
            <p:nvPr/>
          </p:nvSpPr>
          <p:spPr>
            <a:xfrm>
              <a:off x="7192825" y="4744368"/>
              <a:ext cx="1071306" cy="799467"/>
            </a:xfrm>
            <a:custGeom>
              <a:avLst/>
              <a:gdLst>
                <a:gd name="connsiteX0" fmla="*/ 22457 w 1071306"/>
                <a:gd name="connsiteY0" fmla="*/ 799406 h 799467"/>
                <a:gd name="connsiteX1" fmla="*/ 14933 w 1071306"/>
                <a:gd name="connsiteY1" fmla="*/ 798168 h 799467"/>
                <a:gd name="connsiteX2" fmla="*/ 169 w 1071306"/>
                <a:gd name="connsiteY2" fmla="*/ 768450 h 799467"/>
                <a:gd name="connsiteX3" fmla="*/ 252486 w 1071306"/>
                <a:gd name="connsiteY3" fmla="*/ 15975 h 799467"/>
                <a:gd name="connsiteX4" fmla="*/ 278013 w 1071306"/>
                <a:gd name="connsiteY4" fmla="*/ 163 h 799467"/>
                <a:gd name="connsiteX5" fmla="*/ 1049538 w 1071306"/>
                <a:gd name="connsiteY5" fmla="*/ 110463 h 799467"/>
                <a:gd name="connsiteX6" fmla="*/ 1070112 w 1071306"/>
                <a:gd name="connsiteY6" fmla="*/ 136475 h 799467"/>
                <a:gd name="connsiteX7" fmla="*/ 1044013 w 1071306"/>
                <a:gd name="connsiteY7" fmla="*/ 157002 h 799467"/>
                <a:gd name="connsiteX8" fmla="*/ 1042966 w 1071306"/>
                <a:gd name="connsiteY8" fmla="*/ 156850 h 799467"/>
                <a:gd name="connsiteX9" fmla="*/ 290491 w 1071306"/>
                <a:gd name="connsiteY9" fmla="*/ 49408 h 799467"/>
                <a:gd name="connsiteX10" fmla="*/ 44460 w 1071306"/>
                <a:gd name="connsiteY10" fmla="*/ 783595 h 799467"/>
                <a:gd name="connsiteX11" fmla="*/ 22457 w 1071306"/>
                <a:gd name="connsiteY11" fmla="*/ 799406 h 79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1306" h="799467">
                  <a:moveTo>
                    <a:pt x="22457" y="799406"/>
                  </a:moveTo>
                  <a:cubicBezTo>
                    <a:pt x="19886" y="799415"/>
                    <a:pt x="17314" y="798996"/>
                    <a:pt x="14933" y="798168"/>
                  </a:cubicBezTo>
                  <a:cubicBezTo>
                    <a:pt x="2645" y="794015"/>
                    <a:pt x="-3926" y="780727"/>
                    <a:pt x="169" y="768450"/>
                  </a:cubicBezTo>
                  <a:lnTo>
                    <a:pt x="252486" y="15975"/>
                  </a:lnTo>
                  <a:cubicBezTo>
                    <a:pt x="256105" y="5249"/>
                    <a:pt x="266773" y="-1389"/>
                    <a:pt x="278013" y="163"/>
                  </a:cubicBezTo>
                  <a:lnTo>
                    <a:pt x="1049538" y="110463"/>
                  </a:lnTo>
                  <a:cubicBezTo>
                    <a:pt x="1062397" y="111977"/>
                    <a:pt x="1071541" y="123617"/>
                    <a:pt x="1070112" y="136475"/>
                  </a:cubicBezTo>
                  <a:cubicBezTo>
                    <a:pt x="1068588" y="149325"/>
                    <a:pt x="1056873" y="158516"/>
                    <a:pt x="1044013" y="157002"/>
                  </a:cubicBezTo>
                  <a:cubicBezTo>
                    <a:pt x="1043728" y="156964"/>
                    <a:pt x="1043347" y="156907"/>
                    <a:pt x="1042966" y="156850"/>
                  </a:cubicBezTo>
                  <a:lnTo>
                    <a:pt x="290491" y="49408"/>
                  </a:lnTo>
                  <a:lnTo>
                    <a:pt x="44460" y="783595"/>
                  </a:lnTo>
                  <a:cubicBezTo>
                    <a:pt x="41222" y="793005"/>
                    <a:pt x="32363" y="799339"/>
                    <a:pt x="22457" y="799406"/>
                  </a:cubicBezTo>
                  <a:close/>
                </a:path>
              </a:pathLst>
            </a:custGeom>
            <a:solidFill>
              <a:srgbClr val="454E5F"/>
            </a:solidFill>
            <a:ln w="9525" cap="flat">
              <a:noFill/>
              <a:prstDash val="solid"/>
              <a:miter/>
            </a:ln>
          </p:spPr>
          <p:txBody>
            <a:bodyPr rtlCol="0" anchor="ctr"/>
            <a:lstStyle/>
            <a:p>
              <a:endParaRPr lang="zh-CN" altLang="en-US"/>
            </a:p>
          </p:txBody>
        </p:sp>
        <p:sp>
          <p:nvSpPr>
            <p:cNvPr id="35" name="任意多边形: 形状 34">
              <a:extLst>
                <a:ext uri="{FF2B5EF4-FFF2-40B4-BE49-F238E27FC236}">
                  <a16:creationId xmlns:a16="http://schemas.microsoft.com/office/drawing/2014/main" id="{2ABEF2C2-6311-3F34-B6C6-848C6AB0CED1}"/>
                </a:ext>
              </a:extLst>
            </p:cNvPr>
            <p:cNvSpPr/>
            <p:nvPr/>
          </p:nvSpPr>
          <p:spPr>
            <a:xfrm>
              <a:off x="5268960" y="847497"/>
              <a:ext cx="1885313" cy="835451"/>
            </a:xfrm>
            <a:custGeom>
              <a:avLst/>
              <a:gdLst>
                <a:gd name="connsiteX0" fmla="*/ 1884124 w 1885313"/>
                <a:gd name="connsiteY0" fmla="*/ 380691 h 835451"/>
                <a:gd name="connsiteX1" fmla="*/ 1882886 w 1885313"/>
                <a:gd name="connsiteY1" fmla="*/ 403074 h 835451"/>
                <a:gd name="connsiteX2" fmla="*/ 1880789 w 1885313"/>
                <a:gd name="connsiteY2" fmla="*/ 410694 h 835451"/>
                <a:gd name="connsiteX3" fmla="*/ 1838308 w 1885313"/>
                <a:gd name="connsiteY3" fmla="*/ 445556 h 835451"/>
                <a:gd name="connsiteX4" fmla="*/ 1715436 w 1885313"/>
                <a:gd name="connsiteY4" fmla="*/ 508230 h 835451"/>
                <a:gd name="connsiteX5" fmla="*/ 1157557 w 1885313"/>
                <a:gd name="connsiteY5" fmla="*/ 792361 h 835451"/>
                <a:gd name="connsiteX6" fmla="*/ 1050401 w 1885313"/>
                <a:gd name="connsiteY6" fmla="*/ 832747 h 835451"/>
                <a:gd name="connsiteX7" fmla="*/ 876855 w 1885313"/>
                <a:gd name="connsiteY7" fmla="*/ 802362 h 835451"/>
                <a:gd name="connsiteX8" fmla="*/ 584437 w 1885313"/>
                <a:gd name="connsiteY8" fmla="*/ 695016 h 835451"/>
                <a:gd name="connsiteX9" fmla="*/ 340311 w 1885313"/>
                <a:gd name="connsiteY9" fmla="*/ 594908 h 835451"/>
                <a:gd name="connsiteX10" fmla="*/ 215248 w 1885313"/>
                <a:gd name="connsiteY10" fmla="*/ 535281 h 835451"/>
                <a:gd name="connsiteX11" fmla="*/ 126094 w 1885313"/>
                <a:gd name="connsiteY11" fmla="*/ 478131 h 835451"/>
                <a:gd name="connsiteX12" fmla="*/ 118475 w 1885313"/>
                <a:gd name="connsiteY12" fmla="*/ 438603 h 835451"/>
                <a:gd name="connsiteX13" fmla="*/ 105520 w 1885313"/>
                <a:gd name="connsiteY13" fmla="*/ 215241 h 835451"/>
                <a:gd name="connsiteX14" fmla="*/ 30463 w 1885313"/>
                <a:gd name="connsiteY14" fmla="*/ 218385 h 835451"/>
                <a:gd name="connsiteX15" fmla="*/ 27701 w 1885313"/>
                <a:gd name="connsiteY15" fmla="*/ 218385 h 835451"/>
                <a:gd name="connsiteX16" fmla="*/ 10461 w 1885313"/>
                <a:gd name="connsiteY16" fmla="*/ 215908 h 835451"/>
                <a:gd name="connsiteX17" fmla="*/ 1983 w 1885313"/>
                <a:gd name="connsiteY17" fmla="*/ 183904 h 835451"/>
                <a:gd name="connsiteX18" fmla="*/ 65801 w 1885313"/>
                <a:gd name="connsiteY18" fmla="*/ 73224 h 835451"/>
                <a:gd name="connsiteX19" fmla="*/ 140477 w 1885313"/>
                <a:gd name="connsiteY19" fmla="*/ 19693 h 835451"/>
                <a:gd name="connsiteX20" fmla="*/ 466042 w 1885313"/>
                <a:gd name="connsiteY20" fmla="*/ 16169 h 835451"/>
                <a:gd name="connsiteX21" fmla="*/ 1826497 w 1885313"/>
                <a:gd name="connsiteY21" fmla="*/ 167 h 835451"/>
                <a:gd name="connsiteX22" fmla="*/ 1859644 w 1885313"/>
                <a:gd name="connsiteY22" fmla="*/ 4739 h 835451"/>
                <a:gd name="connsiteX23" fmla="*/ 1880028 w 1885313"/>
                <a:gd name="connsiteY23" fmla="*/ 113609 h 835451"/>
                <a:gd name="connsiteX24" fmla="*/ 1884124 w 1885313"/>
                <a:gd name="connsiteY24" fmla="*/ 380691 h 83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85313" h="835451">
                  <a:moveTo>
                    <a:pt x="1884124" y="380691"/>
                  </a:moveTo>
                  <a:cubicBezTo>
                    <a:pt x="1884504" y="388177"/>
                    <a:pt x="1884124" y="395683"/>
                    <a:pt x="1882886" y="403074"/>
                  </a:cubicBezTo>
                  <a:cubicBezTo>
                    <a:pt x="1882409" y="405675"/>
                    <a:pt x="1881743" y="408227"/>
                    <a:pt x="1880789" y="410694"/>
                  </a:cubicBezTo>
                  <a:cubicBezTo>
                    <a:pt x="1874027" y="428316"/>
                    <a:pt x="1855834" y="438698"/>
                    <a:pt x="1838308" y="445556"/>
                  </a:cubicBezTo>
                  <a:cubicBezTo>
                    <a:pt x="1795446" y="462224"/>
                    <a:pt x="1756203" y="486704"/>
                    <a:pt x="1715436" y="508230"/>
                  </a:cubicBezTo>
                  <a:cubicBezTo>
                    <a:pt x="1530936" y="605957"/>
                    <a:pt x="1344723" y="699873"/>
                    <a:pt x="1157557" y="792361"/>
                  </a:cubicBezTo>
                  <a:cubicBezTo>
                    <a:pt x="1123172" y="809316"/>
                    <a:pt x="1088119" y="826461"/>
                    <a:pt x="1050401" y="832747"/>
                  </a:cubicBezTo>
                  <a:cubicBezTo>
                    <a:pt x="991726" y="842272"/>
                    <a:pt x="932004" y="824651"/>
                    <a:pt x="876855" y="802362"/>
                  </a:cubicBezTo>
                  <a:cubicBezTo>
                    <a:pt x="780176" y="763310"/>
                    <a:pt x="681973" y="731877"/>
                    <a:pt x="584437" y="695016"/>
                  </a:cubicBezTo>
                  <a:cubicBezTo>
                    <a:pt x="502236" y="663869"/>
                    <a:pt x="420512" y="631008"/>
                    <a:pt x="340311" y="594908"/>
                  </a:cubicBezTo>
                  <a:cubicBezTo>
                    <a:pt x="298212" y="575858"/>
                    <a:pt x="256492" y="555979"/>
                    <a:pt x="215248" y="535281"/>
                  </a:cubicBezTo>
                  <a:cubicBezTo>
                    <a:pt x="188483" y="521756"/>
                    <a:pt x="140191" y="506706"/>
                    <a:pt x="126094" y="478131"/>
                  </a:cubicBezTo>
                  <a:cubicBezTo>
                    <a:pt x="120950" y="465587"/>
                    <a:pt x="118380" y="452157"/>
                    <a:pt x="118475" y="438603"/>
                  </a:cubicBezTo>
                  <a:cubicBezTo>
                    <a:pt x="114379" y="364212"/>
                    <a:pt x="109902" y="289632"/>
                    <a:pt x="105520" y="215241"/>
                  </a:cubicBezTo>
                  <a:cubicBezTo>
                    <a:pt x="80660" y="218856"/>
                    <a:pt x="55514" y="219909"/>
                    <a:pt x="30463" y="218385"/>
                  </a:cubicBezTo>
                  <a:lnTo>
                    <a:pt x="27701" y="218385"/>
                  </a:lnTo>
                  <a:cubicBezTo>
                    <a:pt x="21891" y="219888"/>
                    <a:pt x="15604" y="218996"/>
                    <a:pt x="10461" y="215908"/>
                  </a:cubicBezTo>
                  <a:cubicBezTo>
                    <a:pt x="-493" y="209271"/>
                    <a:pt x="-4303" y="195113"/>
                    <a:pt x="1983" y="183904"/>
                  </a:cubicBezTo>
                  <a:cubicBezTo>
                    <a:pt x="24272" y="147582"/>
                    <a:pt x="45513" y="110688"/>
                    <a:pt x="65801" y="73224"/>
                  </a:cubicBezTo>
                  <a:cubicBezTo>
                    <a:pt x="85708" y="36266"/>
                    <a:pt x="94376" y="20265"/>
                    <a:pt x="140477" y="19693"/>
                  </a:cubicBezTo>
                  <a:cubicBezTo>
                    <a:pt x="248967" y="18677"/>
                    <a:pt x="357552" y="17502"/>
                    <a:pt x="466042" y="16169"/>
                  </a:cubicBezTo>
                  <a:cubicBezTo>
                    <a:pt x="919623" y="10835"/>
                    <a:pt x="1373108" y="5501"/>
                    <a:pt x="1826497" y="167"/>
                  </a:cubicBezTo>
                  <a:cubicBezTo>
                    <a:pt x="1837737" y="-689"/>
                    <a:pt x="1849072" y="870"/>
                    <a:pt x="1859644" y="4739"/>
                  </a:cubicBezTo>
                  <a:cubicBezTo>
                    <a:pt x="1890219" y="18741"/>
                    <a:pt x="1878694" y="86368"/>
                    <a:pt x="1880028" y="113609"/>
                  </a:cubicBezTo>
                  <a:cubicBezTo>
                    <a:pt x="1882791" y="202668"/>
                    <a:pt x="1882791" y="291727"/>
                    <a:pt x="1884124" y="380691"/>
                  </a:cubicBezTo>
                  <a:close/>
                </a:path>
              </a:pathLst>
            </a:custGeom>
            <a:solidFill>
              <a:srgbClr val="F89192"/>
            </a:solidFill>
            <a:ln w="9525" cap="flat">
              <a:noFill/>
              <a:prstDash val="solid"/>
              <a:miter/>
            </a:ln>
          </p:spPr>
          <p:txBody>
            <a:bodyPr rtlCol="0" anchor="ctr"/>
            <a:lstStyle/>
            <a:p>
              <a:endParaRPr lang="zh-CN" altLang="en-US"/>
            </a:p>
          </p:txBody>
        </p:sp>
        <p:sp>
          <p:nvSpPr>
            <p:cNvPr id="36" name="任意多边形: 形状 35">
              <a:extLst>
                <a:ext uri="{FF2B5EF4-FFF2-40B4-BE49-F238E27FC236}">
                  <a16:creationId xmlns:a16="http://schemas.microsoft.com/office/drawing/2014/main" id="{B9205C19-2070-54B3-4364-773307EE19C9}"/>
                </a:ext>
              </a:extLst>
            </p:cNvPr>
            <p:cNvSpPr/>
            <p:nvPr/>
          </p:nvSpPr>
          <p:spPr>
            <a:xfrm>
              <a:off x="5268960" y="847497"/>
              <a:ext cx="1885313" cy="834880"/>
            </a:xfrm>
            <a:custGeom>
              <a:avLst/>
              <a:gdLst>
                <a:gd name="connsiteX0" fmla="*/ 1880219 w 1885313"/>
                <a:gd name="connsiteY0" fmla="*/ 113609 h 834880"/>
                <a:gd name="connsiteX1" fmla="*/ 1859835 w 1885313"/>
                <a:gd name="connsiteY1" fmla="*/ 4739 h 834880"/>
                <a:gd name="connsiteX2" fmla="*/ 1826688 w 1885313"/>
                <a:gd name="connsiteY2" fmla="*/ 167 h 834880"/>
                <a:gd name="connsiteX3" fmla="*/ 466042 w 1885313"/>
                <a:gd name="connsiteY3" fmla="*/ 15597 h 834880"/>
                <a:gd name="connsiteX4" fmla="*/ 140477 w 1885313"/>
                <a:gd name="connsiteY4" fmla="*/ 19122 h 834880"/>
                <a:gd name="connsiteX5" fmla="*/ 65801 w 1885313"/>
                <a:gd name="connsiteY5" fmla="*/ 72652 h 834880"/>
                <a:gd name="connsiteX6" fmla="*/ 1983 w 1885313"/>
                <a:gd name="connsiteY6" fmla="*/ 183333 h 834880"/>
                <a:gd name="connsiteX7" fmla="*/ 10461 w 1885313"/>
                <a:gd name="connsiteY7" fmla="*/ 215337 h 834880"/>
                <a:gd name="connsiteX8" fmla="*/ 27701 w 1885313"/>
                <a:gd name="connsiteY8" fmla="*/ 217813 h 834880"/>
                <a:gd name="connsiteX9" fmla="*/ 30463 w 1885313"/>
                <a:gd name="connsiteY9" fmla="*/ 217813 h 834880"/>
                <a:gd name="connsiteX10" fmla="*/ 105520 w 1885313"/>
                <a:gd name="connsiteY10" fmla="*/ 214670 h 834880"/>
                <a:gd name="connsiteX11" fmla="*/ 118475 w 1885313"/>
                <a:gd name="connsiteY11" fmla="*/ 438031 h 834880"/>
                <a:gd name="connsiteX12" fmla="*/ 126094 w 1885313"/>
                <a:gd name="connsiteY12" fmla="*/ 477560 h 834880"/>
                <a:gd name="connsiteX13" fmla="*/ 215248 w 1885313"/>
                <a:gd name="connsiteY13" fmla="*/ 534710 h 834880"/>
                <a:gd name="connsiteX14" fmla="*/ 340311 w 1885313"/>
                <a:gd name="connsiteY14" fmla="*/ 594336 h 834880"/>
                <a:gd name="connsiteX15" fmla="*/ 584437 w 1885313"/>
                <a:gd name="connsiteY15" fmla="*/ 694444 h 834880"/>
                <a:gd name="connsiteX16" fmla="*/ 876855 w 1885313"/>
                <a:gd name="connsiteY16" fmla="*/ 801791 h 834880"/>
                <a:gd name="connsiteX17" fmla="*/ 1050401 w 1885313"/>
                <a:gd name="connsiteY17" fmla="*/ 832175 h 834880"/>
                <a:gd name="connsiteX18" fmla="*/ 1157557 w 1885313"/>
                <a:gd name="connsiteY18" fmla="*/ 791790 h 834880"/>
                <a:gd name="connsiteX19" fmla="*/ 1715436 w 1885313"/>
                <a:gd name="connsiteY19" fmla="*/ 507659 h 834880"/>
                <a:gd name="connsiteX20" fmla="*/ 1838308 w 1885313"/>
                <a:gd name="connsiteY20" fmla="*/ 444984 h 834880"/>
                <a:gd name="connsiteX21" fmla="*/ 1880789 w 1885313"/>
                <a:gd name="connsiteY21" fmla="*/ 410123 h 834880"/>
                <a:gd name="connsiteX22" fmla="*/ 1882886 w 1885313"/>
                <a:gd name="connsiteY22" fmla="*/ 402503 h 834880"/>
                <a:gd name="connsiteX23" fmla="*/ 1884124 w 1885313"/>
                <a:gd name="connsiteY23" fmla="*/ 380119 h 834880"/>
                <a:gd name="connsiteX24" fmla="*/ 1880219 w 1885313"/>
                <a:gd name="connsiteY24" fmla="*/ 113609 h 834880"/>
                <a:gd name="connsiteX25" fmla="*/ 1833927 w 1885313"/>
                <a:gd name="connsiteY25" fmla="*/ 396216 h 834880"/>
                <a:gd name="connsiteX26" fmla="*/ 1208992 w 1885313"/>
                <a:gd name="connsiteY26" fmla="*/ 717304 h 834880"/>
                <a:gd name="connsiteX27" fmla="*/ 1021921 w 1885313"/>
                <a:gd name="connsiteY27" fmla="*/ 792552 h 834880"/>
                <a:gd name="connsiteX28" fmla="*/ 1016491 w 1885313"/>
                <a:gd name="connsiteY28" fmla="*/ 795028 h 834880"/>
                <a:gd name="connsiteX29" fmla="*/ 348407 w 1885313"/>
                <a:gd name="connsiteY29" fmla="*/ 547378 h 834880"/>
                <a:gd name="connsiteX30" fmla="*/ 166766 w 1885313"/>
                <a:gd name="connsiteY30" fmla="*/ 456510 h 834880"/>
                <a:gd name="connsiteX31" fmla="*/ 143620 w 1885313"/>
                <a:gd name="connsiteY31" fmla="*/ 65984 h 834880"/>
                <a:gd name="connsiteX32" fmla="*/ 795130 w 1885313"/>
                <a:gd name="connsiteY32" fmla="*/ 58650 h 834880"/>
                <a:gd name="connsiteX33" fmla="*/ 1471405 w 1885313"/>
                <a:gd name="connsiteY33" fmla="*/ 50935 h 834880"/>
                <a:gd name="connsiteX34" fmla="*/ 1831165 w 1885313"/>
                <a:gd name="connsiteY34" fmla="*/ 46934 h 834880"/>
                <a:gd name="connsiteX35" fmla="*/ 1833927 w 1885313"/>
                <a:gd name="connsiteY35" fmla="*/ 396216 h 83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85313" h="834880">
                  <a:moveTo>
                    <a:pt x="1880219" y="113609"/>
                  </a:moveTo>
                  <a:cubicBezTo>
                    <a:pt x="1879362" y="86368"/>
                    <a:pt x="1890410" y="18359"/>
                    <a:pt x="1859835" y="4739"/>
                  </a:cubicBezTo>
                  <a:cubicBezTo>
                    <a:pt x="1849262" y="870"/>
                    <a:pt x="1837927" y="-689"/>
                    <a:pt x="1826688" y="167"/>
                  </a:cubicBezTo>
                  <a:cubicBezTo>
                    <a:pt x="1373108" y="5120"/>
                    <a:pt x="919527" y="10263"/>
                    <a:pt x="466042" y="15597"/>
                  </a:cubicBezTo>
                  <a:cubicBezTo>
                    <a:pt x="357552" y="16804"/>
                    <a:pt x="248967" y="17978"/>
                    <a:pt x="140477" y="19122"/>
                  </a:cubicBezTo>
                  <a:cubicBezTo>
                    <a:pt x="94757" y="19693"/>
                    <a:pt x="85708" y="35695"/>
                    <a:pt x="65801" y="72652"/>
                  </a:cubicBezTo>
                  <a:cubicBezTo>
                    <a:pt x="45894" y="109609"/>
                    <a:pt x="24272" y="147042"/>
                    <a:pt x="1983" y="183333"/>
                  </a:cubicBezTo>
                  <a:cubicBezTo>
                    <a:pt x="-4303" y="194542"/>
                    <a:pt x="-493" y="208699"/>
                    <a:pt x="10461" y="215337"/>
                  </a:cubicBezTo>
                  <a:cubicBezTo>
                    <a:pt x="15604" y="218425"/>
                    <a:pt x="21891" y="219316"/>
                    <a:pt x="27701" y="217813"/>
                  </a:cubicBezTo>
                  <a:lnTo>
                    <a:pt x="30463" y="217813"/>
                  </a:lnTo>
                  <a:cubicBezTo>
                    <a:pt x="55514" y="219337"/>
                    <a:pt x="80660" y="218285"/>
                    <a:pt x="105520" y="214670"/>
                  </a:cubicBezTo>
                  <a:cubicBezTo>
                    <a:pt x="109902" y="289060"/>
                    <a:pt x="114379" y="363641"/>
                    <a:pt x="118475" y="438031"/>
                  </a:cubicBezTo>
                  <a:cubicBezTo>
                    <a:pt x="118380" y="451585"/>
                    <a:pt x="120950" y="465015"/>
                    <a:pt x="126094" y="477560"/>
                  </a:cubicBezTo>
                  <a:cubicBezTo>
                    <a:pt x="140191" y="506611"/>
                    <a:pt x="188483" y="521375"/>
                    <a:pt x="215248" y="534710"/>
                  </a:cubicBezTo>
                  <a:cubicBezTo>
                    <a:pt x="256492" y="555541"/>
                    <a:pt x="298212" y="575410"/>
                    <a:pt x="340311" y="594336"/>
                  </a:cubicBezTo>
                  <a:cubicBezTo>
                    <a:pt x="420512" y="630436"/>
                    <a:pt x="502236" y="663297"/>
                    <a:pt x="584437" y="694444"/>
                  </a:cubicBezTo>
                  <a:cubicBezTo>
                    <a:pt x="681973" y="731306"/>
                    <a:pt x="780176" y="762738"/>
                    <a:pt x="876855" y="801791"/>
                  </a:cubicBezTo>
                  <a:cubicBezTo>
                    <a:pt x="932004" y="824079"/>
                    <a:pt x="991726" y="841700"/>
                    <a:pt x="1050401" y="832175"/>
                  </a:cubicBezTo>
                  <a:cubicBezTo>
                    <a:pt x="1088501" y="825889"/>
                    <a:pt x="1123172" y="808744"/>
                    <a:pt x="1157557" y="791790"/>
                  </a:cubicBezTo>
                  <a:cubicBezTo>
                    <a:pt x="1344723" y="699302"/>
                    <a:pt x="1530936" y="605385"/>
                    <a:pt x="1715436" y="507659"/>
                  </a:cubicBezTo>
                  <a:cubicBezTo>
                    <a:pt x="1756203" y="486132"/>
                    <a:pt x="1795446" y="461653"/>
                    <a:pt x="1838308" y="444984"/>
                  </a:cubicBezTo>
                  <a:cubicBezTo>
                    <a:pt x="1855834" y="438126"/>
                    <a:pt x="1874027" y="427744"/>
                    <a:pt x="1880789" y="410123"/>
                  </a:cubicBezTo>
                  <a:cubicBezTo>
                    <a:pt x="1881743" y="407656"/>
                    <a:pt x="1882409" y="405103"/>
                    <a:pt x="1882886" y="402503"/>
                  </a:cubicBezTo>
                  <a:cubicBezTo>
                    <a:pt x="1884124" y="395111"/>
                    <a:pt x="1884504" y="387606"/>
                    <a:pt x="1884124" y="380119"/>
                  </a:cubicBezTo>
                  <a:cubicBezTo>
                    <a:pt x="1882791" y="291727"/>
                    <a:pt x="1882791" y="202668"/>
                    <a:pt x="1880219" y="113609"/>
                  </a:cubicBezTo>
                  <a:close/>
                  <a:moveTo>
                    <a:pt x="1833927" y="396216"/>
                  </a:moveTo>
                  <a:cubicBezTo>
                    <a:pt x="1618376" y="488990"/>
                    <a:pt x="1421399" y="618244"/>
                    <a:pt x="1208992" y="717304"/>
                  </a:cubicBezTo>
                  <a:cubicBezTo>
                    <a:pt x="1148127" y="746031"/>
                    <a:pt x="1085738" y="771158"/>
                    <a:pt x="1021921" y="792552"/>
                  </a:cubicBezTo>
                  <a:cubicBezTo>
                    <a:pt x="1020015" y="793190"/>
                    <a:pt x="1018206" y="794018"/>
                    <a:pt x="1016491" y="795028"/>
                  </a:cubicBezTo>
                  <a:cubicBezTo>
                    <a:pt x="790844" y="721209"/>
                    <a:pt x="564530" y="646724"/>
                    <a:pt x="348407" y="547378"/>
                  </a:cubicBezTo>
                  <a:cubicBezTo>
                    <a:pt x="286876" y="519184"/>
                    <a:pt x="226297" y="488895"/>
                    <a:pt x="166766" y="456510"/>
                  </a:cubicBezTo>
                  <a:cubicBezTo>
                    <a:pt x="159050" y="326271"/>
                    <a:pt x="151336" y="196096"/>
                    <a:pt x="143620" y="65984"/>
                  </a:cubicBezTo>
                  <a:lnTo>
                    <a:pt x="795130" y="58650"/>
                  </a:lnTo>
                  <a:lnTo>
                    <a:pt x="1471405" y="50935"/>
                  </a:lnTo>
                  <a:lnTo>
                    <a:pt x="1831165" y="46934"/>
                  </a:lnTo>
                  <a:cubicBezTo>
                    <a:pt x="1836404" y="163330"/>
                    <a:pt x="1837356" y="279757"/>
                    <a:pt x="1833927" y="396216"/>
                  </a:cubicBezTo>
                  <a:close/>
                </a:path>
              </a:pathLst>
            </a:custGeom>
            <a:solidFill>
              <a:srgbClr val="454E5F"/>
            </a:solidFill>
            <a:ln w="9525"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0C49B2BC-DBC0-8209-B9AC-205148035FE9}"/>
                </a:ext>
              </a:extLst>
            </p:cNvPr>
            <p:cNvSpPr/>
            <p:nvPr/>
          </p:nvSpPr>
          <p:spPr>
            <a:xfrm>
              <a:off x="4678394" y="2111406"/>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38" name="任意多边形: 形状 37">
              <a:extLst>
                <a:ext uri="{FF2B5EF4-FFF2-40B4-BE49-F238E27FC236}">
                  <a16:creationId xmlns:a16="http://schemas.microsoft.com/office/drawing/2014/main" id="{8132C5C0-8864-0A9D-BDFE-85C1238D636B}"/>
                </a:ext>
              </a:extLst>
            </p:cNvPr>
            <p:cNvSpPr/>
            <p:nvPr/>
          </p:nvSpPr>
          <p:spPr>
            <a:xfrm>
              <a:off x="4678489" y="2617851"/>
              <a:ext cx="3267741" cy="19050"/>
            </a:xfrm>
            <a:custGeom>
              <a:avLst/>
              <a:gdLst>
                <a:gd name="connsiteX0" fmla="*/ 3257168 w 3267741"/>
                <a:gd name="connsiteY0" fmla="*/ 18989 h 19050"/>
                <a:gd name="connsiteX1" fmla="*/ 3242881 w 3267741"/>
                <a:gd name="connsiteY1" fmla="*/ 18989 h 19050"/>
                <a:gd name="connsiteX2" fmla="*/ 3233356 w 3267741"/>
                <a:gd name="connsiteY2" fmla="*/ 9464 h 19050"/>
                <a:gd name="connsiteX3" fmla="*/ 3242881 w 3267741"/>
                <a:gd name="connsiteY3" fmla="*/ -61 h 19050"/>
                <a:gd name="connsiteX4" fmla="*/ 3257168 w 3267741"/>
                <a:gd name="connsiteY4" fmla="*/ -61 h 19050"/>
                <a:gd name="connsiteX5" fmla="*/ 3266693 w 3267741"/>
                <a:gd name="connsiteY5" fmla="*/ 9464 h 19050"/>
                <a:gd name="connsiteX6" fmla="*/ 3257168 w 3267741"/>
                <a:gd name="connsiteY6" fmla="*/ 18989 h 19050"/>
                <a:gd name="connsiteX7" fmla="*/ 3149155 w 3267741"/>
                <a:gd name="connsiteY7" fmla="*/ 18989 h 19050"/>
                <a:gd name="connsiteX8" fmla="*/ 3102196 w 3267741"/>
                <a:gd name="connsiteY8" fmla="*/ 18989 h 19050"/>
                <a:gd name="connsiteX9" fmla="*/ 3092671 w 3267741"/>
                <a:gd name="connsiteY9" fmla="*/ 9464 h 19050"/>
                <a:gd name="connsiteX10" fmla="*/ 3102196 w 3267741"/>
                <a:gd name="connsiteY10" fmla="*/ -61 h 19050"/>
                <a:gd name="connsiteX11" fmla="*/ 3149155 w 3267741"/>
                <a:gd name="connsiteY11" fmla="*/ -61 h 19050"/>
                <a:gd name="connsiteX12" fmla="*/ 3158680 w 3267741"/>
                <a:gd name="connsiteY12" fmla="*/ 9464 h 19050"/>
                <a:gd name="connsiteX13" fmla="*/ 3149155 w 3267741"/>
                <a:gd name="connsiteY13" fmla="*/ 18989 h 19050"/>
                <a:gd name="connsiteX14" fmla="*/ 3008471 w 3267741"/>
                <a:gd name="connsiteY14" fmla="*/ 18989 h 19050"/>
                <a:gd name="connsiteX15" fmla="*/ 2961609 w 3267741"/>
                <a:gd name="connsiteY15" fmla="*/ 18989 h 19050"/>
                <a:gd name="connsiteX16" fmla="*/ 2952084 w 3267741"/>
                <a:gd name="connsiteY16" fmla="*/ 9464 h 19050"/>
                <a:gd name="connsiteX17" fmla="*/ 2961609 w 3267741"/>
                <a:gd name="connsiteY17" fmla="*/ -61 h 19050"/>
                <a:gd name="connsiteX18" fmla="*/ 3008471 w 3267741"/>
                <a:gd name="connsiteY18" fmla="*/ -61 h 19050"/>
                <a:gd name="connsiteX19" fmla="*/ 3017996 w 3267741"/>
                <a:gd name="connsiteY19" fmla="*/ 9464 h 19050"/>
                <a:gd name="connsiteX20" fmla="*/ 3008471 w 3267741"/>
                <a:gd name="connsiteY20" fmla="*/ 18989 h 19050"/>
                <a:gd name="connsiteX21" fmla="*/ 2867882 w 3267741"/>
                <a:gd name="connsiteY21" fmla="*/ 18989 h 19050"/>
                <a:gd name="connsiteX22" fmla="*/ 2820924 w 3267741"/>
                <a:gd name="connsiteY22" fmla="*/ 18989 h 19050"/>
                <a:gd name="connsiteX23" fmla="*/ 2811399 w 3267741"/>
                <a:gd name="connsiteY23" fmla="*/ 9464 h 19050"/>
                <a:gd name="connsiteX24" fmla="*/ 2820924 w 3267741"/>
                <a:gd name="connsiteY24" fmla="*/ -61 h 19050"/>
                <a:gd name="connsiteX25" fmla="*/ 2867882 w 3267741"/>
                <a:gd name="connsiteY25" fmla="*/ -61 h 19050"/>
                <a:gd name="connsiteX26" fmla="*/ 2877407 w 3267741"/>
                <a:gd name="connsiteY26" fmla="*/ 9464 h 19050"/>
                <a:gd name="connsiteX27" fmla="*/ 2867882 w 3267741"/>
                <a:gd name="connsiteY27" fmla="*/ 18989 h 19050"/>
                <a:gd name="connsiteX28" fmla="*/ 2727197 w 3267741"/>
                <a:gd name="connsiteY28" fmla="*/ 18989 h 19050"/>
                <a:gd name="connsiteX29" fmla="*/ 2680335 w 3267741"/>
                <a:gd name="connsiteY29" fmla="*/ 18989 h 19050"/>
                <a:gd name="connsiteX30" fmla="*/ 2670810 w 3267741"/>
                <a:gd name="connsiteY30" fmla="*/ 9464 h 19050"/>
                <a:gd name="connsiteX31" fmla="*/ 2680335 w 3267741"/>
                <a:gd name="connsiteY31" fmla="*/ -61 h 19050"/>
                <a:gd name="connsiteX32" fmla="*/ 2727197 w 3267741"/>
                <a:gd name="connsiteY32" fmla="*/ -61 h 19050"/>
                <a:gd name="connsiteX33" fmla="*/ 2736722 w 3267741"/>
                <a:gd name="connsiteY33" fmla="*/ 9464 h 19050"/>
                <a:gd name="connsiteX34" fmla="*/ 2727197 w 3267741"/>
                <a:gd name="connsiteY34" fmla="*/ 18989 h 19050"/>
                <a:gd name="connsiteX35" fmla="*/ 2586609 w 3267741"/>
                <a:gd name="connsiteY35" fmla="*/ 18989 h 19050"/>
                <a:gd name="connsiteX36" fmla="*/ 2539746 w 3267741"/>
                <a:gd name="connsiteY36" fmla="*/ 18989 h 19050"/>
                <a:gd name="connsiteX37" fmla="*/ 2530221 w 3267741"/>
                <a:gd name="connsiteY37" fmla="*/ 9464 h 19050"/>
                <a:gd name="connsiteX38" fmla="*/ 2539746 w 3267741"/>
                <a:gd name="connsiteY38" fmla="*/ -61 h 19050"/>
                <a:gd name="connsiteX39" fmla="*/ 2586609 w 3267741"/>
                <a:gd name="connsiteY39" fmla="*/ -61 h 19050"/>
                <a:gd name="connsiteX40" fmla="*/ 2596134 w 3267741"/>
                <a:gd name="connsiteY40" fmla="*/ 9464 h 19050"/>
                <a:gd name="connsiteX41" fmla="*/ 2586609 w 3267741"/>
                <a:gd name="connsiteY41" fmla="*/ 18989 h 19050"/>
                <a:gd name="connsiteX42" fmla="*/ 2445544 w 3267741"/>
                <a:gd name="connsiteY42" fmla="*/ 18989 h 19050"/>
                <a:gd name="connsiteX43" fmla="*/ 2398680 w 3267741"/>
                <a:gd name="connsiteY43" fmla="*/ 18989 h 19050"/>
                <a:gd name="connsiteX44" fmla="*/ 2389155 w 3267741"/>
                <a:gd name="connsiteY44" fmla="*/ 9464 h 19050"/>
                <a:gd name="connsiteX45" fmla="*/ 2398680 w 3267741"/>
                <a:gd name="connsiteY45" fmla="*/ -61 h 19050"/>
                <a:gd name="connsiteX46" fmla="*/ 2445544 w 3267741"/>
                <a:gd name="connsiteY46" fmla="*/ -61 h 19050"/>
                <a:gd name="connsiteX47" fmla="*/ 2455069 w 3267741"/>
                <a:gd name="connsiteY47" fmla="*/ 9464 h 19050"/>
                <a:gd name="connsiteX48" fmla="*/ 2445544 w 3267741"/>
                <a:gd name="connsiteY48" fmla="*/ 18989 h 19050"/>
                <a:gd name="connsiteX49" fmla="*/ 2304954 w 3267741"/>
                <a:gd name="connsiteY49" fmla="*/ 18989 h 19050"/>
                <a:gd name="connsiteX50" fmla="*/ 2258091 w 3267741"/>
                <a:gd name="connsiteY50" fmla="*/ 18989 h 19050"/>
                <a:gd name="connsiteX51" fmla="*/ 2248566 w 3267741"/>
                <a:gd name="connsiteY51" fmla="*/ 9464 h 19050"/>
                <a:gd name="connsiteX52" fmla="*/ 2258091 w 3267741"/>
                <a:gd name="connsiteY52" fmla="*/ -61 h 19050"/>
                <a:gd name="connsiteX53" fmla="*/ 2304954 w 3267741"/>
                <a:gd name="connsiteY53" fmla="*/ -61 h 19050"/>
                <a:gd name="connsiteX54" fmla="*/ 2314479 w 3267741"/>
                <a:gd name="connsiteY54" fmla="*/ 9464 h 19050"/>
                <a:gd name="connsiteX55" fmla="*/ 2304954 w 3267741"/>
                <a:gd name="connsiteY55" fmla="*/ 18989 h 19050"/>
                <a:gd name="connsiteX56" fmla="*/ 2164270 w 3267741"/>
                <a:gd name="connsiteY56" fmla="*/ 18989 h 19050"/>
                <a:gd name="connsiteX57" fmla="*/ 2117408 w 3267741"/>
                <a:gd name="connsiteY57" fmla="*/ 18989 h 19050"/>
                <a:gd name="connsiteX58" fmla="*/ 2107883 w 3267741"/>
                <a:gd name="connsiteY58" fmla="*/ 9464 h 19050"/>
                <a:gd name="connsiteX59" fmla="*/ 2117408 w 3267741"/>
                <a:gd name="connsiteY59" fmla="*/ -61 h 19050"/>
                <a:gd name="connsiteX60" fmla="*/ 2164270 w 3267741"/>
                <a:gd name="connsiteY60" fmla="*/ -61 h 19050"/>
                <a:gd name="connsiteX61" fmla="*/ 2173795 w 3267741"/>
                <a:gd name="connsiteY61" fmla="*/ 9464 h 19050"/>
                <a:gd name="connsiteX62" fmla="*/ 2164270 w 3267741"/>
                <a:gd name="connsiteY62" fmla="*/ 18989 h 19050"/>
                <a:gd name="connsiteX63" fmla="*/ 2023681 w 3267741"/>
                <a:gd name="connsiteY63" fmla="*/ 18989 h 19050"/>
                <a:gd name="connsiteX64" fmla="*/ 1976819 w 3267741"/>
                <a:gd name="connsiteY64" fmla="*/ 18989 h 19050"/>
                <a:gd name="connsiteX65" fmla="*/ 1967294 w 3267741"/>
                <a:gd name="connsiteY65" fmla="*/ 9464 h 19050"/>
                <a:gd name="connsiteX66" fmla="*/ 1976819 w 3267741"/>
                <a:gd name="connsiteY66" fmla="*/ -61 h 19050"/>
                <a:gd name="connsiteX67" fmla="*/ 2023681 w 3267741"/>
                <a:gd name="connsiteY67" fmla="*/ -61 h 19050"/>
                <a:gd name="connsiteX68" fmla="*/ 2033206 w 3267741"/>
                <a:gd name="connsiteY68" fmla="*/ 9464 h 19050"/>
                <a:gd name="connsiteX69" fmla="*/ 2023681 w 3267741"/>
                <a:gd name="connsiteY69" fmla="*/ 18989 h 19050"/>
                <a:gd name="connsiteX70" fmla="*/ 1883568 w 3267741"/>
                <a:gd name="connsiteY70" fmla="*/ 18989 h 19050"/>
                <a:gd name="connsiteX71" fmla="*/ 1836610 w 3267741"/>
                <a:gd name="connsiteY71" fmla="*/ 18989 h 19050"/>
                <a:gd name="connsiteX72" fmla="*/ 1827085 w 3267741"/>
                <a:gd name="connsiteY72" fmla="*/ 9464 h 19050"/>
                <a:gd name="connsiteX73" fmla="*/ 1836610 w 3267741"/>
                <a:gd name="connsiteY73" fmla="*/ -61 h 19050"/>
                <a:gd name="connsiteX74" fmla="*/ 1883568 w 3267741"/>
                <a:gd name="connsiteY74" fmla="*/ -61 h 19050"/>
                <a:gd name="connsiteX75" fmla="*/ 1893093 w 3267741"/>
                <a:gd name="connsiteY75" fmla="*/ 9464 h 19050"/>
                <a:gd name="connsiteX76" fmla="*/ 1883568 w 3267741"/>
                <a:gd name="connsiteY76" fmla="*/ 18989 h 19050"/>
                <a:gd name="connsiteX77" fmla="*/ 1742884 w 3267741"/>
                <a:gd name="connsiteY77" fmla="*/ 18989 h 19050"/>
                <a:gd name="connsiteX78" fmla="*/ 1696022 w 3267741"/>
                <a:gd name="connsiteY78" fmla="*/ 18989 h 19050"/>
                <a:gd name="connsiteX79" fmla="*/ 1686497 w 3267741"/>
                <a:gd name="connsiteY79" fmla="*/ 9464 h 19050"/>
                <a:gd name="connsiteX80" fmla="*/ 1696022 w 3267741"/>
                <a:gd name="connsiteY80" fmla="*/ -61 h 19050"/>
                <a:gd name="connsiteX81" fmla="*/ 1742884 w 3267741"/>
                <a:gd name="connsiteY81" fmla="*/ -61 h 19050"/>
                <a:gd name="connsiteX82" fmla="*/ 1752409 w 3267741"/>
                <a:gd name="connsiteY82" fmla="*/ 9464 h 19050"/>
                <a:gd name="connsiteX83" fmla="*/ 1742884 w 3267741"/>
                <a:gd name="connsiteY83" fmla="*/ 18989 h 19050"/>
                <a:gd name="connsiteX84" fmla="*/ 1602295 w 3267741"/>
                <a:gd name="connsiteY84" fmla="*/ 18989 h 19050"/>
                <a:gd name="connsiteX85" fmla="*/ 1555337 w 3267741"/>
                <a:gd name="connsiteY85" fmla="*/ 18989 h 19050"/>
                <a:gd name="connsiteX86" fmla="*/ 1545812 w 3267741"/>
                <a:gd name="connsiteY86" fmla="*/ 9464 h 19050"/>
                <a:gd name="connsiteX87" fmla="*/ 1555337 w 3267741"/>
                <a:gd name="connsiteY87" fmla="*/ -61 h 19050"/>
                <a:gd name="connsiteX88" fmla="*/ 1602295 w 3267741"/>
                <a:gd name="connsiteY88" fmla="*/ -61 h 19050"/>
                <a:gd name="connsiteX89" fmla="*/ 1611820 w 3267741"/>
                <a:gd name="connsiteY89" fmla="*/ 9464 h 19050"/>
                <a:gd name="connsiteX90" fmla="*/ 1602295 w 3267741"/>
                <a:gd name="connsiteY90" fmla="*/ 18989 h 19050"/>
                <a:gd name="connsiteX91" fmla="*/ 1461610 w 3267741"/>
                <a:gd name="connsiteY91" fmla="*/ 18989 h 19050"/>
                <a:gd name="connsiteX92" fmla="*/ 1414748 w 3267741"/>
                <a:gd name="connsiteY92" fmla="*/ 18989 h 19050"/>
                <a:gd name="connsiteX93" fmla="*/ 1405223 w 3267741"/>
                <a:gd name="connsiteY93" fmla="*/ 9464 h 19050"/>
                <a:gd name="connsiteX94" fmla="*/ 1414748 w 3267741"/>
                <a:gd name="connsiteY94" fmla="*/ -61 h 19050"/>
                <a:gd name="connsiteX95" fmla="*/ 1461610 w 3267741"/>
                <a:gd name="connsiteY95" fmla="*/ -61 h 19050"/>
                <a:gd name="connsiteX96" fmla="*/ 1471135 w 3267741"/>
                <a:gd name="connsiteY96" fmla="*/ 9464 h 19050"/>
                <a:gd name="connsiteX97" fmla="*/ 1461610 w 3267741"/>
                <a:gd name="connsiteY97" fmla="*/ 18989 h 19050"/>
                <a:gd name="connsiteX98" fmla="*/ 1321021 w 3267741"/>
                <a:gd name="connsiteY98" fmla="*/ 18989 h 19050"/>
                <a:gd name="connsiteX99" fmla="*/ 1273968 w 3267741"/>
                <a:gd name="connsiteY99" fmla="*/ 18989 h 19050"/>
                <a:gd name="connsiteX100" fmla="*/ 1264443 w 3267741"/>
                <a:gd name="connsiteY100" fmla="*/ 9464 h 19050"/>
                <a:gd name="connsiteX101" fmla="*/ 1273968 w 3267741"/>
                <a:gd name="connsiteY101" fmla="*/ -61 h 19050"/>
                <a:gd name="connsiteX102" fmla="*/ 1320832 w 3267741"/>
                <a:gd name="connsiteY102" fmla="*/ -61 h 19050"/>
                <a:gd name="connsiteX103" fmla="*/ 1330357 w 3267741"/>
                <a:gd name="connsiteY103" fmla="*/ 9464 h 19050"/>
                <a:gd name="connsiteX104" fmla="*/ 1320832 w 3267741"/>
                <a:gd name="connsiteY104" fmla="*/ 18989 h 19050"/>
                <a:gd name="connsiteX105" fmla="*/ 1180338 w 3267741"/>
                <a:gd name="connsiteY105" fmla="*/ 18989 h 19050"/>
                <a:gd name="connsiteX106" fmla="*/ 1133475 w 3267741"/>
                <a:gd name="connsiteY106" fmla="*/ 18989 h 19050"/>
                <a:gd name="connsiteX107" fmla="*/ 1123950 w 3267741"/>
                <a:gd name="connsiteY107" fmla="*/ 9464 h 19050"/>
                <a:gd name="connsiteX108" fmla="*/ 1133475 w 3267741"/>
                <a:gd name="connsiteY108" fmla="*/ -61 h 19050"/>
                <a:gd name="connsiteX109" fmla="*/ 1180338 w 3267741"/>
                <a:gd name="connsiteY109" fmla="*/ -61 h 19050"/>
                <a:gd name="connsiteX110" fmla="*/ 1189863 w 3267741"/>
                <a:gd name="connsiteY110" fmla="*/ 9464 h 19050"/>
                <a:gd name="connsiteX111" fmla="*/ 1180338 w 3267741"/>
                <a:gd name="connsiteY111" fmla="*/ 18989 h 19050"/>
                <a:gd name="connsiteX112" fmla="*/ 1039749 w 3267741"/>
                <a:gd name="connsiteY112" fmla="*/ 18989 h 19050"/>
                <a:gd name="connsiteX113" fmla="*/ 992886 w 3267741"/>
                <a:gd name="connsiteY113" fmla="*/ 18989 h 19050"/>
                <a:gd name="connsiteX114" fmla="*/ 983361 w 3267741"/>
                <a:gd name="connsiteY114" fmla="*/ 9464 h 19050"/>
                <a:gd name="connsiteX115" fmla="*/ 992886 w 3267741"/>
                <a:gd name="connsiteY115" fmla="*/ -61 h 19050"/>
                <a:gd name="connsiteX116" fmla="*/ 1039749 w 3267741"/>
                <a:gd name="connsiteY116" fmla="*/ -61 h 19050"/>
                <a:gd name="connsiteX117" fmla="*/ 1049274 w 3267741"/>
                <a:gd name="connsiteY117" fmla="*/ 9464 h 19050"/>
                <a:gd name="connsiteX118" fmla="*/ 1039749 w 3267741"/>
                <a:gd name="connsiteY118" fmla="*/ 18989 h 19050"/>
                <a:gd name="connsiteX119" fmla="*/ 899065 w 3267741"/>
                <a:gd name="connsiteY119" fmla="*/ 18989 h 19050"/>
                <a:gd name="connsiteX120" fmla="*/ 852201 w 3267741"/>
                <a:gd name="connsiteY120" fmla="*/ 18989 h 19050"/>
                <a:gd name="connsiteX121" fmla="*/ 842676 w 3267741"/>
                <a:gd name="connsiteY121" fmla="*/ 9464 h 19050"/>
                <a:gd name="connsiteX122" fmla="*/ 852201 w 3267741"/>
                <a:gd name="connsiteY122" fmla="*/ -61 h 19050"/>
                <a:gd name="connsiteX123" fmla="*/ 899065 w 3267741"/>
                <a:gd name="connsiteY123" fmla="*/ -61 h 19050"/>
                <a:gd name="connsiteX124" fmla="*/ 908590 w 3267741"/>
                <a:gd name="connsiteY124" fmla="*/ 9464 h 19050"/>
                <a:gd name="connsiteX125" fmla="*/ 899065 w 3267741"/>
                <a:gd name="connsiteY125" fmla="*/ 18989 h 19050"/>
                <a:gd name="connsiteX126" fmla="*/ 758475 w 3267741"/>
                <a:gd name="connsiteY126" fmla="*/ 18989 h 19050"/>
                <a:gd name="connsiteX127" fmla="*/ 711993 w 3267741"/>
                <a:gd name="connsiteY127" fmla="*/ 18989 h 19050"/>
                <a:gd name="connsiteX128" fmla="*/ 702468 w 3267741"/>
                <a:gd name="connsiteY128" fmla="*/ 9464 h 19050"/>
                <a:gd name="connsiteX129" fmla="*/ 711993 w 3267741"/>
                <a:gd name="connsiteY129" fmla="*/ -61 h 19050"/>
                <a:gd name="connsiteX130" fmla="*/ 758857 w 3267741"/>
                <a:gd name="connsiteY130" fmla="*/ -61 h 19050"/>
                <a:gd name="connsiteX131" fmla="*/ 768382 w 3267741"/>
                <a:gd name="connsiteY131" fmla="*/ 9464 h 19050"/>
                <a:gd name="connsiteX132" fmla="*/ 758857 w 3267741"/>
                <a:gd name="connsiteY132" fmla="*/ 18989 h 19050"/>
                <a:gd name="connsiteX133" fmla="*/ 617791 w 3267741"/>
                <a:gd name="connsiteY133" fmla="*/ 18989 h 19050"/>
                <a:gd name="connsiteX134" fmla="*/ 570928 w 3267741"/>
                <a:gd name="connsiteY134" fmla="*/ 18989 h 19050"/>
                <a:gd name="connsiteX135" fmla="*/ 561403 w 3267741"/>
                <a:gd name="connsiteY135" fmla="*/ 9464 h 19050"/>
                <a:gd name="connsiteX136" fmla="*/ 570928 w 3267741"/>
                <a:gd name="connsiteY136" fmla="*/ -61 h 19050"/>
                <a:gd name="connsiteX137" fmla="*/ 617791 w 3267741"/>
                <a:gd name="connsiteY137" fmla="*/ -61 h 19050"/>
                <a:gd name="connsiteX138" fmla="*/ 627316 w 3267741"/>
                <a:gd name="connsiteY138" fmla="*/ 9464 h 19050"/>
                <a:gd name="connsiteX139" fmla="*/ 617791 w 3267741"/>
                <a:gd name="connsiteY139" fmla="*/ 18989 h 19050"/>
                <a:gd name="connsiteX140" fmla="*/ 477202 w 3267741"/>
                <a:gd name="connsiteY140" fmla="*/ 18989 h 19050"/>
                <a:gd name="connsiteX141" fmla="*/ 430340 w 3267741"/>
                <a:gd name="connsiteY141" fmla="*/ 18989 h 19050"/>
                <a:gd name="connsiteX142" fmla="*/ 420815 w 3267741"/>
                <a:gd name="connsiteY142" fmla="*/ 9464 h 19050"/>
                <a:gd name="connsiteX143" fmla="*/ 430340 w 3267741"/>
                <a:gd name="connsiteY143" fmla="*/ -61 h 19050"/>
                <a:gd name="connsiteX144" fmla="*/ 477202 w 3267741"/>
                <a:gd name="connsiteY144" fmla="*/ -61 h 19050"/>
                <a:gd name="connsiteX145" fmla="*/ 486727 w 3267741"/>
                <a:gd name="connsiteY145" fmla="*/ 9464 h 19050"/>
                <a:gd name="connsiteX146" fmla="*/ 477202 w 3267741"/>
                <a:gd name="connsiteY146" fmla="*/ 18989 h 19050"/>
                <a:gd name="connsiteX147" fmla="*/ 336613 w 3267741"/>
                <a:gd name="connsiteY147" fmla="*/ 18989 h 19050"/>
                <a:gd name="connsiteX148" fmla="*/ 289655 w 3267741"/>
                <a:gd name="connsiteY148" fmla="*/ 18989 h 19050"/>
                <a:gd name="connsiteX149" fmla="*/ 280130 w 3267741"/>
                <a:gd name="connsiteY149" fmla="*/ 9464 h 19050"/>
                <a:gd name="connsiteX150" fmla="*/ 289655 w 3267741"/>
                <a:gd name="connsiteY150" fmla="*/ -61 h 19050"/>
                <a:gd name="connsiteX151" fmla="*/ 336613 w 3267741"/>
                <a:gd name="connsiteY151" fmla="*/ -61 h 19050"/>
                <a:gd name="connsiteX152" fmla="*/ 346138 w 3267741"/>
                <a:gd name="connsiteY152" fmla="*/ 9464 h 19050"/>
                <a:gd name="connsiteX153" fmla="*/ 336613 w 3267741"/>
                <a:gd name="connsiteY153" fmla="*/ 18989 h 19050"/>
                <a:gd name="connsiteX154" fmla="*/ 195928 w 3267741"/>
                <a:gd name="connsiteY154" fmla="*/ 18989 h 19050"/>
                <a:gd name="connsiteX155" fmla="*/ 149066 w 3267741"/>
                <a:gd name="connsiteY155" fmla="*/ 18989 h 19050"/>
                <a:gd name="connsiteX156" fmla="*/ 139541 w 3267741"/>
                <a:gd name="connsiteY156" fmla="*/ 9464 h 19050"/>
                <a:gd name="connsiteX157" fmla="*/ 149066 w 3267741"/>
                <a:gd name="connsiteY157" fmla="*/ -61 h 19050"/>
                <a:gd name="connsiteX158" fmla="*/ 195928 w 3267741"/>
                <a:gd name="connsiteY158" fmla="*/ -61 h 19050"/>
                <a:gd name="connsiteX159" fmla="*/ 205453 w 3267741"/>
                <a:gd name="connsiteY159" fmla="*/ 9464 h 19050"/>
                <a:gd name="connsiteX160" fmla="*/ 195928 w 3267741"/>
                <a:gd name="connsiteY160" fmla="*/ 18989 h 19050"/>
                <a:gd name="connsiteX161" fmla="*/ 55340 w 3267741"/>
                <a:gd name="connsiteY161" fmla="*/ 18989 h 19050"/>
                <a:gd name="connsiteX162" fmla="*/ 8477 w 3267741"/>
                <a:gd name="connsiteY162" fmla="*/ 18989 h 19050"/>
                <a:gd name="connsiteX163" fmla="*/ -1048 w 3267741"/>
                <a:gd name="connsiteY163" fmla="*/ 9464 h 19050"/>
                <a:gd name="connsiteX164" fmla="*/ 8477 w 3267741"/>
                <a:gd name="connsiteY164" fmla="*/ -61 h 19050"/>
                <a:gd name="connsiteX165" fmla="*/ 55340 w 3267741"/>
                <a:gd name="connsiteY165" fmla="*/ -61 h 19050"/>
                <a:gd name="connsiteX166" fmla="*/ 64865 w 3267741"/>
                <a:gd name="connsiteY166" fmla="*/ 9464 h 19050"/>
                <a:gd name="connsiteX167" fmla="*/ 55340 w 3267741"/>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741" h="19050">
                  <a:moveTo>
                    <a:pt x="3257168" y="18989"/>
                  </a:moveTo>
                  <a:lnTo>
                    <a:pt x="3242881" y="18989"/>
                  </a:lnTo>
                  <a:cubicBezTo>
                    <a:pt x="3237643" y="18989"/>
                    <a:pt x="3233356" y="14722"/>
                    <a:pt x="3233356" y="9464"/>
                  </a:cubicBezTo>
                  <a:cubicBezTo>
                    <a:pt x="3233356" y="4206"/>
                    <a:pt x="3237643" y="-61"/>
                    <a:pt x="3242881" y="-61"/>
                  </a:cubicBezTo>
                  <a:lnTo>
                    <a:pt x="3257168" y="-61"/>
                  </a:lnTo>
                  <a:cubicBezTo>
                    <a:pt x="3262408" y="-61"/>
                    <a:pt x="3266693" y="4206"/>
                    <a:pt x="3266693" y="9464"/>
                  </a:cubicBezTo>
                  <a:cubicBezTo>
                    <a:pt x="3266693" y="14722"/>
                    <a:pt x="3262408" y="18989"/>
                    <a:pt x="3257168" y="18989"/>
                  </a:cubicBezTo>
                  <a:close/>
                  <a:moveTo>
                    <a:pt x="3149155" y="18989"/>
                  </a:moveTo>
                  <a:lnTo>
                    <a:pt x="3102196" y="18989"/>
                  </a:lnTo>
                  <a:cubicBezTo>
                    <a:pt x="3096958" y="18989"/>
                    <a:pt x="3092671" y="14722"/>
                    <a:pt x="3092671" y="9464"/>
                  </a:cubicBezTo>
                  <a:cubicBezTo>
                    <a:pt x="3092671" y="4206"/>
                    <a:pt x="3096958" y="-61"/>
                    <a:pt x="3102196" y="-61"/>
                  </a:cubicBezTo>
                  <a:lnTo>
                    <a:pt x="3149155" y="-61"/>
                  </a:lnTo>
                  <a:cubicBezTo>
                    <a:pt x="3154394" y="-61"/>
                    <a:pt x="3158680" y="4206"/>
                    <a:pt x="3158680" y="9464"/>
                  </a:cubicBezTo>
                  <a:cubicBezTo>
                    <a:pt x="3158680" y="14722"/>
                    <a:pt x="3154394" y="18989"/>
                    <a:pt x="3149155" y="18989"/>
                  </a:cubicBezTo>
                  <a:close/>
                  <a:moveTo>
                    <a:pt x="3008471" y="18989"/>
                  </a:moveTo>
                  <a:lnTo>
                    <a:pt x="2961609" y="18989"/>
                  </a:lnTo>
                  <a:cubicBezTo>
                    <a:pt x="2956369" y="18989"/>
                    <a:pt x="2952084" y="14722"/>
                    <a:pt x="2952084" y="9464"/>
                  </a:cubicBezTo>
                  <a:cubicBezTo>
                    <a:pt x="2952084" y="4206"/>
                    <a:pt x="2956369" y="-61"/>
                    <a:pt x="2961609" y="-61"/>
                  </a:cubicBezTo>
                  <a:lnTo>
                    <a:pt x="3008471" y="-61"/>
                  </a:lnTo>
                  <a:cubicBezTo>
                    <a:pt x="3013710" y="-61"/>
                    <a:pt x="3017996" y="4206"/>
                    <a:pt x="3017996" y="9464"/>
                  </a:cubicBezTo>
                  <a:cubicBezTo>
                    <a:pt x="3017996" y="14722"/>
                    <a:pt x="3013710" y="18989"/>
                    <a:pt x="3008471" y="18989"/>
                  </a:cubicBezTo>
                  <a:close/>
                  <a:moveTo>
                    <a:pt x="2867882" y="18989"/>
                  </a:moveTo>
                  <a:lnTo>
                    <a:pt x="2820924" y="18989"/>
                  </a:lnTo>
                  <a:cubicBezTo>
                    <a:pt x="2815685" y="18989"/>
                    <a:pt x="2811399" y="14722"/>
                    <a:pt x="2811399" y="9464"/>
                  </a:cubicBezTo>
                  <a:cubicBezTo>
                    <a:pt x="2811399" y="4206"/>
                    <a:pt x="2815685" y="-61"/>
                    <a:pt x="2820924" y="-61"/>
                  </a:cubicBezTo>
                  <a:lnTo>
                    <a:pt x="2867882" y="-61"/>
                  </a:lnTo>
                  <a:cubicBezTo>
                    <a:pt x="2873121" y="-61"/>
                    <a:pt x="2877407" y="4206"/>
                    <a:pt x="2877407" y="9464"/>
                  </a:cubicBezTo>
                  <a:cubicBezTo>
                    <a:pt x="2877407" y="14722"/>
                    <a:pt x="2873121" y="18989"/>
                    <a:pt x="2867882" y="18989"/>
                  </a:cubicBezTo>
                  <a:close/>
                  <a:moveTo>
                    <a:pt x="2727197" y="18989"/>
                  </a:moveTo>
                  <a:lnTo>
                    <a:pt x="2680335" y="18989"/>
                  </a:lnTo>
                  <a:cubicBezTo>
                    <a:pt x="2675096" y="18989"/>
                    <a:pt x="2670810" y="14722"/>
                    <a:pt x="2670810" y="9464"/>
                  </a:cubicBezTo>
                  <a:cubicBezTo>
                    <a:pt x="2670810" y="4206"/>
                    <a:pt x="2675096" y="-61"/>
                    <a:pt x="2680335" y="-61"/>
                  </a:cubicBezTo>
                  <a:lnTo>
                    <a:pt x="2727197" y="-61"/>
                  </a:lnTo>
                  <a:cubicBezTo>
                    <a:pt x="2732436" y="-61"/>
                    <a:pt x="2736722" y="4206"/>
                    <a:pt x="2736722" y="9464"/>
                  </a:cubicBezTo>
                  <a:cubicBezTo>
                    <a:pt x="2736722" y="14722"/>
                    <a:pt x="2732436" y="18989"/>
                    <a:pt x="2727197" y="18989"/>
                  </a:cubicBezTo>
                  <a:close/>
                  <a:moveTo>
                    <a:pt x="2586609" y="18989"/>
                  </a:moveTo>
                  <a:lnTo>
                    <a:pt x="2539746" y="18989"/>
                  </a:lnTo>
                  <a:cubicBezTo>
                    <a:pt x="2534507" y="18989"/>
                    <a:pt x="2530221" y="14722"/>
                    <a:pt x="2530221" y="9464"/>
                  </a:cubicBezTo>
                  <a:cubicBezTo>
                    <a:pt x="2530221" y="4206"/>
                    <a:pt x="2534507" y="-61"/>
                    <a:pt x="2539746" y="-61"/>
                  </a:cubicBezTo>
                  <a:lnTo>
                    <a:pt x="2586609" y="-61"/>
                  </a:lnTo>
                  <a:cubicBezTo>
                    <a:pt x="2591847" y="-61"/>
                    <a:pt x="2596134" y="4206"/>
                    <a:pt x="2596134" y="9464"/>
                  </a:cubicBezTo>
                  <a:cubicBezTo>
                    <a:pt x="2596134" y="14722"/>
                    <a:pt x="2591847" y="18989"/>
                    <a:pt x="2586609" y="18989"/>
                  </a:cubicBezTo>
                  <a:close/>
                  <a:moveTo>
                    <a:pt x="2445544" y="18989"/>
                  </a:moveTo>
                  <a:lnTo>
                    <a:pt x="2398680" y="18989"/>
                  </a:lnTo>
                  <a:cubicBezTo>
                    <a:pt x="2393442" y="18989"/>
                    <a:pt x="2389155" y="14722"/>
                    <a:pt x="2389155" y="9464"/>
                  </a:cubicBezTo>
                  <a:cubicBezTo>
                    <a:pt x="2389155" y="4206"/>
                    <a:pt x="2393442" y="-61"/>
                    <a:pt x="2398680" y="-61"/>
                  </a:cubicBezTo>
                  <a:lnTo>
                    <a:pt x="2445544" y="-61"/>
                  </a:lnTo>
                  <a:cubicBezTo>
                    <a:pt x="2450783" y="-61"/>
                    <a:pt x="2455069" y="4206"/>
                    <a:pt x="2455069" y="9464"/>
                  </a:cubicBezTo>
                  <a:cubicBezTo>
                    <a:pt x="2455069" y="14722"/>
                    <a:pt x="2450783" y="18989"/>
                    <a:pt x="2445544" y="18989"/>
                  </a:cubicBezTo>
                  <a:close/>
                  <a:moveTo>
                    <a:pt x="2304954" y="18989"/>
                  </a:moveTo>
                  <a:lnTo>
                    <a:pt x="2258091" y="18989"/>
                  </a:lnTo>
                  <a:cubicBezTo>
                    <a:pt x="2252853" y="18989"/>
                    <a:pt x="2248566" y="14722"/>
                    <a:pt x="2248566" y="9464"/>
                  </a:cubicBezTo>
                  <a:cubicBezTo>
                    <a:pt x="2248566" y="4206"/>
                    <a:pt x="2252853" y="-61"/>
                    <a:pt x="2258091" y="-61"/>
                  </a:cubicBezTo>
                  <a:lnTo>
                    <a:pt x="2304954" y="-61"/>
                  </a:lnTo>
                  <a:cubicBezTo>
                    <a:pt x="2310194" y="-61"/>
                    <a:pt x="2314479" y="4206"/>
                    <a:pt x="2314479" y="9464"/>
                  </a:cubicBezTo>
                  <a:cubicBezTo>
                    <a:pt x="2314479" y="14722"/>
                    <a:pt x="2310194" y="18989"/>
                    <a:pt x="2304954" y="18989"/>
                  </a:cubicBezTo>
                  <a:close/>
                  <a:moveTo>
                    <a:pt x="2164270" y="18989"/>
                  </a:moveTo>
                  <a:lnTo>
                    <a:pt x="2117408" y="18989"/>
                  </a:lnTo>
                  <a:cubicBezTo>
                    <a:pt x="2112169" y="18989"/>
                    <a:pt x="2107883" y="14722"/>
                    <a:pt x="2107883" y="9464"/>
                  </a:cubicBezTo>
                  <a:cubicBezTo>
                    <a:pt x="2107883" y="4206"/>
                    <a:pt x="2112169" y="-61"/>
                    <a:pt x="2117408" y="-61"/>
                  </a:cubicBezTo>
                  <a:lnTo>
                    <a:pt x="2164270" y="-61"/>
                  </a:lnTo>
                  <a:cubicBezTo>
                    <a:pt x="2169509" y="-61"/>
                    <a:pt x="2173795" y="4206"/>
                    <a:pt x="2173795" y="9464"/>
                  </a:cubicBezTo>
                  <a:cubicBezTo>
                    <a:pt x="2173795" y="14722"/>
                    <a:pt x="2169509" y="18989"/>
                    <a:pt x="2164270" y="18989"/>
                  </a:cubicBezTo>
                  <a:close/>
                  <a:moveTo>
                    <a:pt x="2023681" y="18989"/>
                  </a:moveTo>
                  <a:lnTo>
                    <a:pt x="1976819" y="18989"/>
                  </a:lnTo>
                  <a:cubicBezTo>
                    <a:pt x="1971579" y="18989"/>
                    <a:pt x="1967294" y="14722"/>
                    <a:pt x="1967294" y="9464"/>
                  </a:cubicBezTo>
                  <a:cubicBezTo>
                    <a:pt x="1967294" y="4206"/>
                    <a:pt x="1971579" y="-61"/>
                    <a:pt x="1976819" y="-61"/>
                  </a:cubicBezTo>
                  <a:lnTo>
                    <a:pt x="2023681" y="-61"/>
                  </a:lnTo>
                  <a:cubicBezTo>
                    <a:pt x="2028920" y="-61"/>
                    <a:pt x="2033206" y="4206"/>
                    <a:pt x="2033206" y="9464"/>
                  </a:cubicBezTo>
                  <a:cubicBezTo>
                    <a:pt x="2033206" y="14722"/>
                    <a:pt x="2028920" y="18989"/>
                    <a:pt x="2023681" y="18989"/>
                  </a:cubicBezTo>
                  <a:close/>
                  <a:moveTo>
                    <a:pt x="1883568" y="18989"/>
                  </a:moveTo>
                  <a:lnTo>
                    <a:pt x="1836610" y="18989"/>
                  </a:lnTo>
                  <a:cubicBezTo>
                    <a:pt x="1831372" y="18989"/>
                    <a:pt x="1827085" y="14722"/>
                    <a:pt x="1827085" y="9464"/>
                  </a:cubicBezTo>
                  <a:cubicBezTo>
                    <a:pt x="1827085" y="4206"/>
                    <a:pt x="1831372" y="-61"/>
                    <a:pt x="1836610" y="-61"/>
                  </a:cubicBezTo>
                  <a:lnTo>
                    <a:pt x="1883568" y="-61"/>
                  </a:lnTo>
                  <a:cubicBezTo>
                    <a:pt x="1888808" y="-61"/>
                    <a:pt x="1893093" y="4206"/>
                    <a:pt x="1893093" y="9464"/>
                  </a:cubicBezTo>
                  <a:cubicBezTo>
                    <a:pt x="1893093" y="14722"/>
                    <a:pt x="1888808" y="18989"/>
                    <a:pt x="1883568"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1" y="18989"/>
                  </a:moveTo>
                  <a:lnTo>
                    <a:pt x="1273968" y="18989"/>
                  </a:lnTo>
                  <a:cubicBezTo>
                    <a:pt x="1268729" y="18989"/>
                    <a:pt x="1264443" y="14722"/>
                    <a:pt x="1264443" y="9464"/>
                  </a:cubicBezTo>
                  <a:cubicBezTo>
                    <a:pt x="1264443" y="4206"/>
                    <a:pt x="1268729" y="-61"/>
                    <a:pt x="1273968" y="-61"/>
                  </a:cubicBezTo>
                  <a:lnTo>
                    <a:pt x="1320832" y="-61"/>
                  </a:lnTo>
                  <a:cubicBezTo>
                    <a:pt x="1326070" y="-61"/>
                    <a:pt x="1330357" y="4206"/>
                    <a:pt x="1330357" y="9464"/>
                  </a:cubicBezTo>
                  <a:cubicBezTo>
                    <a:pt x="1330357" y="14722"/>
                    <a:pt x="1326070" y="18989"/>
                    <a:pt x="1320832"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6" y="18989"/>
                    <a:pt x="983361" y="14722"/>
                    <a:pt x="983361" y="9464"/>
                  </a:cubicBezTo>
                  <a:cubicBezTo>
                    <a:pt x="983361" y="4206"/>
                    <a:pt x="987646"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3" y="-61"/>
                    <a:pt x="908590" y="4206"/>
                    <a:pt x="908590" y="9464"/>
                  </a:cubicBezTo>
                  <a:cubicBezTo>
                    <a:pt x="908590" y="14722"/>
                    <a:pt x="904303" y="18989"/>
                    <a:pt x="899065" y="18989"/>
                  </a:cubicBezTo>
                  <a:close/>
                  <a:moveTo>
                    <a:pt x="758475" y="18989"/>
                  </a:moveTo>
                  <a:lnTo>
                    <a:pt x="711993" y="18989"/>
                  </a:lnTo>
                  <a:cubicBezTo>
                    <a:pt x="706754" y="18989"/>
                    <a:pt x="702468" y="14722"/>
                    <a:pt x="702468" y="9464"/>
                  </a:cubicBezTo>
                  <a:cubicBezTo>
                    <a:pt x="702468" y="4206"/>
                    <a:pt x="706754" y="-61"/>
                    <a:pt x="711993" y="-61"/>
                  </a:cubicBezTo>
                  <a:lnTo>
                    <a:pt x="758857" y="-61"/>
                  </a:lnTo>
                  <a:cubicBezTo>
                    <a:pt x="764095" y="-61"/>
                    <a:pt x="768382" y="4206"/>
                    <a:pt x="768382" y="9464"/>
                  </a:cubicBezTo>
                  <a:cubicBezTo>
                    <a:pt x="768382" y="14722"/>
                    <a:pt x="764095" y="18989"/>
                    <a:pt x="758857" y="18989"/>
                  </a:cubicBezTo>
                  <a:close/>
                  <a:moveTo>
                    <a:pt x="617791" y="18989"/>
                  </a:moveTo>
                  <a:lnTo>
                    <a:pt x="570928" y="18989"/>
                  </a:lnTo>
                  <a:cubicBezTo>
                    <a:pt x="565690" y="18989"/>
                    <a:pt x="561403" y="14722"/>
                    <a:pt x="561403" y="9464"/>
                  </a:cubicBezTo>
                  <a:cubicBezTo>
                    <a:pt x="561403" y="4206"/>
                    <a:pt x="565690" y="-61"/>
                    <a:pt x="570928"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28" y="18989"/>
                  </a:moveTo>
                  <a:lnTo>
                    <a:pt x="149066" y="18989"/>
                  </a:lnTo>
                  <a:cubicBezTo>
                    <a:pt x="143827" y="18989"/>
                    <a:pt x="139541" y="14722"/>
                    <a:pt x="139541" y="9464"/>
                  </a:cubicBezTo>
                  <a:cubicBezTo>
                    <a:pt x="139541" y="4206"/>
                    <a:pt x="143827" y="-61"/>
                    <a:pt x="149066" y="-61"/>
                  </a:cubicBezTo>
                  <a:lnTo>
                    <a:pt x="195928" y="-61"/>
                  </a:lnTo>
                  <a:cubicBezTo>
                    <a:pt x="201168" y="-61"/>
                    <a:pt x="205453" y="4206"/>
                    <a:pt x="205453" y="9464"/>
                  </a:cubicBezTo>
                  <a:cubicBezTo>
                    <a:pt x="205453" y="14722"/>
                    <a:pt x="201168" y="18989"/>
                    <a:pt x="195928"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60656B3E-CF9B-3775-29B3-E5A4E90AC7EE}"/>
                </a:ext>
              </a:extLst>
            </p:cNvPr>
            <p:cNvSpPr/>
            <p:nvPr/>
          </p:nvSpPr>
          <p:spPr>
            <a:xfrm>
              <a:off x="4678394" y="3124009"/>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1"/>
                    <a:pt x="3233451" y="9464"/>
                  </a:cubicBezTo>
                  <a:cubicBezTo>
                    <a:pt x="3233451" y="4206"/>
                    <a:pt x="3237738" y="-61"/>
                    <a:pt x="3242976" y="-61"/>
                  </a:cubicBezTo>
                  <a:lnTo>
                    <a:pt x="3257264" y="-61"/>
                  </a:lnTo>
                  <a:cubicBezTo>
                    <a:pt x="3262503" y="-61"/>
                    <a:pt x="3266789" y="4206"/>
                    <a:pt x="3266789" y="9464"/>
                  </a:cubicBezTo>
                  <a:cubicBezTo>
                    <a:pt x="3266789" y="14721"/>
                    <a:pt x="3262503" y="18989"/>
                    <a:pt x="3257264" y="18989"/>
                  </a:cubicBezTo>
                  <a:close/>
                  <a:moveTo>
                    <a:pt x="3149251" y="18989"/>
                  </a:moveTo>
                  <a:lnTo>
                    <a:pt x="3102292" y="18989"/>
                  </a:lnTo>
                  <a:cubicBezTo>
                    <a:pt x="3097054" y="18989"/>
                    <a:pt x="3092767" y="14721"/>
                    <a:pt x="3092767" y="9464"/>
                  </a:cubicBezTo>
                  <a:cubicBezTo>
                    <a:pt x="3092767" y="4206"/>
                    <a:pt x="3097054" y="-61"/>
                    <a:pt x="3102292" y="-61"/>
                  </a:cubicBezTo>
                  <a:lnTo>
                    <a:pt x="3149251" y="-61"/>
                  </a:lnTo>
                  <a:cubicBezTo>
                    <a:pt x="3154490" y="-61"/>
                    <a:pt x="3158776" y="4206"/>
                    <a:pt x="3158776" y="9464"/>
                  </a:cubicBezTo>
                  <a:cubicBezTo>
                    <a:pt x="3158776" y="14721"/>
                    <a:pt x="3154490" y="18989"/>
                    <a:pt x="3149251" y="18989"/>
                  </a:cubicBezTo>
                  <a:close/>
                  <a:moveTo>
                    <a:pt x="3008566" y="18989"/>
                  </a:moveTo>
                  <a:lnTo>
                    <a:pt x="2961704" y="18989"/>
                  </a:lnTo>
                  <a:cubicBezTo>
                    <a:pt x="2956465" y="18989"/>
                    <a:pt x="2952179" y="14721"/>
                    <a:pt x="2952179" y="9464"/>
                  </a:cubicBezTo>
                  <a:cubicBezTo>
                    <a:pt x="2952179" y="4206"/>
                    <a:pt x="2956465" y="-61"/>
                    <a:pt x="2961704" y="-61"/>
                  </a:cubicBezTo>
                  <a:lnTo>
                    <a:pt x="3008566" y="-61"/>
                  </a:lnTo>
                  <a:cubicBezTo>
                    <a:pt x="3013805" y="-61"/>
                    <a:pt x="3018091" y="4206"/>
                    <a:pt x="3018091" y="9464"/>
                  </a:cubicBezTo>
                  <a:cubicBezTo>
                    <a:pt x="3018091" y="14721"/>
                    <a:pt x="3013805" y="18989"/>
                    <a:pt x="3008566" y="18989"/>
                  </a:cubicBezTo>
                  <a:close/>
                  <a:moveTo>
                    <a:pt x="2867977" y="18989"/>
                  </a:moveTo>
                  <a:lnTo>
                    <a:pt x="2821019" y="18989"/>
                  </a:lnTo>
                  <a:cubicBezTo>
                    <a:pt x="2815780" y="18989"/>
                    <a:pt x="2811494" y="14721"/>
                    <a:pt x="2811494" y="9464"/>
                  </a:cubicBezTo>
                  <a:cubicBezTo>
                    <a:pt x="2811494" y="4206"/>
                    <a:pt x="2815780" y="-61"/>
                    <a:pt x="2821019" y="-61"/>
                  </a:cubicBezTo>
                  <a:lnTo>
                    <a:pt x="2867977" y="-61"/>
                  </a:lnTo>
                  <a:cubicBezTo>
                    <a:pt x="2873216" y="-61"/>
                    <a:pt x="2877502" y="4206"/>
                    <a:pt x="2877502" y="9464"/>
                  </a:cubicBezTo>
                  <a:cubicBezTo>
                    <a:pt x="2877502" y="14721"/>
                    <a:pt x="2873216" y="18989"/>
                    <a:pt x="2867977" y="18989"/>
                  </a:cubicBezTo>
                  <a:close/>
                  <a:moveTo>
                    <a:pt x="2727293" y="18989"/>
                  </a:moveTo>
                  <a:lnTo>
                    <a:pt x="2680430" y="18989"/>
                  </a:lnTo>
                  <a:cubicBezTo>
                    <a:pt x="2675191" y="18989"/>
                    <a:pt x="2670905" y="14721"/>
                    <a:pt x="2670905" y="9464"/>
                  </a:cubicBezTo>
                  <a:cubicBezTo>
                    <a:pt x="2670905" y="4206"/>
                    <a:pt x="2675191" y="-61"/>
                    <a:pt x="2680430" y="-61"/>
                  </a:cubicBezTo>
                  <a:lnTo>
                    <a:pt x="2727293" y="-61"/>
                  </a:lnTo>
                  <a:cubicBezTo>
                    <a:pt x="2732532" y="-61"/>
                    <a:pt x="2736818" y="4206"/>
                    <a:pt x="2736818" y="9464"/>
                  </a:cubicBezTo>
                  <a:cubicBezTo>
                    <a:pt x="2736818" y="14721"/>
                    <a:pt x="2732532" y="18989"/>
                    <a:pt x="2727293" y="18989"/>
                  </a:cubicBezTo>
                  <a:close/>
                  <a:moveTo>
                    <a:pt x="2586705" y="18989"/>
                  </a:moveTo>
                  <a:lnTo>
                    <a:pt x="2539841" y="18989"/>
                  </a:lnTo>
                  <a:cubicBezTo>
                    <a:pt x="2534602" y="18989"/>
                    <a:pt x="2530316" y="14721"/>
                    <a:pt x="2530316" y="9464"/>
                  </a:cubicBezTo>
                  <a:cubicBezTo>
                    <a:pt x="2530316" y="4206"/>
                    <a:pt x="2534602" y="-61"/>
                    <a:pt x="2539841" y="-61"/>
                  </a:cubicBezTo>
                  <a:lnTo>
                    <a:pt x="2586705" y="-61"/>
                  </a:lnTo>
                  <a:cubicBezTo>
                    <a:pt x="2591943" y="-61"/>
                    <a:pt x="2596230" y="4206"/>
                    <a:pt x="2596230" y="9464"/>
                  </a:cubicBezTo>
                  <a:cubicBezTo>
                    <a:pt x="2596230" y="14721"/>
                    <a:pt x="2591943" y="18989"/>
                    <a:pt x="2586705" y="18989"/>
                  </a:cubicBezTo>
                  <a:close/>
                  <a:moveTo>
                    <a:pt x="2446020" y="18989"/>
                  </a:moveTo>
                  <a:lnTo>
                    <a:pt x="2399157" y="18989"/>
                  </a:lnTo>
                  <a:cubicBezTo>
                    <a:pt x="2393918" y="18989"/>
                    <a:pt x="2389632" y="14721"/>
                    <a:pt x="2389632" y="9464"/>
                  </a:cubicBezTo>
                  <a:cubicBezTo>
                    <a:pt x="2389632" y="4206"/>
                    <a:pt x="2393918" y="-61"/>
                    <a:pt x="2399157" y="-61"/>
                  </a:cubicBezTo>
                  <a:lnTo>
                    <a:pt x="2445639" y="-61"/>
                  </a:lnTo>
                  <a:cubicBezTo>
                    <a:pt x="2450878" y="-61"/>
                    <a:pt x="2455164" y="4206"/>
                    <a:pt x="2455164" y="9464"/>
                  </a:cubicBezTo>
                  <a:cubicBezTo>
                    <a:pt x="2455164" y="14721"/>
                    <a:pt x="2450878" y="18989"/>
                    <a:pt x="2445639" y="18989"/>
                  </a:cubicBezTo>
                  <a:close/>
                  <a:moveTo>
                    <a:pt x="2305431" y="18989"/>
                  </a:moveTo>
                  <a:lnTo>
                    <a:pt x="2258568" y="18989"/>
                  </a:lnTo>
                  <a:cubicBezTo>
                    <a:pt x="2253330" y="18989"/>
                    <a:pt x="2249043" y="14721"/>
                    <a:pt x="2249043" y="9464"/>
                  </a:cubicBezTo>
                  <a:cubicBezTo>
                    <a:pt x="2249043" y="4206"/>
                    <a:pt x="2253330" y="-61"/>
                    <a:pt x="2258568" y="-61"/>
                  </a:cubicBezTo>
                  <a:lnTo>
                    <a:pt x="2305431" y="-61"/>
                  </a:lnTo>
                  <a:cubicBezTo>
                    <a:pt x="2310669" y="-61"/>
                    <a:pt x="2314956" y="4206"/>
                    <a:pt x="2314956" y="9464"/>
                  </a:cubicBezTo>
                  <a:cubicBezTo>
                    <a:pt x="2314956" y="14721"/>
                    <a:pt x="2310669" y="18989"/>
                    <a:pt x="2305431" y="18989"/>
                  </a:cubicBezTo>
                  <a:close/>
                  <a:moveTo>
                    <a:pt x="2164747" y="18989"/>
                  </a:moveTo>
                  <a:lnTo>
                    <a:pt x="2117883" y="18989"/>
                  </a:lnTo>
                  <a:cubicBezTo>
                    <a:pt x="2112645" y="18989"/>
                    <a:pt x="2108358" y="14721"/>
                    <a:pt x="2108358" y="9464"/>
                  </a:cubicBezTo>
                  <a:cubicBezTo>
                    <a:pt x="2108358" y="4206"/>
                    <a:pt x="2112645" y="-61"/>
                    <a:pt x="2117883" y="-61"/>
                  </a:cubicBezTo>
                  <a:lnTo>
                    <a:pt x="2164747" y="-61"/>
                  </a:lnTo>
                  <a:cubicBezTo>
                    <a:pt x="2169986" y="-61"/>
                    <a:pt x="2174272" y="4206"/>
                    <a:pt x="2174272" y="9464"/>
                  </a:cubicBezTo>
                  <a:cubicBezTo>
                    <a:pt x="2174272" y="14721"/>
                    <a:pt x="2169986" y="18989"/>
                    <a:pt x="2164747" y="18989"/>
                  </a:cubicBezTo>
                  <a:close/>
                  <a:moveTo>
                    <a:pt x="2024158" y="18989"/>
                  </a:moveTo>
                  <a:lnTo>
                    <a:pt x="1977294" y="18989"/>
                  </a:lnTo>
                  <a:cubicBezTo>
                    <a:pt x="1972056" y="18989"/>
                    <a:pt x="1967769" y="14721"/>
                    <a:pt x="1967769" y="9464"/>
                  </a:cubicBezTo>
                  <a:cubicBezTo>
                    <a:pt x="1967769" y="4206"/>
                    <a:pt x="1972056" y="-61"/>
                    <a:pt x="1977294" y="-61"/>
                  </a:cubicBezTo>
                  <a:lnTo>
                    <a:pt x="2024158" y="-61"/>
                  </a:lnTo>
                  <a:cubicBezTo>
                    <a:pt x="2029397" y="-61"/>
                    <a:pt x="2033683" y="4206"/>
                    <a:pt x="2033683" y="9464"/>
                  </a:cubicBezTo>
                  <a:cubicBezTo>
                    <a:pt x="2033683" y="14721"/>
                    <a:pt x="2029397" y="18989"/>
                    <a:pt x="2024158" y="18989"/>
                  </a:cubicBezTo>
                  <a:close/>
                  <a:moveTo>
                    <a:pt x="1883568" y="18989"/>
                  </a:moveTo>
                  <a:lnTo>
                    <a:pt x="1836611" y="18989"/>
                  </a:lnTo>
                  <a:cubicBezTo>
                    <a:pt x="1831372" y="18989"/>
                    <a:pt x="1827086" y="14721"/>
                    <a:pt x="1827086" y="9464"/>
                  </a:cubicBezTo>
                  <a:cubicBezTo>
                    <a:pt x="1827086" y="4206"/>
                    <a:pt x="1831372" y="-61"/>
                    <a:pt x="1836611" y="-61"/>
                  </a:cubicBezTo>
                  <a:lnTo>
                    <a:pt x="1883664" y="-61"/>
                  </a:lnTo>
                  <a:cubicBezTo>
                    <a:pt x="1888903" y="-61"/>
                    <a:pt x="1893189" y="4206"/>
                    <a:pt x="1893189" y="9464"/>
                  </a:cubicBezTo>
                  <a:cubicBezTo>
                    <a:pt x="1893189" y="14721"/>
                    <a:pt x="1888903" y="18989"/>
                    <a:pt x="1883664" y="18989"/>
                  </a:cubicBezTo>
                  <a:close/>
                  <a:moveTo>
                    <a:pt x="1742884" y="18989"/>
                  </a:moveTo>
                  <a:lnTo>
                    <a:pt x="1696022" y="18989"/>
                  </a:lnTo>
                  <a:cubicBezTo>
                    <a:pt x="1690783" y="18989"/>
                    <a:pt x="1686497" y="14721"/>
                    <a:pt x="1686497" y="9464"/>
                  </a:cubicBezTo>
                  <a:cubicBezTo>
                    <a:pt x="1686497" y="4206"/>
                    <a:pt x="1690783" y="-61"/>
                    <a:pt x="1696022" y="-61"/>
                  </a:cubicBezTo>
                  <a:lnTo>
                    <a:pt x="1742884" y="-61"/>
                  </a:lnTo>
                  <a:cubicBezTo>
                    <a:pt x="1748123" y="-61"/>
                    <a:pt x="1752409" y="4206"/>
                    <a:pt x="1752409" y="9464"/>
                  </a:cubicBezTo>
                  <a:cubicBezTo>
                    <a:pt x="1752409" y="14721"/>
                    <a:pt x="1748123" y="18989"/>
                    <a:pt x="1742884" y="18989"/>
                  </a:cubicBezTo>
                  <a:close/>
                  <a:moveTo>
                    <a:pt x="1602295" y="18989"/>
                  </a:moveTo>
                  <a:lnTo>
                    <a:pt x="1555337" y="18989"/>
                  </a:lnTo>
                  <a:cubicBezTo>
                    <a:pt x="1550098" y="18989"/>
                    <a:pt x="1545812" y="14721"/>
                    <a:pt x="1545812" y="9464"/>
                  </a:cubicBezTo>
                  <a:cubicBezTo>
                    <a:pt x="1545812" y="4206"/>
                    <a:pt x="1550098" y="-61"/>
                    <a:pt x="1555337" y="-61"/>
                  </a:cubicBezTo>
                  <a:lnTo>
                    <a:pt x="1602295" y="-61"/>
                  </a:lnTo>
                  <a:cubicBezTo>
                    <a:pt x="1607534" y="-61"/>
                    <a:pt x="1611820" y="4206"/>
                    <a:pt x="1611820" y="9464"/>
                  </a:cubicBezTo>
                  <a:cubicBezTo>
                    <a:pt x="1611820" y="14721"/>
                    <a:pt x="1607534" y="18989"/>
                    <a:pt x="1602295" y="18989"/>
                  </a:cubicBezTo>
                  <a:close/>
                  <a:moveTo>
                    <a:pt x="1461610" y="18989"/>
                  </a:moveTo>
                  <a:lnTo>
                    <a:pt x="1414748" y="18989"/>
                  </a:lnTo>
                  <a:cubicBezTo>
                    <a:pt x="1409509" y="18989"/>
                    <a:pt x="1405223" y="14721"/>
                    <a:pt x="1405223" y="9464"/>
                  </a:cubicBezTo>
                  <a:cubicBezTo>
                    <a:pt x="1405223" y="4206"/>
                    <a:pt x="1409509" y="-61"/>
                    <a:pt x="1414748" y="-61"/>
                  </a:cubicBezTo>
                  <a:lnTo>
                    <a:pt x="1461610" y="-61"/>
                  </a:lnTo>
                  <a:cubicBezTo>
                    <a:pt x="1466850" y="-61"/>
                    <a:pt x="1471135" y="4206"/>
                    <a:pt x="1471135" y="9464"/>
                  </a:cubicBezTo>
                  <a:cubicBezTo>
                    <a:pt x="1471135" y="14721"/>
                    <a:pt x="1466850" y="18989"/>
                    <a:pt x="1461610" y="18989"/>
                  </a:cubicBezTo>
                  <a:close/>
                  <a:moveTo>
                    <a:pt x="1321023" y="18989"/>
                  </a:moveTo>
                  <a:lnTo>
                    <a:pt x="1274064" y="18989"/>
                  </a:lnTo>
                  <a:cubicBezTo>
                    <a:pt x="1268825" y="18989"/>
                    <a:pt x="1264539" y="14721"/>
                    <a:pt x="1264539" y="9464"/>
                  </a:cubicBezTo>
                  <a:cubicBezTo>
                    <a:pt x="1264539" y="4206"/>
                    <a:pt x="1268825" y="-61"/>
                    <a:pt x="1274064" y="-61"/>
                  </a:cubicBezTo>
                  <a:lnTo>
                    <a:pt x="1320927" y="-61"/>
                  </a:lnTo>
                  <a:cubicBezTo>
                    <a:pt x="1326165" y="-61"/>
                    <a:pt x="1330452" y="4206"/>
                    <a:pt x="1330452" y="9464"/>
                  </a:cubicBezTo>
                  <a:cubicBezTo>
                    <a:pt x="1330452" y="14721"/>
                    <a:pt x="1326165" y="18989"/>
                    <a:pt x="1320927" y="18989"/>
                  </a:cubicBezTo>
                  <a:close/>
                  <a:moveTo>
                    <a:pt x="1180338" y="18989"/>
                  </a:moveTo>
                  <a:lnTo>
                    <a:pt x="1133475" y="18989"/>
                  </a:lnTo>
                  <a:cubicBezTo>
                    <a:pt x="1128235" y="18989"/>
                    <a:pt x="1123950" y="14721"/>
                    <a:pt x="1123950" y="9464"/>
                  </a:cubicBezTo>
                  <a:cubicBezTo>
                    <a:pt x="1123950" y="4206"/>
                    <a:pt x="1128235" y="-61"/>
                    <a:pt x="1133475" y="-61"/>
                  </a:cubicBezTo>
                  <a:lnTo>
                    <a:pt x="1180338" y="-61"/>
                  </a:lnTo>
                  <a:cubicBezTo>
                    <a:pt x="1185576" y="-61"/>
                    <a:pt x="1189863" y="4206"/>
                    <a:pt x="1189863" y="9464"/>
                  </a:cubicBezTo>
                  <a:cubicBezTo>
                    <a:pt x="1189863" y="14721"/>
                    <a:pt x="1185576" y="18989"/>
                    <a:pt x="1180338" y="18989"/>
                  </a:cubicBezTo>
                  <a:close/>
                  <a:moveTo>
                    <a:pt x="1039749" y="18989"/>
                  </a:moveTo>
                  <a:lnTo>
                    <a:pt x="992886" y="18989"/>
                  </a:lnTo>
                  <a:cubicBezTo>
                    <a:pt x="987648" y="18989"/>
                    <a:pt x="983361" y="14721"/>
                    <a:pt x="983361" y="9464"/>
                  </a:cubicBezTo>
                  <a:cubicBezTo>
                    <a:pt x="983361" y="4206"/>
                    <a:pt x="987648" y="-61"/>
                    <a:pt x="992886" y="-61"/>
                  </a:cubicBezTo>
                  <a:lnTo>
                    <a:pt x="1039749" y="-61"/>
                  </a:lnTo>
                  <a:cubicBezTo>
                    <a:pt x="1044987" y="-61"/>
                    <a:pt x="1049274" y="4206"/>
                    <a:pt x="1049274" y="9464"/>
                  </a:cubicBezTo>
                  <a:cubicBezTo>
                    <a:pt x="1049274" y="14721"/>
                    <a:pt x="1044987" y="18989"/>
                    <a:pt x="1039749" y="18989"/>
                  </a:cubicBezTo>
                  <a:close/>
                  <a:moveTo>
                    <a:pt x="899065" y="18989"/>
                  </a:moveTo>
                  <a:lnTo>
                    <a:pt x="852201" y="18989"/>
                  </a:lnTo>
                  <a:cubicBezTo>
                    <a:pt x="846963" y="18989"/>
                    <a:pt x="842676" y="14721"/>
                    <a:pt x="842676" y="9464"/>
                  </a:cubicBezTo>
                  <a:cubicBezTo>
                    <a:pt x="842676" y="4206"/>
                    <a:pt x="846963" y="-61"/>
                    <a:pt x="852201" y="-61"/>
                  </a:cubicBezTo>
                  <a:lnTo>
                    <a:pt x="899065" y="-61"/>
                  </a:lnTo>
                  <a:cubicBezTo>
                    <a:pt x="904304" y="-61"/>
                    <a:pt x="908590" y="4206"/>
                    <a:pt x="908590" y="9464"/>
                  </a:cubicBezTo>
                  <a:cubicBezTo>
                    <a:pt x="908590" y="14721"/>
                    <a:pt x="904304" y="18989"/>
                    <a:pt x="899065" y="18989"/>
                  </a:cubicBezTo>
                  <a:close/>
                  <a:moveTo>
                    <a:pt x="758475" y="18989"/>
                  </a:moveTo>
                  <a:lnTo>
                    <a:pt x="712089" y="18989"/>
                  </a:lnTo>
                  <a:cubicBezTo>
                    <a:pt x="706850" y="18989"/>
                    <a:pt x="702564" y="14721"/>
                    <a:pt x="702564" y="9464"/>
                  </a:cubicBezTo>
                  <a:cubicBezTo>
                    <a:pt x="702564" y="4206"/>
                    <a:pt x="706850" y="-61"/>
                    <a:pt x="712089" y="-61"/>
                  </a:cubicBezTo>
                  <a:lnTo>
                    <a:pt x="758952" y="-61"/>
                  </a:lnTo>
                  <a:cubicBezTo>
                    <a:pt x="764190" y="-61"/>
                    <a:pt x="768477" y="4206"/>
                    <a:pt x="768477" y="9464"/>
                  </a:cubicBezTo>
                  <a:cubicBezTo>
                    <a:pt x="768477" y="14721"/>
                    <a:pt x="764190" y="18989"/>
                    <a:pt x="758952" y="18989"/>
                  </a:cubicBezTo>
                  <a:close/>
                  <a:moveTo>
                    <a:pt x="617791" y="18989"/>
                  </a:moveTo>
                  <a:lnTo>
                    <a:pt x="570929" y="18989"/>
                  </a:lnTo>
                  <a:cubicBezTo>
                    <a:pt x="565690" y="18989"/>
                    <a:pt x="561404" y="14721"/>
                    <a:pt x="561404" y="9464"/>
                  </a:cubicBezTo>
                  <a:cubicBezTo>
                    <a:pt x="561404" y="4206"/>
                    <a:pt x="565690" y="-61"/>
                    <a:pt x="570929" y="-61"/>
                  </a:cubicBezTo>
                  <a:lnTo>
                    <a:pt x="617791" y="-61"/>
                  </a:lnTo>
                  <a:cubicBezTo>
                    <a:pt x="623030" y="-61"/>
                    <a:pt x="627316" y="4206"/>
                    <a:pt x="627316" y="9464"/>
                  </a:cubicBezTo>
                  <a:cubicBezTo>
                    <a:pt x="627316" y="14721"/>
                    <a:pt x="623030" y="18989"/>
                    <a:pt x="617791" y="18989"/>
                  </a:cubicBezTo>
                  <a:close/>
                  <a:moveTo>
                    <a:pt x="477202" y="18989"/>
                  </a:moveTo>
                  <a:lnTo>
                    <a:pt x="430340" y="18989"/>
                  </a:lnTo>
                  <a:cubicBezTo>
                    <a:pt x="425100" y="18989"/>
                    <a:pt x="420815" y="14721"/>
                    <a:pt x="420815" y="9464"/>
                  </a:cubicBezTo>
                  <a:cubicBezTo>
                    <a:pt x="420815" y="4206"/>
                    <a:pt x="425100" y="-61"/>
                    <a:pt x="430340" y="-61"/>
                  </a:cubicBezTo>
                  <a:lnTo>
                    <a:pt x="477202" y="-61"/>
                  </a:lnTo>
                  <a:cubicBezTo>
                    <a:pt x="482441" y="-61"/>
                    <a:pt x="486727" y="4206"/>
                    <a:pt x="486727" y="9464"/>
                  </a:cubicBezTo>
                  <a:cubicBezTo>
                    <a:pt x="486727" y="14721"/>
                    <a:pt x="482441" y="18989"/>
                    <a:pt x="477202" y="18989"/>
                  </a:cubicBezTo>
                  <a:close/>
                  <a:moveTo>
                    <a:pt x="336613" y="18989"/>
                  </a:moveTo>
                  <a:lnTo>
                    <a:pt x="289655" y="18989"/>
                  </a:lnTo>
                  <a:cubicBezTo>
                    <a:pt x="284416" y="18989"/>
                    <a:pt x="280130" y="14721"/>
                    <a:pt x="280130" y="9464"/>
                  </a:cubicBezTo>
                  <a:cubicBezTo>
                    <a:pt x="280130" y="4206"/>
                    <a:pt x="284416" y="-61"/>
                    <a:pt x="289655" y="-61"/>
                  </a:cubicBezTo>
                  <a:lnTo>
                    <a:pt x="336613" y="-61"/>
                  </a:lnTo>
                  <a:cubicBezTo>
                    <a:pt x="341852" y="-61"/>
                    <a:pt x="346138" y="4206"/>
                    <a:pt x="346138" y="9464"/>
                  </a:cubicBezTo>
                  <a:cubicBezTo>
                    <a:pt x="346138" y="14721"/>
                    <a:pt x="341852" y="18989"/>
                    <a:pt x="336613" y="18989"/>
                  </a:cubicBezTo>
                  <a:close/>
                  <a:moveTo>
                    <a:pt x="195930" y="18989"/>
                  </a:moveTo>
                  <a:lnTo>
                    <a:pt x="149066" y="18989"/>
                  </a:lnTo>
                  <a:cubicBezTo>
                    <a:pt x="143827" y="18989"/>
                    <a:pt x="139541" y="14721"/>
                    <a:pt x="139541" y="9464"/>
                  </a:cubicBezTo>
                  <a:cubicBezTo>
                    <a:pt x="139541" y="4206"/>
                    <a:pt x="143827" y="-61"/>
                    <a:pt x="149066" y="-61"/>
                  </a:cubicBezTo>
                  <a:lnTo>
                    <a:pt x="195930" y="-61"/>
                  </a:lnTo>
                  <a:cubicBezTo>
                    <a:pt x="201168" y="-61"/>
                    <a:pt x="205455" y="4206"/>
                    <a:pt x="205455" y="9464"/>
                  </a:cubicBezTo>
                  <a:cubicBezTo>
                    <a:pt x="205455" y="14721"/>
                    <a:pt x="201168" y="18989"/>
                    <a:pt x="195930" y="18989"/>
                  </a:cubicBezTo>
                  <a:close/>
                  <a:moveTo>
                    <a:pt x="55340" y="18989"/>
                  </a:moveTo>
                  <a:lnTo>
                    <a:pt x="8477" y="18989"/>
                  </a:lnTo>
                  <a:cubicBezTo>
                    <a:pt x="3238" y="18989"/>
                    <a:pt x="-1048" y="14721"/>
                    <a:pt x="-1048" y="9464"/>
                  </a:cubicBezTo>
                  <a:cubicBezTo>
                    <a:pt x="-1048" y="4206"/>
                    <a:pt x="3238" y="-61"/>
                    <a:pt x="8477" y="-61"/>
                  </a:cubicBezTo>
                  <a:lnTo>
                    <a:pt x="55340" y="-61"/>
                  </a:lnTo>
                  <a:cubicBezTo>
                    <a:pt x="60579" y="-61"/>
                    <a:pt x="64865" y="4206"/>
                    <a:pt x="64865" y="9464"/>
                  </a:cubicBezTo>
                  <a:cubicBezTo>
                    <a:pt x="64865" y="14721"/>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40" name="任意多边形: 形状 39">
              <a:extLst>
                <a:ext uri="{FF2B5EF4-FFF2-40B4-BE49-F238E27FC236}">
                  <a16:creationId xmlns:a16="http://schemas.microsoft.com/office/drawing/2014/main" id="{B64BE55F-027F-062C-9BDC-08958957252F}"/>
                </a:ext>
              </a:extLst>
            </p:cNvPr>
            <p:cNvSpPr/>
            <p:nvPr/>
          </p:nvSpPr>
          <p:spPr>
            <a:xfrm>
              <a:off x="4678394" y="3630263"/>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41" name="任意多边形: 形状 40">
              <a:extLst>
                <a:ext uri="{FF2B5EF4-FFF2-40B4-BE49-F238E27FC236}">
                  <a16:creationId xmlns:a16="http://schemas.microsoft.com/office/drawing/2014/main" id="{5F218341-A795-1C39-6DF1-3D76C5672ABE}"/>
                </a:ext>
              </a:extLst>
            </p:cNvPr>
            <p:cNvSpPr/>
            <p:nvPr/>
          </p:nvSpPr>
          <p:spPr>
            <a:xfrm>
              <a:off x="4678394" y="4136517"/>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42" name="任意多边形: 形状 41">
              <a:extLst>
                <a:ext uri="{FF2B5EF4-FFF2-40B4-BE49-F238E27FC236}">
                  <a16:creationId xmlns:a16="http://schemas.microsoft.com/office/drawing/2014/main" id="{5D3E0B18-E77C-4CFB-0B3E-CB778C7F3824}"/>
                </a:ext>
              </a:extLst>
            </p:cNvPr>
            <p:cNvSpPr/>
            <p:nvPr/>
          </p:nvSpPr>
          <p:spPr>
            <a:xfrm>
              <a:off x="4678680" y="4645437"/>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465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03 w 2315908"/>
                <a:gd name="connsiteY49" fmla="*/ 415 h 19526"/>
                <a:gd name="connsiteX50" fmla="*/ 1742503 w 2315908"/>
                <a:gd name="connsiteY50" fmla="*/ 415 h 19526"/>
                <a:gd name="connsiteX51" fmla="*/ 1752028 w 2315908"/>
                <a:gd name="connsiteY51" fmla="*/ 9940 h 19526"/>
                <a:gd name="connsiteX52" fmla="*/ 1742503 w 2315908"/>
                <a:gd name="connsiteY52" fmla="*/ 19465 h 19526"/>
                <a:gd name="connsiteX53" fmla="*/ 1695545 w 2315908"/>
                <a:gd name="connsiteY53" fmla="*/ 19465 h 19526"/>
                <a:gd name="connsiteX54" fmla="*/ 617505 w 2315908"/>
                <a:gd name="connsiteY54" fmla="*/ 19465 h 19526"/>
                <a:gd name="connsiteX55" fmla="*/ 617505 w 2315908"/>
                <a:gd name="connsiteY55" fmla="*/ 19465 h 19526"/>
                <a:gd name="connsiteX56" fmla="*/ 570643 w 2315908"/>
                <a:gd name="connsiteY56" fmla="*/ 19465 h 19526"/>
                <a:gd name="connsiteX57" fmla="*/ 561118 w 2315908"/>
                <a:gd name="connsiteY57" fmla="*/ 9940 h 19526"/>
                <a:gd name="connsiteX58" fmla="*/ 570643 w 2315908"/>
                <a:gd name="connsiteY58" fmla="*/ 415 h 19526"/>
                <a:gd name="connsiteX59" fmla="*/ 570643 w 2315908"/>
                <a:gd name="connsiteY59" fmla="*/ 415 h 19526"/>
                <a:gd name="connsiteX60" fmla="*/ 617600 w 2315908"/>
                <a:gd name="connsiteY60" fmla="*/ 415 h 19526"/>
                <a:gd name="connsiteX61" fmla="*/ 627125 w 2315908"/>
                <a:gd name="connsiteY61" fmla="*/ 9940 h 19526"/>
                <a:gd name="connsiteX62" fmla="*/ 617600 w 2315908"/>
                <a:gd name="connsiteY62" fmla="*/ 19465 h 19526"/>
                <a:gd name="connsiteX63" fmla="*/ 1836705 w 2315908"/>
                <a:gd name="connsiteY63" fmla="*/ 19465 h 19526"/>
                <a:gd name="connsiteX64" fmla="*/ 1827180 w 2315908"/>
                <a:gd name="connsiteY64" fmla="*/ 9940 h 19526"/>
                <a:gd name="connsiteX65" fmla="*/ 1836705 w 2315908"/>
                <a:gd name="connsiteY65" fmla="*/ 415 h 19526"/>
                <a:gd name="connsiteX66" fmla="*/ 1883568 w 2315908"/>
                <a:gd name="connsiteY66" fmla="*/ 415 h 19526"/>
                <a:gd name="connsiteX67" fmla="*/ 1883568 w 2315908"/>
                <a:gd name="connsiteY67" fmla="*/ 415 h 19526"/>
                <a:gd name="connsiteX68" fmla="*/ 1893093 w 2315908"/>
                <a:gd name="connsiteY68" fmla="*/ 9940 h 19526"/>
                <a:gd name="connsiteX69" fmla="*/ 1883568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7202 w 2315908"/>
                <a:gd name="connsiteY77" fmla="*/ 19465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708 w 2315908"/>
                <a:gd name="connsiteY94" fmla="*/ 19465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304" y="15198"/>
                    <a:pt x="904018" y="19465"/>
                    <a:pt x="898779" y="19465"/>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03" y="415"/>
                  </a:lnTo>
                  <a:lnTo>
                    <a:pt x="1742503" y="415"/>
                  </a:lnTo>
                  <a:cubicBezTo>
                    <a:pt x="1747742" y="415"/>
                    <a:pt x="1752028" y="4682"/>
                    <a:pt x="1752028" y="9940"/>
                  </a:cubicBezTo>
                  <a:cubicBezTo>
                    <a:pt x="1752028" y="15198"/>
                    <a:pt x="1747742" y="19465"/>
                    <a:pt x="1742503" y="19465"/>
                  </a:cubicBezTo>
                  <a:lnTo>
                    <a:pt x="1695545"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570643" y="415"/>
                  </a:ln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close/>
                  <a:moveTo>
                    <a:pt x="477297" y="19465"/>
                  </a:move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727" y="15198"/>
                    <a:pt x="482441" y="19465"/>
                    <a:pt x="477202" y="19465"/>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6233" y="15198"/>
                    <a:pt x="341947" y="19465"/>
                    <a:pt x="336708" y="19465"/>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sp>
          <p:nvSpPr>
            <p:cNvPr id="43" name="任意多边形: 形状 42">
              <a:extLst>
                <a:ext uri="{FF2B5EF4-FFF2-40B4-BE49-F238E27FC236}">
                  <a16:creationId xmlns:a16="http://schemas.microsoft.com/office/drawing/2014/main" id="{740EBBDD-9098-1B63-50AF-6D4A01740FDF}"/>
                </a:ext>
              </a:extLst>
            </p:cNvPr>
            <p:cNvSpPr/>
            <p:nvPr/>
          </p:nvSpPr>
          <p:spPr>
            <a:xfrm>
              <a:off x="4678680" y="5151691"/>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274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98 w 2315908"/>
                <a:gd name="connsiteY49" fmla="*/ 415 h 19526"/>
                <a:gd name="connsiteX50" fmla="*/ 1752123 w 2315908"/>
                <a:gd name="connsiteY50" fmla="*/ 9940 h 19526"/>
                <a:gd name="connsiteX51" fmla="*/ 1742598 w 2315908"/>
                <a:gd name="connsiteY51" fmla="*/ 19465 h 19526"/>
                <a:gd name="connsiteX52" fmla="*/ 1695736 w 2315908"/>
                <a:gd name="connsiteY52" fmla="*/ 19465 h 19526"/>
                <a:gd name="connsiteX53" fmla="*/ 617505 w 2315908"/>
                <a:gd name="connsiteY53" fmla="*/ 19465 h 19526"/>
                <a:gd name="connsiteX54" fmla="*/ 617505 w 2315908"/>
                <a:gd name="connsiteY54" fmla="*/ 19465 h 19526"/>
                <a:gd name="connsiteX55" fmla="*/ 570643 w 2315908"/>
                <a:gd name="connsiteY55" fmla="*/ 19465 h 19526"/>
                <a:gd name="connsiteX56" fmla="*/ 561118 w 2315908"/>
                <a:gd name="connsiteY56" fmla="*/ 9940 h 19526"/>
                <a:gd name="connsiteX57" fmla="*/ 570643 w 2315908"/>
                <a:gd name="connsiteY57" fmla="*/ 415 h 19526"/>
                <a:gd name="connsiteX58" fmla="*/ 617600 w 2315908"/>
                <a:gd name="connsiteY58" fmla="*/ 415 h 19526"/>
                <a:gd name="connsiteX59" fmla="*/ 627125 w 2315908"/>
                <a:gd name="connsiteY59" fmla="*/ 9940 h 19526"/>
                <a:gd name="connsiteX60" fmla="*/ 617600 w 2315908"/>
                <a:gd name="connsiteY60" fmla="*/ 19465 h 19526"/>
                <a:gd name="connsiteX61" fmla="*/ 1836705 w 2315908"/>
                <a:gd name="connsiteY61" fmla="*/ 19465 h 19526"/>
                <a:gd name="connsiteX62" fmla="*/ 1827180 w 2315908"/>
                <a:gd name="connsiteY62" fmla="*/ 9940 h 19526"/>
                <a:gd name="connsiteX63" fmla="*/ 1836705 w 2315908"/>
                <a:gd name="connsiteY63" fmla="*/ 415 h 19526"/>
                <a:gd name="connsiteX64" fmla="*/ 1883568 w 2315908"/>
                <a:gd name="connsiteY64" fmla="*/ 415 h 19526"/>
                <a:gd name="connsiteX65" fmla="*/ 1883568 w 2315908"/>
                <a:gd name="connsiteY65" fmla="*/ 415 h 19526"/>
                <a:gd name="connsiteX66" fmla="*/ 1893093 w 2315908"/>
                <a:gd name="connsiteY66" fmla="*/ 9940 h 19526"/>
                <a:gd name="connsiteX67" fmla="*/ 1883568 w 2315908"/>
                <a:gd name="connsiteY67" fmla="*/ 19465 h 19526"/>
                <a:gd name="connsiteX68" fmla="*/ 1836705 w 2315908"/>
                <a:gd name="connsiteY68" fmla="*/ 19465 h 19526"/>
                <a:gd name="connsiteX69" fmla="*/ 477297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6916 w 2315908"/>
                <a:gd name="connsiteY77" fmla="*/ 18798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327 w 2315908"/>
                <a:gd name="connsiteY94" fmla="*/ 17846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208" y="15122"/>
                    <a:pt x="903922" y="19274"/>
                    <a:pt x="898779" y="19274"/>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98" y="415"/>
                  </a:lnTo>
                  <a:cubicBezTo>
                    <a:pt x="1747837" y="415"/>
                    <a:pt x="1752123" y="4682"/>
                    <a:pt x="1752123" y="9940"/>
                  </a:cubicBezTo>
                  <a:cubicBezTo>
                    <a:pt x="1752123" y="15198"/>
                    <a:pt x="1747837" y="19465"/>
                    <a:pt x="1742598" y="19465"/>
                  </a:cubicBezTo>
                  <a:lnTo>
                    <a:pt x="1695736"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lnTo>
                    <a:pt x="1836705" y="19465"/>
                  </a:lnTo>
                  <a:close/>
                  <a:moveTo>
                    <a:pt x="477297" y="19465"/>
                  </a:moveTo>
                  <a:lnTo>
                    <a:pt x="477297" y="19465"/>
                  </a:ln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346" y="15055"/>
                    <a:pt x="482060" y="18960"/>
                    <a:pt x="476916" y="18798"/>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5376" y="14712"/>
                    <a:pt x="341185" y="18112"/>
                    <a:pt x="336327" y="17846"/>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55043">
                                            <p:txEl>
                                              <p:pRg st="3" end="3"/>
                                            </p:txEl>
                                          </p:spTgt>
                                        </p:tgtEl>
                                        <p:attrNameLst>
                                          <p:attrName>style.visibility</p:attrName>
                                        </p:attrNameLst>
                                      </p:cBhvr>
                                      <p:to>
                                        <p:strVal val="visible"/>
                                      </p:to>
                                    </p:set>
                                    <p:anim calcmode="lin" valueType="num">
                                      <p:cBhvr additive="base">
                                        <p:cTn id="7" dur="500" fill="hold"/>
                                        <p:tgtEl>
                                          <p:spTgt spid="85504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504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55043">
                                            <p:txEl>
                                              <p:pRg st="4" end="4"/>
                                            </p:txEl>
                                          </p:spTgt>
                                        </p:tgtEl>
                                        <p:attrNameLst>
                                          <p:attrName>style.visibility</p:attrName>
                                        </p:attrNameLst>
                                      </p:cBhvr>
                                      <p:to>
                                        <p:strVal val="visible"/>
                                      </p:to>
                                    </p:set>
                                    <p:anim calcmode="lin" valueType="num">
                                      <p:cBhvr additive="base">
                                        <p:cTn id="11" dur="500" fill="hold"/>
                                        <p:tgtEl>
                                          <p:spTgt spid="85504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5504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F06E033C-0FD6-4EC2-A9FA-6F0B2D54E9FE}"/>
              </a:ext>
            </a:extLst>
          </p:cNvPr>
          <p:cNvSpPr>
            <a:spLocks noGrp="1" noChangeArrowheads="1"/>
          </p:cNvSpPr>
          <p:nvPr>
            <p:ph type="title"/>
          </p:nvPr>
        </p:nvSpPr>
        <p:spPr/>
        <p:txBody>
          <a:bodyPr/>
          <a:lstStyle/>
          <a:p>
            <a:pPr eaLnBrk="1" hangingPunct="1"/>
            <a:r>
              <a:rPr lang="en-US" altLang="zh-CN" dirty="0"/>
              <a:t>5.3.3 </a:t>
            </a:r>
            <a:r>
              <a:rPr lang="zh-CN" altLang="en-US" dirty="0"/>
              <a:t>类型检查</a:t>
            </a:r>
            <a:r>
              <a:rPr lang="en-US" altLang="zh-CN" dirty="0">
                <a:latin typeface="Arial" panose="020B0604020202020204" pitchFamily="34" charset="0"/>
              </a:rPr>
              <a:t>——</a:t>
            </a:r>
            <a:r>
              <a:rPr lang="zh-CN" altLang="en-US" dirty="0"/>
              <a:t>表达式</a:t>
            </a:r>
          </a:p>
        </p:txBody>
      </p:sp>
      <p:sp>
        <p:nvSpPr>
          <p:cNvPr id="855043" name="Rectangle 3">
            <a:extLst>
              <a:ext uri="{FF2B5EF4-FFF2-40B4-BE49-F238E27FC236}">
                <a16:creationId xmlns:a16="http://schemas.microsoft.com/office/drawing/2014/main" id="{77DA2D94-9A14-47E3-8D7D-18083A4DB91C}"/>
              </a:ext>
            </a:extLst>
          </p:cNvPr>
          <p:cNvSpPr>
            <a:spLocks noGrp="1" noChangeArrowheads="1"/>
          </p:cNvSpPr>
          <p:nvPr>
            <p:ph idx="1"/>
          </p:nvPr>
        </p:nvSpPr>
        <p:spPr/>
        <p:txBody>
          <a:bodyPr/>
          <a:lstStyle/>
          <a:p>
            <a:pPr eaLnBrk="1" hangingPunct="1">
              <a:buFont typeface="Wingdings" panose="05000000000000000000" pitchFamily="2" charset="2"/>
              <a:buNone/>
            </a:pPr>
            <a:r>
              <a:rPr lang="en-US" altLang="zh-CN" sz="2800" b="1" i="1" dirty="0"/>
              <a:t>E </a:t>
            </a:r>
            <a:r>
              <a:rPr lang="en-US" altLang="zh-CN" sz="2800" b="1" dirty="0">
                <a:sym typeface="Symbol" panose="05050102010706020507" pitchFamily="18" charset="2"/>
              </a:rPr>
              <a:t></a:t>
            </a:r>
            <a:r>
              <a:rPr lang="en-US" altLang="zh-CN" sz="2800" b="1" dirty="0"/>
              <a:t> </a:t>
            </a:r>
            <a:r>
              <a:rPr lang="en-US" altLang="zh-CN" sz="2800" b="1" i="1" dirty="0"/>
              <a:t>E</a:t>
            </a:r>
            <a:r>
              <a:rPr lang="en-US" altLang="zh-CN" sz="2800" b="1" baseline="-30000" dirty="0"/>
              <a:t>1</a:t>
            </a:r>
            <a:r>
              <a:rPr lang="en-US" altLang="zh-CN" sz="2800" b="1" dirty="0"/>
              <a:t> [</a:t>
            </a:r>
            <a:r>
              <a:rPr lang="en-US" altLang="zh-CN" sz="2800" b="1" i="1" dirty="0"/>
              <a:t>E</a:t>
            </a:r>
            <a:r>
              <a:rPr lang="en-US" altLang="zh-CN" sz="2800" b="1" baseline="-30000" dirty="0"/>
              <a:t>2</a:t>
            </a:r>
            <a:r>
              <a:rPr lang="en-US" altLang="zh-CN" sz="2800" b="1" dirty="0"/>
              <a:t> ] {if  ( </a:t>
            </a:r>
            <a:r>
              <a:rPr lang="en-US" altLang="zh-CN" sz="2800" b="1" i="1" dirty="0"/>
              <a:t>E</a:t>
            </a:r>
            <a:r>
              <a:rPr lang="en-US" altLang="zh-CN" sz="2800" b="1" baseline="-30000" dirty="0"/>
              <a:t>2</a:t>
            </a:r>
            <a:r>
              <a:rPr lang="en-US" altLang="zh-CN" sz="2800" b="1" dirty="0"/>
              <a:t>. </a:t>
            </a:r>
            <a:r>
              <a:rPr lang="en-US" altLang="zh-CN" sz="2800" b="1" i="1" dirty="0"/>
              <a:t>type</a:t>
            </a:r>
            <a:r>
              <a:rPr lang="en-US" altLang="zh-CN" sz="2800" b="1" dirty="0"/>
              <a:t> == </a:t>
            </a:r>
            <a:r>
              <a:rPr lang="en-US" altLang="zh-CN" sz="2800" b="1" i="1" dirty="0"/>
              <a:t>integer</a:t>
            </a:r>
            <a:r>
              <a:rPr lang="en-US" altLang="zh-CN" sz="2800" b="1" dirty="0"/>
              <a:t> &amp;&amp; </a:t>
            </a:r>
          </a:p>
          <a:p>
            <a:pPr algn="just" eaLnBrk="1" hangingPunct="1">
              <a:buFont typeface="Wingdings" panose="05000000000000000000" pitchFamily="2" charset="2"/>
              <a:buNone/>
            </a:pPr>
            <a:r>
              <a:rPr lang="en-US" altLang="zh-CN" sz="2800" b="1" i="1" dirty="0"/>
              <a:t>		                    E</a:t>
            </a:r>
            <a:r>
              <a:rPr lang="en-US" altLang="zh-CN" sz="2800" b="1" baseline="-30000" dirty="0"/>
              <a:t>1</a:t>
            </a:r>
            <a:r>
              <a:rPr lang="en-US" altLang="zh-CN" sz="2800" b="1" dirty="0"/>
              <a:t>. </a:t>
            </a:r>
            <a:r>
              <a:rPr lang="en-US" altLang="zh-CN" sz="2800" b="1" i="1" dirty="0"/>
              <a:t>type</a:t>
            </a:r>
            <a:r>
              <a:rPr lang="en-US" altLang="zh-CN" sz="2800" b="1" dirty="0"/>
              <a:t> == </a:t>
            </a:r>
            <a:r>
              <a:rPr lang="en-US" altLang="zh-CN" sz="2800" b="1" i="1" dirty="0"/>
              <a:t>array</a:t>
            </a:r>
            <a:r>
              <a:rPr lang="en-US" altLang="zh-CN" sz="2800" b="1" dirty="0"/>
              <a:t>(</a:t>
            </a:r>
            <a:r>
              <a:rPr lang="en-US" altLang="zh-CN" sz="2800" b="1" i="1" dirty="0"/>
              <a:t>s</a:t>
            </a:r>
            <a:r>
              <a:rPr lang="en-US" altLang="zh-CN" sz="2800" b="1" dirty="0"/>
              <a:t>, </a:t>
            </a:r>
            <a:r>
              <a:rPr lang="en-US" altLang="zh-CN" sz="2800" b="1" i="1" dirty="0"/>
              <a:t>t</a:t>
            </a:r>
            <a:r>
              <a:rPr lang="en-US" altLang="zh-CN" sz="2800" b="1" dirty="0"/>
              <a:t>))  </a:t>
            </a:r>
            <a:r>
              <a:rPr lang="en-US" altLang="zh-CN" sz="2800" b="1" i="1" dirty="0" err="1"/>
              <a:t>E</a:t>
            </a:r>
            <a:r>
              <a:rPr lang="en-US" altLang="zh-CN" sz="2800" b="1" dirty="0" err="1"/>
              <a:t>.</a:t>
            </a:r>
            <a:r>
              <a:rPr lang="en-US" altLang="zh-CN" sz="2800" b="1" i="1" dirty="0" err="1"/>
              <a:t>type</a:t>
            </a:r>
            <a:r>
              <a:rPr lang="en-US" altLang="zh-CN" sz="2800" b="1" dirty="0"/>
              <a:t> = </a:t>
            </a:r>
            <a:r>
              <a:rPr lang="en-US" altLang="zh-CN" sz="2800" b="1" i="1" dirty="0"/>
              <a:t>t</a:t>
            </a:r>
            <a:r>
              <a:rPr lang="en-US" altLang="zh-CN" sz="2800" b="1" dirty="0"/>
              <a:t>;</a:t>
            </a:r>
          </a:p>
          <a:p>
            <a:pPr algn="just" eaLnBrk="1" hangingPunct="1">
              <a:buFont typeface="Wingdings" panose="05000000000000000000" pitchFamily="2" charset="2"/>
              <a:buNone/>
            </a:pPr>
            <a:r>
              <a:rPr lang="en-US" altLang="zh-CN" sz="2800" b="1" dirty="0"/>
              <a:t> 			    else </a:t>
            </a:r>
            <a:r>
              <a:rPr lang="en-US" altLang="zh-CN" sz="2800" b="1" i="1" dirty="0" err="1"/>
              <a:t>E</a:t>
            </a:r>
            <a:r>
              <a:rPr lang="en-US" altLang="zh-CN" sz="2800" b="1" dirty="0" err="1"/>
              <a:t>.</a:t>
            </a:r>
            <a:r>
              <a:rPr lang="en-US" altLang="zh-CN" sz="2800" b="1" i="1" dirty="0" err="1"/>
              <a:t>type</a:t>
            </a:r>
            <a:r>
              <a:rPr lang="en-US" altLang="zh-CN" sz="2800" b="1" i="1" dirty="0"/>
              <a:t> </a:t>
            </a:r>
            <a:r>
              <a:rPr lang="en-US" altLang="zh-CN" sz="2800" b="1" dirty="0"/>
              <a:t>= </a:t>
            </a:r>
            <a:r>
              <a:rPr lang="en-US" altLang="zh-CN" sz="2800" b="1" i="1" dirty="0" err="1"/>
              <a:t>type</a:t>
            </a:r>
            <a:r>
              <a:rPr lang="en-US" altLang="zh-CN" sz="2800" b="1" dirty="0" err="1"/>
              <a:t>_</a:t>
            </a:r>
            <a:r>
              <a:rPr lang="en-US" altLang="zh-CN" sz="2800" b="1" i="1" dirty="0" err="1"/>
              <a:t>error</a:t>
            </a:r>
            <a:r>
              <a:rPr lang="en-US" altLang="zh-CN" sz="2800" b="1" dirty="0"/>
              <a:t>; }</a:t>
            </a:r>
          </a:p>
          <a:p>
            <a:pPr algn="just" eaLnBrk="1" hangingPunct="1">
              <a:buFont typeface="Wingdings" panose="05000000000000000000" pitchFamily="2" charset="2"/>
              <a:buNone/>
            </a:pPr>
            <a:r>
              <a:rPr lang="en-US" altLang="zh-CN" sz="2800" b="1" i="1" dirty="0"/>
              <a:t>E </a:t>
            </a:r>
            <a:r>
              <a:rPr lang="en-US" altLang="zh-CN" sz="2800" b="1" dirty="0">
                <a:sym typeface="Symbol" panose="05050102010706020507" pitchFamily="18" charset="2"/>
              </a:rPr>
              <a:t></a:t>
            </a:r>
            <a:r>
              <a:rPr lang="en-US" altLang="zh-CN" sz="2800" b="1" dirty="0"/>
              <a:t> </a:t>
            </a:r>
            <a:r>
              <a:rPr lang="en-US" altLang="zh-CN" sz="2800" b="1" i="1" dirty="0"/>
              <a:t>E</a:t>
            </a:r>
            <a:r>
              <a:rPr lang="en-US" altLang="zh-CN" sz="2800" b="1" baseline="-30000" dirty="0"/>
              <a:t>1</a:t>
            </a:r>
            <a:r>
              <a:rPr lang="en-US" altLang="zh-CN" sz="2800" b="1" dirty="0">
                <a:sym typeface="Symbol" panose="05050102010706020507" pitchFamily="18" charset="2"/>
              </a:rPr>
              <a:t></a:t>
            </a:r>
            <a:r>
              <a:rPr lang="en-US" altLang="zh-CN" sz="2800" b="1" dirty="0"/>
              <a:t>      {if ( </a:t>
            </a:r>
            <a:r>
              <a:rPr lang="en-US" altLang="zh-CN" sz="2800" b="1" i="1" dirty="0">
                <a:solidFill>
                  <a:srgbClr val="C00000"/>
                </a:solidFill>
              </a:rPr>
              <a:t>E</a:t>
            </a:r>
            <a:r>
              <a:rPr lang="en-US" altLang="zh-CN" sz="2800" b="1" baseline="-30000" dirty="0">
                <a:solidFill>
                  <a:srgbClr val="C00000"/>
                </a:solidFill>
              </a:rPr>
              <a:t>1</a:t>
            </a:r>
            <a:r>
              <a:rPr lang="en-US" altLang="zh-CN" sz="2800" b="1" dirty="0">
                <a:solidFill>
                  <a:srgbClr val="C00000"/>
                </a:solidFill>
              </a:rPr>
              <a:t>.</a:t>
            </a:r>
            <a:r>
              <a:rPr lang="en-US" altLang="zh-CN" sz="2800" b="1" i="1" dirty="0">
                <a:solidFill>
                  <a:srgbClr val="C00000"/>
                </a:solidFill>
              </a:rPr>
              <a:t>type</a:t>
            </a:r>
            <a:r>
              <a:rPr lang="en-US" altLang="zh-CN" sz="2800" b="1" dirty="0">
                <a:solidFill>
                  <a:srgbClr val="C00000"/>
                </a:solidFill>
              </a:rPr>
              <a:t> == </a:t>
            </a:r>
            <a:r>
              <a:rPr lang="en-US" altLang="zh-CN" sz="2800" b="1" i="1" dirty="0">
                <a:solidFill>
                  <a:srgbClr val="C00000"/>
                </a:solidFill>
              </a:rPr>
              <a:t>pointer</a:t>
            </a:r>
            <a:r>
              <a:rPr lang="en-US" altLang="zh-CN" sz="2800" b="1" dirty="0">
                <a:solidFill>
                  <a:srgbClr val="C00000"/>
                </a:solidFill>
              </a:rPr>
              <a:t>(</a:t>
            </a:r>
            <a:r>
              <a:rPr lang="en-US" altLang="zh-CN" sz="2800" b="1" i="1" dirty="0">
                <a:solidFill>
                  <a:srgbClr val="C00000"/>
                </a:solidFill>
              </a:rPr>
              <a:t>t</a:t>
            </a:r>
            <a:r>
              <a:rPr lang="en-US" altLang="zh-CN" sz="2800" b="1" dirty="0">
                <a:solidFill>
                  <a:srgbClr val="C00000"/>
                </a:solidFill>
              </a:rPr>
              <a:t>) </a:t>
            </a:r>
            <a:r>
              <a:rPr lang="en-US" altLang="zh-CN" sz="2800" b="1" dirty="0"/>
              <a:t>)   </a:t>
            </a:r>
            <a:r>
              <a:rPr lang="en-US" altLang="zh-CN" sz="2800" b="1" i="1" dirty="0" err="1">
                <a:solidFill>
                  <a:srgbClr val="C00000"/>
                </a:solidFill>
              </a:rPr>
              <a:t>E</a:t>
            </a:r>
            <a:r>
              <a:rPr lang="en-US" altLang="zh-CN" sz="2800" b="1" dirty="0" err="1">
                <a:solidFill>
                  <a:srgbClr val="C00000"/>
                </a:solidFill>
              </a:rPr>
              <a:t>.</a:t>
            </a:r>
            <a:r>
              <a:rPr lang="en-US" altLang="zh-CN" sz="2800" b="1" i="1" dirty="0" err="1">
                <a:solidFill>
                  <a:srgbClr val="C00000"/>
                </a:solidFill>
              </a:rPr>
              <a:t>type</a:t>
            </a:r>
            <a:r>
              <a:rPr lang="en-US" altLang="zh-CN" sz="2800" b="1" i="1" dirty="0">
                <a:solidFill>
                  <a:srgbClr val="C00000"/>
                </a:solidFill>
              </a:rPr>
              <a:t> </a:t>
            </a:r>
            <a:r>
              <a:rPr lang="en-US" altLang="zh-CN" sz="2800" b="1" dirty="0">
                <a:solidFill>
                  <a:srgbClr val="C00000"/>
                </a:solidFill>
              </a:rPr>
              <a:t>= </a:t>
            </a:r>
            <a:r>
              <a:rPr lang="en-US" altLang="zh-CN" sz="2800" b="1" i="1" dirty="0">
                <a:solidFill>
                  <a:srgbClr val="C00000"/>
                </a:solidFill>
              </a:rPr>
              <a:t>t</a:t>
            </a:r>
            <a:r>
              <a:rPr lang="en-US" altLang="zh-CN" sz="2800" b="1" dirty="0"/>
              <a:t>;</a:t>
            </a:r>
          </a:p>
          <a:p>
            <a:pPr algn="just" eaLnBrk="1" hangingPunct="1">
              <a:buFont typeface="Wingdings" panose="05000000000000000000" pitchFamily="2" charset="2"/>
              <a:buNone/>
            </a:pPr>
            <a:r>
              <a:rPr lang="en-US" altLang="zh-CN" sz="2800" b="1" dirty="0"/>
              <a:t> 		            else </a:t>
            </a:r>
            <a:r>
              <a:rPr lang="en-US" altLang="zh-CN" sz="2800" b="1" i="1" dirty="0" err="1">
                <a:solidFill>
                  <a:srgbClr val="C00000"/>
                </a:solidFill>
              </a:rPr>
              <a:t>E</a:t>
            </a:r>
            <a:r>
              <a:rPr lang="en-US" altLang="zh-CN" sz="2800" b="1" dirty="0" err="1">
                <a:solidFill>
                  <a:srgbClr val="C00000"/>
                </a:solidFill>
              </a:rPr>
              <a:t>.</a:t>
            </a:r>
            <a:r>
              <a:rPr lang="en-US" altLang="zh-CN" sz="2800" b="1" i="1" dirty="0" err="1">
                <a:solidFill>
                  <a:srgbClr val="C00000"/>
                </a:solidFill>
              </a:rPr>
              <a:t>type</a:t>
            </a:r>
            <a:r>
              <a:rPr lang="en-US" altLang="zh-CN" sz="2800" b="1" i="1" dirty="0">
                <a:solidFill>
                  <a:srgbClr val="C00000"/>
                </a:solidFill>
              </a:rPr>
              <a:t> </a:t>
            </a:r>
            <a:r>
              <a:rPr lang="en-US" altLang="zh-CN" sz="2800" b="1" dirty="0">
                <a:solidFill>
                  <a:srgbClr val="C00000"/>
                </a:solidFill>
              </a:rPr>
              <a:t>= </a:t>
            </a:r>
            <a:r>
              <a:rPr lang="en-US" altLang="zh-CN" sz="2800" b="1" i="1" dirty="0" err="1">
                <a:solidFill>
                  <a:srgbClr val="C00000"/>
                </a:solidFill>
              </a:rPr>
              <a:t>type</a:t>
            </a:r>
            <a:r>
              <a:rPr lang="en-US" altLang="zh-CN" sz="2800" b="1" dirty="0" err="1">
                <a:solidFill>
                  <a:srgbClr val="C00000"/>
                </a:solidFill>
              </a:rPr>
              <a:t>_</a:t>
            </a:r>
            <a:r>
              <a:rPr lang="en-US" altLang="zh-CN" sz="2800" b="1" i="1" dirty="0" err="1">
                <a:solidFill>
                  <a:srgbClr val="C00000"/>
                </a:solidFill>
              </a:rPr>
              <a:t>error</a:t>
            </a:r>
            <a:r>
              <a:rPr lang="en-US" altLang="zh-CN" sz="2800" b="1" dirty="0">
                <a:solidFill>
                  <a:srgbClr val="C00000"/>
                </a:solidFill>
              </a:rPr>
              <a:t>;</a:t>
            </a:r>
            <a:r>
              <a:rPr lang="en-US" altLang="zh-CN" sz="2800" b="1" dirty="0"/>
              <a:t> }</a:t>
            </a:r>
          </a:p>
          <a:p>
            <a:pPr algn="just"/>
            <a:r>
              <a:rPr lang="zh-CN" altLang="en-US" sz="2800" dirty="0"/>
              <a:t>对应定型规则：</a:t>
            </a:r>
            <a:endParaRPr lang="en-US" altLang="zh-CN" sz="2800" dirty="0"/>
          </a:p>
          <a:p>
            <a:pPr algn="just" eaLnBrk="1" hangingPunct="1">
              <a:buFont typeface="Wingdings" panose="05000000000000000000" pitchFamily="2" charset="2"/>
              <a:buNone/>
            </a:pPr>
            <a:r>
              <a:rPr lang="en-US" altLang="zh-CN" sz="2800" b="1" dirty="0"/>
              <a:t>(Exp </a:t>
            </a:r>
            <a:r>
              <a:rPr lang="en-US" altLang="zh-CN" sz="2800" b="1" dirty="0" err="1"/>
              <a:t>Deref</a:t>
            </a:r>
            <a:r>
              <a:rPr lang="en-US" altLang="zh-CN" sz="2800" b="1" dirty="0"/>
              <a:t>)</a:t>
            </a:r>
          </a:p>
        </p:txBody>
      </p:sp>
      <p:grpSp>
        <p:nvGrpSpPr>
          <p:cNvPr id="4" name="Group 10">
            <a:extLst>
              <a:ext uri="{FF2B5EF4-FFF2-40B4-BE49-F238E27FC236}">
                <a16:creationId xmlns:a16="http://schemas.microsoft.com/office/drawing/2014/main" id="{67E4D870-1263-4194-9093-EE90891AED95}"/>
              </a:ext>
            </a:extLst>
          </p:cNvPr>
          <p:cNvGrpSpPr>
            <a:grpSpLocks/>
          </p:cNvGrpSpPr>
          <p:nvPr/>
        </p:nvGrpSpPr>
        <p:grpSpPr bwMode="auto">
          <a:xfrm>
            <a:off x="3184525" y="4470400"/>
            <a:ext cx="2774950" cy="762000"/>
            <a:chOff x="2971" y="3702"/>
            <a:chExt cx="2404" cy="480"/>
          </a:xfrm>
        </p:grpSpPr>
        <p:sp>
          <p:nvSpPr>
            <p:cNvPr id="21509" name="Rectangle 11" descr="Green marble">
              <a:extLst>
                <a:ext uri="{FF2B5EF4-FFF2-40B4-BE49-F238E27FC236}">
                  <a16:creationId xmlns:a16="http://schemas.microsoft.com/office/drawing/2014/main" id="{7A30F260-8742-498D-ABF2-B54F4661F203}"/>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 </a:t>
              </a:r>
              <a:r>
                <a:rPr lang="en-US" altLang="zh-CN" sz="2400" b="1" dirty="0">
                  <a:ea typeface="宋体" panose="02010600030101010101" pitchFamily="2" charset="-122"/>
                </a:rPr>
                <a:t>: </a:t>
              </a:r>
              <a:r>
                <a:rPr lang="en-US" altLang="zh-CN" sz="2400" b="1" i="1" dirty="0">
                  <a:ea typeface="宋体" panose="02010600030101010101" pitchFamily="2" charset="-122"/>
                  <a:sym typeface="Symbol" panose="05050102010706020507" pitchFamily="18" charset="2"/>
                </a:rPr>
                <a:t>pointer</a:t>
              </a:r>
              <a:r>
                <a:rPr lang="en-US" altLang="zh-CN" sz="2400" b="1" dirty="0">
                  <a:ea typeface="宋体" panose="02010600030101010101" pitchFamily="2" charset="-122"/>
                  <a:sym typeface="Symbol" panose="05050102010706020507" pitchFamily="18" charset="2"/>
                </a:rPr>
                <a:t>(</a:t>
              </a:r>
              <a:r>
                <a:rPr lang="en-US" altLang="zh-CN" sz="2400" b="1" i="1" dirty="0">
                  <a:ea typeface="宋体" panose="02010600030101010101" pitchFamily="2" charset="-122"/>
                </a:rPr>
                <a:t>T</a:t>
              </a:r>
              <a:r>
                <a:rPr lang="en-US" altLang="zh-CN" sz="2400" b="1" dirty="0">
                  <a:ea typeface="宋体" panose="02010600030101010101" pitchFamily="2" charset="-122"/>
                </a:rPr>
                <a:t>)</a:t>
              </a:r>
              <a:endParaRPr lang="en-US" altLang="zh-CN" sz="2400" b="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dirty="0">
                  <a:ea typeface="宋体" panose="02010600030101010101" pitchFamily="2" charset="-122"/>
                  <a:sym typeface="Symbol" panose="05050102010706020507" pitchFamily="18" charset="2"/>
                </a:rPr>
                <a:t></a:t>
              </a:r>
              <a:r>
                <a:rPr lang="en-US" altLang="zh-CN" sz="2400" b="1" i="1" dirty="0">
                  <a:ea typeface="宋体" panose="02010600030101010101" pitchFamily="2" charset="-122"/>
                </a:rPr>
                <a:t> </a:t>
              </a:r>
              <a:r>
                <a:rPr lang="en-US" altLang="zh-CN" sz="2400" b="1" dirty="0">
                  <a:ea typeface="宋体" panose="02010600030101010101" pitchFamily="2" charset="-122"/>
                </a:rPr>
                <a:t>: </a:t>
              </a:r>
              <a:r>
                <a:rPr lang="en-US" altLang="zh-CN" sz="2400" b="1" i="1" dirty="0">
                  <a:ea typeface="宋体" panose="02010600030101010101" pitchFamily="2" charset="-122"/>
                </a:rPr>
                <a:t>T</a:t>
              </a:r>
            </a:p>
          </p:txBody>
        </p:sp>
        <p:sp>
          <p:nvSpPr>
            <p:cNvPr id="21510" name="Line 12">
              <a:extLst>
                <a:ext uri="{FF2B5EF4-FFF2-40B4-BE49-F238E27FC236}">
                  <a16:creationId xmlns:a16="http://schemas.microsoft.com/office/drawing/2014/main" id="{65C23C3D-E668-479A-928D-B5C3341BE498}"/>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5E93B78C-9925-F124-B45C-50E176542EE9}"/>
              </a:ext>
            </a:extLst>
          </p:cNvPr>
          <p:cNvSpPr>
            <a:spLocks noGrp="1"/>
          </p:cNvSpPr>
          <p:nvPr>
            <p:ph type="dt" sz="half" idx="10"/>
          </p:nvPr>
        </p:nvSpPr>
        <p:spPr/>
        <p:txBody>
          <a:bodyPr/>
          <a:lstStyle/>
          <a:p>
            <a:fld id="{C2DFF7A4-DDFB-408D-AD1D-1694D134D4D3}"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4A8AD26B-C052-690B-B666-73C9425DF74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5" name="灯片编号占位符 4">
            <a:extLst>
              <a:ext uri="{FF2B5EF4-FFF2-40B4-BE49-F238E27FC236}">
                <a16:creationId xmlns:a16="http://schemas.microsoft.com/office/drawing/2014/main" id="{8ECF2CB1-346C-D3C6-E4E3-151C894A2024}"/>
              </a:ext>
            </a:extLst>
          </p:cNvPr>
          <p:cNvSpPr>
            <a:spLocks noGrp="1"/>
          </p:cNvSpPr>
          <p:nvPr>
            <p:ph type="sldNum" sz="quarter" idx="12"/>
          </p:nvPr>
        </p:nvSpPr>
        <p:spPr/>
        <p:txBody>
          <a:bodyPr/>
          <a:lstStyle/>
          <a:p>
            <a:fld id="{094DEB03-EFC6-4C20-8FC8-295189A5386F}" type="slidenum">
              <a:rPr lang="zh-CN" altLang="en-US" smtClean="0"/>
              <a:pPr/>
              <a:t>24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55043">
                                            <p:txEl>
                                              <p:pRg st="3" end="3"/>
                                            </p:txEl>
                                          </p:spTgt>
                                        </p:tgtEl>
                                        <p:attrNameLst>
                                          <p:attrName>style.visibility</p:attrName>
                                        </p:attrNameLst>
                                      </p:cBhvr>
                                      <p:to>
                                        <p:strVal val="visible"/>
                                      </p:to>
                                    </p:set>
                                    <p:anim calcmode="lin" valueType="num">
                                      <p:cBhvr additive="base">
                                        <p:cTn id="7" dur="500" fill="hold"/>
                                        <p:tgtEl>
                                          <p:spTgt spid="85504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504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55043">
                                            <p:txEl>
                                              <p:pRg st="4" end="4"/>
                                            </p:txEl>
                                          </p:spTgt>
                                        </p:tgtEl>
                                        <p:attrNameLst>
                                          <p:attrName>style.visibility</p:attrName>
                                        </p:attrNameLst>
                                      </p:cBhvr>
                                      <p:to>
                                        <p:strVal val="visible"/>
                                      </p:to>
                                    </p:set>
                                    <p:anim calcmode="lin" valueType="num">
                                      <p:cBhvr additive="base">
                                        <p:cTn id="11" dur="500" fill="hold"/>
                                        <p:tgtEl>
                                          <p:spTgt spid="85504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550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55043">
                                            <p:txEl>
                                              <p:pRg st="5" end="5"/>
                                            </p:txEl>
                                          </p:spTgt>
                                        </p:tgtEl>
                                        <p:attrNameLst>
                                          <p:attrName>style.visibility</p:attrName>
                                        </p:attrNameLst>
                                      </p:cBhvr>
                                      <p:to>
                                        <p:strVal val="visible"/>
                                      </p:to>
                                    </p:set>
                                    <p:anim calcmode="lin" valueType="num">
                                      <p:cBhvr additive="base">
                                        <p:cTn id="17" dur="500" fill="hold"/>
                                        <p:tgtEl>
                                          <p:spTgt spid="85504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5504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55043">
                                            <p:txEl>
                                              <p:pRg st="6" end="6"/>
                                            </p:txEl>
                                          </p:spTgt>
                                        </p:tgtEl>
                                        <p:attrNameLst>
                                          <p:attrName>style.visibility</p:attrName>
                                        </p:attrNameLst>
                                      </p:cBhvr>
                                      <p:to>
                                        <p:strVal val="visible"/>
                                      </p:to>
                                    </p:set>
                                    <p:anim calcmode="lin" valueType="num">
                                      <p:cBhvr additive="base">
                                        <p:cTn id="21" dur="500" fill="hold"/>
                                        <p:tgtEl>
                                          <p:spTgt spid="85504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5504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E4D02700-780B-4D14-A9D3-FE3B27F2CE94}"/>
              </a:ext>
            </a:extLst>
          </p:cNvPr>
          <p:cNvSpPr>
            <a:spLocks noGrp="1" noChangeArrowheads="1"/>
          </p:cNvSpPr>
          <p:nvPr>
            <p:ph type="title"/>
          </p:nvPr>
        </p:nvSpPr>
        <p:spPr/>
        <p:txBody>
          <a:bodyPr/>
          <a:lstStyle/>
          <a:p>
            <a:pPr eaLnBrk="1" hangingPunct="1"/>
            <a:r>
              <a:rPr lang="en-US" altLang="zh-CN"/>
              <a:t>5.3.3 </a:t>
            </a:r>
            <a:r>
              <a:rPr lang="zh-CN" altLang="en-US"/>
              <a:t>类型检查</a:t>
            </a:r>
            <a:r>
              <a:rPr lang="en-US" altLang="zh-CN">
                <a:latin typeface="Arial" panose="020B0604020202020204" pitchFamily="34" charset="0"/>
              </a:rPr>
              <a:t>——</a:t>
            </a:r>
            <a:r>
              <a:rPr lang="zh-CN" altLang="en-US"/>
              <a:t>表达式</a:t>
            </a:r>
          </a:p>
        </p:txBody>
      </p:sp>
      <p:sp>
        <p:nvSpPr>
          <p:cNvPr id="855043" name="Rectangle 3">
            <a:extLst>
              <a:ext uri="{FF2B5EF4-FFF2-40B4-BE49-F238E27FC236}">
                <a16:creationId xmlns:a16="http://schemas.microsoft.com/office/drawing/2014/main" id="{2D36DAEB-C64A-4ACD-ABF4-B231A0A16AC4}"/>
              </a:ext>
            </a:extLst>
          </p:cNvPr>
          <p:cNvSpPr>
            <a:spLocks noGrp="1" noChangeArrowheads="1"/>
          </p:cNvSpPr>
          <p:nvPr>
            <p:ph idx="1"/>
          </p:nvPr>
        </p:nvSpPr>
        <p:spPr/>
        <p:txBody>
          <a:bodyPr>
            <a:normAutofit lnSpcReduction="10000"/>
          </a:bodyPr>
          <a:lstStyle/>
          <a:p>
            <a:pPr eaLnBrk="1" hangingPunct="1">
              <a:lnSpc>
                <a:spcPct val="90000"/>
              </a:lnSpc>
              <a:buFont typeface="Wingdings" panose="05000000000000000000" pitchFamily="2" charset="2"/>
              <a:buNone/>
            </a:pPr>
            <a:r>
              <a:rPr lang="en-US" altLang="zh-CN" sz="2800" b="1" i="1" dirty="0"/>
              <a:t>E </a:t>
            </a:r>
            <a:r>
              <a:rPr lang="en-US" altLang="zh-CN" sz="2800" b="1" dirty="0">
                <a:sym typeface="Symbol" panose="05050102010706020507" pitchFamily="18" charset="2"/>
              </a:rPr>
              <a:t></a:t>
            </a:r>
            <a:r>
              <a:rPr lang="en-US" altLang="zh-CN" sz="2800" b="1" dirty="0"/>
              <a:t> </a:t>
            </a:r>
            <a:r>
              <a:rPr lang="en-US" altLang="zh-CN" sz="2800" b="1" i="1" dirty="0"/>
              <a:t>E</a:t>
            </a:r>
            <a:r>
              <a:rPr lang="en-US" altLang="zh-CN" sz="2800" b="1" baseline="-30000" dirty="0"/>
              <a:t>1</a:t>
            </a:r>
            <a:r>
              <a:rPr lang="en-US" altLang="zh-CN" sz="2800" b="1" dirty="0"/>
              <a:t> [</a:t>
            </a:r>
            <a:r>
              <a:rPr lang="en-US" altLang="zh-CN" sz="2800" b="1" i="1" dirty="0"/>
              <a:t>E</a:t>
            </a:r>
            <a:r>
              <a:rPr lang="en-US" altLang="zh-CN" sz="2800" b="1" baseline="-30000" dirty="0"/>
              <a:t>2</a:t>
            </a:r>
            <a:r>
              <a:rPr lang="en-US" altLang="zh-CN" sz="2800" b="1" dirty="0"/>
              <a:t> ] {if  ( </a:t>
            </a:r>
            <a:r>
              <a:rPr lang="en-US" altLang="zh-CN" sz="2800" b="1" i="1" dirty="0"/>
              <a:t>E</a:t>
            </a:r>
            <a:r>
              <a:rPr lang="en-US" altLang="zh-CN" sz="2800" b="1" baseline="-30000" dirty="0"/>
              <a:t>2</a:t>
            </a:r>
            <a:r>
              <a:rPr lang="en-US" altLang="zh-CN" sz="2800" b="1" dirty="0"/>
              <a:t>. </a:t>
            </a:r>
            <a:r>
              <a:rPr lang="en-US" altLang="zh-CN" sz="2800" b="1" i="1" dirty="0"/>
              <a:t>type</a:t>
            </a:r>
            <a:r>
              <a:rPr lang="en-US" altLang="zh-CN" sz="2800" b="1" dirty="0"/>
              <a:t> == </a:t>
            </a:r>
            <a:r>
              <a:rPr lang="en-US" altLang="zh-CN" sz="2800" b="1" i="1" dirty="0"/>
              <a:t>integer</a:t>
            </a:r>
            <a:r>
              <a:rPr lang="en-US" altLang="zh-CN" sz="2800" b="1" dirty="0"/>
              <a:t> &amp;&amp; </a:t>
            </a:r>
          </a:p>
          <a:p>
            <a:pPr algn="just" eaLnBrk="1" hangingPunct="1">
              <a:lnSpc>
                <a:spcPct val="90000"/>
              </a:lnSpc>
              <a:buFont typeface="Wingdings" panose="05000000000000000000" pitchFamily="2" charset="2"/>
              <a:buNone/>
            </a:pPr>
            <a:r>
              <a:rPr lang="en-US" altLang="zh-CN" sz="2800" b="1" i="1" dirty="0"/>
              <a:t>		                    E</a:t>
            </a:r>
            <a:r>
              <a:rPr lang="en-US" altLang="zh-CN" sz="2800" b="1" baseline="-30000" dirty="0"/>
              <a:t>1</a:t>
            </a:r>
            <a:r>
              <a:rPr lang="en-US" altLang="zh-CN" sz="2800" b="1" dirty="0"/>
              <a:t>. </a:t>
            </a:r>
            <a:r>
              <a:rPr lang="en-US" altLang="zh-CN" sz="2800" b="1" i="1" dirty="0"/>
              <a:t>type</a:t>
            </a:r>
            <a:r>
              <a:rPr lang="en-US" altLang="zh-CN" sz="2800" b="1" dirty="0"/>
              <a:t> == </a:t>
            </a:r>
            <a:r>
              <a:rPr lang="en-US" altLang="zh-CN" sz="2800" b="1" i="1" dirty="0"/>
              <a:t>array</a:t>
            </a:r>
            <a:r>
              <a:rPr lang="en-US" altLang="zh-CN" sz="2800" b="1" dirty="0"/>
              <a:t>(</a:t>
            </a:r>
            <a:r>
              <a:rPr lang="en-US" altLang="zh-CN" sz="2800" b="1" i="1" dirty="0"/>
              <a:t>s</a:t>
            </a:r>
            <a:r>
              <a:rPr lang="en-US" altLang="zh-CN" sz="2800" b="1" dirty="0"/>
              <a:t>, </a:t>
            </a:r>
            <a:r>
              <a:rPr lang="en-US" altLang="zh-CN" sz="2800" b="1" i="1" dirty="0"/>
              <a:t>t</a:t>
            </a:r>
            <a:r>
              <a:rPr lang="en-US" altLang="zh-CN" sz="2800" b="1" dirty="0"/>
              <a:t>))  </a:t>
            </a:r>
            <a:r>
              <a:rPr lang="en-US" altLang="zh-CN" sz="2800" b="1" i="1" dirty="0" err="1"/>
              <a:t>E</a:t>
            </a:r>
            <a:r>
              <a:rPr lang="en-US" altLang="zh-CN" sz="2800" b="1" dirty="0" err="1"/>
              <a:t>.</a:t>
            </a:r>
            <a:r>
              <a:rPr lang="en-US" altLang="zh-CN" sz="2800" b="1" i="1" dirty="0" err="1"/>
              <a:t>type</a:t>
            </a:r>
            <a:r>
              <a:rPr lang="en-US" altLang="zh-CN" sz="2800" b="1" dirty="0"/>
              <a:t> = </a:t>
            </a:r>
            <a:r>
              <a:rPr lang="en-US" altLang="zh-CN" sz="2800" b="1" i="1" dirty="0"/>
              <a:t>t</a:t>
            </a:r>
            <a:r>
              <a:rPr lang="en-US" altLang="zh-CN" sz="2800" b="1" dirty="0"/>
              <a:t>;</a:t>
            </a:r>
          </a:p>
          <a:p>
            <a:pPr algn="just" eaLnBrk="1" hangingPunct="1">
              <a:lnSpc>
                <a:spcPct val="90000"/>
              </a:lnSpc>
              <a:buFont typeface="Wingdings" panose="05000000000000000000" pitchFamily="2" charset="2"/>
              <a:buNone/>
            </a:pPr>
            <a:r>
              <a:rPr lang="en-US" altLang="zh-CN" sz="2800" b="1" dirty="0"/>
              <a:t> 			    else </a:t>
            </a:r>
            <a:r>
              <a:rPr lang="en-US" altLang="zh-CN" sz="2800" b="1" i="1" dirty="0" err="1"/>
              <a:t>E</a:t>
            </a:r>
            <a:r>
              <a:rPr lang="en-US" altLang="zh-CN" sz="2800" b="1" dirty="0" err="1"/>
              <a:t>.</a:t>
            </a:r>
            <a:r>
              <a:rPr lang="en-US" altLang="zh-CN" sz="2800" b="1" i="1" dirty="0" err="1"/>
              <a:t>type</a:t>
            </a:r>
            <a:r>
              <a:rPr lang="en-US" altLang="zh-CN" sz="2800" b="1" i="1" dirty="0"/>
              <a:t> </a:t>
            </a:r>
            <a:r>
              <a:rPr lang="en-US" altLang="zh-CN" sz="2800" b="1" dirty="0"/>
              <a:t>= </a:t>
            </a:r>
            <a:r>
              <a:rPr lang="en-US" altLang="zh-CN" sz="2800" b="1" i="1" dirty="0" err="1"/>
              <a:t>type</a:t>
            </a:r>
            <a:r>
              <a:rPr lang="en-US" altLang="zh-CN" sz="2800" b="1" dirty="0" err="1"/>
              <a:t>_</a:t>
            </a:r>
            <a:r>
              <a:rPr lang="en-US" altLang="zh-CN" sz="2800" b="1" i="1" dirty="0" err="1"/>
              <a:t>error</a:t>
            </a:r>
            <a:r>
              <a:rPr lang="en-US" altLang="zh-CN" sz="2800" b="1" dirty="0"/>
              <a:t>; }</a:t>
            </a:r>
          </a:p>
          <a:p>
            <a:pPr algn="just" eaLnBrk="1" hangingPunct="1">
              <a:lnSpc>
                <a:spcPct val="90000"/>
              </a:lnSpc>
              <a:buFont typeface="Wingdings" panose="05000000000000000000" pitchFamily="2" charset="2"/>
              <a:buNone/>
            </a:pPr>
            <a:r>
              <a:rPr lang="en-US" altLang="zh-CN" sz="2800" b="1" i="1" dirty="0"/>
              <a:t>E </a:t>
            </a:r>
            <a:r>
              <a:rPr lang="en-US" altLang="zh-CN" sz="2800" b="1" dirty="0">
                <a:sym typeface="Symbol" panose="05050102010706020507" pitchFamily="18" charset="2"/>
              </a:rPr>
              <a:t></a:t>
            </a:r>
            <a:r>
              <a:rPr lang="en-US" altLang="zh-CN" sz="2800" b="1" dirty="0"/>
              <a:t> </a:t>
            </a:r>
            <a:r>
              <a:rPr lang="en-US" altLang="zh-CN" sz="2800" b="1" i="1" dirty="0"/>
              <a:t>E</a:t>
            </a:r>
            <a:r>
              <a:rPr lang="en-US" altLang="zh-CN" sz="2800" b="1" baseline="-30000" dirty="0"/>
              <a:t>1</a:t>
            </a:r>
            <a:r>
              <a:rPr lang="en-US" altLang="zh-CN" sz="2800" b="1" dirty="0">
                <a:sym typeface="Symbol" panose="05050102010706020507" pitchFamily="18" charset="2"/>
              </a:rPr>
              <a:t></a:t>
            </a:r>
            <a:r>
              <a:rPr lang="en-US" altLang="zh-CN" sz="2800" b="1" dirty="0"/>
              <a:t>      {if ( </a:t>
            </a:r>
            <a:r>
              <a:rPr lang="en-US" altLang="zh-CN" sz="2800" b="1" i="1" dirty="0"/>
              <a:t>E</a:t>
            </a:r>
            <a:r>
              <a:rPr lang="en-US" altLang="zh-CN" sz="2800" b="1" baseline="-30000" dirty="0"/>
              <a:t>1</a:t>
            </a:r>
            <a:r>
              <a:rPr lang="en-US" altLang="zh-CN" sz="2800" b="1" dirty="0"/>
              <a:t>.</a:t>
            </a:r>
            <a:r>
              <a:rPr lang="en-US" altLang="zh-CN" sz="2800" b="1" i="1" dirty="0"/>
              <a:t>type</a:t>
            </a:r>
            <a:r>
              <a:rPr lang="en-US" altLang="zh-CN" sz="2800" b="1" dirty="0"/>
              <a:t> == </a:t>
            </a:r>
            <a:r>
              <a:rPr lang="en-US" altLang="zh-CN" sz="2800" b="1" i="1" dirty="0"/>
              <a:t>pointer</a:t>
            </a:r>
            <a:r>
              <a:rPr lang="en-US" altLang="zh-CN" sz="2800" b="1" dirty="0"/>
              <a:t>(</a:t>
            </a:r>
            <a:r>
              <a:rPr lang="en-US" altLang="zh-CN" sz="2800" b="1" i="1" dirty="0"/>
              <a:t>t</a:t>
            </a:r>
            <a:r>
              <a:rPr lang="en-US" altLang="zh-CN" sz="2800" b="1" dirty="0"/>
              <a:t>) )   </a:t>
            </a:r>
            <a:r>
              <a:rPr lang="en-US" altLang="zh-CN" sz="2800" b="1" i="1" dirty="0" err="1"/>
              <a:t>E</a:t>
            </a:r>
            <a:r>
              <a:rPr lang="en-US" altLang="zh-CN" sz="2800" b="1" dirty="0" err="1"/>
              <a:t>.</a:t>
            </a:r>
            <a:r>
              <a:rPr lang="en-US" altLang="zh-CN" sz="2800" b="1" i="1" dirty="0" err="1"/>
              <a:t>type</a:t>
            </a:r>
            <a:r>
              <a:rPr lang="en-US" altLang="zh-CN" sz="2800" b="1" i="1" dirty="0"/>
              <a:t> </a:t>
            </a:r>
            <a:r>
              <a:rPr lang="en-US" altLang="zh-CN" sz="2800" b="1" dirty="0"/>
              <a:t>= </a:t>
            </a:r>
            <a:r>
              <a:rPr lang="en-US" altLang="zh-CN" sz="2800" b="1" i="1" dirty="0"/>
              <a:t>t</a:t>
            </a:r>
            <a:r>
              <a:rPr lang="en-US" altLang="zh-CN" sz="2800" b="1" dirty="0"/>
              <a:t>;</a:t>
            </a:r>
          </a:p>
          <a:p>
            <a:pPr algn="just" eaLnBrk="1" hangingPunct="1">
              <a:lnSpc>
                <a:spcPct val="90000"/>
              </a:lnSpc>
              <a:buFont typeface="Wingdings" panose="05000000000000000000" pitchFamily="2" charset="2"/>
              <a:buNone/>
            </a:pPr>
            <a:r>
              <a:rPr lang="en-US" altLang="zh-CN" sz="2800" b="1" dirty="0"/>
              <a:t> 		            else </a:t>
            </a:r>
            <a:r>
              <a:rPr lang="en-US" altLang="zh-CN" sz="2800" b="1" i="1" dirty="0" err="1"/>
              <a:t>E</a:t>
            </a:r>
            <a:r>
              <a:rPr lang="en-US" altLang="zh-CN" sz="2800" b="1" dirty="0" err="1"/>
              <a:t>.</a:t>
            </a:r>
            <a:r>
              <a:rPr lang="en-US" altLang="zh-CN" sz="2800" b="1" i="1" dirty="0" err="1"/>
              <a:t>type</a:t>
            </a:r>
            <a:r>
              <a:rPr lang="en-US" altLang="zh-CN" sz="2800" b="1" i="1" dirty="0"/>
              <a:t> </a:t>
            </a:r>
            <a:r>
              <a:rPr lang="en-US" altLang="zh-CN" sz="2800" b="1" dirty="0"/>
              <a:t>= </a:t>
            </a:r>
            <a:r>
              <a:rPr lang="en-US" altLang="zh-CN" sz="2800" b="1" i="1" dirty="0" err="1"/>
              <a:t>type</a:t>
            </a:r>
            <a:r>
              <a:rPr lang="en-US" altLang="zh-CN" sz="2800" b="1" dirty="0" err="1"/>
              <a:t>_</a:t>
            </a:r>
            <a:r>
              <a:rPr lang="en-US" altLang="zh-CN" sz="2800" b="1" i="1" dirty="0" err="1"/>
              <a:t>error</a:t>
            </a:r>
            <a:r>
              <a:rPr lang="en-US" altLang="zh-CN" sz="2800" b="1" dirty="0"/>
              <a:t>; }</a:t>
            </a:r>
          </a:p>
          <a:p>
            <a:pPr algn="just" eaLnBrk="1" hangingPunct="1">
              <a:lnSpc>
                <a:spcPct val="90000"/>
              </a:lnSpc>
              <a:buFont typeface="Wingdings" panose="05000000000000000000" pitchFamily="2" charset="2"/>
              <a:buNone/>
            </a:pPr>
            <a:r>
              <a:rPr lang="en-US" altLang="zh-CN" sz="2800" b="1" i="1" dirty="0"/>
              <a:t>E </a:t>
            </a:r>
            <a:r>
              <a:rPr lang="en-US" altLang="zh-CN" sz="2800" b="1" dirty="0">
                <a:sym typeface="Symbol" panose="05050102010706020507" pitchFamily="18" charset="2"/>
              </a:rPr>
              <a:t></a:t>
            </a:r>
            <a:r>
              <a:rPr lang="en-US" altLang="zh-CN" sz="2800" b="1" dirty="0"/>
              <a:t> </a:t>
            </a:r>
            <a:r>
              <a:rPr lang="en-US" altLang="zh-CN" sz="2800" b="1" i="1" dirty="0"/>
              <a:t>E</a:t>
            </a:r>
            <a:r>
              <a:rPr lang="en-US" altLang="zh-CN" sz="2800" b="1" baseline="-30000" dirty="0"/>
              <a:t>1 </a:t>
            </a:r>
            <a:r>
              <a:rPr lang="en-US" altLang="zh-CN" sz="2800" b="1" dirty="0"/>
              <a:t>(</a:t>
            </a:r>
            <a:r>
              <a:rPr lang="en-US" altLang="zh-CN" sz="2800" b="1" i="1" dirty="0"/>
              <a:t>E</a:t>
            </a:r>
            <a:r>
              <a:rPr lang="en-US" altLang="zh-CN" sz="2800" b="1" baseline="-30000" dirty="0"/>
              <a:t>2</a:t>
            </a:r>
            <a:r>
              <a:rPr lang="en-US" altLang="zh-CN" sz="2800" b="1" dirty="0"/>
              <a:t> ) {if  ( </a:t>
            </a:r>
            <a:r>
              <a:rPr lang="en-US" altLang="zh-CN" sz="2800" b="1" i="1" dirty="0">
                <a:solidFill>
                  <a:schemeClr val="bg1"/>
                </a:solidFill>
              </a:rPr>
              <a:t>E</a:t>
            </a:r>
            <a:r>
              <a:rPr lang="en-US" altLang="zh-CN" sz="2800" b="1" baseline="-30000" dirty="0">
                <a:solidFill>
                  <a:schemeClr val="bg1"/>
                </a:solidFill>
              </a:rPr>
              <a:t>2</a:t>
            </a:r>
            <a:r>
              <a:rPr lang="en-US" altLang="zh-CN" sz="2800" b="1" dirty="0">
                <a:solidFill>
                  <a:schemeClr val="bg1"/>
                </a:solidFill>
              </a:rPr>
              <a:t> . </a:t>
            </a:r>
            <a:r>
              <a:rPr lang="en-US" altLang="zh-CN" sz="2800" b="1" i="1" dirty="0">
                <a:solidFill>
                  <a:schemeClr val="bg1"/>
                </a:solidFill>
              </a:rPr>
              <a:t>type</a:t>
            </a:r>
            <a:r>
              <a:rPr lang="en-US" altLang="zh-CN" sz="2800" b="1" dirty="0">
                <a:solidFill>
                  <a:schemeClr val="bg1"/>
                </a:solidFill>
              </a:rPr>
              <a:t> ==</a:t>
            </a:r>
            <a:r>
              <a:rPr lang="en-US" altLang="zh-CN" sz="2800" b="1" i="1" dirty="0">
                <a:solidFill>
                  <a:schemeClr val="bg1"/>
                </a:solidFill>
              </a:rPr>
              <a:t> s</a:t>
            </a:r>
            <a:r>
              <a:rPr lang="en-US" altLang="zh-CN" sz="2800" b="1" dirty="0">
                <a:solidFill>
                  <a:schemeClr val="bg1"/>
                </a:solidFill>
              </a:rPr>
              <a:t>  </a:t>
            </a:r>
            <a:r>
              <a:rPr lang="en-US" altLang="zh-CN" sz="2800" b="1" dirty="0"/>
              <a:t>&amp;&amp; </a:t>
            </a:r>
          </a:p>
          <a:p>
            <a:pPr algn="just" eaLnBrk="1" hangingPunct="1">
              <a:lnSpc>
                <a:spcPct val="90000"/>
              </a:lnSpc>
              <a:buFont typeface="Wingdings" panose="05000000000000000000" pitchFamily="2" charset="2"/>
              <a:buNone/>
            </a:pPr>
            <a:r>
              <a:rPr lang="en-US" altLang="zh-CN" sz="2800" b="1" dirty="0"/>
              <a:t>                              </a:t>
            </a:r>
            <a:r>
              <a:rPr lang="en-US" altLang="zh-CN" sz="2800" b="1" i="1" dirty="0"/>
              <a:t>E</a:t>
            </a:r>
            <a:r>
              <a:rPr lang="en-US" altLang="zh-CN" sz="2800" b="1" baseline="-30000" dirty="0"/>
              <a:t>1</a:t>
            </a:r>
            <a:r>
              <a:rPr lang="en-US" altLang="zh-CN" sz="2800" b="1" dirty="0"/>
              <a:t>. </a:t>
            </a:r>
            <a:r>
              <a:rPr lang="en-US" altLang="zh-CN" sz="2800" b="1" i="1" dirty="0"/>
              <a:t>type</a:t>
            </a:r>
            <a:r>
              <a:rPr lang="en-US" altLang="zh-CN" sz="2800" b="1" dirty="0"/>
              <a:t> == </a:t>
            </a:r>
            <a:r>
              <a:rPr lang="en-US" altLang="zh-CN" sz="2800" b="1" i="1" dirty="0"/>
              <a:t>s</a:t>
            </a:r>
            <a:r>
              <a:rPr lang="en-US" altLang="zh-CN" sz="2800" b="1" dirty="0"/>
              <a:t> </a:t>
            </a:r>
            <a:r>
              <a:rPr lang="en-US" altLang="zh-CN" sz="2800" b="1" dirty="0">
                <a:sym typeface="Symbol" panose="05050102010706020507" pitchFamily="18" charset="2"/>
              </a:rPr>
              <a:t></a:t>
            </a:r>
            <a:r>
              <a:rPr lang="en-US" altLang="zh-CN" sz="2800" b="1" dirty="0"/>
              <a:t> </a:t>
            </a:r>
            <a:r>
              <a:rPr lang="en-US" altLang="zh-CN" sz="2800" b="1" i="1" dirty="0"/>
              <a:t>t </a:t>
            </a:r>
            <a:r>
              <a:rPr lang="en-US" altLang="zh-CN" sz="2800" b="1" dirty="0"/>
              <a:t>)    </a:t>
            </a:r>
            <a:r>
              <a:rPr lang="en-US" altLang="zh-CN" sz="2800" b="1" i="1" dirty="0"/>
              <a:t>E</a:t>
            </a:r>
            <a:r>
              <a:rPr lang="en-US" altLang="zh-CN" sz="2800" b="1" dirty="0"/>
              <a:t>. </a:t>
            </a:r>
            <a:r>
              <a:rPr lang="en-US" altLang="zh-CN" sz="2800" b="1" i="1" dirty="0"/>
              <a:t>type</a:t>
            </a:r>
            <a:r>
              <a:rPr lang="en-US" altLang="zh-CN" sz="2800" b="1" dirty="0"/>
              <a:t> = </a:t>
            </a:r>
            <a:r>
              <a:rPr lang="en-US" altLang="zh-CN" sz="2800" b="1" i="1" dirty="0"/>
              <a:t>t</a:t>
            </a:r>
            <a:r>
              <a:rPr lang="en-US" altLang="zh-CN" sz="2800" b="1" dirty="0"/>
              <a:t>; </a:t>
            </a:r>
          </a:p>
          <a:p>
            <a:pPr algn="just" eaLnBrk="1" hangingPunct="1">
              <a:lnSpc>
                <a:spcPct val="90000"/>
              </a:lnSpc>
              <a:buFont typeface="Wingdings" panose="05000000000000000000" pitchFamily="2" charset="2"/>
              <a:buNone/>
            </a:pPr>
            <a:r>
              <a:rPr lang="en-US" altLang="zh-CN" sz="2800" b="1" dirty="0"/>
              <a:t>			else   </a:t>
            </a:r>
            <a:r>
              <a:rPr lang="en-US" altLang="zh-CN" sz="2800" b="1" i="1" dirty="0"/>
              <a:t>E</a:t>
            </a:r>
            <a:r>
              <a:rPr lang="en-US" altLang="zh-CN" sz="2800" b="1" dirty="0"/>
              <a:t>. </a:t>
            </a:r>
            <a:r>
              <a:rPr lang="en-US" altLang="zh-CN" sz="2800" b="1" i="1" dirty="0"/>
              <a:t>type</a:t>
            </a:r>
            <a:r>
              <a:rPr lang="en-US" altLang="zh-CN" sz="2800" b="1" dirty="0"/>
              <a:t> = </a:t>
            </a:r>
            <a:r>
              <a:rPr lang="en-US" altLang="zh-CN" sz="2800" b="1" i="1" dirty="0" err="1"/>
              <a:t>type</a:t>
            </a:r>
            <a:r>
              <a:rPr lang="en-US" altLang="zh-CN" sz="2800" b="1" dirty="0" err="1"/>
              <a:t>_</a:t>
            </a:r>
            <a:r>
              <a:rPr lang="en-US" altLang="zh-CN" sz="2800" b="1" i="1" dirty="0" err="1"/>
              <a:t>error</a:t>
            </a:r>
            <a:r>
              <a:rPr lang="en-US" altLang="zh-CN" sz="2800" b="1" dirty="0"/>
              <a:t>; } </a:t>
            </a:r>
          </a:p>
          <a:p>
            <a:pPr algn="just">
              <a:lnSpc>
                <a:spcPct val="90000"/>
              </a:lnSpc>
            </a:pPr>
            <a:r>
              <a:rPr lang="zh-CN" altLang="en-US" sz="2800" dirty="0"/>
              <a:t>对应定型规则：</a:t>
            </a:r>
            <a:endParaRPr lang="en-US" altLang="zh-CN" sz="2800" dirty="0"/>
          </a:p>
          <a:p>
            <a:pPr algn="just" eaLnBrk="1" hangingPunct="1">
              <a:lnSpc>
                <a:spcPct val="90000"/>
              </a:lnSpc>
              <a:buFont typeface="Wingdings" panose="05000000000000000000" pitchFamily="2" charset="2"/>
              <a:buNone/>
            </a:pPr>
            <a:r>
              <a:rPr lang="en-US" altLang="zh-CN" sz="2800" b="1" dirty="0"/>
              <a:t>(Exp </a:t>
            </a:r>
            <a:r>
              <a:rPr lang="en-US" altLang="zh-CN" sz="2800" b="1" dirty="0" err="1"/>
              <a:t>FunCall</a:t>
            </a:r>
            <a:r>
              <a:rPr lang="en-US" altLang="zh-CN" sz="2800" b="1" dirty="0"/>
              <a:t>)</a:t>
            </a:r>
          </a:p>
          <a:p>
            <a:pPr algn="just" eaLnBrk="1" hangingPunct="1">
              <a:lnSpc>
                <a:spcPct val="90000"/>
              </a:lnSpc>
              <a:buFont typeface="Wingdings" panose="05000000000000000000" pitchFamily="2" charset="2"/>
              <a:buNone/>
            </a:pPr>
            <a:endParaRPr lang="en-US" altLang="zh-CN" sz="2800" b="1" dirty="0"/>
          </a:p>
        </p:txBody>
      </p:sp>
      <p:grpSp>
        <p:nvGrpSpPr>
          <p:cNvPr id="4" name="Group 4">
            <a:extLst>
              <a:ext uri="{FF2B5EF4-FFF2-40B4-BE49-F238E27FC236}">
                <a16:creationId xmlns:a16="http://schemas.microsoft.com/office/drawing/2014/main" id="{1B63D6D5-0789-414D-80CC-DBF318198B56}"/>
              </a:ext>
            </a:extLst>
          </p:cNvPr>
          <p:cNvGrpSpPr>
            <a:grpSpLocks/>
          </p:cNvGrpSpPr>
          <p:nvPr/>
        </p:nvGrpSpPr>
        <p:grpSpPr bwMode="auto">
          <a:xfrm>
            <a:off x="3362325" y="5219700"/>
            <a:ext cx="5400675" cy="762000"/>
            <a:chOff x="2971" y="3702"/>
            <a:chExt cx="2404" cy="480"/>
          </a:xfrm>
        </p:grpSpPr>
        <p:sp>
          <p:nvSpPr>
            <p:cNvPr id="22534" name="Rectangle 5" descr="Green marble">
              <a:extLst>
                <a:ext uri="{FF2B5EF4-FFF2-40B4-BE49-F238E27FC236}">
                  <a16:creationId xmlns:a16="http://schemas.microsoft.com/office/drawing/2014/main" id="{12DA3CE2-3491-40C9-9E30-15DD09AFD74D}"/>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baseline="-25000" dirty="0">
                  <a:ea typeface="宋体" panose="02010600030101010101" pitchFamily="2" charset="-122"/>
                </a:rPr>
                <a:t>1</a:t>
              </a:r>
              <a:r>
                <a:rPr lang="en-US" altLang="zh-CN" sz="2400" b="1" i="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i="1" dirty="0">
                  <a:ea typeface="宋体" panose="02010600030101010101" pitchFamily="2" charset="-122"/>
                </a:rPr>
                <a:t>T</a:t>
              </a:r>
              <a:r>
                <a:rPr lang="en-US" altLang="zh-CN" sz="2400" b="1" baseline="-25000" dirty="0">
                  <a:ea typeface="宋体" panose="02010600030101010101" pitchFamily="2" charset="-122"/>
                </a:rPr>
                <a:t>1</a:t>
              </a: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baseline="-25000" dirty="0">
                  <a:ea typeface="宋体" panose="02010600030101010101" pitchFamily="2" charset="-122"/>
                </a:rPr>
                <a:t>2</a:t>
              </a:r>
              <a:r>
                <a:rPr lang="en-US" altLang="zh-CN" sz="2400" b="1" dirty="0">
                  <a:ea typeface="宋体" panose="02010600030101010101" pitchFamily="2" charset="-122"/>
                </a:rPr>
                <a:t>) : </a:t>
              </a:r>
              <a:r>
                <a:rPr lang="en-US" altLang="zh-CN" sz="2400" b="1" i="1" dirty="0">
                  <a:ea typeface="宋体" panose="02010600030101010101" pitchFamily="2" charset="-122"/>
                </a:rPr>
                <a:t>T</a:t>
              </a:r>
              <a:r>
                <a:rPr lang="en-US" altLang="zh-CN" sz="2400" b="1" baseline="-25000" dirty="0">
                  <a:ea typeface="宋体" panose="02010600030101010101" pitchFamily="2" charset="-122"/>
                </a:rPr>
                <a:t>2</a:t>
              </a:r>
            </a:p>
          </p:txBody>
        </p:sp>
        <p:sp>
          <p:nvSpPr>
            <p:cNvPr id="22535" name="Line 6">
              <a:extLst>
                <a:ext uri="{FF2B5EF4-FFF2-40B4-BE49-F238E27FC236}">
                  <a16:creationId xmlns:a16="http://schemas.microsoft.com/office/drawing/2014/main" id="{C1502914-6A44-4DAD-800E-EE4086EFEF54}"/>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矩形标注 1">
            <a:extLst>
              <a:ext uri="{FF2B5EF4-FFF2-40B4-BE49-F238E27FC236}">
                <a16:creationId xmlns:a16="http://schemas.microsoft.com/office/drawing/2014/main" id="{CF2AC3EF-1D4D-4862-9EF5-AF30E560759B}"/>
              </a:ext>
            </a:extLst>
          </p:cNvPr>
          <p:cNvSpPr>
            <a:spLocks noChangeArrowheads="1"/>
          </p:cNvSpPr>
          <p:nvPr/>
        </p:nvSpPr>
        <p:spPr bwMode="auto">
          <a:xfrm>
            <a:off x="153722" y="1802372"/>
            <a:ext cx="3614875" cy="1250298"/>
          </a:xfrm>
          <a:prstGeom prst="wedgeRectCallout">
            <a:avLst>
              <a:gd name="adj1" fmla="val -779"/>
              <a:gd name="adj2" fmla="val 94696"/>
            </a:avLst>
          </a:prstGeom>
          <a:solidFill>
            <a:schemeClr val="accent4">
              <a:lumMod val="20000"/>
              <a:lumOff val="80000"/>
              <a:alpha val="95000"/>
            </a:schemeClr>
          </a:solidFill>
          <a:ln w="19050" algn="ctr">
            <a:solidFill>
              <a:schemeClr val="accent2"/>
            </a:solidFill>
            <a:round/>
            <a:headEnd/>
            <a:tailEnd/>
          </a:ln>
        </p:spPr>
        <p:txBody>
          <a:bodyPr/>
          <a:lstStyle>
            <a:lvl1pPr marL="287338">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marL="0">
              <a:buNone/>
            </a:pPr>
            <a:r>
              <a:rPr lang="zh-CN" altLang="en-US" sz="2400" dirty="0"/>
              <a:t>这里只考虑了一元函数，用笛卡尔积</a:t>
            </a:r>
            <a:r>
              <a:rPr lang="en-US" altLang="zh-CN" sz="2400" dirty="0"/>
              <a:t>×</a:t>
            </a:r>
            <a:r>
              <a:rPr lang="zh-CN" altLang="en-US" sz="2400" dirty="0"/>
              <a:t>把类型检查推广到</a:t>
            </a:r>
            <a:r>
              <a:rPr lang="zh-CN" altLang="en-US" sz="2400" dirty="0">
                <a:solidFill>
                  <a:srgbClr val="C00000"/>
                </a:solidFill>
              </a:rPr>
              <a:t>多元函数</a:t>
            </a:r>
            <a:r>
              <a:rPr lang="zh-CN" altLang="en-US" sz="2400" dirty="0"/>
              <a:t>并不困难</a:t>
            </a:r>
          </a:p>
        </p:txBody>
      </p:sp>
      <p:sp>
        <p:nvSpPr>
          <p:cNvPr id="3" name="日期占位符 2">
            <a:extLst>
              <a:ext uri="{FF2B5EF4-FFF2-40B4-BE49-F238E27FC236}">
                <a16:creationId xmlns:a16="http://schemas.microsoft.com/office/drawing/2014/main" id="{ECE45458-76DA-FAFE-55E3-B7A97AE1E4FE}"/>
              </a:ext>
            </a:extLst>
          </p:cNvPr>
          <p:cNvSpPr>
            <a:spLocks noGrp="1"/>
          </p:cNvSpPr>
          <p:nvPr>
            <p:ph type="dt" sz="half" idx="10"/>
          </p:nvPr>
        </p:nvSpPr>
        <p:spPr/>
        <p:txBody>
          <a:bodyPr/>
          <a:lstStyle/>
          <a:p>
            <a:fld id="{A8E64BD2-34E8-4433-B7BA-3D409EA42440}"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187A4438-6403-E727-BE6B-33367DF3E464}"/>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6" name="灯片编号占位符 5">
            <a:extLst>
              <a:ext uri="{FF2B5EF4-FFF2-40B4-BE49-F238E27FC236}">
                <a16:creationId xmlns:a16="http://schemas.microsoft.com/office/drawing/2014/main" id="{1BF37373-EBD2-57C8-FE02-E8EEC632B1F2}"/>
              </a:ext>
            </a:extLst>
          </p:cNvPr>
          <p:cNvSpPr>
            <a:spLocks noGrp="1"/>
          </p:cNvSpPr>
          <p:nvPr>
            <p:ph type="sldNum" sz="quarter" idx="12"/>
          </p:nvPr>
        </p:nvSpPr>
        <p:spPr/>
        <p:txBody>
          <a:bodyPr/>
          <a:lstStyle/>
          <a:p>
            <a:fld id="{094DEB03-EFC6-4C20-8FC8-295189A5386F}" type="slidenum">
              <a:rPr lang="zh-CN" altLang="en-US" smtClean="0"/>
              <a:pPr/>
              <a:t>25</a:t>
            </a:fld>
            <a:endParaRPr lang="zh-CN" altLang="en-US"/>
          </a:p>
        </p:txBody>
      </p:sp>
      <p:pic>
        <p:nvPicPr>
          <p:cNvPr id="8" name="图片 7" descr="图标&#10;&#10;描述已自动生成">
            <a:extLst>
              <a:ext uri="{FF2B5EF4-FFF2-40B4-BE49-F238E27FC236}">
                <a16:creationId xmlns:a16="http://schemas.microsoft.com/office/drawing/2014/main" id="{8E65AB29-2B8F-CEBF-4167-D7468A03E9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
        <p:nvSpPr>
          <p:cNvPr id="10" name="文本框 9">
            <a:extLst>
              <a:ext uri="{FF2B5EF4-FFF2-40B4-BE49-F238E27FC236}">
                <a16:creationId xmlns:a16="http://schemas.microsoft.com/office/drawing/2014/main" id="{A86F4E5E-4CE1-CA69-00C9-D3543A5263AF}"/>
              </a:ext>
            </a:extLst>
          </p:cNvPr>
          <p:cNvSpPr txBox="1"/>
          <p:nvPr/>
        </p:nvSpPr>
        <p:spPr>
          <a:xfrm>
            <a:off x="3362325" y="3491723"/>
            <a:ext cx="2154302" cy="523220"/>
          </a:xfrm>
          <a:prstGeom prst="rect">
            <a:avLst/>
          </a:prstGeom>
          <a:noFill/>
        </p:spPr>
        <p:txBody>
          <a:bodyPr wrap="square">
            <a:spAutoFit/>
          </a:bodyPr>
          <a:lstStyle/>
          <a:p>
            <a:r>
              <a:rPr lang="en-US" altLang="zh-CN" sz="2800" b="1" i="1" dirty="0">
                <a:solidFill>
                  <a:srgbClr val="C00000"/>
                </a:solidFill>
              </a:rPr>
              <a:t>E</a:t>
            </a:r>
            <a:r>
              <a:rPr lang="en-US" altLang="zh-CN" sz="2800" b="1" baseline="-30000" dirty="0">
                <a:solidFill>
                  <a:srgbClr val="C00000"/>
                </a:solidFill>
              </a:rPr>
              <a:t>2</a:t>
            </a:r>
            <a:r>
              <a:rPr lang="en-US" altLang="zh-CN" sz="2800" b="1" dirty="0">
                <a:solidFill>
                  <a:srgbClr val="C00000"/>
                </a:solidFill>
              </a:rPr>
              <a:t> . </a:t>
            </a:r>
            <a:r>
              <a:rPr lang="en-US" altLang="zh-CN" sz="2800" b="1" i="1" dirty="0">
                <a:solidFill>
                  <a:srgbClr val="C00000"/>
                </a:solidFill>
              </a:rPr>
              <a:t>type</a:t>
            </a:r>
            <a:r>
              <a:rPr lang="en-US" altLang="zh-CN" sz="2800" b="1" dirty="0">
                <a:solidFill>
                  <a:srgbClr val="C00000"/>
                </a:solidFill>
              </a:rPr>
              <a:t> ==</a:t>
            </a:r>
            <a:r>
              <a:rPr lang="en-US" altLang="zh-CN" sz="2800" b="1" i="1" dirty="0">
                <a:solidFill>
                  <a:srgbClr val="C00000"/>
                </a:solidFill>
              </a:rPr>
              <a:t> s</a:t>
            </a:r>
            <a:endParaRPr lang="zh-CN" altLang="en-US" sz="2000" dirty="0">
              <a:solidFill>
                <a:srgbClr val="C00000"/>
              </a:solidFill>
            </a:endParaRPr>
          </a:p>
        </p:txBody>
      </p:sp>
      <p:cxnSp>
        <p:nvCxnSpPr>
          <p:cNvPr id="11" name="直接连接符 10">
            <a:extLst>
              <a:ext uri="{FF2B5EF4-FFF2-40B4-BE49-F238E27FC236}">
                <a16:creationId xmlns:a16="http://schemas.microsoft.com/office/drawing/2014/main" id="{ED947D08-D371-7A3E-EC1A-0EB2C5B039A2}"/>
              </a:ext>
            </a:extLst>
          </p:cNvPr>
          <p:cNvCxnSpPr>
            <a:cxnSpLocks/>
          </p:cNvCxnSpPr>
          <p:nvPr/>
        </p:nvCxnSpPr>
        <p:spPr>
          <a:xfrm>
            <a:off x="3362324" y="4014943"/>
            <a:ext cx="210673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55043">
                                            <p:txEl>
                                              <p:pRg st="5" end="5"/>
                                            </p:txEl>
                                          </p:spTgt>
                                        </p:tgtEl>
                                        <p:attrNameLst>
                                          <p:attrName>style.visibility</p:attrName>
                                        </p:attrNameLst>
                                      </p:cBhvr>
                                      <p:to>
                                        <p:strVal val="visible"/>
                                      </p:to>
                                    </p:set>
                                    <p:anim calcmode="lin" valueType="num">
                                      <p:cBhvr additive="base">
                                        <p:cTn id="7" dur="500" fill="hold"/>
                                        <p:tgtEl>
                                          <p:spTgt spid="85504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504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55043">
                                            <p:txEl>
                                              <p:pRg st="6" end="6"/>
                                            </p:txEl>
                                          </p:spTgt>
                                        </p:tgtEl>
                                        <p:attrNameLst>
                                          <p:attrName>style.visibility</p:attrName>
                                        </p:attrNameLst>
                                      </p:cBhvr>
                                      <p:to>
                                        <p:strVal val="visible"/>
                                      </p:to>
                                    </p:set>
                                    <p:anim calcmode="lin" valueType="num">
                                      <p:cBhvr additive="base">
                                        <p:cTn id="11" dur="500" fill="hold"/>
                                        <p:tgtEl>
                                          <p:spTgt spid="85504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55043">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55043">
                                            <p:txEl>
                                              <p:pRg st="7" end="7"/>
                                            </p:txEl>
                                          </p:spTgt>
                                        </p:tgtEl>
                                        <p:attrNameLst>
                                          <p:attrName>style.visibility</p:attrName>
                                        </p:attrNameLst>
                                      </p:cBhvr>
                                      <p:to>
                                        <p:strVal val="visible"/>
                                      </p:to>
                                    </p:set>
                                    <p:anim calcmode="lin" valueType="num">
                                      <p:cBhvr additive="base">
                                        <p:cTn id="15" dur="500" fill="hold"/>
                                        <p:tgtEl>
                                          <p:spTgt spid="85504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55043">
                                            <p:txEl>
                                              <p:pRg st="7" end="7"/>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nodeType="afterEffect">
                                  <p:stCondLst>
                                    <p:cond delay="0"/>
                                  </p:stCondLst>
                                  <p:childTnLst>
                                    <p:set>
                                      <p:cBhvr>
                                        <p:cTn id="23" dur="1" fill="hold">
                                          <p:stCondLst>
                                            <p:cond delay="0"/>
                                          </p:stCondLst>
                                        </p:cTn>
                                        <p:tgtEl>
                                          <p:spTgt spid="855043">
                                            <p:txEl>
                                              <p:pRg st="8" end="8"/>
                                            </p:txEl>
                                          </p:spTgt>
                                        </p:tgtEl>
                                        <p:attrNameLst>
                                          <p:attrName>style.visibility</p:attrName>
                                        </p:attrNameLst>
                                      </p:cBhvr>
                                      <p:to>
                                        <p:strVal val="visible"/>
                                      </p:to>
                                    </p:set>
                                    <p:anim calcmode="lin" valueType="num">
                                      <p:cBhvr additive="base">
                                        <p:cTn id="24" dur="500" fill="hold"/>
                                        <p:tgtEl>
                                          <p:spTgt spid="855043">
                                            <p:txEl>
                                              <p:pRg st="8" end="8"/>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855043">
                                            <p:txEl>
                                              <p:pRg st="8" end="8"/>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855043">
                                            <p:txEl>
                                              <p:pRg st="9" end="9"/>
                                            </p:txEl>
                                          </p:spTgt>
                                        </p:tgtEl>
                                        <p:attrNameLst>
                                          <p:attrName>style.visibility</p:attrName>
                                        </p:attrNameLst>
                                      </p:cBhvr>
                                      <p:to>
                                        <p:strVal val="visible"/>
                                      </p:to>
                                    </p:set>
                                    <p:anim calcmode="lin" valueType="num">
                                      <p:cBhvr additive="base">
                                        <p:cTn id="28" dur="500" fill="hold"/>
                                        <p:tgtEl>
                                          <p:spTgt spid="855043">
                                            <p:txEl>
                                              <p:pRg st="9" end="9"/>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855043">
                                            <p:txEl>
                                              <p:pRg st="9" end="9"/>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500" fill="hold"/>
                                        <p:tgtEl>
                                          <p:spTgt spid="4"/>
                                        </p:tgtEl>
                                        <p:attrNameLst>
                                          <p:attrName>ppt_x</p:attrName>
                                        </p:attrNameLst>
                                      </p:cBhvr>
                                      <p:tavLst>
                                        <p:tav tm="0">
                                          <p:val>
                                            <p:strVal val="#ppt_x"/>
                                          </p:val>
                                        </p:tav>
                                        <p:tav tm="100000">
                                          <p:val>
                                            <p:strVal val="#ppt_x"/>
                                          </p:val>
                                        </p:tav>
                                      </p:tavLst>
                                    </p:anim>
                                    <p:anim calcmode="lin" valueType="num">
                                      <p:cBhvr additive="base">
                                        <p:cTn id="3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3" presetClass="entr" presetSubtype="36"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p:cTn id="38" dur="500" fill="hold"/>
                                        <p:tgtEl>
                                          <p:spTgt spid="10"/>
                                        </p:tgtEl>
                                        <p:attrNameLst>
                                          <p:attrName>ppt_w</p:attrName>
                                        </p:attrNameLst>
                                      </p:cBhvr>
                                      <p:tavLst>
                                        <p:tav tm="0">
                                          <p:val>
                                            <p:strVal val="(6*min(max(#ppt_w*#ppt_h,.3),1)-7.4)/-.7*#ppt_w"/>
                                          </p:val>
                                        </p:tav>
                                        <p:tav tm="100000">
                                          <p:val>
                                            <p:strVal val="#ppt_w"/>
                                          </p:val>
                                        </p:tav>
                                      </p:tavLst>
                                    </p:anim>
                                    <p:anim calcmode="lin" valueType="num">
                                      <p:cBhvr>
                                        <p:cTn id="39" dur="500" fill="hold"/>
                                        <p:tgtEl>
                                          <p:spTgt spid="10"/>
                                        </p:tgtEl>
                                        <p:attrNameLst>
                                          <p:attrName>ppt_h</p:attrName>
                                        </p:attrNameLst>
                                      </p:cBhvr>
                                      <p:tavLst>
                                        <p:tav tm="0">
                                          <p:val>
                                            <p:strVal val="(6*min(max(#ppt_w*#ppt_h,.3),1)-7.4)/-.7*#ppt_h"/>
                                          </p:val>
                                        </p:tav>
                                        <p:tav tm="100000">
                                          <p:val>
                                            <p:strVal val="#ppt_h"/>
                                          </p:val>
                                        </p:tav>
                                      </p:tavLst>
                                    </p:anim>
                                    <p:anim calcmode="lin" valueType="num">
                                      <p:cBhvr>
                                        <p:cTn id="40" dur="500" fill="hold"/>
                                        <p:tgtEl>
                                          <p:spTgt spid="10"/>
                                        </p:tgtEl>
                                        <p:attrNameLst>
                                          <p:attrName>ppt_x</p:attrName>
                                        </p:attrNameLst>
                                      </p:cBhvr>
                                      <p:tavLst>
                                        <p:tav tm="0">
                                          <p:val>
                                            <p:fltVal val="0.5"/>
                                          </p:val>
                                        </p:tav>
                                        <p:tav tm="100000">
                                          <p:val>
                                            <p:strVal val="#ppt_x"/>
                                          </p:val>
                                        </p:tav>
                                      </p:tavLst>
                                    </p:anim>
                                    <p:anim calcmode="lin" valueType="num">
                                      <p:cBhvr>
                                        <p:cTn id="41" dur="500" fill="hold"/>
                                        <p:tgtEl>
                                          <p:spTgt spid="10"/>
                                        </p:tgtEl>
                                        <p:attrNameLst>
                                          <p:attrName>ppt_y</p:attrName>
                                        </p:attrNameLst>
                                      </p:cBhvr>
                                      <p:tavLst>
                                        <p:tav tm="0">
                                          <p:val>
                                            <p:strVal val="1+(6*min(max(#ppt_w*#ppt_h,.3),1)-7.4)/-.7*#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BC06384-2B88-4BBE-8C87-37D3E450D534}"/>
              </a:ext>
            </a:extLst>
          </p:cNvPr>
          <p:cNvSpPr>
            <a:spLocks noGrp="1" noChangeArrowheads="1"/>
          </p:cNvSpPr>
          <p:nvPr>
            <p:ph type="title"/>
          </p:nvPr>
        </p:nvSpPr>
        <p:spPr/>
        <p:txBody>
          <a:bodyPr/>
          <a:lstStyle/>
          <a:p>
            <a:pPr eaLnBrk="1" hangingPunct="1"/>
            <a:r>
              <a:rPr lang="en-US" altLang="zh-CN"/>
              <a:t>5.3.3 </a:t>
            </a:r>
            <a:r>
              <a:rPr lang="zh-CN" altLang="en-US"/>
              <a:t>类型检查</a:t>
            </a:r>
            <a:r>
              <a:rPr lang="en-US" altLang="zh-CN">
                <a:latin typeface="Arial" panose="020B0604020202020204" pitchFamily="34" charset="0"/>
              </a:rPr>
              <a:t>——</a:t>
            </a:r>
            <a:r>
              <a:rPr lang="zh-CN" altLang="en-US"/>
              <a:t>语句</a:t>
            </a:r>
          </a:p>
        </p:txBody>
      </p:sp>
      <p:sp>
        <p:nvSpPr>
          <p:cNvPr id="856067" name="Rectangle 3">
            <a:extLst>
              <a:ext uri="{FF2B5EF4-FFF2-40B4-BE49-F238E27FC236}">
                <a16:creationId xmlns:a16="http://schemas.microsoft.com/office/drawing/2014/main" id="{60F59408-C54E-44B4-A354-89E6D96B2936}"/>
              </a:ext>
            </a:extLst>
          </p:cNvPr>
          <p:cNvSpPr>
            <a:spLocks noGrp="1" noChangeArrowheads="1"/>
          </p:cNvSpPr>
          <p:nvPr>
            <p:ph idx="1"/>
          </p:nvPr>
        </p:nvSpPr>
        <p:spPr/>
        <p:txBody>
          <a:bodyPr/>
          <a:lstStyle/>
          <a:p>
            <a:pPr eaLnBrk="1" hangingPunct="1">
              <a:lnSpc>
                <a:spcPct val="90000"/>
              </a:lnSpc>
              <a:buFont typeface="Wingdings" panose="05000000000000000000" pitchFamily="2" charset="2"/>
              <a:buNone/>
            </a:pPr>
            <a:r>
              <a:rPr lang="en-US" altLang="zh-CN" sz="2800" b="1" i="1" dirty="0"/>
              <a:t>S </a:t>
            </a:r>
            <a:r>
              <a:rPr lang="en-US" altLang="zh-CN" sz="2800" b="1" dirty="0">
                <a:sym typeface="Symbol" panose="05050102010706020507" pitchFamily="18" charset="2"/>
              </a:rPr>
              <a:t></a:t>
            </a:r>
            <a:r>
              <a:rPr lang="en-US" altLang="zh-CN" sz="2800" b="1" dirty="0"/>
              <a:t> id := </a:t>
            </a:r>
            <a:r>
              <a:rPr lang="en-US" altLang="zh-CN" sz="2800" b="1" i="1" dirty="0"/>
              <a:t>E    </a:t>
            </a:r>
            <a:r>
              <a:rPr lang="en-US" altLang="zh-CN" sz="2800" b="1" dirty="0"/>
              <a:t>{ if (id. </a:t>
            </a:r>
            <a:r>
              <a:rPr lang="en-US" altLang="zh-CN" sz="2800" b="1" i="1" dirty="0"/>
              <a:t>type</a:t>
            </a:r>
            <a:r>
              <a:rPr lang="en-US" altLang="zh-CN" sz="2800" b="1" dirty="0"/>
              <a:t> == </a:t>
            </a:r>
            <a:r>
              <a:rPr lang="en-US" altLang="zh-CN" sz="2800" b="1" i="1" dirty="0"/>
              <a:t>E</a:t>
            </a:r>
            <a:r>
              <a:rPr lang="en-US" altLang="zh-CN" sz="2800" b="1" dirty="0"/>
              <a:t>. </a:t>
            </a:r>
            <a:r>
              <a:rPr lang="en-US" altLang="zh-CN" sz="2800" b="1" i="1" dirty="0"/>
              <a:t>type</a:t>
            </a:r>
            <a:r>
              <a:rPr lang="en-US" altLang="zh-CN" sz="2800" b="1" dirty="0"/>
              <a:t> &amp;&amp; </a:t>
            </a:r>
          </a:p>
          <a:p>
            <a:pPr eaLnBrk="1" hangingPunct="1">
              <a:lnSpc>
                <a:spcPct val="90000"/>
              </a:lnSpc>
              <a:buFont typeface="Wingdings" panose="05000000000000000000" pitchFamily="2" charset="2"/>
              <a:buNone/>
            </a:pPr>
            <a:r>
              <a:rPr lang="en-US" altLang="zh-CN" sz="2800" b="1" dirty="0"/>
              <a:t>                              </a:t>
            </a:r>
            <a:r>
              <a:rPr lang="en-US" altLang="zh-CN" sz="2800" b="1" i="1" dirty="0" err="1">
                <a:solidFill>
                  <a:srgbClr val="C00000"/>
                </a:solidFill>
              </a:rPr>
              <a:t>E</a:t>
            </a:r>
            <a:r>
              <a:rPr lang="en-US" altLang="zh-CN" sz="2800" b="1" dirty="0" err="1">
                <a:solidFill>
                  <a:srgbClr val="C00000"/>
                </a:solidFill>
              </a:rPr>
              <a:t>.</a:t>
            </a:r>
            <a:r>
              <a:rPr lang="en-US" altLang="zh-CN" sz="2800" b="1" i="1" dirty="0" err="1">
                <a:solidFill>
                  <a:srgbClr val="C00000"/>
                </a:solidFill>
              </a:rPr>
              <a:t>type</a:t>
            </a:r>
            <a:r>
              <a:rPr lang="en-US" altLang="zh-CN" sz="2800" b="1" dirty="0">
                <a:solidFill>
                  <a:srgbClr val="C00000"/>
                </a:solidFill>
                <a:sym typeface="Symbol" panose="05050102010706020507" pitchFamily="18" charset="2"/>
              </a:rPr>
              <a:t>{</a:t>
            </a:r>
            <a:r>
              <a:rPr lang="en-US" altLang="zh-CN" sz="2800" b="1" i="1" dirty="0" err="1">
                <a:solidFill>
                  <a:srgbClr val="C00000"/>
                </a:solidFill>
                <a:sym typeface="Symbol" panose="05050102010706020507" pitchFamily="18" charset="2"/>
              </a:rPr>
              <a:t>boolean</a:t>
            </a:r>
            <a:r>
              <a:rPr lang="en-US" altLang="zh-CN" sz="2800" b="1" dirty="0">
                <a:solidFill>
                  <a:srgbClr val="C00000"/>
                </a:solidFill>
                <a:sym typeface="Symbol" panose="05050102010706020507" pitchFamily="18" charset="2"/>
              </a:rPr>
              <a:t>, </a:t>
            </a:r>
            <a:r>
              <a:rPr lang="en-US" altLang="zh-CN" sz="2800" b="1" i="1" dirty="0">
                <a:solidFill>
                  <a:srgbClr val="C00000"/>
                </a:solidFill>
                <a:sym typeface="Symbol" panose="05050102010706020507" pitchFamily="18" charset="2"/>
              </a:rPr>
              <a:t>integer</a:t>
            </a:r>
            <a:r>
              <a:rPr lang="en-US" altLang="zh-CN" sz="2800" b="1" dirty="0">
                <a:solidFill>
                  <a:srgbClr val="C00000"/>
                </a:solidFill>
                <a:sym typeface="Symbol" panose="05050102010706020507" pitchFamily="18" charset="2"/>
              </a:rPr>
              <a:t>}</a:t>
            </a:r>
            <a:r>
              <a:rPr lang="en-US" altLang="zh-CN" sz="2800" b="1" dirty="0">
                <a:sym typeface="Symbol" panose="05050102010706020507" pitchFamily="18" charset="2"/>
              </a:rPr>
              <a:t>)</a:t>
            </a:r>
          </a:p>
          <a:p>
            <a:pPr eaLnBrk="1" hangingPunct="1">
              <a:lnSpc>
                <a:spcPct val="90000"/>
              </a:lnSpc>
              <a:buFont typeface="Wingdings" panose="05000000000000000000" pitchFamily="2" charset="2"/>
              <a:buNone/>
            </a:pPr>
            <a:r>
              <a:rPr lang="en-US" altLang="zh-CN" sz="2800" b="1" dirty="0"/>
              <a:t>				   </a:t>
            </a:r>
            <a:r>
              <a:rPr lang="en-US" altLang="zh-CN" sz="2800" b="1" i="1" dirty="0">
                <a:solidFill>
                  <a:srgbClr val="C00000"/>
                </a:solidFill>
              </a:rPr>
              <a:t>S</a:t>
            </a:r>
            <a:r>
              <a:rPr lang="en-US" altLang="zh-CN" sz="2800" b="1" dirty="0">
                <a:solidFill>
                  <a:srgbClr val="C00000"/>
                </a:solidFill>
              </a:rPr>
              <a:t>. </a:t>
            </a:r>
            <a:r>
              <a:rPr lang="en-US" altLang="zh-CN" sz="2800" b="1" i="1" dirty="0">
                <a:solidFill>
                  <a:srgbClr val="C00000"/>
                </a:solidFill>
              </a:rPr>
              <a:t>type</a:t>
            </a:r>
            <a:r>
              <a:rPr lang="en-US" altLang="zh-CN" sz="2800" b="1" dirty="0">
                <a:solidFill>
                  <a:srgbClr val="C00000"/>
                </a:solidFill>
              </a:rPr>
              <a:t> = </a:t>
            </a:r>
            <a:r>
              <a:rPr lang="en-US" altLang="zh-CN" sz="2800" b="1" i="1" dirty="0">
                <a:solidFill>
                  <a:srgbClr val="C00000"/>
                </a:solidFill>
              </a:rPr>
              <a:t>void</a:t>
            </a:r>
            <a:r>
              <a:rPr lang="en-US" altLang="zh-CN" sz="2800" b="1" dirty="0"/>
              <a:t>;</a:t>
            </a:r>
          </a:p>
          <a:p>
            <a:pPr eaLnBrk="1" hangingPunct="1">
              <a:lnSpc>
                <a:spcPct val="90000"/>
              </a:lnSpc>
              <a:buFont typeface="Wingdings" panose="05000000000000000000" pitchFamily="2" charset="2"/>
              <a:buNone/>
            </a:pPr>
            <a:r>
              <a:rPr lang="en-US" altLang="zh-CN" sz="2800" b="1" dirty="0"/>
              <a:t>			      else </a:t>
            </a:r>
            <a:r>
              <a:rPr lang="en-US" altLang="zh-CN" sz="2800" b="1" i="1" dirty="0"/>
              <a:t>S</a:t>
            </a:r>
            <a:r>
              <a:rPr lang="en-US" altLang="zh-CN" sz="2800" b="1" dirty="0"/>
              <a:t>. </a:t>
            </a:r>
            <a:r>
              <a:rPr lang="en-US" altLang="zh-CN" sz="2800" b="1" i="1" dirty="0"/>
              <a:t>type</a:t>
            </a:r>
            <a:r>
              <a:rPr lang="en-US" altLang="zh-CN" sz="2800" b="1" dirty="0"/>
              <a:t> = </a:t>
            </a:r>
            <a:r>
              <a:rPr lang="en-US" altLang="zh-CN" sz="2800" b="1" i="1" dirty="0" err="1"/>
              <a:t>type</a:t>
            </a:r>
            <a:r>
              <a:rPr lang="en-US" altLang="zh-CN" sz="2800" b="1" dirty="0" err="1"/>
              <a:t>_</a:t>
            </a:r>
            <a:r>
              <a:rPr lang="en-US" altLang="zh-CN" sz="2800" b="1" i="1" dirty="0" err="1"/>
              <a:t>error</a:t>
            </a:r>
            <a:r>
              <a:rPr lang="en-US" altLang="zh-CN" sz="2800" b="1" dirty="0"/>
              <a:t>; }</a:t>
            </a:r>
          </a:p>
          <a:p>
            <a:pPr algn="just">
              <a:lnSpc>
                <a:spcPct val="90000"/>
              </a:lnSpc>
            </a:pPr>
            <a:r>
              <a:rPr lang="zh-CN" altLang="en-US" sz="2800" dirty="0"/>
              <a:t>对应定型规则：</a:t>
            </a:r>
            <a:endParaRPr lang="en-US" altLang="zh-CN" sz="2800" dirty="0"/>
          </a:p>
          <a:p>
            <a:pPr algn="just" eaLnBrk="1" hangingPunct="1">
              <a:lnSpc>
                <a:spcPct val="90000"/>
              </a:lnSpc>
              <a:buFont typeface="Wingdings" panose="05000000000000000000" pitchFamily="2" charset="2"/>
              <a:buNone/>
            </a:pPr>
            <a:r>
              <a:rPr lang="en-US" altLang="zh-CN" sz="2800" b="1" dirty="0"/>
              <a:t>(State Assign) (</a:t>
            </a:r>
            <a:r>
              <a:rPr lang="en-US" altLang="zh-CN" sz="2800" b="1" i="1" dirty="0"/>
              <a:t>T</a:t>
            </a:r>
            <a:r>
              <a:rPr lang="en-US" altLang="zh-CN" sz="2800" b="1" dirty="0"/>
              <a:t>=</a:t>
            </a:r>
            <a:r>
              <a:rPr lang="en-US" altLang="zh-CN" sz="2800" b="1" i="1" dirty="0" err="1"/>
              <a:t>boolean</a:t>
            </a:r>
            <a:r>
              <a:rPr lang="en-US" altLang="zh-CN" sz="2800" b="1" dirty="0"/>
              <a:t> or </a:t>
            </a:r>
            <a:r>
              <a:rPr lang="en-US" altLang="zh-CN" sz="2800" b="1" i="1" dirty="0" err="1"/>
              <a:t>interger</a:t>
            </a:r>
            <a:r>
              <a:rPr lang="en-US" altLang="zh-CN" sz="2800" b="1" dirty="0"/>
              <a:t>)</a:t>
            </a:r>
          </a:p>
        </p:txBody>
      </p:sp>
      <p:grpSp>
        <p:nvGrpSpPr>
          <p:cNvPr id="4" name="Group 4">
            <a:extLst>
              <a:ext uri="{FF2B5EF4-FFF2-40B4-BE49-F238E27FC236}">
                <a16:creationId xmlns:a16="http://schemas.microsoft.com/office/drawing/2014/main" id="{14451772-9F26-45B3-8F83-7F2CF53F0620}"/>
              </a:ext>
            </a:extLst>
          </p:cNvPr>
          <p:cNvGrpSpPr>
            <a:grpSpLocks/>
          </p:cNvGrpSpPr>
          <p:nvPr/>
        </p:nvGrpSpPr>
        <p:grpSpPr bwMode="auto">
          <a:xfrm>
            <a:off x="3937000" y="4546600"/>
            <a:ext cx="3960813" cy="762000"/>
            <a:chOff x="2971" y="3702"/>
            <a:chExt cx="2404" cy="480"/>
          </a:xfrm>
        </p:grpSpPr>
        <p:sp>
          <p:nvSpPr>
            <p:cNvPr id="23557" name="Rectangle 5" descr="Green marble">
              <a:extLst>
                <a:ext uri="{FF2B5EF4-FFF2-40B4-BE49-F238E27FC236}">
                  <a16:creationId xmlns:a16="http://schemas.microsoft.com/office/drawing/2014/main" id="{7DB730F7-DB6C-49BD-9F6A-3B73946AD51C}"/>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id : </a:t>
              </a:r>
              <a:r>
                <a:rPr lang="en-US" altLang="zh-CN" sz="2400" b="1" i="1" dirty="0">
                  <a:ea typeface="宋体" panose="02010600030101010101" pitchFamily="2" charset="-122"/>
                </a:rPr>
                <a:t>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dirty="0">
                  <a:ea typeface="宋体" panose="02010600030101010101" pitchFamily="2" charset="-122"/>
                </a:rPr>
                <a:t> : </a:t>
              </a:r>
              <a:r>
                <a:rPr lang="en-US" altLang="zh-CN" sz="2400" b="1" i="1" dirty="0">
                  <a:ea typeface="宋体" panose="02010600030101010101" pitchFamily="2" charset="-122"/>
                </a:rPr>
                <a:t>T</a:t>
              </a:r>
              <a:endParaRPr lang="en-US" altLang="zh-CN" sz="2400" b="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id := </a:t>
              </a:r>
              <a:r>
                <a:rPr lang="en-US" altLang="zh-CN" sz="2400" b="1" i="1" dirty="0">
                  <a:ea typeface="宋体" panose="02010600030101010101" pitchFamily="2" charset="-122"/>
                </a:rPr>
                <a:t>E</a:t>
              </a:r>
              <a:r>
                <a:rPr lang="en-US" altLang="zh-CN" sz="2400" b="1" dirty="0">
                  <a:ea typeface="宋体" panose="02010600030101010101" pitchFamily="2" charset="-122"/>
                </a:rPr>
                <a:t> : </a:t>
              </a:r>
              <a:r>
                <a:rPr lang="en-US" altLang="zh-CN" sz="2400" b="1" i="1" dirty="0">
                  <a:ea typeface="宋体" panose="02010600030101010101" pitchFamily="2" charset="-122"/>
                </a:rPr>
                <a:t>void</a:t>
              </a:r>
            </a:p>
          </p:txBody>
        </p:sp>
        <p:sp>
          <p:nvSpPr>
            <p:cNvPr id="23558" name="Line 6">
              <a:extLst>
                <a:ext uri="{FF2B5EF4-FFF2-40B4-BE49-F238E27FC236}">
                  <a16:creationId xmlns:a16="http://schemas.microsoft.com/office/drawing/2014/main" id="{89CFD58A-2A3F-478D-A061-8F81113A383C}"/>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8EE7E45E-19BF-C752-AF46-4BD2D3C13F63}"/>
              </a:ext>
            </a:extLst>
          </p:cNvPr>
          <p:cNvSpPr>
            <a:spLocks noGrp="1"/>
          </p:cNvSpPr>
          <p:nvPr>
            <p:ph type="dt" sz="half" idx="10"/>
          </p:nvPr>
        </p:nvSpPr>
        <p:spPr/>
        <p:txBody>
          <a:bodyPr/>
          <a:lstStyle/>
          <a:p>
            <a:fld id="{F12B76BC-4F12-4EA0-B1CB-57E4602123C4}"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0083CCAC-DC91-C0F8-F5C2-735365182A5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5" name="灯片编号占位符 4">
            <a:extLst>
              <a:ext uri="{FF2B5EF4-FFF2-40B4-BE49-F238E27FC236}">
                <a16:creationId xmlns:a16="http://schemas.microsoft.com/office/drawing/2014/main" id="{A4E7BE6E-AD40-5B5F-D6D9-35439FC3C065}"/>
              </a:ext>
            </a:extLst>
          </p:cNvPr>
          <p:cNvSpPr>
            <a:spLocks noGrp="1"/>
          </p:cNvSpPr>
          <p:nvPr>
            <p:ph type="sldNum" sz="quarter" idx="12"/>
          </p:nvPr>
        </p:nvSpPr>
        <p:spPr/>
        <p:txBody>
          <a:bodyPr/>
          <a:lstStyle/>
          <a:p>
            <a:fld id="{094DEB03-EFC6-4C20-8FC8-295189A5386F}" type="slidenum">
              <a:rPr lang="zh-CN" altLang="en-US" smtClean="0"/>
              <a:pPr/>
              <a:t>26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856067">
                                            <p:txEl>
                                              <p:pRg st="0" end="0"/>
                                            </p:txEl>
                                          </p:spTgt>
                                        </p:tgtEl>
                                        <p:attrNameLst>
                                          <p:attrName>style.visibility</p:attrName>
                                        </p:attrNameLst>
                                      </p:cBhvr>
                                      <p:to>
                                        <p:strVal val="visible"/>
                                      </p:to>
                                    </p:set>
                                    <p:anim calcmode="lin" valueType="num">
                                      <p:cBhvr additive="base">
                                        <p:cTn id="7" dur="500" fill="hold"/>
                                        <p:tgtEl>
                                          <p:spTgt spid="8560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6067">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856067">
                                            <p:txEl>
                                              <p:pRg st="1" end="1"/>
                                            </p:txEl>
                                          </p:spTgt>
                                        </p:tgtEl>
                                        <p:attrNameLst>
                                          <p:attrName>style.visibility</p:attrName>
                                        </p:attrNameLst>
                                      </p:cBhvr>
                                      <p:to>
                                        <p:strVal val="visible"/>
                                      </p:to>
                                    </p:set>
                                    <p:anim calcmode="lin" valueType="num">
                                      <p:cBhvr additive="base">
                                        <p:cTn id="12" dur="500" fill="hold"/>
                                        <p:tgtEl>
                                          <p:spTgt spid="85606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56067">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856067">
                                            <p:txEl>
                                              <p:pRg st="2" end="2"/>
                                            </p:txEl>
                                          </p:spTgt>
                                        </p:tgtEl>
                                        <p:attrNameLst>
                                          <p:attrName>style.visibility</p:attrName>
                                        </p:attrNameLst>
                                      </p:cBhvr>
                                      <p:to>
                                        <p:strVal val="visible"/>
                                      </p:to>
                                    </p:set>
                                    <p:anim calcmode="lin" valueType="num">
                                      <p:cBhvr additive="base">
                                        <p:cTn id="17" dur="500" fill="hold"/>
                                        <p:tgtEl>
                                          <p:spTgt spid="85606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56067">
                                            <p:txEl>
                                              <p:pRg st="2" end="2"/>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856067">
                                            <p:txEl>
                                              <p:pRg st="3" end="3"/>
                                            </p:txEl>
                                          </p:spTgt>
                                        </p:tgtEl>
                                        <p:attrNameLst>
                                          <p:attrName>style.visibility</p:attrName>
                                        </p:attrNameLst>
                                      </p:cBhvr>
                                      <p:to>
                                        <p:strVal val="visible"/>
                                      </p:to>
                                    </p:set>
                                    <p:anim calcmode="lin" valueType="num">
                                      <p:cBhvr additive="base">
                                        <p:cTn id="22" dur="500" fill="hold"/>
                                        <p:tgtEl>
                                          <p:spTgt spid="856067">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8560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56067">
                                            <p:txEl>
                                              <p:pRg st="4" end="4"/>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856067">
                                            <p:txEl>
                                              <p:pRg st="5" end="5"/>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802BF02-33C4-4CD4-8D3A-20A9F531EB32}"/>
              </a:ext>
            </a:extLst>
          </p:cNvPr>
          <p:cNvSpPr>
            <a:spLocks noGrp="1" noChangeArrowheads="1"/>
          </p:cNvSpPr>
          <p:nvPr>
            <p:ph type="title"/>
          </p:nvPr>
        </p:nvSpPr>
        <p:spPr/>
        <p:txBody>
          <a:bodyPr/>
          <a:lstStyle/>
          <a:p>
            <a:pPr eaLnBrk="1" hangingPunct="1"/>
            <a:r>
              <a:rPr lang="en-US" altLang="zh-CN"/>
              <a:t>5.3.3 </a:t>
            </a:r>
            <a:r>
              <a:rPr lang="zh-CN" altLang="en-US"/>
              <a:t>类型检查</a:t>
            </a:r>
            <a:r>
              <a:rPr lang="en-US" altLang="zh-CN">
                <a:latin typeface="Arial" panose="020B0604020202020204" pitchFamily="34" charset="0"/>
              </a:rPr>
              <a:t>——</a:t>
            </a:r>
            <a:r>
              <a:rPr lang="zh-CN" altLang="en-US"/>
              <a:t>语句</a:t>
            </a:r>
          </a:p>
        </p:txBody>
      </p:sp>
      <p:sp>
        <p:nvSpPr>
          <p:cNvPr id="856067" name="Rectangle 3">
            <a:extLst>
              <a:ext uri="{FF2B5EF4-FFF2-40B4-BE49-F238E27FC236}">
                <a16:creationId xmlns:a16="http://schemas.microsoft.com/office/drawing/2014/main" id="{4454AE9F-55BA-4E5D-816C-FF5C07D17E87}"/>
              </a:ext>
            </a:extLst>
          </p:cNvPr>
          <p:cNvSpPr>
            <a:spLocks noGrp="1" noChangeArrowheads="1"/>
          </p:cNvSpPr>
          <p:nvPr>
            <p:ph idx="1"/>
          </p:nvPr>
        </p:nvSpPr>
        <p:spPr/>
        <p:txBody>
          <a:bodyPr>
            <a:normAutofit lnSpcReduction="10000"/>
          </a:bodyPr>
          <a:lstStyle/>
          <a:p>
            <a:pPr eaLnBrk="1" hangingPunct="1">
              <a:lnSpc>
                <a:spcPct val="90000"/>
              </a:lnSpc>
              <a:buFont typeface="Wingdings" panose="05000000000000000000" pitchFamily="2" charset="2"/>
              <a:buNone/>
              <a:defRPr/>
            </a:pPr>
            <a:r>
              <a:rPr lang="en-US" altLang="zh-CN" sz="2800" b="1" i="1" dirty="0"/>
              <a:t>S </a:t>
            </a:r>
            <a:r>
              <a:rPr lang="en-US" altLang="zh-CN" sz="2800" b="1" dirty="0">
                <a:sym typeface="Symbol" panose="05050102010706020507" pitchFamily="18" charset="2"/>
              </a:rPr>
              <a:t></a:t>
            </a:r>
            <a:r>
              <a:rPr lang="en-US" altLang="zh-CN" sz="2800" b="1" dirty="0"/>
              <a:t> id := </a:t>
            </a:r>
            <a:r>
              <a:rPr lang="en-US" altLang="zh-CN" sz="2800" b="1" i="1" dirty="0"/>
              <a:t>E    </a:t>
            </a:r>
            <a:r>
              <a:rPr lang="en-US" altLang="zh-CN" sz="2800" b="1" dirty="0"/>
              <a:t>{ if (id. </a:t>
            </a:r>
            <a:r>
              <a:rPr lang="en-US" altLang="zh-CN" sz="2800" b="1" i="1" dirty="0"/>
              <a:t>type</a:t>
            </a:r>
            <a:r>
              <a:rPr lang="en-US" altLang="zh-CN" sz="2800" b="1" dirty="0"/>
              <a:t> == </a:t>
            </a:r>
            <a:r>
              <a:rPr lang="en-US" altLang="zh-CN" sz="2800" b="1" i="1" dirty="0"/>
              <a:t>E</a:t>
            </a:r>
            <a:r>
              <a:rPr lang="en-US" altLang="zh-CN" sz="2800" b="1" dirty="0"/>
              <a:t>. </a:t>
            </a:r>
            <a:r>
              <a:rPr lang="en-US" altLang="zh-CN" sz="2800" b="1" i="1" dirty="0"/>
              <a:t>type</a:t>
            </a:r>
            <a:r>
              <a:rPr lang="en-US" altLang="zh-CN" sz="2800" b="1" dirty="0"/>
              <a:t> &amp;&amp; </a:t>
            </a:r>
          </a:p>
          <a:p>
            <a:pPr eaLnBrk="1" hangingPunct="1">
              <a:lnSpc>
                <a:spcPct val="90000"/>
              </a:lnSpc>
              <a:buFont typeface="Wingdings" panose="05000000000000000000" pitchFamily="2" charset="2"/>
              <a:buNone/>
              <a:defRPr/>
            </a:pPr>
            <a:r>
              <a:rPr lang="en-US" altLang="zh-CN" sz="2800" b="1" dirty="0"/>
              <a:t>                              </a:t>
            </a:r>
            <a:r>
              <a:rPr lang="en-US" altLang="zh-CN" sz="2800" b="1" i="1" dirty="0" err="1"/>
              <a:t>E</a:t>
            </a:r>
            <a:r>
              <a:rPr lang="en-US" altLang="zh-CN" sz="2800" b="1" dirty="0" err="1"/>
              <a:t>.</a:t>
            </a:r>
            <a:r>
              <a:rPr lang="en-US" altLang="zh-CN" sz="2800" b="1" i="1" dirty="0" err="1"/>
              <a:t>type</a:t>
            </a:r>
            <a:r>
              <a:rPr lang="en-US" altLang="zh-CN" sz="2800" b="1" dirty="0">
                <a:sym typeface="Symbol" panose="05050102010706020507" pitchFamily="18" charset="2"/>
              </a:rPr>
              <a:t>{</a:t>
            </a:r>
            <a:r>
              <a:rPr lang="en-US" altLang="zh-CN" sz="2800" b="1" i="1" dirty="0" err="1">
                <a:sym typeface="Symbol" panose="05050102010706020507" pitchFamily="18" charset="2"/>
              </a:rPr>
              <a:t>boolean</a:t>
            </a:r>
            <a:r>
              <a:rPr lang="en-US" altLang="zh-CN" sz="2800" b="1" dirty="0">
                <a:sym typeface="Symbol" panose="05050102010706020507" pitchFamily="18" charset="2"/>
              </a:rPr>
              <a:t>, </a:t>
            </a:r>
            <a:r>
              <a:rPr lang="en-US" altLang="zh-CN" sz="2800" b="1" i="1" dirty="0">
                <a:sym typeface="Symbol" panose="05050102010706020507" pitchFamily="18" charset="2"/>
              </a:rPr>
              <a:t>integer</a:t>
            </a:r>
            <a:r>
              <a:rPr lang="en-US" altLang="zh-CN" sz="2800" b="1" dirty="0">
                <a:sym typeface="Symbol" panose="05050102010706020507" pitchFamily="18" charset="2"/>
              </a:rPr>
              <a:t>})</a:t>
            </a:r>
          </a:p>
          <a:p>
            <a:pPr eaLnBrk="1" hangingPunct="1">
              <a:lnSpc>
                <a:spcPct val="90000"/>
              </a:lnSpc>
              <a:buFont typeface="Wingdings" panose="05000000000000000000" pitchFamily="2" charset="2"/>
              <a:buNone/>
              <a:defRPr/>
            </a:pPr>
            <a:r>
              <a:rPr lang="en-US" altLang="zh-CN" sz="2800" b="1" dirty="0"/>
              <a:t>				   </a:t>
            </a:r>
            <a:r>
              <a:rPr lang="en-US" altLang="zh-CN" sz="2800" b="1" i="1" dirty="0"/>
              <a:t>S</a:t>
            </a:r>
            <a:r>
              <a:rPr lang="en-US" altLang="zh-CN" sz="2800" b="1" dirty="0"/>
              <a:t>. </a:t>
            </a:r>
            <a:r>
              <a:rPr lang="en-US" altLang="zh-CN" sz="2800" b="1" i="1" dirty="0"/>
              <a:t>type</a:t>
            </a:r>
            <a:r>
              <a:rPr lang="en-US" altLang="zh-CN" sz="2800" b="1" dirty="0"/>
              <a:t> = </a:t>
            </a:r>
            <a:r>
              <a:rPr lang="en-US" altLang="zh-CN" sz="2800" b="1" i="1" dirty="0"/>
              <a:t>void</a:t>
            </a:r>
            <a:r>
              <a:rPr lang="en-US" altLang="zh-CN" sz="2800" b="1" dirty="0"/>
              <a:t>;</a:t>
            </a:r>
          </a:p>
          <a:p>
            <a:pPr eaLnBrk="1" hangingPunct="1">
              <a:lnSpc>
                <a:spcPct val="90000"/>
              </a:lnSpc>
              <a:buFont typeface="Wingdings" panose="05000000000000000000" pitchFamily="2" charset="2"/>
              <a:buNone/>
              <a:defRPr/>
            </a:pPr>
            <a:r>
              <a:rPr lang="en-US" altLang="zh-CN" sz="2800" b="1" dirty="0"/>
              <a:t>			      else </a:t>
            </a:r>
            <a:r>
              <a:rPr lang="en-US" altLang="zh-CN" sz="2800" b="1" i="1" dirty="0"/>
              <a:t>S</a:t>
            </a:r>
            <a:r>
              <a:rPr lang="en-US" altLang="zh-CN" sz="2800" b="1" dirty="0"/>
              <a:t>. </a:t>
            </a:r>
            <a:r>
              <a:rPr lang="en-US" altLang="zh-CN" sz="2800" b="1" i="1" dirty="0"/>
              <a:t>type</a:t>
            </a:r>
            <a:r>
              <a:rPr lang="en-US" altLang="zh-CN" sz="2800" b="1" dirty="0"/>
              <a:t> = </a:t>
            </a:r>
            <a:r>
              <a:rPr lang="en-US" altLang="zh-CN" sz="2800" b="1" i="1" dirty="0" err="1"/>
              <a:t>type</a:t>
            </a:r>
            <a:r>
              <a:rPr lang="en-US" altLang="zh-CN" sz="2800" b="1" dirty="0" err="1"/>
              <a:t>_</a:t>
            </a:r>
            <a:r>
              <a:rPr lang="en-US" altLang="zh-CN" sz="2800" b="1" i="1" dirty="0" err="1"/>
              <a:t>error</a:t>
            </a:r>
            <a:r>
              <a:rPr lang="en-US" altLang="zh-CN" sz="2800" b="1" dirty="0"/>
              <a:t>; }</a:t>
            </a:r>
          </a:p>
          <a:p>
            <a:pPr>
              <a:lnSpc>
                <a:spcPct val="90000"/>
              </a:lnSpc>
              <a:buNone/>
              <a:defRPr/>
            </a:pPr>
            <a:r>
              <a:rPr lang="en-US" altLang="zh-CN" sz="2800" b="1" i="1" dirty="0"/>
              <a:t>S</a:t>
            </a:r>
            <a:r>
              <a:rPr lang="en-US" altLang="zh-CN" sz="2800" b="1" dirty="0"/>
              <a:t> </a:t>
            </a:r>
            <a:r>
              <a:rPr lang="en-US" altLang="zh-CN" sz="2800" b="1" dirty="0">
                <a:sym typeface="Symbol" panose="05050102010706020507" pitchFamily="18" charset="2"/>
              </a:rPr>
              <a:t></a:t>
            </a:r>
            <a:r>
              <a:rPr lang="en-US" altLang="zh-CN" sz="2800" b="1" dirty="0"/>
              <a:t> if </a:t>
            </a:r>
            <a:r>
              <a:rPr lang="en-US" altLang="zh-CN" sz="2800" b="1" i="1" dirty="0"/>
              <a:t>E</a:t>
            </a:r>
            <a:r>
              <a:rPr lang="en-US" altLang="zh-CN" sz="2800" b="1" dirty="0"/>
              <a:t> then </a:t>
            </a:r>
            <a:r>
              <a:rPr lang="en-US" altLang="zh-CN" sz="2800" b="1" i="1" dirty="0"/>
              <a:t>S</a:t>
            </a:r>
            <a:r>
              <a:rPr lang="en-US" altLang="zh-CN" sz="2800" b="1" baseline="-30000" dirty="0"/>
              <a:t>1  </a:t>
            </a:r>
            <a:r>
              <a:rPr lang="en-US" altLang="zh-CN" sz="2800" b="1" dirty="0"/>
              <a:t>{ if (</a:t>
            </a:r>
            <a:r>
              <a:rPr lang="en-US" altLang="zh-CN" sz="2800" b="1" i="1" dirty="0"/>
              <a:t>E</a:t>
            </a:r>
            <a:r>
              <a:rPr lang="en-US" altLang="zh-CN" sz="2800" b="1" dirty="0"/>
              <a:t>. </a:t>
            </a:r>
            <a:r>
              <a:rPr lang="en-US" altLang="zh-CN" sz="2800" b="1" i="1" dirty="0"/>
              <a:t>type</a:t>
            </a:r>
            <a:r>
              <a:rPr lang="en-US" altLang="zh-CN" sz="2800" b="1" dirty="0"/>
              <a:t> == </a:t>
            </a:r>
            <a:r>
              <a:rPr lang="en-US" altLang="zh-CN" sz="2800" b="1" i="1" dirty="0" err="1"/>
              <a:t>boolean</a:t>
            </a:r>
            <a:r>
              <a:rPr lang="en-US" altLang="zh-CN" sz="2800" b="1" i="1" dirty="0"/>
              <a:t> &amp;&amp; </a:t>
            </a:r>
          </a:p>
          <a:p>
            <a:pPr>
              <a:lnSpc>
                <a:spcPct val="90000"/>
              </a:lnSpc>
              <a:buNone/>
              <a:defRPr/>
            </a:pPr>
            <a:r>
              <a:rPr lang="en-US" altLang="zh-CN" sz="2800" b="1" i="1" dirty="0"/>
              <a:t>				S</a:t>
            </a:r>
            <a:r>
              <a:rPr lang="en-US" altLang="zh-CN" sz="2800" b="1" baseline="-30000" dirty="0"/>
              <a:t>1</a:t>
            </a:r>
            <a:r>
              <a:rPr lang="en-US" altLang="zh-CN" sz="2800" b="1" dirty="0"/>
              <a:t>. </a:t>
            </a:r>
            <a:r>
              <a:rPr lang="en-US" altLang="zh-CN" sz="2800" b="1" i="1" dirty="0"/>
              <a:t>type</a:t>
            </a:r>
            <a:r>
              <a:rPr lang="en-US" altLang="zh-CN" sz="2800" b="1" dirty="0"/>
              <a:t> = </a:t>
            </a:r>
            <a:r>
              <a:rPr lang="en-US" altLang="zh-CN" sz="2800" b="1" i="1" dirty="0"/>
              <a:t>void</a:t>
            </a:r>
            <a:r>
              <a:rPr lang="en-US" altLang="zh-CN" sz="2800" b="1" dirty="0"/>
              <a:t>)</a:t>
            </a:r>
          </a:p>
          <a:p>
            <a:pPr eaLnBrk="1" hangingPunct="1">
              <a:lnSpc>
                <a:spcPct val="90000"/>
              </a:lnSpc>
              <a:buFont typeface="Wingdings" panose="05000000000000000000" pitchFamily="2" charset="2"/>
              <a:buNone/>
              <a:defRPr/>
            </a:pPr>
            <a:r>
              <a:rPr lang="en-US" altLang="zh-CN" sz="2800" b="1" dirty="0"/>
              <a:t>				       </a:t>
            </a:r>
            <a:r>
              <a:rPr lang="en-US" altLang="zh-CN" sz="2800" b="1" i="1" dirty="0">
                <a:solidFill>
                  <a:srgbClr val="C00000"/>
                </a:solidFill>
              </a:rPr>
              <a:t>S</a:t>
            </a:r>
            <a:r>
              <a:rPr lang="en-US" altLang="zh-CN" sz="2800" b="1" dirty="0">
                <a:solidFill>
                  <a:srgbClr val="C00000"/>
                </a:solidFill>
              </a:rPr>
              <a:t>. </a:t>
            </a:r>
            <a:r>
              <a:rPr lang="en-US" altLang="zh-CN" sz="2800" b="1" i="1" dirty="0">
                <a:solidFill>
                  <a:srgbClr val="C00000"/>
                </a:solidFill>
              </a:rPr>
              <a:t>type</a:t>
            </a:r>
            <a:r>
              <a:rPr lang="en-US" altLang="zh-CN" sz="2800" b="1" dirty="0">
                <a:solidFill>
                  <a:srgbClr val="C00000"/>
                </a:solidFill>
              </a:rPr>
              <a:t> = </a:t>
            </a:r>
            <a:r>
              <a:rPr lang="en-US" altLang="zh-CN" sz="2800" b="1" i="1" dirty="0">
                <a:solidFill>
                  <a:srgbClr val="C00000"/>
                </a:solidFill>
              </a:rPr>
              <a:t>S</a:t>
            </a:r>
            <a:r>
              <a:rPr lang="en-US" altLang="zh-CN" sz="2800" b="1" baseline="-30000" dirty="0">
                <a:solidFill>
                  <a:srgbClr val="C00000"/>
                </a:solidFill>
              </a:rPr>
              <a:t>1</a:t>
            </a:r>
            <a:r>
              <a:rPr lang="en-US" altLang="zh-CN" sz="2800" b="1" dirty="0">
                <a:solidFill>
                  <a:srgbClr val="C00000"/>
                </a:solidFill>
              </a:rPr>
              <a:t>. </a:t>
            </a:r>
            <a:r>
              <a:rPr lang="en-US" altLang="zh-CN" sz="2800" b="1" i="1" dirty="0">
                <a:solidFill>
                  <a:srgbClr val="C00000"/>
                </a:solidFill>
              </a:rPr>
              <a:t>type</a:t>
            </a:r>
            <a:r>
              <a:rPr lang="en-US" altLang="zh-CN" sz="2800" b="1" dirty="0">
                <a:solidFill>
                  <a:srgbClr val="C00000"/>
                </a:solidFill>
              </a:rPr>
              <a:t>;</a:t>
            </a:r>
          </a:p>
          <a:p>
            <a:pPr eaLnBrk="1" hangingPunct="1">
              <a:lnSpc>
                <a:spcPct val="90000"/>
              </a:lnSpc>
              <a:buFont typeface="Wingdings" panose="05000000000000000000" pitchFamily="2" charset="2"/>
              <a:buNone/>
              <a:defRPr/>
            </a:pPr>
            <a:r>
              <a:rPr lang="en-US" altLang="zh-CN" sz="2800" b="1" dirty="0"/>
              <a:t>				else </a:t>
            </a:r>
            <a:r>
              <a:rPr lang="en-US" altLang="zh-CN" sz="2800" b="1" i="1" dirty="0"/>
              <a:t>S</a:t>
            </a:r>
            <a:r>
              <a:rPr lang="en-US" altLang="zh-CN" sz="2800" b="1" dirty="0"/>
              <a:t>. </a:t>
            </a:r>
            <a:r>
              <a:rPr lang="en-US" altLang="zh-CN" sz="2800" b="1" i="1" dirty="0"/>
              <a:t>type</a:t>
            </a:r>
            <a:r>
              <a:rPr lang="en-US" altLang="zh-CN" sz="2800" b="1" dirty="0"/>
              <a:t> = </a:t>
            </a:r>
            <a:r>
              <a:rPr lang="en-US" altLang="zh-CN" sz="2800" b="1" i="1" dirty="0" err="1"/>
              <a:t>type</a:t>
            </a:r>
            <a:r>
              <a:rPr lang="en-US" altLang="zh-CN" sz="2800" b="1" dirty="0" err="1"/>
              <a:t>_</a:t>
            </a:r>
            <a:r>
              <a:rPr lang="en-US" altLang="zh-CN" sz="2800" b="1" i="1" dirty="0" err="1"/>
              <a:t>error</a:t>
            </a:r>
            <a:r>
              <a:rPr lang="en-US" altLang="zh-CN" sz="2800" b="1" dirty="0"/>
              <a:t>; }</a:t>
            </a:r>
          </a:p>
          <a:p>
            <a:pPr>
              <a:lnSpc>
                <a:spcPct val="90000"/>
              </a:lnSpc>
              <a:defRPr/>
            </a:pPr>
            <a:r>
              <a:rPr lang="zh-CN" altLang="en-US" sz="2800" dirty="0"/>
              <a:t>对应定型规则：</a:t>
            </a:r>
            <a:endParaRPr lang="en-US" altLang="zh-CN" sz="2800" dirty="0"/>
          </a:p>
          <a:p>
            <a:pPr marL="0" indent="0" eaLnBrk="1" hangingPunct="1">
              <a:lnSpc>
                <a:spcPct val="90000"/>
              </a:lnSpc>
              <a:buFont typeface="Wingdings" panose="05000000000000000000" pitchFamily="2" charset="2"/>
              <a:buNone/>
              <a:defRPr/>
            </a:pPr>
            <a:r>
              <a:rPr lang="en-US" altLang="zh-CN" sz="2800" b="1" dirty="0"/>
              <a:t>(State If)</a:t>
            </a:r>
          </a:p>
          <a:p>
            <a:pPr marL="0" indent="0" eaLnBrk="1" hangingPunct="1">
              <a:lnSpc>
                <a:spcPct val="90000"/>
              </a:lnSpc>
              <a:buFont typeface="Wingdings" panose="05000000000000000000" pitchFamily="2" charset="2"/>
              <a:buNone/>
              <a:defRPr/>
            </a:pPr>
            <a:endParaRPr lang="en-US" altLang="zh-CN" sz="2800" dirty="0"/>
          </a:p>
          <a:p>
            <a:pPr eaLnBrk="1" hangingPunct="1">
              <a:lnSpc>
                <a:spcPct val="90000"/>
              </a:lnSpc>
              <a:defRPr/>
            </a:pPr>
            <a:endParaRPr lang="en-US" altLang="zh-CN" sz="2800" dirty="0"/>
          </a:p>
        </p:txBody>
      </p:sp>
      <p:grpSp>
        <p:nvGrpSpPr>
          <p:cNvPr id="4" name="Group 7">
            <a:extLst>
              <a:ext uri="{FF2B5EF4-FFF2-40B4-BE49-F238E27FC236}">
                <a16:creationId xmlns:a16="http://schemas.microsoft.com/office/drawing/2014/main" id="{7ECC491B-8FDF-413B-8C8E-5EE2AE561B5C}"/>
              </a:ext>
            </a:extLst>
          </p:cNvPr>
          <p:cNvGrpSpPr>
            <a:grpSpLocks/>
          </p:cNvGrpSpPr>
          <p:nvPr/>
        </p:nvGrpSpPr>
        <p:grpSpPr bwMode="auto">
          <a:xfrm>
            <a:off x="3035300" y="5219700"/>
            <a:ext cx="4967288" cy="762000"/>
            <a:chOff x="2971" y="3702"/>
            <a:chExt cx="2404" cy="480"/>
          </a:xfrm>
        </p:grpSpPr>
        <p:sp>
          <p:nvSpPr>
            <p:cNvPr id="24581" name="Rectangle 8" descr="Green marble">
              <a:extLst>
                <a:ext uri="{FF2B5EF4-FFF2-40B4-BE49-F238E27FC236}">
                  <a16:creationId xmlns:a16="http://schemas.microsoft.com/office/drawing/2014/main" id="{0356E721-8139-40BC-822B-809240E45E21}"/>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E</a:t>
              </a:r>
              <a:r>
                <a:rPr lang="en-US" altLang="zh-CN" sz="2400" b="1" dirty="0">
                  <a:ea typeface="宋体" panose="02010600030101010101" pitchFamily="2" charset="-122"/>
                </a:rPr>
                <a:t> : </a:t>
              </a:r>
              <a:r>
                <a:rPr lang="en-US" altLang="zh-CN" sz="2400" b="1" i="1" dirty="0" err="1">
                  <a:ea typeface="宋体" panose="02010600030101010101" pitchFamily="2" charset="-122"/>
                </a:rPr>
                <a:t>boolean</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S</a:t>
              </a:r>
              <a:r>
                <a:rPr lang="en-US" altLang="zh-CN" sz="2400" b="1" dirty="0">
                  <a:ea typeface="宋体" panose="02010600030101010101" pitchFamily="2" charset="-122"/>
                </a:rPr>
                <a:t> : </a:t>
              </a:r>
              <a:r>
                <a:rPr lang="en-US" altLang="zh-CN" sz="2400" b="1" i="1" dirty="0">
                  <a:ea typeface="宋体" panose="02010600030101010101" pitchFamily="2" charset="-122"/>
                </a:rPr>
                <a:t>void</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if </a:t>
              </a:r>
              <a:r>
                <a:rPr lang="en-US" altLang="zh-CN" sz="2400" b="1" i="1" dirty="0">
                  <a:ea typeface="宋体" panose="02010600030101010101" pitchFamily="2" charset="-122"/>
                </a:rPr>
                <a:t>E</a:t>
              </a:r>
              <a:r>
                <a:rPr lang="en-US" altLang="zh-CN" sz="2400" b="1" dirty="0">
                  <a:ea typeface="宋体" panose="02010600030101010101" pitchFamily="2" charset="-122"/>
                </a:rPr>
                <a:t> then </a:t>
              </a:r>
              <a:r>
                <a:rPr lang="en-US" altLang="zh-CN" sz="2400" b="1" i="1" dirty="0">
                  <a:ea typeface="宋体" panose="02010600030101010101" pitchFamily="2" charset="-122"/>
                </a:rPr>
                <a:t>S</a:t>
              </a:r>
              <a:r>
                <a:rPr lang="en-US" altLang="zh-CN" sz="2400" b="1" dirty="0">
                  <a:ea typeface="宋体" panose="02010600030101010101" pitchFamily="2" charset="-122"/>
                </a:rPr>
                <a:t> : </a:t>
              </a:r>
              <a:r>
                <a:rPr lang="en-US" altLang="zh-CN" sz="2400" b="1" i="1" dirty="0">
                  <a:ea typeface="宋体" panose="02010600030101010101" pitchFamily="2" charset="-122"/>
                </a:rPr>
                <a:t>void</a:t>
              </a:r>
            </a:p>
          </p:txBody>
        </p:sp>
        <p:sp>
          <p:nvSpPr>
            <p:cNvPr id="24582" name="Line 9">
              <a:extLst>
                <a:ext uri="{FF2B5EF4-FFF2-40B4-BE49-F238E27FC236}">
                  <a16:creationId xmlns:a16="http://schemas.microsoft.com/office/drawing/2014/main" id="{66FB51AC-F78E-4973-9F4B-B9E7FECE3DAB}"/>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97A275DD-8744-9133-6643-D7148CDA1646}"/>
              </a:ext>
            </a:extLst>
          </p:cNvPr>
          <p:cNvSpPr>
            <a:spLocks noGrp="1"/>
          </p:cNvSpPr>
          <p:nvPr>
            <p:ph type="dt" sz="half" idx="10"/>
          </p:nvPr>
        </p:nvSpPr>
        <p:spPr/>
        <p:txBody>
          <a:bodyPr/>
          <a:lstStyle/>
          <a:p>
            <a:fld id="{BC3797BA-DBDB-4EFD-815D-193B0AC4E71C}"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9DB87EA6-FC3D-9FC2-C349-FF3B8469E3A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5" name="灯片编号占位符 4">
            <a:extLst>
              <a:ext uri="{FF2B5EF4-FFF2-40B4-BE49-F238E27FC236}">
                <a16:creationId xmlns:a16="http://schemas.microsoft.com/office/drawing/2014/main" id="{C335B0DE-A191-6914-C5D0-9CFEA2C5A26B}"/>
              </a:ext>
            </a:extLst>
          </p:cNvPr>
          <p:cNvSpPr>
            <a:spLocks noGrp="1"/>
          </p:cNvSpPr>
          <p:nvPr>
            <p:ph type="sldNum" sz="quarter" idx="12"/>
          </p:nvPr>
        </p:nvSpPr>
        <p:spPr/>
        <p:txBody>
          <a:bodyPr/>
          <a:lstStyle/>
          <a:p>
            <a:fld id="{094DEB03-EFC6-4C20-8FC8-295189A5386F}" type="slidenum">
              <a:rPr lang="zh-CN" altLang="en-US" smtClean="0"/>
              <a:pPr/>
              <a:t>27</a:t>
            </a:fld>
            <a:endParaRPr lang="zh-CN" altLang="en-US"/>
          </a:p>
        </p:txBody>
      </p:sp>
      <p:sp>
        <p:nvSpPr>
          <p:cNvPr id="6" name="矩形标注 1">
            <a:extLst>
              <a:ext uri="{FF2B5EF4-FFF2-40B4-BE49-F238E27FC236}">
                <a16:creationId xmlns:a16="http://schemas.microsoft.com/office/drawing/2014/main" id="{2963FAE7-D618-07E0-431A-94879FFB44B1}"/>
              </a:ext>
            </a:extLst>
          </p:cNvPr>
          <p:cNvSpPr>
            <a:spLocks noChangeArrowheads="1"/>
          </p:cNvSpPr>
          <p:nvPr/>
        </p:nvSpPr>
        <p:spPr bwMode="auto">
          <a:xfrm>
            <a:off x="6748522" y="3678891"/>
            <a:ext cx="2239517" cy="474309"/>
          </a:xfrm>
          <a:prstGeom prst="wedgeRectCallout">
            <a:avLst>
              <a:gd name="adj1" fmla="val -54523"/>
              <a:gd name="adj2" fmla="val 93735"/>
            </a:avLst>
          </a:prstGeom>
          <a:solidFill>
            <a:schemeClr val="accent4">
              <a:lumMod val="20000"/>
              <a:lumOff val="80000"/>
              <a:alpha val="95000"/>
            </a:schemeClr>
          </a:solidFill>
          <a:ln w="19050" algn="ctr">
            <a:solidFill>
              <a:schemeClr val="accent2"/>
            </a:solidFill>
            <a:round/>
            <a:headEnd/>
            <a:tailEnd/>
          </a:ln>
        </p:spPr>
        <p:txBody>
          <a:bodyPr/>
          <a:lstStyle>
            <a:lvl1pPr marL="287338">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marL="0">
              <a:buNone/>
            </a:pPr>
            <a:r>
              <a:rPr lang="zh-CN" altLang="en-US" sz="2000" dirty="0"/>
              <a:t>或者</a:t>
            </a:r>
            <a:r>
              <a:rPr lang="en-US" altLang="zh-CN" sz="2000" b="1" i="1" dirty="0"/>
              <a:t>S</a:t>
            </a:r>
            <a:r>
              <a:rPr lang="en-US" altLang="zh-CN" sz="2000" b="1" dirty="0"/>
              <a:t>. </a:t>
            </a:r>
            <a:r>
              <a:rPr lang="en-US" altLang="zh-CN" sz="2000" b="1" i="1" dirty="0"/>
              <a:t>type</a:t>
            </a:r>
            <a:r>
              <a:rPr lang="en-US" altLang="zh-CN" sz="2000" b="1" dirty="0"/>
              <a:t> = </a:t>
            </a:r>
            <a:r>
              <a:rPr lang="en-US" altLang="zh-CN" sz="2000" b="1" i="1" dirty="0"/>
              <a:t>void</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56067">
                                            <p:txEl>
                                              <p:pRg st="4" end="4"/>
                                            </p:txEl>
                                          </p:spTgt>
                                        </p:tgtEl>
                                        <p:attrNameLst>
                                          <p:attrName>style.visibility</p:attrName>
                                        </p:attrNameLst>
                                      </p:cBhvr>
                                      <p:to>
                                        <p:strVal val="visible"/>
                                      </p:to>
                                    </p:set>
                                    <p:anim calcmode="lin" valueType="num">
                                      <p:cBhvr additive="base">
                                        <p:cTn id="7" dur="500" fill="hold"/>
                                        <p:tgtEl>
                                          <p:spTgt spid="856067">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60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56067">
                                            <p:txEl>
                                              <p:pRg st="5" end="5"/>
                                            </p:txEl>
                                          </p:spTgt>
                                        </p:tgtEl>
                                        <p:attrNameLst>
                                          <p:attrName>style.visibility</p:attrName>
                                        </p:attrNameLst>
                                      </p:cBhvr>
                                      <p:to>
                                        <p:strVal val="visible"/>
                                      </p:to>
                                    </p:set>
                                    <p:anim calcmode="lin" valueType="num">
                                      <p:cBhvr additive="base">
                                        <p:cTn id="13" dur="500" fill="hold"/>
                                        <p:tgtEl>
                                          <p:spTgt spid="856067">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560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56067">
                                            <p:txEl>
                                              <p:pRg st="6" end="6"/>
                                            </p:txEl>
                                          </p:spTgt>
                                        </p:tgtEl>
                                        <p:attrNameLst>
                                          <p:attrName>style.visibility</p:attrName>
                                        </p:attrNameLst>
                                      </p:cBhvr>
                                      <p:to>
                                        <p:strVal val="visible"/>
                                      </p:to>
                                    </p:set>
                                    <p:anim calcmode="lin" valueType="num">
                                      <p:cBhvr additive="base">
                                        <p:cTn id="19" dur="500" fill="hold"/>
                                        <p:tgtEl>
                                          <p:spTgt spid="856067">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560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56067">
                                            <p:txEl>
                                              <p:pRg st="7" end="7"/>
                                            </p:txEl>
                                          </p:spTgt>
                                        </p:tgtEl>
                                        <p:attrNameLst>
                                          <p:attrName>style.visibility</p:attrName>
                                        </p:attrNameLst>
                                      </p:cBhvr>
                                      <p:to>
                                        <p:strVal val="visible"/>
                                      </p:to>
                                    </p:set>
                                    <p:anim calcmode="lin" valueType="num">
                                      <p:cBhvr additive="base">
                                        <p:cTn id="25" dur="500" fill="hold"/>
                                        <p:tgtEl>
                                          <p:spTgt spid="856067">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5606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56067">
                                            <p:txEl>
                                              <p:pRg st="8" end="8"/>
                                            </p:txEl>
                                          </p:spTgt>
                                        </p:tgtEl>
                                        <p:attrNameLst>
                                          <p:attrName>style.visibility</p:attrName>
                                        </p:attrNameLst>
                                      </p:cBhvr>
                                      <p:to>
                                        <p:strVal val="visible"/>
                                      </p:to>
                                    </p:set>
                                    <p:anim calcmode="lin" valueType="num">
                                      <p:cBhvr additive="base">
                                        <p:cTn id="31" dur="500" fill="hold"/>
                                        <p:tgtEl>
                                          <p:spTgt spid="856067">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56067">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56067">
                                            <p:txEl>
                                              <p:pRg st="9" end="9"/>
                                            </p:txEl>
                                          </p:spTgt>
                                        </p:tgtEl>
                                        <p:attrNameLst>
                                          <p:attrName>style.visibility</p:attrName>
                                        </p:attrNameLst>
                                      </p:cBhvr>
                                      <p:to>
                                        <p:strVal val="visible"/>
                                      </p:to>
                                    </p:set>
                                    <p:anim calcmode="lin" valueType="num">
                                      <p:cBhvr additive="base">
                                        <p:cTn id="35" dur="500" fill="hold"/>
                                        <p:tgtEl>
                                          <p:spTgt spid="856067">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856067">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E43958D-94AF-4FE5-83C4-D6A8F509D626}"/>
              </a:ext>
            </a:extLst>
          </p:cNvPr>
          <p:cNvSpPr>
            <a:spLocks noGrp="1" noChangeArrowheads="1"/>
          </p:cNvSpPr>
          <p:nvPr>
            <p:ph type="title"/>
          </p:nvPr>
        </p:nvSpPr>
        <p:spPr/>
        <p:txBody>
          <a:bodyPr/>
          <a:lstStyle/>
          <a:p>
            <a:pPr eaLnBrk="1" hangingPunct="1"/>
            <a:r>
              <a:rPr lang="en-US" altLang="zh-CN"/>
              <a:t>5.3.3 </a:t>
            </a:r>
            <a:r>
              <a:rPr lang="zh-CN" altLang="en-US"/>
              <a:t>类型检查</a:t>
            </a:r>
            <a:r>
              <a:rPr lang="en-US" altLang="zh-CN">
                <a:latin typeface="Arial" panose="020B0604020202020204" pitchFamily="34" charset="0"/>
              </a:rPr>
              <a:t>——</a:t>
            </a:r>
            <a:r>
              <a:rPr lang="zh-CN" altLang="en-US"/>
              <a:t>语句</a:t>
            </a:r>
          </a:p>
        </p:txBody>
      </p:sp>
      <p:sp>
        <p:nvSpPr>
          <p:cNvPr id="857091" name="Rectangle 3">
            <a:extLst>
              <a:ext uri="{FF2B5EF4-FFF2-40B4-BE49-F238E27FC236}">
                <a16:creationId xmlns:a16="http://schemas.microsoft.com/office/drawing/2014/main" id="{D80290E3-0CDA-4053-A428-A545E690AA11}"/>
              </a:ext>
            </a:extLst>
          </p:cNvPr>
          <p:cNvSpPr>
            <a:spLocks noGrp="1" noChangeArrowheads="1"/>
          </p:cNvSpPr>
          <p:nvPr>
            <p:ph idx="1"/>
          </p:nvPr>
        </p:nvSpPr>
        <p:spPr/>
        <p:txBody>
          <a:bodyPr/>
          <a:lstStyle/>
          <a:p>
            <a:pPr eaLnBrk="1" hangingPunct="1">
              <a:buFont typeface="Wingdings" panose="05000000000000000000" pitchFamily="2" charset="2"/>
              <a:buNone/>
              <a:defRPr/>
            </a:pPr>
            <a:r>
              <a:rPr lang="en-US" altLang="zh-CN" sz="2800" b="1" i="1" dirty="0"/>
              <a:t>S </a:t>
            </a:r>
            <a:r>
              <a:rPr lang="en-US" altLang="zh-CN" sz="2800" b="1" dirty="0">
                <a:sym typeface="Symbol" panose="05050102010706020507" pitchFamily="18" charset="2"/>
              </a:rPr>
              <a:t></a:t>
            </a:r>
            <a:r>
              <a:rPr lang="en-US" altLang="zh-CN" sz="2800" b="1" dirty="0"/>
              <a:t> while</a:t>
            </a:r>
            <a:r>
              <a:rPr lang="en-US" altLang="zh-CN" sz="2800" b="1" i="1" dirty="0"/>
              <a:t> E </a:t>
            </a:r>
            <a:r>
              <a:rPr lang="en-US" altLang="zh-CN" sz="2800" b="1" dirty="0"/>
              <a:t>do</a:t>
            </a:r>
            <a:r>
              <a:rPr lang="en-US" altLang="zh-CN" sz="2800" b="1" i="1" dirty="0"/>
              <a:t> S</a:t>
            </a:r>
            <a:r>
              <a:rPr lang="en-US" altLang="zh-CN" sz="2800" b="1" baseline="-30000" dirty="0"/>
              <a:t>1</a:t>
            </a:r>
            <a:r>
              <a:rPr lang="en-US" altLang="zh-CN" sz="2800" b="1" i="1" baseline="-30000" dirty="0"/>
              <a:t>	</a:t>
            </a:r>
          </a:p>
          <a:p>
            <a:pPr>
              <a:buNone/>
              <a:defRPr/>
            </a:pPr>
            <a:r>
              <a:rPr lang="en-US" altLang="zh-CN" sz="2800" b="1" i="1" baseline="-30000" dirty="0"/>
              <a:t>		</a:t>
            </a:r>
            <a:r>
              <a:rPr lang="en-US" altLang="zh-CN" sz="2800" b="1" dirty="0"/>
              <a:t>{if (</a:t>
            </a:r>
            <a:r>
              <a:rPr lang="en-US" altLang="zh-CN" sz="2800" b="1" i="1" dirty="0"/>
              <a:t>E. type == Boolean &amp;&amp; S</a:t>
            </a:r>
            <a:r>
              <a:rPr lang="en-US" altLang="zh-CN" sz="2800" b="1" baseline="-30000" dirty="0"/>
              <a:t>1</a:t>
            </a:r>
            <a:r>
              <a:rPr lang="en-US" altLang="zh-CN" sz="2800" b="1" dirty="0"/>
              <a:t>. </a:t>
            </a:r>
            <a:r>
              <a:rPr lang="en-US" altLang="zh-CN" sz="2800" b="1" i="1" dirty="0"/>
              <a:t>type</a:t>
            </a:r>
            <a:r>
              <a:rPr lang="en-US" altLang="zh-CN" sz="2800" b="1" dirty="0"/>
              <a:t> = </a:t>
            </a:r>
            <a:r>
              <a:rPr lang="en-US" altLang="zh-CN" sz="2800" b="1" i="1" dirty="0"/>
              <a:t>void</a:t>
            </a:r>
            <a:r>
              <a:rPr lang="en-US" altLang="zh-CN" sz="2800" b="1" dirty="0"/>
              <a:t>)</a:t>
            </a:r>
            <a:r>
              <a:rPr lang="en-US" altLang="zh-CN" sz="2800" b="1" i="1" dirty="0"/>
              <a:t> </a:t>
            </a:r>
          </a:p>
          <a:p>
            <a:pPr eaLnBrk="1" hangingPunct="1">
              <a:buFont typeface="Wingdings" panose="05000000000000000000" pitchFamily="2" charset="2"/>
              <a:buNone/>
              <a:defRPr/>
            </a:pPr>
            <a:r>
              <a:rPr lang="en-US" altLang="zh-CN" sz="2800" b="1" i="1" dirty="0"/>
              <a:t>                   S</a:t>
            </a:r>
            <a:r>
              <a:rPr lang="en-US" altLang="zh-CN" sz="2800" b="1" dirty="0"/>
              <a:t>. </a:t>
            </a:r>
            <a:r>
              <a:rPr lang="en-US" altLang="zh-CN" sz="2800" b="1" i="1" dirty="0"/>
              <a:t>type </a:t>
            </a:r>
            <a:r>
              <a:rPr lang="en-US" altLang="zh-CN" sz="2800" b="1" dirty="0"/>
              <a:t>= </a:t>
            </a:r>
            <a:r>
              <a:rPr lang="en-US" altLang="zh-CN" sz="2800" b="1" i="1" dirty="0"/>
              <a:t>S</a:t>
            </a:r>
            <a:r>
              <a:rPr lang="en-US" altLang="zh-CN" sz="2800" b="1" baseline="-30000" dirty="0"/>
              <a:t>1</a:t>
            </a:r>
            <a:r>
              <a:rPr lang="en-US" altLang="zh-CN" sz="2800" b="1" i="1" dirty="0"/>
              <a:t>. type</a:t>
            </a:r>
            <a:r>
              <a:rPr lang="en-US" altLang="zh-CN" sz="2800" b="1" dirty="0"/>
              <a:t>;</a:t>
            </a:r>
          </a:p>
          <a:p>
            <a:pPr eaLnBrk="1" hangingPunct="1">
              <a:buFont typeface="Wingdings" panose="05000000000000000000" pitchFamily="2" charset="2"/>
              <a:buNone/>
              <a:defRPr/>
            </a:pPr>
            <a:r>
              <a:rPr lang="en-US" altLang="zh-CN" sz="2800" b="1" i="1" dirty="0"/>
              <a:t>	  	  </a:t>
            </a:r>
            <a:r>
              <a:rPr lang="en-US" altLang="zh-CN" sz="2800" b="1" dirty="0"/>
              <a:t>else</a:t>
            </a:r>
            <a:r>
              <a:rPr lang="en-US" altLang="zh-CN" sz="2800" b="1" i="1" dirty="0"/>
              <a:t> S</a:t>
            </a:r>
            <a:r>
              <a:rPr lang="en-US" altLang="zh-CN" sz="2800" b="1" dirty="0"/>
              <a:t>. </a:t>
            </a:r>
            <a:r>
              <a:rPr lang="en-US" altLang="zh-CN" sz="2800" b="1" i="1" dirty="0"/>
              <a:t>type </a:t>
            </a:r>
            <a:r>
              <a:rPr lang="en-US" altLang="zh-CN" sz="2800" b="1" dirty="0"/>
              <a:t>= </a:t>
            </a:r>
            <a:r>
              <a:rPr lang="en-US" altLang="zh-CN" sz="2800" b="1" i="1" dirty="0" err="1"/>
              <a:t>type_error</a:t>
            </a:r>
            <a:r>
              <a:rPr lang="en-US" altLang="zh-CN" sz="2800" b="1" dirty="0"/>
              <a:t>;</a:t>
            </a:r>
            <a:r>
              <a:rPr lang="en-US" altLang="zh-CN" sz="2800" b="1" i="1" dirty="0"/>
              <a:t> </a:t>
            </a:r>
            <a:r>
              <a:rPr lang="en-US" altLang="zh-CN" sz="2800" b="1" dirty="0"/>
              <a:t>}</a:t>
            </a:r>
          </a:p>
          <a:p>
            <a:pPr marL="0" indent="0" eaLnBrk="1" hangingPunct="1">
              <a:lnSpc>
                <a:spcPct val="90000"/>
              </a:lnSpc>
              <a:buFont typeface="Wingdings" panose="05000000000000000000" pitchFamily="2" charset="2"/>
              <a:buNone/>
              <a:defRPr/>
            </a:pPr>
            <a:endParaRPr lang="en-US" altLang="zh-CN" sz="2800" dirty="0"/>
          </a:p>
          <a:p>
            <a:pPr>
              <a:lnSpc>
                <a:spcPct val="90000"/>
              </a:lnSpc>
              <a:defRPr/>
            </a:pPr>
            <a:r>
              <a:rPr lang="zh-CN" altLang="en-US" sz="2800" dirty="0"/>
              <a:t>对应定型规则：</a:t>
            </a:r>
            <a:endParaRPr lang="en-US" altLang="zh-CN" sz="2800" dirty="0"/>
          </a:p>
          <a:p>
            <a:pPr marL="0" indent="0" eaLnBrk="1" hangingPunct="1">
              <a:lnSpc>
                <a:spcPct val="90000"/>
              </a:lnSpc>
              <a:buFont typeface="Wingdings" panose="05000000000000000000" pitchFamily="2" charset="2"/>
              <a:buNone/>
              <a:defRPr/>
            </a:pPr>
            <a:r>
              <a:rPr lang="en-US" altLang="zh-CN" sz="2800" b="1" dirty="0"/>
              <a:t>(State While)</a:t>
            </a:r>
          </a:p>
          <a:p>
            <a:pPr eaLnBrk="1" hangingPunct="1">
              <a:defRPr/>
            </a:pPr>
            <a:endParaRPr lang="en-US" altLang="zh-CN" sz="2800" dirty="0"/>
          </a:p>
        </p:txBody>
      </p:sp>
      <p:grpSp>
        <p:nvGrpSpPr>
          <p:cNvPr id="4" name="Group 10">
            <a:extLst>
              <a:ext uri="{FF2B5EF4-FFF2-40B4-BE49-F238E27FC236}">
                <a16:creationId xmlns:a16="http://schemas.microsoft.com/office/drawing/2014/main" id="{9878EE44-6BC8-4305-A8F9-37CCB5A9AC39}"/>
              </a:ext>
            </a:extLst>
          </p:cNvPr>
          <p:cNvGrpSpPr>
            <a:grpSpLocks/>
          </p:cNvGrpSpPr>
          <p:nvPr/>
        </p:nvGrpSpPr>
        <p:grpSpPr bwMode="auto">
          <a:xfrm>
            <a:off x="3263900" y="4406900"/>
            <a:ext cx="5040313" cy="762000"/>
            <a:chOff x="2971" y="3702"/>
            <a:chExt cx="2404" cy="480"/>
          </a:xfrm>
        </p:grpSpPr>
        <p:sp>
          <p:nvSpPr>
            <p:cNvPr id="25605" name="Rectangle 11" descr="Green marble">
              <a:extLst>
                <a:ext uri="{FF2B5EF4-FFF2-40B4-BE49-F238E27FC236}">
                  <a16:creationId xmlns:a16="http://schemas.microsoft.com/office/drawing/2014/main" id="{3BE9643D-39B6-4481-B2E5-FAE13559E0C9}"/>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a:ea typeface="宋体" panose="02010600030101010101" pitchFamily="2" charset="-122"/>
                  <a:sym typeface="Symbol" panose="05050102010706020507" pitchFamily="18" charset="2"/>
                </a:rPr>
                <a:t> </a:t>
              </a:r>
              <a:r>
                <a:rPr lang="en-US" altLang="zh-CN" sz="2400" b="1">
                  <a:ea typeface="宋体" panose="02010600030101010101" pitchFamily="2" charset="-122"/>
                </a:rPr>
                <a:t> |</a:t>
              </a: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i="1">
                  <a:ea typeface="宋体" panose="02010600030101010101" pitchFamily="2" charset="-122"/>
                </a:rPr>
                <a:t>E</a:t>
              </a:r>
              <a:r>
                <a:rPr lang="en-US" altLang="zh-CN" sz="2400" b="1">
                  <a:ea typeface="宋体" panose="02010600030101010101" pitchFamily="2" charset="-122"/>
                </a:rPr>
                <a:t> : </a:t>
              </a:r>
              <a:r>
                <a:rPr lang="en-US" altLang="zh-CN" sz="2400" b="1" i="1">
                  <a:ea typeface="宋体" panose="02010600030101010101" pitchFamily="2" charset="-122"/>
                </a:rPr>
                <a:t>boolean</a:t>
              </a:r>
              <a:r>
                <a:rPr lang="en-US" altLang="zh-CN" sz="2400" b="1">
                  <a:ea typeface="宋体" panose="02010600030101010101" pitchFamily="2" charset="-122"/>
                </a:rPr>
                <a:t>,  </a:t>
              </a: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i="1">
                  <a:ea typeface="宋体" panose="02010600030101010101" pitchFamily="2" charset="-122"/>
                </a:rPr>
                <a:t>S</a:t>
              </a:r>
              <a:r>
                <a:rPr lang="en-US" altLang="zh-CN" sz="2400" b="1">
                  <a:ea typeface="宋体" panose="02010600030101010101" pitchFamily="2" charset="-122"/>
                </a:rPr>
                <a:t> : </a:t>
              </a:r>
              <a:r>
                <a:rPr lang="en-US" altLang="zh-CN" sz="2400" b="1" i="1">
                  <a:ea typeface="宋体" panose="02010600030101010101" pitchFamily="2" charset="-122"/>
                </a:rPr>
                <a:t>void</a:t>
              </a:r>
              <a:endParaRPr lang="en-US" altLang="zh-CN" sz="2400" b="1" i="1" baseline="-25000">
                <a:ea typeface="宋体" panose="02010600030101010101" pitchFamily="2" charset="-122"/>
              </a:endParaRPr>
            </a:p>
            <a:p>
              <a:pPr algn="ctr">
                <a:spcBef>
                  <a:spcPct val="0"/>
                </a:spcBef>
                <a:buClrTx/>
                <a:buSzTx/>
                <a:buFontTx/>
                <a:buNone/>
              </a:pP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a:t>
              </a:r>
              <a:r>
                <a:rPr lang="en-US" altLang="zh-CN" sz="2400" b="1">
                  <a:ea typeface="宋体" panose="02010600030101010101" pitchFamily="2" charset="-122"/>
                  <a:sym typeface="Symbol" panose="05050102010706020507" pitchFamily="18" charset="2"/>
                </a:rPr>
                <a:t></a:t>
              </a:r>
              <a:r>
                <a:rPr lang="en-US" altLang="zh-CN" sz="2400" b="1">
                  <a:ea typeface="宋体" panose="02010600030101010101" pitchFamily="2" charset="-122"/>
                </a:rPr>
                <a:t> while </a:t>
              </a:r>
              <a:r>
                <a:rPr lang="en-US" altLang="zh-CN" sz="2400" b="1" i="1">
                  <a:ea typeface="宋体" panose="02010600030101010101" pitchFamily="2" charset="-122"/>
                </a:rPr>
                <a:t>E</a:t>
              </a:r>
              <a:r>
                <a:rPr lang="en-US" altLang="zh-CN" sz="2400" b="1">
                  <a:ea typeface="宋体" panose="02010600030101010101" pitchFamily="2" charset="-122"/>
                </a:rPr>
                <a:t> do </a:t>
              </a:r>
              <a:r>
                <a:rPr lang="en-US" altLang="zh-CN" sz="2400" b="1" i="1">
                  <a:ea typeface="宋体" panose="02010600030101010101" pitchFamily="2" charset="-122"/>
                </a:rPr>
                <a:t>S</a:t>
              </a:r>
              <a:r>
                <a:rPr lang="en-US" altLang="zh-CN" sz="2400" b="1">
                  <a:ea typeface="宋体" panose="02010600030101010101" pitchFamily="2" charset="-122"/>
                </a:rPr>
                <a:t>: </a:t>
              </a:r>
              <a:r>
                <a:rPr lang="en-US" altLang="zh-CN" sz="2400" b="1" i="1">
                  <a:ea typeface="宋体" panose="02010600030101010101" pitchFamily="2" charset="-122"/>
                </a:rPr>
                <a:t>void</a:t>
              </a:r>
            </a:p>
          </p:txBody>
        </p:sp>
        <p:sp>
          <p:nvSpPr>
            <p:cNvPr id="25606" name="Line 12">
              <a:extLst>
                <a:ext uri="{FF2B5EF4-FFF2-40B4-BE49-F238E27FC236}">
                  <a16:creationId xmlns:a16="http://schemas.microsoft.com/office/drawing/2014/main" id="{4297FF49-5714-4195-A36D-9E31FCA12E36}"/>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6C4DBC10-5722-74CB-8422-9617573FEEDA}"/>
              </a:ext>
            </a:extLst>
          </p:cNvPr>
          <p:cNvSpPr>
            <a:spLocks noGrp="1"/>
          </p:cNvSpPr>
          <p:nvPr>
            <p:ph type="dt" sz="half" idx="10"/>
          </p:nvPr>
        </p:nvSpPr>
        <p:spPr/>
        <p:txBody>
          <a:bodyPr/>
          <a:lstStyle/>
          <a:p>
            <a:fld id="{A595FD7A-F9E4-44B3-9805-792712F1931F}"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183102B6-CAD2-1B4E-016E-2E2D6D6D8A7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5" name="灯片编号占位符 4">
            <a:extLst>
              <a:ext uri="{FF2B5EF4-FFF2-40B4-BE49-F238E27FC236}">
                <a16:creationId xmlns:a16="http://schemas.microsoft.com/office/drawing/2014/main" id="{B845F3EB-E6A6-5926-A0EC-B38ACA5C2139}"/>
              </a:ext>
            </a:extLst>
          </p:cNvPr>
          <p:cNvSpPr>
            <a:spLocks noGrp="1"/>
          </p:cNvSpPr>
          <p:nvPr>
            <p:ph type="sldNum" sz="quarter" idx="12"/>
          </p:nvPr>
        </p:nvSpPr>
        <p:spPr/>
        <p:txBody>
          <a:bodyPr/>
          <a:lstStyle/>
          <a:p>
            <a:fld id="{094DEB03-EFC6-4C20-8FC8-295189A5386F}" type="slidenum">
              <a:rPr lang="zh-CN" altLang="en-US" smtClean="0"/>
              <a:pPr/>
              <a:t>28</a:t>
            </a:fld>
            <a:endParaRPr lang="zh-CN" altLang="en-US"/>
          </a:p>
        </p:txBody>
      </p:sp>
      <p:pic>
        <p:nvPicPr>
          <p:cNvPr id="6" name="图片 5" descr="图标&#10;&#10;描述已自动生成">
            <a:extLst>
              <a:ext uri="{FF2B5EF4-FFF2-40B4-BE49-F238E27FC236}">
                <a16:creationId xmlns:a16="http://schemas.microsoft.com/office/drawing/2014/main" id="{62618C08-32C0-E0D9-6872-B8E00CA421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857091">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57091">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857091">
                                            <p:txEl>
                                              <p:pRg st="1" end="1"/>
                                            </p:txEl>
                                          </p:spTgt>
                                        </p:tgtEl>
                                        <p:attrNameLst>
                                          <p:attrName>style.visibility</p:attrName>
                                        </p:attrNameLst>
                                      </p:cBhvr>
                                      <p:to>
                                        <p:strVal val="visible"/>
                                      </p:to>
                                    </p:set>
                                    <p:anim calcmode="lin" valueType="num">
                                      <p:cBhvr additive="base">
                                        <p:cTn id="15" dur="500" fill="hold"/>
                                        <p:tgtEl>
                                          <p:spTgt spid="857091">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57091">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57091">
                                            <p:txEl>
                                              <p:pRg st="2" end="2"/>
                                            </p:txEl>
                                          </p:spTgt>
                                        </p:tgtEl>
                                        <p:attrNameLst>
                                          <p:attrName>style.visibility</p:attrName>
                                        </p:attrNameLst>
                                      </p:cBhvr>
                                      <p:to>
                                        <p:strVal val="visible"/>
                                      </p:to>
                                    </p:set>
                                    <p:anim calcmode="lin" valueType="num">
                                      <p:cBhvr additive="base">
                                        <p:cTn id="19" dur="500" fill="hold"/>
                                        <p:tgtEl>
                                          <p:spTgt spid="8570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57091">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57091">
                                            <p:txEl>
                                              <p:pRg st="3" end="3"/>
                                            </p:txEl>
                                          </p:spTgt>
                                        </p:tgtEl>
                                        <p:attrNameLst>
                                          <p:attrName>style.visibility</p:attrName>
                                        </p:attrNameLst>
                                      </p:cBhvr>
                                      <p:to>
                                        <p:strVal val="visible"/>
                                      </p:to>
                                    </p:set>
                                    <p:anim calcmode="lin" valueType="num">
                                      <p:cBhvr additive="base">
                                        <p:cTn id="23" dur="500" fill="hold"/>
                                        <p:tgtEl>
                                          <p:spTgt spid="857091">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570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E9F59BB-E18D-4FF1-9379-1B039DE0DAE9}"/>
              </a:ext>
            </a:extLst>
          </p:cNvPr>
          <p:cNvSpPr>
            <a:spLocks noGrp="1" noChangeArrowheads="1"/>
          </p:cNvSpPr>
          <p:nvPr>
            <p:ph type="title"/>
          </p:nvPr>
        </p:nvSpPr>
        <p:spPr/>
        <p:txBody>
          <a:bodyPr/>
          <a:lstStyle/>
          <a:p>
            <a:pPr eaLnBrk="1" hangingPunct="1"/>
            <a:r>
              <a:rPr lang="en-US" altLang="zh-CN"/>
              <a:t>5.3.3 </a:t>
            </a:r>
            <a:r>
              <a:rPr lang="zh-CN" altLang="en-US"/>
              <a:t>类型检查</a:t>
            </a:r>
            <a:r>
              <a:rPr lang="en-US" altLang="zh-CN">
                <a:latin typeface="Arial" panose="020B0604020202020204" pitchFamily="34" charset="0"/>
              </a:rPr>
              <a:t>——</a:t>
            </a:r>
            <a:r>
              <a:rPr lang="zh-CN" altLang="en-US"/>
              <a:t>语句</a:t>
            </a:r>
          </a:p>
        </p:txBody>
      </p:sp>
      <p:sp>
        <p:nvSpPr>
          <p:cNvPr id="857091" name="Rectangle 3">
            <a:extLst>
              <a:ext uri="{FF2B5EF4-FFF2-40B4-BE49-F238E27FC236}">
                <a16:creationId xmlns:a16="http://schemas.microsoft.com/office/drawing/2014/main" id="{A0F90E94-E342-4236-BDE7-B19783DD7B58}"/>
              </a:ext>
            </a:extLst>
          </p:cNvPr>
          <p:cNvSpPr>
            <a:spLocks noGrp="1" noChangeArrowheads="1"/>
          </p:cNvSpPr>
          <p:nvPr>
            <p:ph idx="1"/>
          </p:nvPr>
        </p:nvSpPr>
        <p:spPr/>
        <p:txBody>
          <a:bodyPr/>
          <a:lstStyle/>
          <a:p>
            <a:pPr eaLnBrk="1" hangingPunct="1">
              <a:buFont typeface="Wingdings" panose="05000000000000000000" pitchFamily="2" charset="2"/>
              <a:buNone/>
              <a:defRPr/>
            </a:pPr>
            <a:r>
              <a:rPr lang="en-US" altLang="zh-CN" sz="2800" b="1" i="1" dirty="0"/>
              <a:t>S </a:t>
            </a:r>
            <a:r>
              <a:rPr lang="en-US" altLang="zh-CN" sz="2800" b="1" dirty="0">
                <a:sym typeface="Symbol" panose="05050102010706020507" pitchFamily="18" charset="2"/>
              </a:rPr>
              <a:t></a:t>
            </a:r>
            <a:r>
              <a:rPr lang="en-US" altLang="zh-CN" sz="2800" b="1" i="1" dirty="0"/>
              <a:t> S</a:t>
            </a:r>
            <a:r>
              <a:rPr lang="en-US" altLang="zh-CN" sz="2800" b="1" baseline="-30000" dirty="0"/>
              <a:t>1</a:t>
            </a:r>
            <a:r>
              <a:rPr lang="en-US" altLang="zh-CN" sz="2800" b="1" dirty="0"/>
              <a:t>;</a:t>
            </a:r>
            <a:r>
              <a:rPr lang="en-US" altLang="zh-CN" sz="2800" b="1" i="1" dirty="0"/>
              <a:t> S</a:t>
            </a:r>
            <a:r>
              <a:rPr lang="en-US" altLang="zh-CN" sz="2800" b="1" baseline="-30000" dirty="0"/>
              <a:t>2</a:t>
            </a:r>
            <a:r>
              <a:rPr lang="en-US" altLang="zh-CN" sz="2800" b="1" i="1" baseline="-30000" dirty="0"/>
              <a:t>	</a:t>
            </a:r>
          </a:p>
          <a:p>
            <a:pPr algn="just" eaLnBrk="1" hangingPunct="1">
              <a:buFont typeface="Wingdings" panose="05000000000000000000" pitchFamily="2" charset="2"/>
              <a:buNone/>
              <a:defRPr/>
            </a:pPr>
            <a:r>
              <a:rPr lang="en-US" altLang="zh-CN" sz="2800" b="1" i="1" baseline="-30000" dirty="0"/>
              <a:t>		</a:t>
            </a:r>
            <a:r>
              <a:rPr lang="en-US" altLang="zh-CN" sz="2800" b="1" dirty="0"/>
              <a:t>{ if</a:t>
            </a:r>
            <a:r>
              <a:rPr lang="en-US" altLang="zh-CN" sz="2800" b="1" i="1" dirty="0"/>
              <a:t> </a:t>
            </a:r>
            <a:r>
              <a:rPr lang="en-US" altLang="zh-CN" sz="2800" b="1" dirty="0"/>
              <a:t>(</a:t>
            </a:r>
            <a:r>
              <a:rPr lang="en-US" altLang="zh-CN" sz="2800" b="1" i="1" dirty="0"/>
              <a:t>S</a:t>
            </a:r>
            <a:r>
              <a:rPr lang="en-US" altLang="zh-CN" sz="2800" b="1" baseline="-30000" dirty="0"/>
              <a:t>1</a:t>
            </a:r>
            <a:r>
              <a:rPr lang="en-US" altLang="zh-CN" sz="2800" b="1" i="1" dirty="0"/>
              <a:t>. type </a:t>
            </a:r>
            <a:r>
              <a:rPr lang="en-US" altLang="zh-CN" sz="2800" b="1" dirty="0"/>
              <a:t>==</a:t>
            </a:r>
            <a:r>
              <a:rPr lang="en-US" altLang="zh-CN" sz="2800" b="1" i="1" dirty="0"/>
              <a:t> void</a:t>
            </a:r>
            <a:r>
              <a:rPr lang="en-US" altLang="zh-CN" sz="2800" b="1" dirty="0"/>
              <a:t>  &amp;&amp; </a:t>
            </a:r>
            <a:r>
              <a:rPr lang="en-US" altLang="zh-CN" sz="2800" b="1" i="1" dirty="0"/>
              <a:t>S</a:t>
            </a:r>
            <a:r>
              <a:rPr lang="en-US" altLang="zh-CN" sz="2800" b="1" baseline="-30000" dirty="0"/>
              <a:t>2</a:t>
            </a:r>
            <a:r>
              <a:rPr lang="en-US" altLang="zh-CN" sz="2800" b="1" i="1" dirty="0"/>
              <a:t>. type </a:t>
            </a:r>
            <a:r>
              <a:rPr lang="en-US" altLang="zh-CN" sz="2800" b="1" dirty="0"/>
              <a:t>== </a:t>
            </a:r>
            <a:r>
              <a:rPr lang="en-US" altLang="zh-CN" sz="2800" b="1" i="1" dirty="0"/>
              <a:t>void</a:t>
            </a:r>
            <a:r>
              <a:rPr lang="en-US" altLang="zh-CN" sz="2800" b="1" dirty="0"/>
              <a:t>)  </a:t>
            </a:r>
          </a:p>
          <a:p>
            <a:pPr algn="just" eaLnBrk="1" hangingPunct="1">
              <a:buFont typeface="Wingdings" panose="05000000000000000000" pitchFamily="2" charset="2"/>
              <a:buNone/>
              <a:defRPr/>
            </a:pPr>
            <a:r>
              <a:rPr lang="en-US" altLang="zh-CN" sz="2800" b="1" dirty="0"/>
              <a:t>                 </a:t>
            </a:r>
            <a:r>
              <a:rPr lang="en-US" altLang="zh-CN" sz="2800" b="1" i="1" dirty="0"/>
              <a:t>S. type </a:t>
            </a:r>
            <a:r>
              <a:rPr lang="en-US" altLang="zh-CN" sz="2800" b="1" dirty="0"/>
              <a:t>= </a:t>
            </a:r>
            <a:r>
              <a:rPr lang="en-US" altLang="zh-CN" sz="2800" b="1" i="1" dirty="0"/>
              <a:t>void</a:t>
            </a:r>
            <a:r>
              <a:rPr lang="en-US" altLang="zh-CN" sz="2800" b="1" dirty="0"/>
              <a:t>;</a:t>
            </a:r>
          </a:p>
          <a:p>
            <a:pPr algn="just" eaLnBrk="1" hangingPunct="1">
              <a:buFont typeface="Wingdings" panose="05000000000000000000" pitchFamily="2" charset="2"/>
              <a:buNone/>
              <a:defRPr/>
            </a:pPr>
            <a:r>
              <a:rPr lang="en-US" altLang="zh-CN" sz="2800" b="1" i="1" dirty="0"/>
              <a:t>		   </a:t>
            </a:r>
            <a:r>
              <a:rPr lang="en-US" altLang="zh-CN" sz="2800" b="1" dirty="0"/>
              <a:t>else</a:t>
            </a:r>
            <a:r>
              <a:rPr lang="en-US" altLang="zh-CN" sz="2800" b="1" i="1" dirty="0"/>
              <a:t> S. type </a:t>
            </a:r>
            <a:r>
              <a:rPr lang="en-US" altLang="zh-CN" sz="2800" b="1" dirty="0"/>
              <a:t>= </a:t>
            </a:r>
            <a:r>
              <a:rPr lang="en-US" altLang="zh-CN" sz="2800" b="1" i="1" dirty="0" err="1"/>
              <a:t>type_error</a:t>
            </a:r>
            <a:r>
              <a:rPr lang="en-US" altLang="zh-CN" sz="2800" b="1" dirty="0"/>
              <a:t>;</a:t>
            </a:r>
            <a:r>
              <a:rPr lang="en-US" altLang="zh-CN" sz="2800" b="1" i="1" dirty="0"/>
              <a:t> </a:t>
            </a:r>
            <a:r>
              <a:rPr lang="en-US" altLang="zh-CN" sz="2800" b="1" dirty="0"/>
              <a:t>}</a:t>
            </a:r>
          </a:p>
          <a:p>
            <a:pPr marL="0" indent="0" eaLnBrk="1" hangingPunct="1">
              <a:lnSpc>
                <a:spcPct val="90000"/>
              </a:lnSpc>
              <a:buFont typeface="Wingdings" panose="05000000000000000000" pitchFamily="2" charset="2"/>
              <a:buNone/>
              <a:defRPr/>
            </a:pPr>
            <a:endParaRPr lang="en-US" altLang="zh-CN" sz="2800" dirty="0"/>
          </a:p>
          <a:p>
            <a:pPr>
              <a:lnSpc>
                <a:spcPct val="90000"/>
              </a:lnSpc>
              <a:defRPr/>
            </a:pPr>
            <a:r>
              <a:rPr lang="zh-CN" altLang="en-US" sz="2800" dirty="0"/>
              <a:t>对应定型规则：</a:t>
            </a:r>
            <a:endParaRPr lang="en-US" altLang="zh-CN" sz="2800" dirty="0"/>
          </a:p>
          <a:p>
            <a:pPr marL="0" indent="0" eaLnBrk="1" hangingPunct="1">
              <a:lnSpc>
                <a:spcPct val="90000"/>
              </a:lnSpc>
              <a:buFont typeface="Wingdings" panose="05000000000000000000" pitchFamily="2" charset="2"/>
              <a:buNone/>
              <a:defRPr/>
            </a:pPr>
            <a:r>
              <a:rPr lang="en-US" altLang="zh-CN" sz="2800" b="1" dirty="0"/>
              <a:t>(State </a:t>
            </a:r>
            <a:r>
              <a:rPr lang="en-US" altLang="zh-CN" sz="2800" b="1" dirty="0" err="1"/>
              <a:t>Seq</a:t>
            </a:r>
            <a:r>
              <a:rPr lang="en-US" altLang="zh-CN" sz="2800" b="1" dirty="0"/>
              <a:t>)</a:t>
            </a:r>
          </a:p>
          <a:p>
            <a:pPr eaLnBrk="1" hangingPunct="1">
              <a:defRPr/>
            </a:pPr>
            <a:endParaRPr lang="en-US" altLang="zh-CN" sz="2800" dirty="0"/>
          </a:p>
        </p:txBody>
      </p:sp>
      <p:grpSp>
        <p:nvGrpSpPr>
          <p:cNvPr id="4" name="Group 4">
            <a:extLst>
              <a:ext uri="{FF2B5EF4-FFF2-40B4-BE49-F238E27FC236}">
                <a16:creationId xmlns:a16="http://schemas.microsoft.com/office/drawing/2014/main" id="{F80B3C5F-A0A4-4732-AAAD-580488D5EFB6}"/>
              </a:ext>
            </a:extLst>
          </p:cNvPr>
          <p:cNvGrpSpPr>
            <a:grpSpLocks/>
          </p:cNvGrpSpPr>
          <p:nvPr/>
        </p:nvGrpSpPr>
        <p:grpSpPr bwMode="auto">
          <a:xfrm>
            <a:off x="3263900" y="4432300"/>
            <a:ext cx="4537075" cy="762000"/>
            <a:chOff x="2971" y="3702"/>
            <a:chExt cx="2404" cy="480"/>
          </a:xfrm>
        </p:grpSpPr>
        <p:sp>
          <p:nvSpPr>
            <p:cNvPr id="26629" name="Rectangle 5" descr="Green marble">
              <a:extLst>
                <a:ext uri="{FF2B5EF4-FFF2-40B4-BE49-F238E27FC236}">
                  <a16:creationId xmlns:a16="http://schemas.microsoft.com/office/drawing/2014/main" id="{E9516E0E-9390-4B20-8F4A-9FB73652D484}"/>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sym typeface="Symbol" panose="05050102010706020507" pitchFamily="18" charset="2"/>
                </a:rPr>
                <a:t> </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S</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i="1" dirty="0">
                  <a:ea typeface="宋体" panose="02010600030101010101" pitchFamily="2" charset="-122"/>
                </a:rPr>
                <a:t>void</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S</a:t>
              </a:r>
              <a:r>
                <a:rPr lang="en-US" altLang="zh-CN" sz="2400" b="1" baseline="-25000" dirty="0">
                  <a:ea typeface="宋体" panose="02010600030101010101" pitchFamily="2" charset="-122"/>
                </a:rPr>
                <a:t>2</a:t>
              </a:r>
              <a:r>
                <a:rPr lang="en-US" altLang="zh-CN" sz="2400" b="1" dirty="0">
                  <a:ea typeface="宋体" panose="02010600030101010101" pitchFamily="2" charset="-122"/>
                </a:rPr>
                <a:t>: </a:t>
              </a:r>
              <a:r>
                <a:rPr lang="en-US" altLang="zh-CN" sz="2400" b="1" i="1" dirty="0">
                  <a:ea typeface="宋体" panose="02010600030101010101" pitchFamily="2" charset="-122"/>
                </a:rPr>
                <a:t>void</a:t>
              </a:r>
              <a:endParaRPr lang="en-US" altLang="zh-CN" sz="2400" b="1" i="1" baseline="-25000" dirty="0">
                <a:ea typeface="宋体" panose="02010600030101010101" pitchFamily="2" charset="-122"/>
              </a:endParaRPr>
            </a:p>
            <a:p>
              <a:pPr algn="ctr">
                <a:spcBef>
                  <a:spcPct val="0"/>
                </a:spcBef>
                <a:buClrTx/>
                <a:buSzTx/>
                <a:buFontTx/>
                <a:buNone/>
              </a:pP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dirty="0">
                  <a:ea typeface="宋体" panose="02010600030101010101" pitchFamily="2" charset="-122"/>
                  <a:sym typeface="Symbol" panose="05050102010706020507" pitchFamily="18" charset="2"/>
                </a:rPr>
                <a:t></a:t>
              </a:r>
              <a:r>
                <a:rPr lang="en-US" altLang="zh-CN" sz="2400" b="1" dirty="0">
                  <a:ea typeface="宋体" panose="02010600030101010101" pitchFamily="2" charset="-122"/>
                </a:rPr>
                <a:t> </a:t>
              </a:r>
              <a:r>
                <a:rPr lang="en-US" altLang="zh-CN" sz="2400" b="1" i="1" dirty="0">
                  <a:ea typeface="宋体" panose="02010600030101010101" pitchFamily="2" charset="-122"/>
                </a:rPr>
                <a:t>S</a:t>
              </a:r>
              <a:r>
                <a:rPr lang="en-US" altLang="zh-CN" sz="2400" b="1" baseline="-25000" dirty="0">
                  <a:ea typeface="宋体" panose="02010600030101010101" pitchFamily="2" charset="-122"/>
                </a:rPr>
                <a:t>1</a:t>
              </a:r>
              <a:r>
                <a:rPr lang="en-US" altLang="zh-CN" sz="2400" b="1" dirty="0">
                  <a:ea typeface="宋体" panose="02010600030101010101" pitchFamily="2" charset="-122"/>
                </a:rPr>
                <a:t>; </a:t>
              </a:r>
              <a:r>
                <a:rPr lang="en-US" altLang="zh-CN" sz="2400" b="1" i="1" dirty="0">
                  <a:ea typeface="宋体" panose="02010600030101010101" pitchFamily="2" charset="-122"/>
                </a:rPr>
                <a:t>S</a:t>
              </a:r>
              <a:r>
                <a:rPr lang="en-US" altLang="zh-CN" sz="2400" b="1" baseline="-25000" dirty="0">
                  <a:ea typeface="宋体" panose="02010600030101010101" pitchFamily="2" charset="-122"/>
                </a:rPr>
                <a:t>2</a:t>
              </a:r>
              <a:r>
                <a:rPr lang="en-US" altLang="zh-CN" sz="2400" b="1" dirty="0">
                  <a:ea typeface="宋体" panose="02010600030101010101" pitchFamily="2" charset="-122"/>
                </a:rPr>
                <a:t> : </a:t>
              </a:r>
              <a:r>
                <a:rPr lang="en-US" altLang="zh-CN" sz="2400" b="1" i="1" dirty="0">
                  <a:ea typeface="宋体" panose="02010600030101010101" pitchFamily="2" charset="-122"/>
                </a:rPr>
                <a:t>void</a:t>
              </a:r>
            </a:p>
          </p:txBody>
        </p:sp>
        <p:sp>
          <p:nvSpPr>
            <p:cNvPr id="26630" name="Line 6">
              <a:extLst>
                <a:ext uri="{FF2B5EF4-FFF2-40B4-BE49-F238E27FC236}">
                  <a16:creationId xmlns:a16="http://schemas.microsoft.com/office/drawing/2014/main" id="{7A69A806-67CF-4D75-B41B-5AAD240A24AD}"/>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67D4CE86-82E7-5F16-D55E-86B2F2707EDA}"/>
              </a:ext>
            </a:extLst>
          </p:cNvPr>
          <p:cNvSpPr>
            <a:spLocks noGrp="1"/>
          </p:cNvSpPr>
          <p:nvPr>
            <p:ph type="dt" sz="half" idx="10"/>
          </p:nvPr>
        </p:nvSpPr>
        <p:spPr/>
        <p:txBody>
          <a:bodyPr/>
          <a:lstStyle/>
          <a:p>
            <a:fld id="{7A553FB5-24B7-41C9-ADBB-062EA33E1081}"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EE2061A5-CE3C-4522-C3D1-03269CFC4EB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5" name="灯片编号占位符 4">
            <a:extLst>
              <a:ext uri="{FF2B5EF4-FFF2-40B4-BE49-F238E27FC236}">
                <a16:creationId xmlns:a16="http://schemas.microsoft.com/office/drawing/2014/main" id="{60F201EE-55BC-9400-6EF1-F8A6C90FD83B}"/>
              </a:ext>
            </a:extLst>
          </p:cNvPr>
          <p:cNvSpPr>
            <a:spLocks noGrp="1"/>
          </p:cNvSpPr>
          <p:nvPr>
            <p:ph type="sldNum" sz="quarter" idx="12"/>
          </p:nvPr>
        </p:nvSpPr>
        <p:spPr/>
        <p:txBody>
          <a:bodyPr/>
          <a:lstStyle/>
          <a:p>
            <a:fld id="{094DEB03-EFC6-4C20-8FC8-295189A5386F}" type="slidenum">
              <a:rPr lang="zh-CN" altLang="en-US" smtClean="0"/>
              <a:pPr/>
              <a:t>29</a:t>
            </a:fld>
            <a:endParaRPr lang="zh-CN" altLang="en-US"/>
          </a:p>
        </p:txBody>
      </p:sp>
      <p:pic>
        <p:nvPicPr>
          <p:cNvPr id="6" name="图片 5" descr="图标&#10;&#10;描述已自动生成">
            <a:extLst>
              <a:ext uri="{FF2B5EF4-FFF2-40B4-BE49-F238E27FC236}">
                <a16:creationId xmlns:a16="http://schemas.microsoft.com/office/drawing/2014/main" id="{233CB767-A7A6-9928-8CA6-DCEC71B4B4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857091">
                                            <p:txEl>
                                              <p:pRg st="5" end="5"/>
                                            </p:txEl>
                                          </p:spTgt>
                                        </p:tgtEl>
                                        <p:attrNameLst>
                                          <p:attrName>style.visibility</p:attrName>
                                        </p:attrNameLst>
                                      </p:cBhvr>
                                      <p:to>
                                        <p:strVal val="visible"/>
                                      </p:to>
                                    </p:set>
                                    <p:anim calcmode="lin" valueType="num">
                                      <p:cBhvr additive="base">
                                        <p:cTn id="7" dur="500" fill="hold"/>
                                        <p:tgtEl>
                                          <p:spTgt spid="857091">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57091">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57091">
                                            <p:txEl>
                                              <p:pRg st="6" end="6"/>
                                            </p:txEl>
                                          </p:spTgt>
                                        </p:tgtEl>
                                        <p:attrNameLst>
                                          <p:attrName>style.visibility</p:attrName>
                                        </p:attrNameLst>
                                      </p:cBhvr>
                                      <p:to>
                                        <p:strVal val="visible"/>
                                      </p:to>
                                    </p:set>
                                    <p:anim calcmode="lin" valueType="num">
                                      <p:cBhvr additive="base">
                                        <p:cTn id="11" dur="500" fill="hold"/>
                                        <p:tgtEl>
                                          <p:spTgt spid="857091">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57091">
                                            <p:txEl>
                                              <p:pRg st="6" end="6"/>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57091">
                                            <p:txEl>
                                              <p:pRg st="1" end="1"/>
                                            </p:txEl>
                                          </p:spTgt>
                                        </p:tgtEl>
                                        <p:attrNameLst>
                                          <p:attrName>style.visibility</p:attrName>
                                        </p:attrNameLst>
                                      </p:cBhvr>
                                      <p:to>
                                        <p:strVal val="visible"/>
                                      </p:to>
                                    </p:set>
                                    <p:anim calcmode="lin" valueType="num">
                                      <p:cBhvr additive="base">
                                        <p:cTn id="21" dur="500" fill="hold"/>
                                        <p:tgtEl>
                                          <p:spTgt spid="857091">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57091">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57091">
                                            <p:txEl>
                                              <p:pRg st="2" end="2"/>
                                            </p:txEl>
                                          </p:spTgt>
                                        </p:tgtEl>
                                        <p:attrNameLst>
                                          <p:attrName>style.visibility</p:attrName>
                                        </p:attrNameLst>
                                      </p:cBhvr>
                                      <p:to>
                                        <p:strVal val="visible"/>
                                      </p:to>
                                    </p:set>
                                    <p:anim calcmode="lin" valueType="num">
                                      <p:cBhvr additive="base">
                                        <p:cTn id="25" dur="500" fill="hold"/>
                                        <p:tgtEl>
                                          <p:spTgt spid="85709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57091">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857091">
                                            <p:txEl>
                                              <p:pRg st="3" end="3"/>
                                            </p:txEl>
                                          </p:spTgt>
                                        </p:tgtEl>
                                        <p:attrNameLst>
                                          <p:attrName>style.visibility</p:attrName>
                                        </p:attrNameLst>
                                      </p:cBhvr>
                                      <p:to>
                                        <p:strVal val="visible"/>
                                      </p:to>
                                    </p:set>
                                    <p:anim calcmode="lin" valueType="num">
                                      <p:cBhvr additive="base">
                                        <p:cTn id="29" dur="500" fill="hold"/>
                                        <p:tgtEl>
                                          <p:spTgt spid="857091">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8570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208278A-47D7-4276-8E11-2BA38491161B}"/>
              </a:ext>
            </a:extLst>
          </p:cNvPr>
          <p:cNvSpPr>
            <a:spLocks noGrp="1" noChangeArrowheads="1"/>
          </p:cNvSpPr>
          <p:nvPr>
            <p:ph type="title"/>
          </p:nvPr>
        </p:nvSpPr>
        <p:spPr/>
        <p:txBody>
          <a:bodyPr/>
          <a:lstStyle/>
          <a:p>
            <a:pPr eaLnBrk="1" hangingPunct="1"/>
            <a:r>
              <a:rPr lang="en-US" altLang="zh-CN"/>
              <a:t>5.3.4 </a:t>
            </a:r>
            <a:r>
              <a:rPr lang="zh-CN" altLang="en-US"/>
              <a:t>类型转换</a:t>
            </a:r>
          </a:p>
        </p:txBody>
      </p:sp>
      <p:sp>
        <p:nvSpPr>
          <p:cNvPr id="27651" name="Rectangle 3">
            <a:extLst>
              <a:ext uri="{FF2B5EF4-FFF2-40B4-BE49-F238E27FC236}">
                <a16:creationId xmlns:a16="http://schemas.microsoft.com/office/drawing/2014/main" id="{2F401CE9-826C-44E0-9B9B-96BF1DCCE42A}"/>
              </a:ext>
            </a:extLst>
          </p:cNvPr>
          <p:cNvSpPr>
            <a:spLocks noGrp="1" noChangeArrowheads="1"/>
          </p:cNvSpPr>
          <p:nvPr>
            <p:ph idx="1"/>
          </p:nvPr>
        </p:nvSpPr>
        <p:spPr/>
        <p:txBody>
          <a:bodyPr>
            <a:normAutofit/>
          </a:bodyPr>
          <a:lstStyle/>
          <a:p>
            <a:pPr eaLnBrk="1" hangingPunct="1"/>
            <a:r>
              <a:rPr lang="zh-CN" altLang="en-US" sz="2800" dirty="0"/>
              <a:t>类型系统会定义哪些运算是允许的，实现中会考虑是否进行</a:t>
            </a:r>
            <a:r>
              <a:rPr lang="zh-CN" altLang="en-US" sz="2800" dirty="0">
                <a:solidFill>
                  <a:srgbClr val="C00000"/>
                </a:solidFill>
              </a:rPr>
              <a:t>类型转换</a:t>
            </a:r>
            <a:r>
              <a:rPr lang="zh-CN" altLang="en-US" sz="2800" dirty="0"/>
              <a:t>。</a:t>
            </a:r>
          </a:p>
        </p:txBody>
      </p:sp>
      <p:sp>
        <p:nvSpPr>
          <p:cNvPr id="2" name="日期占位符 1">
            <a:extLst>
              <a:ext uri="{FF2B5EF4-FFF2-40B4-BE49-F238E27FC236}">
                <a16:creationId xmlns:a16="http://schemas.microsoft.com/office/drawing/2014/main" id="{60C76D94-AF2A-5A84-DFC4-1CEC400BA722}"/>
              </a:ext>
            </a:extLst>
          </p:cNvPr>
          <p:cNvSpPr>
            <a:spLocks noGrp="1"/>
          </p:cNvSpPr>
          <p:nvPr>
            <p:ph type="dt" sz="half" idx="10"/>
          </p:nvPr>
        </p:nvSpPr>
        <p:spPr/>
        <p:txBody>
          <a:bodyPr/>
          <a:lstStyle/>
          <a:p>
            <a:fld id="{5F4B3339-9694-45AA-913D-64E7E01F777A}"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C8A756B9-6C38-1FCD-BBBC-43C44C1CEA8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B1ADE56B-EA95-A1A5-E010-181EA19CB917}"/>
              </a:ext>
            </a:extLst>
          </p:cNvPr>
          <p:cNvSpPr>
            <a:spLocks noGrp="1"/>
          </p:cNvSpPr>
          <p:nvPr>
            <p:ph type="sldNum" sz="quarter" idx="12"/>
          </p:nvPr>
        </p:nvSpPr>
        <p:spPr/>
        <p:txBody>
          <a:bodyPr/>
          <a:lstStyle/>
          <a:p>
            <a:fld id="{094DEB03-EFC6-4C20-8FC8-295189A5386F}" type="slidenum">
              <a:rPr lang="zh-CN" altLang="en-US" smtClean="0"/>
              <a:pPr/>
              <a:t>30</a:t>
            </a:fld>
            <a:endParaRPr lang="zh-CN" altLang="en-US"/>
          </a:p>
        </p:txBody>
      </p:sp>
      <p:sp>
        <p:nvSpPr>
          <p:cNvPr id="5" name="文本框 4">
            <a:extLst>
              <a:ext uri="{FF2B5EF4-FFF2-40B4-BE49-F238E27FC236}">
                <a16:creationId xmlns:a16="http://schemas.microsoft.com/office/drawing/2014/main" id="{2770CE0C-A153-D7A3-4C0E-6EAD90C7D17E}"/>
              </a:ext>
            </a:extLst>
          </p:cNvPr>
          <p:cNvSpPr txBox="1"/>
          <p:nvPr/>
        </p:nvSpPr>
        <p:spPr>
          <a:xfrm>
            <a:off x="785192" y="2231616"/>
            <a:ext cx="3694146" cy="1510552"/>
          </a:xfrm>
          <a:prstGeom prst="roundRect">
            <a:avLst>
              <a:gd name="adj" fmla="val 4976"/>
            </a:avLst>
          </a:prstGeom>
          <a:solidFill>
            <a:schemeClr val="accent6">
              <a:lumMod val="20000"/>
              <a:lumOff val="80000"/>
            </a:schemeClr>
          </a:solidFill>
          <a:ln w="12700" cap="rnd">
            <a:solidFill>
              <a:schemeClr val="accent6"/>
            </a:solid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lnSpc>
                <a:spcPct val="110000"/>
              </a:lnSpc>
            </a:pPr>
            <a:r>
              <a:rPr lang="zh-CN" altLang="en-US" sz="2400" b="0" dirty="0">
                <a:solidFill>
                  <a:srgbClr val="C00000"/>
                </a:solidFill>
              </a:rPr>
              <a:t>显式类型转换</a:t>
            </a:r>
            <a:endParaRPr lang="en-US" altLang="zh-CN" sz="2400" b="0" dirty="0">
              <a:solidFill>
                <a:srgbClr val="C00000"/>
              </a:solidFill>
            </a:endParaRPr>
          </a:p>
          <a:p>
            <a:pPr marL="342900" indent="-342900" algn="l">
              <a:lnSpc>
                <a:spcPct val="110000"/>
              </a:lnSpc>
              <a:buFont typeface="Arial" panose="020B0604020202020204" pitchFamily="34" charset="0"/>
              <a:buChar char="•"/>
            </a:pPr>
            <a:r>
              <a:rPr lang="zh-CN" altLang="en-US" sz="2400" b="0" dirty="0">
                <a:solidFill>
                  <a:schemeClr val="tx1"/>
                </a:solidFill>
                <a:cs typeface="Times New Roman" panose="02020603050405020304" pitchFamily="18" charset="0"/>
              </a:rPr>
              <a:t>转换由程序员写出</a:t>
            </a:r>
            <a:endParaRPr lang="zh-CN" altLang="en-US" sz="2800" b="0" dirty="0">
              <a:solidFill>
                <a:schemeClr val="tx1"/>
              </a:solidFill>
              <a:cs typeface="Times New Roman" panose="02020603050405020304" pitchFamily="18" charset="0"/>
            </a:endParaRPr>
          </a:p>
          <a:p>
            <a:pPr>
              <a:lnSpc>
                <a:spcPct val="110000"/>
              </a:lnSpc>
            </a:pPr>
            <a:endParaRPr lang="en-US" altLang="zh-CN" sz="2800" dirty="0">
              <a:solidFill>
                <a:schemeClr val="tx1"/>
              </a:solidFill>
            </a:endParaRPr>
          </a:p>
        </p:txBody>
      </p:sp>
      <p:sp>
        <p:nvSpPr>
          <p:cNvPr id="6" name="文本框 5">
            <a:extLst>
              <a:ext uri="{FF2B5EF4-FFF2-40B4-BE49-F238E27FC236}">
                <a16:creationId xmlns:a16="http://schemas.microsoft.com/office/drawing/2014/main" id="{16C64F3A-7FBD-85D4-7159-F891CCD01E0A}"/>
              </a:ext>
            </a:extLst>
          </p:cNvPr>
          <p:cNvSpPr txBox="1"/>
          <p:nvPr/>
        </p:nvSpPr>
        <p:spPr>
          <a:xfrm>
            <a:off x="4664663" y="2231617"/>
            <a:ext cx="3694146" cy="1510552"/>
          </a:xfrm>
          <a:prstGeom prst="roundRect">
            <a:avLst>
              <a:gd name="adj" fmla="val 3984"/>
            </a:avLst>
          </a:prstGeom>
          <a:solidFill>
            <a:schemeClr val="accent6">
              <a:lumMod val="20000"/>
              <a:lumOff val="80000"/>
            </a:schemeClr>
          </a:solidFill>
          <a:ln w="12700" cap="rnd">
            <a:solidFill>
              <a:schemeClr val="accent6"/>
            </a:solid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defPPr>
              <a:defRPr lang="en-US"/>
            </a:defPPr>
            <a:lvl1pPr defTabSz="914354">
              <a:lnSpc>
                <a:spcPct val="110000"/>
              </a:lnSpc>
              <a:defRPr sz="2800" b="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zh-CN" altLang="en-US" sz="2400" dirty="0">
                <a:solidFill>
                  <a:srgbClr val="C00000"/>
                </a:solidFill>
              </a:rPr>
              <a:t>隐式类型转换</a:t>
            </a:r>
            <a:endParaRPr lang="en-US" altLang="zh-CN" sz="2400" dirty="0">
              <a:solidFill>
                <a:srgbClr val="C00000"/>
              </a:solidFill>
            </a:endParaRPr>
          </a:p>
          <a:p>
            <a:pPr marL="342900" indent="-342900">
              <a:lnSpc>
                <a:spcPct val="120000"/>
              </a:lnSpc>
              <a:buFont typeface="Arial" panose="020B0604020202020204" pitchFamily="34" charset="0"/>
              <a:buChar char="•"/>
            </a:pPr>
            <a:r>
              <a:rPr lang="zh-CN" altLang="en-US" sz="2400" dirty="0"/>
              <a:t>编译器自动完成转换</a:t>
            </a:r>
            <a:endParaRPr lang="en-US" altLang="zh-CN" sz="2400" dirty="0"/>
          </a:p>
          <a:p>
            <a:pPr marL="342900" indent="-342900">
              <a:lnSpc>
                <a:spcPct val="120000"/>
              </a:lnSpc>
              <a:buFont typeface="Arial" panose="020B0604020202020204" pitchFamily="34" charset="0"/>
              <a:buChar char="•"/>
            </a:pPr>
            <a:r>
              <a:rPr lang="zh-CN" altLang="en-US" sz="2400" dirty="0"/>
              <a:t>原则上要求不丢失信息</a:t>
            </a:r>
            <a:endParaRPr lang="en-US" altLang="zh-CN" sz="2400" dirty="0"/>
          </a:p>
        </p:txBody>
      </p:sp>
      <p:pic>
        <p:nvPicPr>
          <p:cNvPr id="18" name="图片 17">
            <a:extLst>
              <a:ext uri="{FF2B5EF4-FFF2-40B4-BE49-F238E27FC236}">
                <a16:creationId xmlns:a16="http://schemas.microsoft.com/office/drawing/2014/main" id="{1425209E-0915-A916-5E14-67F9A6A70248}"/>
              </a:ext>
            </a:extLst>
          </p:cNvPr>
          <p:cNvPicPr>
            <a:picLocks noChangeAspect="1"/>
          </p:cNvPicPr>
          <p:nvPr/>
        </p:nvPicPr>
        <p:blipFill>
          <a:blip r:embed="rId3"/>
          <a:stretch>
            <a:fillRect/>
          </a:stretch>
        </p:blipFill>
        <p:spPr>
          <a:xfrm>
            <a:off x="4675082" y="3934114"/>
            <a:ext cx="4133961" cy="2412740"/>
          </a:xfrm>
          <a:prstGeom prst="rect">
            <a:avLst/>
          </a:prstGeom>
          <a:ln w="9525" cap="sq">
            <a:solidFill>
              <a:schemeClr val="accent2"/>
            </a:solidFill>
            <a:prstDash val="solid"/>
            <a:miter lim="800000"/>
          </a:ln>
          <a:effectLst>
            <a:outerShdw blurRad="139700" dist="12700" sx="102000" sy="102000" algn="ctr" rotWithShape="0">
              <a:schemeClr val="accent2">
                <a:alpha val="32000"/>
              </a:schemeClr>
            </a:outerShdw>
          </a:effectLst>
        </p:spPr>
      </p:pic>
      <p:pic>
        <p:nvPicPr>
          <p:cNvPr id="22" name="图片 21">
            <a:extLst>
              <a:ext uri="{FF2B5EF4-FFF2-40B4-BE49-F238E27FC236}">
                <a16:creationId xmlns:a16="http://schemas.microsoft.com/office/drawing/2014/main" id="{A8CABFD3-CC99-E5A5-DF3E-9C6F721B63E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18679" y="3933222"/>
            <a:ext cx="3963461" cy="2412740"/>
          </a:xfrm>
          <a:prstGeom prst="rect">
            <a:avLst/>
          </a:prstGeom>
          <a:ln w="9525" cap="sq">
            <a:solidFill>
              <a:schemeClr val="accent2"/>
            </a:solidFill>
            <a:prstDash val="solid"/>
            <a:miter lim="800000"/>
          </a:ln>
          <a:effectLst>
            <a:outerShdw blurRad="139700" dist="12700" sx="102000" sy="102000" algn="ctr" rotWithShape="0">
              <a:schemeClr val="accent2">
                <a:alpha val="32000"/>
              </a:scheme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 calcmode="lin" valueType="num">
                                      <p:cBhvr additive="base">
                                        <p:cTn id="17" dur="500" fill="hold"/>
                                        <p:tgtEl>
                                          <p:spTgt spid="22"/>
                                        </p:tgtEl>
                                        <p:attrNameLst>
                                          <p:attrName>ppt_x</p:attrName>
                                        </p:attrNameLst>
                                      </p:cBhvr>
                                      <p:tavLst>
                                        <p:tav tm="0">
                                          <p:val>
                                            <p:strVal val="#ppt_x"/>
                                          </p:val>
                                        </p:tav>
                                        <p:tav tm="100000">
                                          <p:val>
                                            <p:strVal val="#ppt_x"/>
                                          </p:val>
                                        </p:tav>
                                      </p:tavLst>
                                    </p:anim>
                                    <p:anim calcmode="lin" valueType="num">
                                      <p:cBhvr additive="base">
                                        <p:cTn id="1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B6EF7CFF-ECA0-4859-B5AF-20D1A9063EC7}"/>
              </a:ext>
            </a:extLst>
          </p:cNvPr>
          <p:cNvSpPr>
            <a:spLocks noGrp="1" noChangeArrowheads="1"/>
          </p:cNvSpPr>
          <p:nvPr>
            <p:ph type="title"/>
          </p:nvPr>
        </p:nvSpPr>
        <p:spPr/>
        <p:txBody>
          <a:bodyPr/>
          <a:lstStyle/>
          <a:p>
            <a:pPr eaLnBrk="1" hangingPunct="1"/>
            <a:r>
              <a:rPr lang="en-US" altLang="zh-CN" dirty="0"/>
              <a:t>5.3.4 </a:t>
            </a:r>
            <a:r>
              <a:rPr lang="zh-CN" altLang="en-US" dirty="0"/>
              <a:t>类型转换</a:t>
            </a:r>
          </a:p>
        </p:txBody>
      </p:sp>
      <p:sp>
        <p:nvSpPr>
          <p:cNvPr id="29699" name="Rectangle 3">
            <a:extLst>
              <a:ext uri="{FF2B5EF4-FFF2-40B4-BE49-F238E27FC236}">
                <a16:creationId xmlns:a16="http://schemas.microsoft.com/office/drawing/2014/main" id="{F983EBD5-C731-4093-A21B-05D353F05DB1}"/>
              </a:ext>
            </a:extLst>
          </p:cNvPr>
          <p:cNvSpPr>
            <a:spLocks noGrp="1" noChangeArrowheads="1"/>
          </p:cNvSpPr>
          <p:nvPr>
            <p:ph idx="1"/>
          </p:nvPr>
        </p:nvSpPr>
        <p:spPr/>
        <p:txBody>
          <a:bodyPr/>
          <a:lstStyle/>
          <a:p>
            <a:pPr algn="just" eaLnBrk="1" hangingPunct="1">
              <a:lnSpc>
                <a:spcPct val="90000"/>
              </a:lnSpc>
              <a:buFont typeface="Wingdings" panose="05000000000000000000" pitchFamily="2" charset="2"/>
              <a:buNone/>
            </a:pPr>
            <a:r>
              <a:rPr lang="en-US" altLang="zh-CN" sz="2400" b="1" i="1" dirty="0"/>
              <a:t>E</a:t>
            </a:r>
            <a:r>
              <a:rPr lang="en-US" altLang="zh-CN" sz="2400" b="1" dirty="0"/>
              <a:t> </a:t>
            </a:r>
            <a:r>
              <a:rPr lang="en-US" altLang="zh-CN" sz="2400" b="1" dirty="0">
                <a:sym typeface="Symbol" panose="05050102010706020507" pitchFamily="18" charset="2"/>
              </a:rPr>
              <a:t></a:t>
            </a:r>
            <a:r>
              <a:rPr lang="en-US" altLang="zh-CN" sz="2400" b="1" i="1" dirty="0"/>
              <a:t> E</a:t>
            </a:r>
            <a:r>
              <a:rPr lang="en-US" altLang="zh-CN" sz="2400" b="1" baseline="-30000" dirty="0"/>
              <a:t>1</a:t>
            </a:r>
            <a:r>
              <a:rPr lang="en-US" altLang="zh-CN" sz="2400" b="1" dirty="0"/>
              <a:t> op </a:t>
            </a:r>
            <a:r>
              <a:rPr lang="en-US" altLang="zh-CN" sz="2400" b="1" i="1" dirty="0"/>
              <a:t>E</a:t>
            </a:r>
            <a:r>
              <a:rPr lang="en-US" altLang="zh-CN" sz="2400" b="1" baseline="-30000" dirty="0"/>
              <a:t>2</a:t>
            </a:r>
          </a:p>
          <a:p>
            <a:pPr algn="just" eaLnBrk="1" hangingPunct="1">
              <a:lnSpc>
                <a:spcPct val="90000"/>
              </a:lnSpc>
              <a:buFont typeface="Wingdings" panose="05000000000000000000" pitchFamily="2" charset="2"/>
              <a:buNone/>
            </a:pPr>
            <a:r>
              <a:rPr lang="en-US" altLang="zh-CN" sz="2400" b="1" dirty="0"/>
              <a:t>{  if (</a:t>
            </a:r>
            <a:r>
              <a:rPr lang="en-US" altLang="zh-CN" sz="2400" b="1" i="1" dirty="0"/>
              <a:t>E</a:t>
            </a:r>
            <a:r>
              <a:rPr lang="en-US" altLang="zh-CN" sz="2400" b="1" baseline="-30000" dirty="0"/>
              <a:t>1</a:t>
            </a:r>
            <a:r>
              <a:rPr lang="en-US" altLang="zh-CN" sz="2400" b="1" dirty="0"/>
              <a:t>.</a:t>
            </a:r>
            <a:r>
              <a:rPr lang="en-US" altLang="zh-CN" sz="2400" b="1" i="1" dirty="0"/>
              <a:t>type</a:t>
            </a:r>
            <a:r>
              <a:rPr lang="en-US" altLang="zh-CN" sz="2400" b="1" dirty="0"/>
              <a:t> == </a:t>
            </a:r>
            <a:r>
              <a:rPr lang="en-US" altLang="zh-CN" sz="2400" b="1" i="1" dirty="0"/>
              <a:t>integer</a:t>
            </a:r>
            <a:r>
              <a:rPr lang="en-US" altLang="zh-CN" sz="2400" b="1" dirty="0"/>
              <a:t> &amp;&amp; </a:t>
            </a:r>
            <a:r>
              <a:rPr lang="en-US" altLang="zh-CN" sz="2400" b="1" i="1" dirty="0"/>
              <a:t>E</a:t>
            </a:r>
            <a:r>
              <a:rPr lang="en-US" altLang="zh-CN" sz="2400" b="1" baseline="-30000" dirty="0"/>
              <a:t>2</a:t>
            </a:r>
            <a:r>
              <a:rPr lang="en-US" altLang="zh-CN" sz="2400" b="1" dirty="0"/>
              <a:t>.</a:t>
            </a:r>
            <a:r>
              <a:rPr lang="en-US" altLang="zh-CN" sz="2400" b="1" i="1" dirty="0"/>
              <a:t>type</a:t>
            </a:r>
            <a:r>
              <a:rPr lang="en-US" altLang="zh-CN" sz="2400" b="1" dirty="0"/>
              <a:t> == </a:t>
            </a:r>
            <a:r>
              <a:rPr lang="en-US" altLang="zh-CN" sz="2400" b="1" i="1" dirty="0"/>
              <a:t>integer</a:t>
            </a:r>
            <a:r>
              <a:rPr lang="en-US" altLang="zh-CN" sz="2400" b="1" dirty="0"/>
              <a:t>)</a:t>
            </a:r>
          </a:p>
          <a:p>
            <a:pPr algn="just" eaLnBrk="1" hangingPunct="1">
              <a:lnSpc>
                <a:spcPct val="90000"/>
              </a:lnSpc>
              <a:buFont typeface="Wingdings" panose="05000000000000000000" pitchFamily="2" charset="2"/>
              <a:buNone/>
            </a:pPr>
            <a:r>
              <a:rPr lang="en-US" altLang="zh-CN" sz="2400" b="1" dirty="0"/>
              <a:t>	   then </a:t>
            </a:r>
            <a:r>
              <a:rPr lang="en-US" altLang="zh-CN" sz="2400" b="1" i="1" dirty="0" err="1"/>
              <a:t>E</a:t>
            </a:r>
            <a:r>
              <a:rPr lang="en-US" altLang="zh-CN" sz="2400" b="1" dirty="0" err="1"/>
              <a:t>.</a:t>
            </a:r>
            <a:r>
              <a:rPr lang="en-US" altLang="zh-CN" sz="2400" b="1" i="1" dirty="0" err="1"/>
              <a:t>type</a:t>
            </a:r>
            <a:r>
              <a:rPr lang="en-US" altLang="zh-CN" sz="2400" b="1" i="1" dirty="0"/>
              <a:t> </a:t>
            </a:r>
            <a:r>
              <a:rPr lang="en-US" altLang="zh-CN" sz="2400" b="1" dirty="0"/>
              <a:t>= </a:t>
            </a:r>
            <a:r>
              <a:rPr lang="en-US" altLang="zh-CN" sz="2400" b="1" i="1" dirty="0"/>
              <a:t>integer</a:t>
            </a:r>
            <a:r>
              <a:rPr lang="en-US" altLang="zh-CN" sz="2400" b="1" dirty="0"/>
              <a:t>;</a:t>
            </a:r>
          </a:p>
          <a:p>
            <a:pPr algn="just" eaLnBrk="1" hangingPunct="1">
              <a:lnSpc>
                <a:spcPct val="90000"/>
              </a:lnSpc>
              <a:buFont typeface="Wingdings" panose="05000000000000000000" pitchFamily="2" charset="2"/>
              <a:buNone/>
            </a:pPr>
            <a:r>
              <a:rPr lang="en-US" altLang="zh-CN" sz="2400" b="1" dirty="0"/>
              <a:t>	   else if (</a:t>
            </a:r>
            <a:r>
              <a:rPr lang="en-US" altLang="zh-CN" sz="2400" b="1" i="1" dirty="0"/>
              <a:t>E</a:t>
            </a:r>
            <a:r>
              <a:rPr lang="en-US" altLang="zh-CN" sz="2400" b="1" baseline="-30000" dirty="0"/>
              <a:t>1</a:t>
            </a:r>
            <a:r>
              <a:rPr lang="en-US" altLang="zh-CN" sz="2400" b="1" dirty="0"/>
              <a:t>.</a:t>
            </a:r>
            <a:r>
              <a:rPr lang="en-US" altLang="zh-CN" sz="2400" b="1" i="1" dirty="0"/>
              <a:t>type</a:t>
            </a:r>
            <a:r>
              <a:rPr lang="en-US" altLang="zh-CN" sz="2400" b="1" dirty="0"/>
              <a:t> == </a:t>
            </a:r>
            <a:r>
              <a:rPr lang="en-US" altLang="zh-CN" sz="2400" b="1" i="1" dirty="0"/>
              <a:t>integer</a:t>
            </a:r>
            <a:r>
              <a:rPr lang="en-US" altLang="zh-CN" sz="2400" b="1" dirty="0"/>
              <a:t> &amp;&amp; </a:t>
            </a:r>
            <a:r>
              <a:rPr lang="en-US" altLang="zh-CN" sz="2400" b="1" i="1" dirty="0"/>
              <a:t>E</a:t>
            </a:r>
            <a:r>
              <a:rPr lang="en-US" altLang="zh-CN" sz="2400" b="1" baseline="-30000" dirty="0"/>
              <a:t>2</a:t>
            </a:r>
            <a:r>
              <a:rPr lang="en-US" altLang="zh-CN" sz="2400" b="1" dirty="0"/>
              <a:t>.</a:t>
            </a:r>
            <a:r>
              <a:rPr lang="en-US" altLang="zh-CN" sz="2400" b="1" i="1" dirty="0"/>
              <a:t>type</a:t>
            </a:r>
            <a:r>
              <a:rPr lang="en-US" altLang="zh-CN" sz="2400" b="1" dirty="0"/>
              <a:t> == </a:t>
            </a:r>
            <a:r>
              <a:rPr lang="en-US" altLang="zh-CN" sz="2400" b="1" i="1" dirty="0"/>
              <a:t>real</a:t>
            </a:r>
            <a:r>
              <a:rPr lang="en-US" altLang="zh-CN" sz="2400" b="1" dirty="0"/>
              <a:t>)</a:t>
            </a:r>
          </a:p>
          <a:p>
            <a:pPr algn="just" eaLnBrk="1" hangingPunct="1">
              <a:lnSpc>
                <a:spcPct val="90000"/>
              </a:lnSpc>
              <a:buFont typeface="Wingdings" panose="05000000000000000000" pitchFamily="2" charset="2"/>
              <a:buNone/>
            </a:pPr>
            <a:r>
              <a:rPr lang="en-US" altLang="zh-CN" sz="2400" b="1" dirty="0"/>
              <a:t>	   then </a:t>
            </a:r>
            <a:r>
              <a:rPr lang="en-US" altLang="zh-CN" sz="2400" b="1" i="1" dirty="0" err="1"/>
              <a:t>E</a:t>
            </a:r>
            <a:r>
              <a:rPr lang="en-US" altLang="zh-CN" sz="2400" b="1" dirty="0" err="1"/>
              <a:t>.</a:t>
            </a:r>
            <a:r>
              <a:rPr lang="en-US" altLang="zh-CN" sz="2400" b="1" i="1" dirty="0" err="1"/>
              <a:t>type</a:t>
            </a:r>
            <a:r>
              <a:rPr lang="en-US" altLang="zh-CN" sz="2400" b="1" i="1" dirty="0"/>
              <a:t> </a:t>
            </a:r>
            <a:r>
              <a:rPr lang="en-US" altLang="zh-CN" sz="2400" b="1" dirty="0"/>
              <a:t>= </a:t>
            </a:r>
            <a:r>
              <a:rPr lang="en-US" altLang="zh-CN" sz="2400" b="1" i="1" dirty="0"/>
              <a:t>real</a:t>
            </a:r>
            <a:r>
              <a:rPr lang="en-US" altLang="zh-CN" sz="2400" b="1" dirty="0"/>
              <a:t>;</a:t>
            </a:r>
          </a:p>
          <a:p>
            <a:pPr algn="just" eaLnBrk="1" hangingPunct="1">
              <a:lnSpc>
                <a:spcPct val="90000"/>
              </a:lnSpc>
              <a:buFont typeface="Wingdings" panose="05000000000000000000" pitchFamily="2" charset="2"/>
              <a:buNone/>
            </a:pPr>
            <a:r>
              <a:rPr lang="en-US" altLang="zh-CN" sz="2400" b="1" dirty="0"/>
              <a:t>	   else if (</a:t>
            </a:r>
            <a:r>
              <a:rPr lang="en-US" altLang="zh-CN" sz="2400" b="1" i="1" dirty="0"/>
              <a:t>E</a:t>
            </a:r>
            <a:r>
              <a:rPr lang="en-US" altLang="zh-CN" sz="2400" b="1" baseline="-30000" dirty="0"/>
              <a:t>1</a:t>
            </a:r>
            <a:r>
              <a:rPr lang="en-US" altLang="zh-CN" sz="2400" b="1" dirty="0"/>
              <a:t>.</a:t>
            </a:r>
            <a:r>
              <a:rPr lang="en-US" altLang="zh-CN" sz="2400" b="1" i="1" dirty="0"/>
              <a:t>type</a:t>
            </a:r>
            <a:r>
              <a:rPr lang="en-US" altLang="zh-CN" sz="2400" b="1" dirty="0"/>
              <a:t> == </a:t>
            </a:r>
            <a:r>
              <a:rPr lang="en-US" altLang="zh-CN" sz="2400" b="1" i="1" dirty="0"/>
              <a:t>real</a:t>
            </a:r>
            <a:r>
              <a:rPr lang="en-US" altLang="zh-CN" sz="2400" b="1" dirty="0"/>
              <a:t> &amp;&amp; </a:t>
            </a:r>
            <a:r>
              <a:rPr lang="en-US" altLang="zh-CN" sz="2400" b="1" i="1" dirty="0"/>
              <a:t>E</a:t>
            </a:r>
            <a:r>
              <a:rPr lang="en-US" altLang="zh-CN" sz="2400" b="1" baseline="-30000" dirty="0"/>
              <a:t>2</a:t>
            </a:r>
            <a:r>
              <a:rPr lang="en-US" altLang="zh-CN" sz="2400" b="1" dirty="0"/>
              <a:t>.</a:t>
            </a:r>
            <a:r>
              <a:rPr lang="en-US" altLang="zh-CN" sz="2400" b="1" i="1" dirty="0"/>
              <a:t>type</a:t>
            </a:r>
            <a:r>
              <a:rPr lang="en-US" altLang="zh-CN" sz="2400" b="1" dirty="0"/>
              <a:t> == </a:t>
            </a:r>
            <a:r>
              <a:rPr lang="en-US" altLang="zh-CN" sz="2400" b="1" i="1" dirty="0"/>
              <a:t>integer</a:t>
            </a:r>
            <a:r>
              <a:rPr lang="en-US" altLang="zh-CN" sz="2400" b="1" dirty="0"/>
              <a:t>)</a:t>
            </a:r>
          </a:p>
          <a:p>
            <a:pPr algn="just" eaLnBrk="1" hangingPunct="1">
              <a:lnSpc>
                <a:spcPct val="90000"/>
              </a:lnSpc>
              <a:buFont typeface="Wingdings" panose="05000000000000000000" pitchFamily="2" charset="2"/>
              <a:buNone/>
            </a:pPr>
            <a:r>
              <a:rPr lang="en-US" altLang="zh-CN" sz="2400" b="1" dirty="0"/>
              <a:t>	   then </a:t>
            </a:r>
            <a:r>
              <a:rPr lang="en-US" altLang="zh-CN" sz="2400" b="1" i="1" dirty="0" err="1"/>
              <a:t>E</a:t>
            </a:r>
            <a:r>
              <a:rPr lang="en-US" altLang="zh-CN" sz="2400" b="1" dirty="0" err="1"/>
              <a:t>.</a:t>
            </a:r>
            <a:r>
              <a:rPr lang="en-US" altLang="zh-CN" sz="2400" b="1" i="1" dirty="0" err="1"/>
              <a:t>type</a:t>
            </a:r>
            <a:r>
              <a:rPr lang="en-US" altLang="zh-CN" sz="2400" b="1" i="1" dirty="0"/>
              <a:t> </a:t>
            </a:r>
            <a:r>
              <a:rPr lang="en-US" altLang="zh-CN" sz="2400" b="1" dirty="0"/>
              <a:t>= </a:t>
            </a:r>
            <a:r>
              <a:rPr lang="en-US" altLang="zh-CN" sz="2400" b="1" i="1" dirty="0"/>
              <a:t>real</a:t>
            </a:r>
            <a:r>
              <a:rPr lang="en-US" altLang="zh-CN" sz="2400" b="1" dirty="0"/>
              <a:t>;</a:t>
            </a:r>
          </a:p>
          <a:p>
            <a:pPr algn="just" eaLnBrk="1" hangingPunct="1">
              <a:lnSpc>
                <a:spcPct val="90000"/>
              </a:lnSpc>
              <a:buFont typeface="Wingdings" panose="05000000000000000000" pitchFamily="2" charset="2"/>
              <a:buNone/>
            </a:pPr>
            <a:r>
              <a:rPr lang="en-US" altLang="zh-CN" sz="2400" b="1" i="1" dirty="0"/>
              <a:t>	   </a:t>
            </a:r>
            <a:r>
              <a:rPr lang="en-US" altLang="zh-CN" sz="2400" b="1" dirty="0"/>
              <a:t>else if (</a:t>
            </a:r>
            <a:r>
              <a:rPr lang="en-US" altLang="zh-CN" sz="2400" b="1" i="1" dirty="0"/>
              <a:t>E</a:t>
            </a:r>
            <a:r>
              <a:rPr lang="en-US" altLang="zh-CN" sz="2400" b="1" baseline="-30000" dirty="0"/>
              <a:t>1</a:t>
            </a:r>
            <a:r>
              <a:rPr lang="en-US" altLang="zh-CN" sz="2400" b="1" dirty="0"/>
              <a:t>.</a:t>
            </a:r>
            <a:r>
              <a:rPr lang="en-US" altLang="zh-CN" sz="2400" b="1" i="1" dirty="0"/>
              <a:t>type</a:t>
            </a:r>
            <a:r>
              <a:rPr lang="en-US" altLang="zh-CN" sz="2400" b="1" dirty="0"/>
              <a:t> == </a:t>
            </a:r>
            <a:r>
              <a:rPr lang="en-US" altLang="zh-CN" sz="2400" b="1" i="1" dirty="0"/>
              <a:t>real</a:t>
            </a:r>
            <a:r>
              <a:rPr lang="en-US" altLang="zh-CN" sz="2400" b="1" dirty="0"/>
              <a:t> &amp;&amp; </a:t>
            </a:r>
            <a:r>
              <a:rPr lang="en-US" altLang="zh-CN" sz="2400" b="1" i="1" dirty="0"/>
              <a:t>E</a:t>
            </a:r>
            <a:r>
              <a:rPr lang="en-US" altLang="zh-CN" sz="2400" b="1" baseline="-30000" dirty="0"/>
              <a:t>2</a:t>
            </a:r>
            <a:r>
              <a:rPr lang="en-US" altLang="zh-CN" sz="2400" b="1" dirty="0"/>
              <a:t>.</a:t>
            </a:r>
            <a:r>
              <a:rPr lang="en-US" altLang="zh-CN" sz="2400" b="1" i="1" dirty="0"/>
              <a:t>type</a:t>
            </a:r>
            <a:r>
              <a:rPr lang="en-US" altLang="zh-CN" sz="2400" b="1" dirty="0"/>
              <a:t> == </a:t>
            </a:r>
            <a:r>
              <a:rPr lang="en-US" altLang="zh-CN" sz="2400" b="1" i="1" dirty="0"/>
              <a:t>real</a:t>
            </a:r>
            <a:r>
              <a:rPr lang="en-US" altLang="zh-CN" sz="2400" b="1" dirty="0"/>
              <a:t>)</a:t>
            </a:r>
          </a:p>
          <a:p>
            <a:pPr algn="just" eaLnBrk="1" hangingPunct="1">
              <a:lnSpc>
                <a:spcPct val="90000"/>
              </a:lnSpc>
              <a:buFont typeface="Wingdings" panose="05000000000000000000" pitchFamily="2" charset="2"/>
              <a:buNone/>
            </a:pPr>
            <a:r>
              <a:rPr lang="en-US" altLang="zh-CN" sz="2400" b="1" dirty="0"/>
              <a:t>	   then </a:t>
            </a:r>
            <a:r>
              <a:rPr lang="en-US" altLang="zh-CN" sz="2400" b="1" i="1" dirty="0" err="1"/>
              <a:t>E</a:t>
            </a:r>
            <a:r>
              <a:rPr lang="en-US" altLang="zh-CN" sz="2400" b="1" dirty="0" err="1"/>
              <a:t>.</a:t>
            </a:r>
            <a:r>
              <a:rPr lang="en-US" altLang="zh-CN" sz="2400" b="1" i="1" dirty="0" err="1"/>
              <a:t>type</a:t>
            </a:r>
            <a:r>
              <a:rPr lang="en-US" altLang="zh-CN" sz="2400" b="1" i="1" dirty="0"/>
              <a:t> </a:t>
            </a:r>
            <a:r>
              <a:rPr lang="en-US" altLang="zh-CN" sz="2400" b="1" dirty="0"/>
              <a:t>= </a:t>
            </a:r>
            <a:r>
              <a:rPr lang="en-US" altLang="zh-CN" sz="2400" b="1" i="1" dirty="0"/>
              <a:t>real</a:t>
            </a:r>
            <a:r>
              <a:rPr lang="en-US" altLang="zh-CN" sz="2400" b="1" dirty="0"/>
              <a:t>;</a:t>
            </a:r>
          </a:p>
          <a:p>
            <a:pPr eaLnBrk="1" hangingPunct="1">
              <a:lnSpc>
                <a:spcPct val="90000"/>
              </a:lnSpc>
              <a:buFont typeface="Wingdings" panose="05000000000000000000" pitchFamily="2" charset="2"/>
              <a:buNone/>
            </a:pPr>
            <a:r>
              <a:rPr lang="en-US" altLang="zh-CN" sz="2400" b="1" dirty="0"/>
              <a:t>	   else</a:t>
            </a:r>
            <a:r>
              <a:rPr lang="en-US" altLang="zh-CN" sz="2400" b="1" i="1" dirty="0"/>
              <a:t>  </a:t>
            </a:r>
            <a:r>
              <a:rPr lang="en-US" altLang="zh-CN" sz="2400" b="1" i="1" dirty="0" err="1"/>
              <a:t>E</a:t>
            </a:r>
            <a:r>
              <a:rPr lang="en-US" altLang="zh-CN" sz="2400" b="1" dirty="0" err="1"/>
              <a:t>.</a:t>
            </a:r>
            <a:r>
              <a:rPr lang="en-US" altLang="zh-CN" sz="2400" b="1" i="1" dirty="0" err="1"/>
              <a:t>type</a:t>
            </a:r>
            <a:r>
              <a:rPr lang="en-US" altLang="zh-CN" sz="2400" b="1" i="1" dirty="0"/>
              <a:t> </a:t>
            </a:r>
            <a:r>
              <a:rPr lang="en-US" altLang="zh-CN" sz="2400" b="1" dirty="0"/>
              <a:t>= </a:t>
            </a:r>
            <a:r>
              <a:rPr lang="en-US" altLang="zh-CN" sz="2400" b="1" i="1" dirty="0" err="1"/>
              <a:t>type_error</a:t>
            </a:r>
            <a:r>
              <a:rPr lang="en-US" altLang="zh-CN" sz="2400" b="1" dirty="0"/>
              <a:t>; } </a:t>
            </a:r>
          </a:p>
          <a:p>
            <a:pPr eaLnBrk="1" hangingPunct="1">
              <a:lnSpc>
                <a:spcPct val="90000"/>
              </a:lnSpc>
            </a:pPr>
            <a:endParaRPr lang="en-US" altLang="zh-CN" sz="2400" dirty="0"/>
          </a:p>
        </p:txBody>
      </p:sp>
      <p:sp>
        <p:nvSpPr>
          <p:cNvPr id="29700" name="Text Box 4">
            <a:extLst>
              <a:ext uri="{FF2B5EF4-FFF2-40B4-BE49-F238E27FC236}">
                <a16:creationId xmlns:a16="http://schemas.microsoft.com/office/drawing/2014/main" id="{A9C2A331-B5FC-4EAA-B2CF-900D2EC05DD8}"/>
              </a:ext>
            </a:extLst>
          </p:cNvPr>
          <p:cNvSpPr txBox="1">
            <a:spLocks noChangeArrowheads="1"/>
          </p:cNvSpPr>
          <p:nvPr/>
        </p:nvSpPr>
        <p:spPr bwMode="auto">
          <a:xfrm>
            <a:off x="3619500" y="1182269"/>
            <a:ext cx="48958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800" b="0" dirty="0">
                <a:solidFill>
                  <a:srgbClr val="C00000"/>
                </a:solidFill>
              </a:rPr>
              <a:t>含类型转换的类型检查，例</a:t>
            </a:r>
            <a:r>
              <a:rPr lang="en-US" altLang="zh-CN" sz="2800" dirty="0">
                <a:solidFill>
                  <a:srgbClr val="C00000"/>
                </a:solidFill>
              </a:rPr>
              <a:t>5.1</a:t>
            </a:r>
          </a:p>
        </p:txBody>
      </p:sp>
      <p:sp>
        <p:nvSpPr>
          <p:cNvPr id="2" name="日期占位符 1">
            <a:extLst>
              <a:ext uri="{FF2B5EF4-FFF2-40B4-BE49-F238E27FC236}">
                <a16:creationId xmlns:a16="http://schemas.microsoft.com/office/drawing/2014/main" id="{5EE2EF52-6EC9-AA26-905A-0CA291738601}"/>
              </a:ext>
            </a:extLst>
          </p:cNvPr>
          <p:cNvSpPr>
            <a:spLocks noGrp="1"/>
          </p:cNvSpPr>
          <p:nvPr>
            <p:ph type="dt" sz="half" idx="10"/>
          </p:nvPr>
        </p:nvSpPr>
        <p:spPr/>
        <p:txBody>
          <a:bodyPr/>
          <a:lstStyle/>
          <a:p>
            <a:fld id="{F5AA3A1C-3264-4688-AB62-C1FC9B87201F}"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4D2A98AA-5FB6-6CD1-F504-8A1E6810195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6BBADF02-4258-BC9D-8D1A-FA46ACC1A361}"/>
              </a:ext>
            </a:extLst>
          </p:cNvPr>
          <p:cNvSpPr>
            <a:spLocks noGrp="1"/>
          </p:cNvSpPr>
          <p:nvPr>
            <p:ph type="sldNum" sz="quarter" idx="12"/>
          </p:nvPr>
        </p:nvSpPr>
        <p:spPr/>
        <p:txBody>
          <a:bodyPr/>
          <a:lstStyle/>
          <a:p>
            <a:fld id="{094DEB03-EFC6-4C20-8FC8-295189A5386F}" type="slidenum">
              <a:rPr lang="zh-CN" altLang="en-US" smtClean="0"/>
              <a:pPr/>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0C566E4-4901-43A7-B04A-E9BC6A7186F7}"/>
              </a:ext>
            </a:extLst>
          </p:cNvPr>
          <p:cNvSpPr>
            <a:spLocks noGrp="1" noChangeArrowheads="1"/>
          </p:cNvSpPr>
          <p:nvPr>
            <p:ph type="title"/>
          </p:nvPr>
        </p:nvSpPr>
        <p:spPr/>
        <p:txBody>
          <a:bodyPr/>
          <a:lstStyle/>
          <a:p>
            <a:pPr eaLnBrk="1" hangingPunct="1"/>
            <a:r>
              <a:rPr lang="en-US" altLang="zh-CN" dirty="0"/>
              <a:t>5.4 </a:t>
            </a:r>
            <a:r>
              <a:rPr lang="zh-CN" altLang="en-US" dirty="0"/>
              <a:t>多态函数*</a:t>
            </a:r>
          </a:p>
        </p:txBody>
      </p:sp>
      <p:sp>
        <p:nvSpPr>
          <p:cNvPr id="30723" name="Rectangle 3">
            <a:extLst>
              <a:ext uri="{FF2B5EF4-FFF2-40B4-BE49-F238E27FC236}">
                <a16:creationId xmlns:a16="http://schemas.microsoft.com/office/drawing/2014/main" id="{CC3594BE-3E22-4080-8F27-A1A9F4692E32}"/>
              </a:ext>
            </a:extLst>
          </p:cNvPr>
          <p:cNvSpPr>
            <a:spLocks noGrp="1" noChangeArrowheads="1"/>
          </p:cNvSpPr>
          <p:nvPr>
            <p:ph idx="1"/>
          </p:nvPr>
        </p:nvSpPr>
        <p:spPr/>
        <p:txBody>
          <a:bodyPr/>
          <a:lstStyle/>
          <a:p>
            <a:pPr eaLnBrk="1" hangingPunct="1"/>
            <a:r>
              <a:rPr lang="zh-CN" altLang="en-US" dirty="0"/>
              <a:t>自学内容，不作要求。</a:t>
            </a:r>
          </a:p>
          <a:p>
            <a:pPr eaLnBrk="1" hangingPunct="1"/>
            <a:r>
              <a:rPr lang="zh-CN" altLang="en-US" dirty="0"/>
              <a:t>需掌握笛卡尔积类型：</a:t>
            </a:r>
          </a:p>
          <a:p>
            <a:pPr eaLnBrk="1" hangingPunct="1">
              <a:buFont typeface="Wingdings" panose="05000000000000000000" pitchFamily="2" charset="2"/>
              <a:buNone/>
            </a:pPr>
            <a:r>
              <a:rPr lang="zh-CN" altLang="en-US" dirty="0"/>
              <a:t>语法规则：</a:t>
            </a:r>
          </a:p>
          <a:p>
            <a:pPr eaLnBrk="1" hangingPunct="1">
              <a:buFont typeface="Wingdings" panose="05000000000000000000" pitchFamily="2" charset="2"/>
              <a:buNone/>
            </a:pPr>
            <a:r>
              <a:rPr lang="en-US" altLang="zh-CN" b="1" dirty="0"/>
              <a:t>(Type Product)</a:t>
            </a:r>
          </a:p>
          <a:p>
            <a:pPr eaLnBrk="1" hangingPunct="1">
              <a:buFont typeface="Wingdings" panose="05000000000000000000" pitchFamily="2" charset="2"/>
              <a:buNone/>
            </a:pPr>
            <a:endParaRPr lang="en-US" altLang="zh-CN" b="1" dirty="0"/>
          </a:p>
          <a:p>
            <a:pPr eaLnBrk="1" hangingPunct="1">
              <a:buFont typeface="Wingdings" panose="05000000000000000000" pitchFamily="2" charset="2"/>
              <a:buNone/>
            </a:pPr>
            <a:r>
              <a:rPr lang="zh-CN" altLang="en-US" dirty="0"/>
              <a:t>定型规则</a:t>
            </a:r>
            <a:endParaRPr lang="zh-CN" altLang="en-US" baseline="-30000" dirty="0"/>
          </a:p>
          <a:p>
            <a:pPr eaLnBrk="1" hangingPunct="1">
              <a:buFont typeface="Wingdings" panose="05000000000000000000" pitchFamily="2" charset="2"/>
              <a:buNone/>
            </a:pPr>
            <a:r>
              <a:rPr lang="en-US" altLang="zh-CN" b="1" dirty="0">
                <a:sym typeface="Symbol" panose="05050102010706020507" pitchFamily="18" charset="2"/>
              </a:rPr>
              <a:t>(Exp Pair)</a:t>
            </a:r>
          </a:p>
          <a:p>
            <a:pPr eaLnBrk="1" hangingPunct="1"/>
            <a:endParaRPr lang="en-US" altLang="zh-CN" dirty="0"/>
          </a:p>
        </p:txBody>
      </p:sp>
      <p:grpSp>
        <p:nvGrpSpPr>
          <p:cNvPr id="30724" name="Group 4">
            <a:extLst>
              <a:ext uri="{FF2B5EF4-FFF2-40B4-BE49-F238E27FC236}">
                <a16:creationId xmlns:a16="http://schemas.microsoft.com/office/drawing/2014/main" id="{1F81779B-C4A7-4B65-9531-05E075093B95}"/>
              </a:ext>
            </a:extLst>
          </p:cNvPr>
          <p:cNvGrpSpPr>
            <a:grpSpLocks/>
          </p:cNvGrpSpPr>
          <p:nvPr/>
        </p:nvGrpSpPr>
        <p:grpSpPr bwMode="auto">
          <a:xfrm>
            <a:off x="4064000" y="3048000"/>
            <a:ext cx="3816350" cy="762000"/>
            <a:chOff x="2971" y="3702"/>
            <a:chExt cx="2404" cy="480"/>
          </a:xfrm>
        </p:grpSpPr>
        <p:sp>
          <p:nvSpPr>
            <p:cNvPr id="30728" name="Rectangle 5" descr="Green marble">
              <a:extLst>
                <a:ext uri="{FF2B5EF4-FFF2-40B4-BE49-F238E27FC236}">
                  <a16:creationId xmlns:a16="http://schemas.microsoft.com/office/drawing/2014/main" id="{7F93C726-6727-48A2-8696-028D23912403}"/>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buClrTx/>
                <a:buSzTx/>
                <a:buFontTx/>
                <a:buNone/>
              </a:pPr>
              <a:r>
                <a:rPr lang="en-US" altLang="zh-CN" sz="2800" b="1" dirty="0">
                  <a:ea typeface="宋体" panose="02010600030101010101" pitchFamily="2" charset="-122"/>
                  <a:sym typeface="Symbol" panose="05050102010706020507" pitchFamily="18" charset="2"/>
                </a:rPr>
                <a:t> </a:t>
              </a:r>
              <a:r>
                <a:rPr lang="en-US" altLang="zh-CN" sz="2800" b="1" dirty="0">
                  <a:ea typeface="宋体" panose="02010600030101010101" pitchFamily="2" charset="-122"/>
                </a:rPr>
                <a:t> |</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 </a:t>
              </a:r>
              <a:r>
                <a:rPr lang="en-US" altLang="zh-CN" sz="2800" b="1" i="1" dirty="0">
                  <a:ea typeface="宋体" panose="02010600030101010101" pitchFamily="2" charset="-122"/>
                </a:rPr>
                <a:t>T</a:t>
              </a:r>
              <a:r>
                <a:rPr lang="en-US" altLang="zh-CN" sz="2800" b="1" baseline="-25000" dirty="0">
                  <a:ea typeface="宋体" panose="02010600030101010101" pitchFamily="2" charset="-122"/>
                </a:rPr>
                <a:t>1</a:t>
              </a:r>
              <a:r>
                <a:rPr lang="en-US" altLang="zh-CN" sz="2800" b="1" dirty="0">
                  <a:ea typeface="宋体" panose="02010600030101010101" pitchFamily="2" charset="-122"/>
                </a:rPr>
                <a:t>,  </a:t>
              </a:r>
              <a:r>
                <a:rPr lang="en-US" altLang="zh-CN" sz="2800" b="1" dirty="0">
                  <a:ea typeface="宋体" panose="02010600030101010101" pitchFamily="2" charset="-122"/>
                  <a:sym typeface="Symbol" panose="05050102010706020507" pitchFamily="18" charset="2"/>
                </a:rPr>
                <a:t> </a:t>
              </a:r>
              <a:r>
                <a:rPr lang="en-US" altLang="zh-CN" sz="2800" b="1" dirty="0">
                  <a:ea typeface="宋体" panose="02010600030101010101" pitchFamily="2" charset="-122"/>
                </a:rPr>
                <a:t>|</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 </a:t>
              </a:r>
              <a:r>
                <a:rPr lang="en-US" altLang="zh-CN" sz="2800" b="1" i="1" dirty="0">
                  <a:ea typeface="宋体" panose="02010600030101010101" pitchFamily="2" charset="-122"/>
                </a:rPr>
                <a:t>T</a:t>
              </a:r>
              <a:r>
                <a:rPr lang="en-US" altLang="zh-CN" sz="2800" b="1" baseline="-25000" dirty="0">
                  <a:ea typeface="宋体" panose="02010600030101010101" pitchFamily="2" charset="-122"/>
                </a:rPr>
                <a:t>2</a:t>
              </a:r>
            </a:p>
            <a:p>
              <a:pPr algn="ctr">
                <a:buClrTx/>
                <a:buSzTx/>
                <a:buFontTx/>
                <a:buNone/>
              </a:pP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 |</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 </a:t>
              </a:r>
              <a:r>
                <a:rPr lang="en-US" altLang="zh-CN" sz="2800" b="1" i="1" dirty="0">
                  <a:ea typeface="宋体" panose="02010600030101010101" pitchFamily="2" charset="-122"/>
                </a:rPr>
                <a:t>T</a:t>
              </a:r>
              <a:r>
                <a:rPr lang="en-US" altLang="zh-CN" sz="2800" b="1" baseline="-25000" dirty="0">
                  <a:ea typeface="宋体" panose="02010600030101010101" pitchFamily="2" charset="-122"/>
                </a:rPr>
                <a:t>1</a:t>
              </a:r>
              <a:r>
                <a:rPr lang="en-US" altLang="zh-CN" sz="2800" b="1" dirty="0">
                  <a:ea typeface="宋体" panose="02010600030101010101" pitchFamily="2" charset="-122"/>
                </a:rPr>
                <a:t> </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 </a:t>
              </a:r>
              <a:r>
                <a:rPr lang="en-US" altLang="zh-CN" sz="2800" b="1" i="1" dirty="0">
                  <a:ea typeface="宋体" panose="02010600030101010101" pitchFamily="2" charset="-122"/>
                </a:rPr>
                <a:t>T</a:t>
              </a:r>
              <a:r>
                <a:rPr lang="en-US" altLang="zh-CN" sz="2800" b="1" baseline="-25000" dirty="0">
                  <a:ea typeface="宋体" panose="02010600030101010101" pitchFamily="2" charset="-122"/>
                </a:rPr>
                <a:t>2</a:t>
              </a:r>
            </a:p>
          </p:txBody>
        </p:sp>
        <p:sp>
          <p:nvSpPr>
            <p:cNvPr id="30729" name="Line 6">
              <a:extLst>
                <a:ext uri="{FF2B5EF4-FFF2-40B4-BE49-F238E27FC236}">
                  <a16:creationId xmlns:a16="http://schemas.microsoft.com/office/drawing/2014/main" id="{49909BA4-B257-4AD8-9A58-433B5CBADCF8}"/>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30725" name="Group 7">
            <a:extLst>
              <a:ext uri="{FF2B5EF4-FFF2-40B4-BE49-F238E27FC236}">
                <a16:creationId xmlns:a16="http://schemas.microsoft.com/office/drawing/2014/main" id="{633C1437-8A2D-42C3-940B-6CC1D79526EF}"/>
              </a:ext>
            </a:extLst>
          </p:cNvPr>
          <p:cNvGrpSpPr>
            <a:grpSpLocks/>
          </p:cNvGrpSpPr>
          <p:nvPr/>
        </p:nvGrpSpPr>
        <p:grpSpPr bwMode="auto">
          <a:xfrm>
            <a:off x="4115594" y="4838700"/>
            <a:ext cx="3816350" cy="762000"/>
            <a:chOff x="2971" y="3702"/>
            <a:chExt cx="2404" cy="480"/>
          </a:xfrm>
        </p:grpSpPr>
        <p:sp>
          <p:nvSpPr>
            <p:cNvPr id="30726" name="Rectangle 8" descr="Green marble">
              <a:extLst>
                <a:ext uri="{FF2B5EF4-FFF2-40B4-BE49-F238E27FC236}">
                  <a16:creationId xmlns:a16="http://schemas.microsoft.com/office/drawing/2014/main" id="{4053AD47-8FC0-4288-99F2-82D4CC90268E}"/>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buClrTx/>
                <a:buSzTx/>
                <a:buFontTx/>
                <a:buNone/>
              </a:pPr>
              <a:r>
                <a:rPr lang="en-US" altLang="zh-CN" sz="2800" b="1" dirty="0">
                  <a:ea typeface="宋体" panose="02010600030101010101" pitchFamily="2" charset="-122"/>
                  <a:sym typeface="Symbol" panose="05050102010706020507" pitchFamily="18" charset="2"/>
                </a:rPr>
                <a:t>  </a:t>
              </a:r>
              <a:r>
                <a:rPr lang="en-US" altLang="zh-CN" sz="2800" b="1" dirty="0">
                  <a:ea typeface="宋体" panose="02010600030101010101" pitchFamily="2" charset="-122"/>
                </a:rPr>
                <a:t>|</a:t>
              </a:r>
              <a:r>
                <a:rPr lang="en-US" altLang="zh-CN" sz="2800" b="1" dirty="0">
                  <a:ea typeface="宋体" panose="02010600030101010101" pitchFamily="2" charset="-122"/>
                  <a:sym typeface="Symbol" panose="05050102010706020507" pitchFamily="18" charset="2"/>
                </a:rPr>
                <a:t> </a:t>
              </a:r>
              <a:r>
                <a:rPr lang="en-US" altLang="zh-CN" sz="2800" b="1" i="1" dirty="0">
                  <a:ea typeface="宋体" panose="02010600030101010101" pitchFamily="2" charset="-122"/>
                  <a:sym typeface="Symbol" panose="05050102010706020507" pitchFamily="18" charset="2"/>
                </a:rPr>
                <a:t>E</a:t>
              </a:r>
              <a:r>
                <a:rPr lang="en-US" altLang="zh-CN" sz="2800" b="1" baseline="-25000" dirty="0">
                  <a:ea typeface="宋体" panose="02010600030101010101" pitchFamily="2" charset="-122"/>
                  <a:sym typeface="Symbol" panose="05050102010706020507" pitchFamily="18" charset="2"/>
                </a:rPr>
                <a:t>1</a:t>
              </a:r>
              <a:r>
                <a:rPr lang="en-US" altLang="zh-CN" sz="2800" b="1" dirty="0">
                  <a:ea typeface="宋体" panose="02010600030101010101" pitchFamily="2" charset="-122"/>
                  <a:sym typeface="Symbol" panose="05050102010706020507" pitchFamily="18" charset="2"/>
                </a:rPr>
                <a:t>: </a:t>
              </a:r>
              <a:r>
                <a:rPr lang="en-US" altLang="zh-CN" sz="2800" b="1" i="1" dirty="0">
                  <a:ea typeface="宋体" panose="02010600030101010101" pitchFamily="2" charset="-122"/>
                  <a:sym typeface="Symbol" panose="05050102010706020507" pitchFamily="18" charset="2"/>
                </a:rPr>
                <a:t>T</a:t>
              </a:r>
              <a:r>
                <a:rPr lang="en-US" altLang="zh-CN" sz="2800" b="1" baseline="-25000" dirty="0">
                  <a:ea typeface="宋体" panose="02010600030101010101" pitchFamily="2" charset="-122"/>
                  <a:sym typeface="Symbol" panose="05050102010706020507" pitchFamily="18" charset="2"/>
                </a:rPr>
                <a:t>1</a:t>
              </a:r>
              <a:r>
                <a:rPr lang="zh-CN" altLang="en-US" sz="2800" b="1" dirty="0">
                  <a:ea typeface="宋体" panose="02010600030101010101" pitchFamily="2" charset="-122"/>
                  <a:sym typeface="Symbol" panose="05050102010706020507" pitchFamily="18" charset="2"/>
                </a:rPr>
                <a:t>， </a:t>
              </a:r>
              <a:r>
                <a:rPr lang="en-US" altLang="zh-CN" sz="2800" b="1" dirty="0">
                  <a:ea typeface="宋体" panose="02010600030101010101" pitchFamily="2" charset="-122"/>
                </a:rPr>
                <a:t>|</a:t>
              </a:r>
              <a:r>
                <a:rPr lang="en-US" altLang="zh-CN" sz="2800" b="1" dirty="0">
                  <a:ea typeface="宋体" panose="02010600030101010101" pitchFamily="2" charset="-122"/>
                  <a:sym typeface="Symbol" panose="05050102010706020507" pitchFamily="18" charset="2"/>
                </a:rPr>
                <a:t> </a:t>
              </a:r>
              <a:r>
                <a:rPr lang="en-US" altLang="zh-CN" sz="2800" b="1" i="1" dirty="0">
                  <a:ea typeface="宋体" panose="02010600030101010101" pitchFamily="2" charset="-122"/>
                  <a:sym typeface="Symbol" panose="05050102010706020507" pitchFamily="18" charset="2"/>
                </a:rPr>
                <a:t>E</a:t>
              </a:r>
              <a:r>
                <a:rPr lang="en-US" altLang="zh-CN" sz="2800" b="1" baseline="-25000" dirty="0">
                  <a:ea typeface="宋体" panose="02010600030101010101" pitchFamily="2" charset="-122"/>
                  <a:sym typeface="Symbol" panose="05050102010706020507" pitchFamily="18" charset="2"/>
                </a:rPr>
                <a:t>2</a:t>
              </a:r>
              <a:r>
                <a:rPr lang="en-US" altLang="zh-CN" sz="2800" b="1" dirty="0">
                  <a:ea typeface="宋体" panose="02010600030101010101" pitchFamily="2" charset="-122"/>
                  <a:sym typeface="Symbol" panose="05050102010706020507" pitchFamily="18" charset="2"/>
                </a:rPr>
                <a:t>: </a:t>
              </a:r>
              <a:r>
                <a:rPr lang="en-US" altLang="zh-CN" sz="2800" b="1" i="1" dirty="0">
                  <a:ea typeface="宋体" panose="02010600030101010101" pitchFamily="2" charset="-122"/>
                  <a:sym typeface="Symbol" panose="05050102010706020507" pitchFamily="18" charset="2"/>
                </a:rPr>
                <a:t>T</a:t>
              </a:r>
              <a:r>
                <a:rPr lang="en-US" altLang="zh-CN" sz="2800" b="1" baseline="-25000" dirty="0">
                  <a:ea typeface="宋体" panose="02010600030101010101" pitchFamily="2" charset="-122"/>
                  <a:sym typeface="Symbol" panose="05050102010706020507" pitchFamily="18" charset="2"/>
                </a:rPr>
                <a:t>2</a:t>
              </a:r>
              <a:endParaRPr lang="en-US" altLang="zh-CN" sz="2800" b="1" baseline="-25000" dirty="0">
                <a:ea typeface="宋体" panose="02010600030101010101" pitchFamily="2" charset="-122"/>
              </a:endParaRPr>
            </a:p>
            <a:p>
              <a:pPr algn="ctr">
                <a:buClrTx/>
                <a:buSzTx/>
                <a:buFontTx/>
                <a:buNone/>
              </a:pPr>
              <a:r>
                <a:rPr lang="en-US" altLang="zh-CN" sz="2800" b="1" dirty="0">
                  <a:ea typeface="宋体" panose="02010600030101010101" pitchFamily="2" charset="-122"/>
                  <a:sym typeface="Symbol" panose="05050102010706020507" pitchFamily="18" charset="2"/>
                </a:rPr>
                <a:t> </a:t>
              </a:r>
              <a:r>
                <a:rPr lang="en-US" altLang="zh-CN" sz="2800" b="1" dirty="0">
                  <a:ea typeface="宋体" panose="02010600030101010101" pitchFamily="2" charset="-122"/>
                </a:rPr>
                <a:t>|</a:t>
              </a:r>
              <a:r>
                <a:rPr lang="en-US" altLang="zh-CN" sz="2800" b="1" dirty="0">
                  <a:ea typeface="宋体" panose="02010600030101010101" pitchFamily="2" charset="-122"/>
                  <a:sym typeface="Symbol" panose="05050102010706020507" pitchFamily="18" charset="2"/>
                </a:rPr>
                <a:t> </a:t>
              </a:r>
              <a:r>
                <a:rPr lang="en-US" altLang="zh-CN" sz="2800" b="1" i="1" dirty="0">
                  <a:ea typeface="宋体" panose="02010600030101010101" pitchFamily="2" charset="-122"/>
                  <a:sym typeface="Symbol" panose="05050102010706020507" pitchFamily="18" charset="2"/>
                </a:rPr>
                <a:t>E</a:t>
              </a:r>
              <a:r>
                <a:rPr lang="en-US" altLang="zh-CN" sz="2800" b="1" baseline="-25000" dirty="0">
                  <a:ea typeface="宋体" panose="02010600030101010101" pitchFamily="2" charset="-122"/>
                  <a:sym typeface="Symbol" panose="05050102010706020507" pitchFamily="18" charset="2"/>
                </a:rPr>
                <a:t>1</a:t>
              </a:r>
              <a:r>
                <a:rPr lang="en-US" altLang="zh-CN" sz="2800" b="1" dirty="0">
                  <a:ea typeface="宋体" panose="02010600030101010101" pitchFamily="2" charset="-122"/>
                  <a:sym typeface="Symbol" panose="05050102010706020507" pitchFamily="18" charset="2"/>
                </a:rPr>
                <a:t>, </a:t>
              </a:r>
              <a:r>
                <a:rPr lang="en-US" altLang="zh-CN" sz="2800" b="1" i="1" dirty="0">
                  <a:ea typeface="宋体" panose="02010600030101010101" pitchFamily="2" charset="-122"/>
                  <a:sym typeface="Symbol" panose="05050102010706020507" pitchFamily="18" charset="2"/>
                </a:rPr>
                <a:t>E</a:t>
              </a:r>
              <a:r>
                <a:rPr lang="en-US" altLang="zh-CN" sz="2800" b="1" baseline="-25000" dirty="0">
                  <a:ea typeface="宋体" panose="02010600030101010101" pitchFamily="2" charset="-122"/>
                  <a:sym typeface="Symbol" panose="05050102010706020507" pitchFamily="18" charset="2"/>
                </a:rPr>
                <a:t>2</a:t>
              </a:r>
              <a:r>
                <a:rPr lang="en-US" altLang="zh-CN" sz="2800" b="1" dirty="0">
                  <a:ea typeface="宋体" panose="02010600030101010101" pitchFamily="2" charset="-122"/>
                  <a:sym typeface="Symbol" panose="05050102010706020507" pitchFamily="18" charset="2"/>
                </a:rPr>
                <a:t>: </a:t>
              </a:r>
              <a:r>
                <a:rPr lang="en-US" altLang="zh-CN" sz="2800" b="1" i="1" dirty="0">
                  <a:ea typeface="宋体" panose="02010600030101010101" pitchFamily="2" charset="-122"/>
                  <a:sym typeface="Symbol" panose="05050102010706020507" pitchFamily="18" charset="2"/>
                </a:rPr>
                <a:t>T</a:t>
              </a:r>
              <a:r>
                <a:rPr lang="en-US" altLang="zh-CN" sz="2800" b="1" baseline="-25000" dirty="0">
                  <a:ea typeface="宋体" panose="02010600030101010101" pitchFamily="2" charset="-122"/>
                  <a:sym typeface="Symbol" panose="05050102010706020507" pitchFamily="18" charset="2"/>
                </a:rPr>
                <a:t>1</a:t>
              </a:r>
              <a:r>
                <a:rPr lang="en-US" altLang="zh-CN" sz="2800" b="1" dirty="0">
                  <a:ea typeface="宋体" panose="02010600030101010101" pitchFamily="2" charset="-122"/>
                  <a:sym typeface="Symbol" panose="05050102010706020507" pitchFamily="18" charset="2"/>
                </a:rPr>
                <a:t>  </a:t>
              </a:r>
              <a:r>
                <a:rPr lang="en-US" altLang="zh-CN" sz="2800" b="1" i="1" dirty="0">
                  <a:ea typeface="宋体" panose="02010600030101010101" pitchFamily="2" charset="-122"/>
                  <a:sym typeface="Symbol" panose="05050102010706020507" pitchFamily="18" charset="2"/>
                </a:rPr>
                <a:t>T</a:t>
              </a:r>
              <a:r>
                <a:rPr lang="en-US" altLang="zh-CN" sz="2800" b="1" baseline="-25000" dirty="0">
                  <a:ea typeface="宋体" panose="02010600030101010101" pitchFamily="2" charset="-122"/>
                  <a:sym typeface="Symbol" panose="05050102010706020507" pitchFamily="18" charset="2"/>
                </a:rPr>
                <a:t>2</a:t>
              </a:r>
            </a:p>
          </p:txBody>
        </p:sp>
        <p:sp>
          <p:nvSpPr>
            <p:cNvPr id="30727" name="Line 9">
              <a:extLst>
                <a:ext uri="{FF2B5EF4-FFF2-40B4-BE49-F238E27FC236}">
                  <a16:creationId xmlns:a16="http://schemas.microsoft.com/office/drawing/2014/main" id="{484DFEAE-4306-492D-9C29-99FAE97E8F22}"/>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27B44A05-F729-0626-9650-9C303F7FF54A}"/>
              </a:ext>
            </a:extLst>
          </p:cNvPr>
          <p:cNvSpPr>
            <a:spLocks noGrp="1"/>
          </p:cNvSpPr>
          <p:nvPr>
            <p:ph type="dt" sz="half" idx="10"/>
          </p:nvPr>
        </p:nvSpPr>
        <p:spPr/>
        <p:txBody>
          <a:bodyPr/>
          <a:lstStyle/>
          <a:p>
            <a:fld id="{F718ABC4-2C2A-4C31-B3F5-E76A8DBC1A17}"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5475488D-E891-8781-96B8-6AE6433337E0}"/>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B3C25BEE-6C60-7F8C-A441-15129C986890}"/>
              </a:ext>
            </a:extLst>
          </p:cNvPr>
          <p:cNvSpPr>
            <a:spLocks noGrp="1"/>
          </p:cNvSpPr>
          <p:nvPr>
            <p:ph type="sldNum" sz="quarter" idx="12"/>
          </p:nvPr>
        </p:nvSpPr>
        <p:spPr/>
        <p:txBody>
          <a:bodyPr/>
          <a:lstStyle/>
          <a:p>
            <a:fld id="{094DEB03-EFC6-4C20-8FC8-295189A5386F}"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47F3170-11AE-4314-ADF2-96454ED8811A}"/>
              </a:ext>
            </a:extLst>
          </p:cNvPr>
          <p:cNvSpPr>
            <a:spLocks noGrp="1" noChangeArrowheads="1"/>
          </p:cNvSpPr>
          <p:nvPr>
            <p:ph type="title"/>
          </p:nvPr>
        </p:nvSpPr>
        <p:spPr/>
        <p:txBody>
          <a:bodyPr/>
          <a:lstStyle/>
          <a:p>
            <a:pPr eaLnBrk="1" hangingPunct="1"/>
            <a:r>
              <a:rPr lang="en-US" altLang="zh-CN" dirty="0"/>
              <a:t>5.5 </a:t>
            </a:r>
            <a:r>
              <a:rPr lang="zh-CN" altLang="en-US" dirty="0"/>
              <a:t>类型表达式等价</a:t>
            </a:r>
          </a:p>
        </p:txBody>
      </p:sp>
      <p:sp>
        <p:nvSpPr>
          <p:cNvPr id="31747" name="Rectangle 3">
            <a:extLst>
              <a:ext uri="{FF2B5EF4-FFF2-40B4-BE49-F238E27FC236}">
                <a16:creationId xmlns:a16="http://schemas.microsoft.com/office/drawing/2014/main" id="{8445C528-F598-4490-BBB7-79A5110815C4}"/>
              </a:ext>
            </a:extLst>
          </p:cNvPr>
          <p:cNvSpPr>
            <a:spLocks noGrp="1" noChangeArrowheads="1"/>
          </p:cNvSpPr>
          <p:nvPr>
            <p:ph idx="1"/>
          </p:nvPr>
        </p:nvSpPr>
        <p:spPr>
          <a:xfrm>
            <a:off x="628650" y="1257300"/>
            <a:ext cx="7886700" cy="5371564"/>
          </a:xfrm>
        </p:spPr>
        <p:txBody>
          <a:bodyPr>
            <a:normAutofit/>
          </a:bodyPr>
          <a:lstStyle/>
          <a:p>
            <a:pPr eaLnBrk="1" hangingPunct="1">
              <a:lnSpc>
                <a:spcPct val="110000"/>
              </a:lnSpc>
              <a:buFont typeface="Wingdings" panose="05000000000000000000" pitchFamily="2" charset="2"/>
              <a:buNone/>
            </a:pPr>
            <a:endParaRPr lang="en-US" altLang="zh-CN" sz="2800" b="1" dirty="0"/>
          </a:p>
          <a:p>
            <a:pPr eaLnBrk="1" hangingPunct="1">
              <a:lnSpc>
                <a:spcPct val="110000"/>
              </a:lnSpc>
              <a:buFont typeface="Wingdings" panose="05000000000000000000" pitchFamily="2" charset="2"/>
              <a:buNone/>
            </a:pPr>
            <a:endParaRPr lang="en-US" altLang="zh-CN" sz="2800" b="1" dirty="0"/>
          </a:p>
          <a:p>
            <a:pPr eaLnBrk="1" hangingPunct="1">
              <a:lnSpc>
                <a:spcPct val="110000"/>
              </a:lnSpc>
              <a:buFont typeface="Wingdings" panose="05000000000000000000" pitchFamily="2" charset="2"/>
              <a:buNone/>
            </a:pPr>
            <a:endParaRPr lang="en-US" altLang="zh-CN" sz="2800" b="1" dirty="0"/>
          </a:p>
          <a:p>
            <a:pPr eaLnBrk="1" hangingPunct="1">
              <a:lnSpc>
                <a:spcPct val="110000"/>
              </a:lnSpc>
              <a:buFont typeface="Wingdings" panose="05000000000000000000" pitchFamily="2" charset="2"/>
              <a:buNone/>
            </a:pPr>
            <a:r>
              <a:rPr lang="en-US" altLang="zh-CN" sz="2800" b="1" dirty="0"/>
              <a:t>type link = </a:t>
            </a:r>
            <a:r>
              <a:rPr lang="en-US" altLang="zh-CN" sz="2800" b="1" dirty="0">
                <a:sym typeface="Symbol" panose="05050102010706020507" pitchFamily="18" charset="2"/>
              </a:rPr>
              <a:t></a:t>
            </a:r>
            <a:r>
              <a:rPr lang="en-US" altLang="zh-CN" sz="2800" b="1" dirty="0"/>
              <a:t>cell;</a:t>
            </a:r>
          </a:p>
          <a:p>
            <a:pPr eaLnBrk="1" hangingPunct="1">
              <a:lnSpc>
                <a:spcPct val="110000"/>
              </a:lnSpc>
              <a:buFont typeface="Wingdings" panose="05000000000000000000" pitchFamily="2" charset="2"/>
              <a:buNone/>
            </a:pPr>
            <a:r>
              <a:rPr lang="en-US" altLang="zh-CN" sz="2800" b="1" dirty="0"/>
              <a:t>var 	</a:t>
            </a:r>
            <a:r>
              <a:rPr lang="en-US" altLang="zh-CN" sz="2800" b="1" dirty="0">
                <a:solidFill>
                  <a:srgbClr val="C00000"/>
                </a:solidFill>
              </a:rPr>
              <a:t>next</a:t>
            </a:r>
            <a:r>
              <a:rPr lang="en-US" altLang="zh-CN" sz="2800" b="1" dirty="0"/>
              <a:t>	: link;</a:t>
            </a:r>
          </a:p>
          <a:p>
            <a:pPr eaLnBrk="1" hangingPunct="1">
              <a:lnSpc>
                <a:spcPct val="110000"/>
              </a:lnSpc>
              <a:buFont typeface="Wingdings" panose="05000000000000000000" pitchFamily="2" charset="2"/>
              <a:buNone/>
            </a:pPr>
            <a:r>
              <a:rPr lang="en-US" altLang="zh-CN" sz="2800" b="1" dirty="0"/>
              <a:t>		last	: link;</a:t>
            </a:r>
          </a:p>
          <a:p>
            <a:pPr algn="just" eaLnBrk="1" hangingPunct="1">
              <a:lnSpc>
                <a:spcPct val="110000"/>
              </a:lnSpc>
              <a:buFont typeface="Wingdings" panose="05000000000000000000" pitchFamily="2" charset="2"/>
              <a:buNone/>
            </a:pPr>
            <a:r>
              <a:rPr lang="en-US" altLang="zh-CN" sz="2800" b="1" dirty="0"/>
              <a:t>		</a:t>
            </a:r>
            <a:r>
              <a:rPr lang="en-US" altLang="zh-CN" sz="2800" b="1" dirty="0">
                <a:solidFill>
                  <a:srgbClr val="C00000"/>
                </a:solidFill>
              </a:rPr>
              <a:t>p</a:t>
            </a:r>
            <a:r>
              <a:rPr lang="en-US" altLang="zh-CN" sz="2800" b="1" dirty="0"/>
              <a:t> 	: </a:t>
            </a:r>
            <a:r>
              <a:rPr lang="en-US" altLang="zh-CN" sz="2800" b="1" dirty="0">
                <a:sym typeface="Symbol" panose="05050102010706020507" pitchFamily="18" charset="2"/>
              </a:rPr>
              <a:t></a:t>
            </a:r>
            <a:r>
              <a:rPr lang="en-US" altLang="zh-CN" sz="2800" b="1" dirty="0"/>
              <a:t>cell;</a:t>
            </a:r>
          </a:p>
          <a:p>
            <a:pPr eaLnBrk="1" hangingPunct="1">
              <a:lnSpc>
                <a:spcPct val="110000"/>
              </a:lnSpc>
              <a:buFont typeface="Wingdings" panose="05000000000000000000" pitchFamily="2" charset="2"/>
              <a:buNone/>
            </a:pPr>
            <a:r>
              <a:rPr lang="en-US" altLang="zh-CN" sz="2800" b="1" dirty="0"/>
              <a:t>		q, r	: </a:t>
            </a:r>
            <a:r>
              <a:rPr lang="en-US" altLang="zh-CN" sz="2800" b="1" dirty="0">
                <a:sym typeface="Symbol" panose="05050102010706020507" pitchFamily="18" charset="2"/>
              </a:rPr>
              <a:t></a:t>
            </a:r>
            <a:r>
              <a:rPr lang="en-US" altLang="zh-CN" sz="2800" b="1" dirty="0"/>
              <a:t>cell;</a:t>
            </a:r>
            <a:endParaRPr lang="en-US" altLang="zh-CN" sz="2800" dirty="0"/>
          </a:p>
        </p:txBody>
      </p:sp>
      <p:sp>
        <p:nvSpPr>
          <p:cNvPr id="2" name="日期占位符 1">
            <a:extLst>
              <a:ext uri="{FF2B5EF4-FFF2-40B4-BE49-F238E27FC236}">
                <a16:creationId xmlns:a16="http://schemas.microsoft.com/office/drawing/2014/main" id="{5BC56553-A7CC-412A-A3DD-6F97420B0FA4}"/>
              </a:ext>
            </a:extLst>
          </p:cNvPr>
          <p:cNvSpPr>
            <a:spLocks noGrp="1"/>
          </p:cNvSpPr>
          <p:nvPr>
            <p:ph type="dt" sz="half" idx="10"/>
          </p:nvPr>
        </p:nvSpPr>
        <p:spPr/>
        <p:txBody>
          <a:bodyPr/>
          <a:lstStyle/>
          <a:p>
            <a:fld id="{85E0AD10-A49F-4464-BA30-83EB8F105EA4}"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BF926F65-8660-DC35-0079-63253391FB7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A93B3374-9F59-96AF-D5D5-F74935E0F4AF}"/>
              </a:ext>
            </a:extLst>
          </p:cNvPr>
          <p:cNvSpPr>
            <a:spLocks noGrp="1"/>
          </p:cNvSpPr>
          <p:nvPr>
            <p:ph type="sldNum" sz="quarter" idx="12"/>
          </p:nvPr>
        </p:nvSpPr>
        <p:spPr/>
        <p:txBody>
          <a:bodyPr/>
          <a:lstStyle/>
          <a:p>
            <a:fld id="{094DEB03-EFC6-4C20-8FC8-295189A5386F}" type="slidenum">
              <a:rPr lang="zh-CN" altLang="en-US" smtClean="0"/>
              <a:pPr/>
              <a:t>33</a:t>
            </a:fld>
            <a:endParaRPr lang="zh-CN" altLang="en-US"/>
          </a:p>
        </p:txBody>
      </p:sp>
      <p:grpSp>
        <p:nvGrpSpPr>
          <p:cNvPr id="12" name="组合 11">
            <a:extLst>
              <a:ext uri="{FF2B5EF4-FFF2-40B4-BE49-F238E27FC236}">
                <a16:creationId xmlns:a16="http://schemas.microsoft.com/office/drawing/2014/main" id="{A0CD3BA2-FE69-1D12-F53E-82BCD89F06B6}"/>
              </a:ext>
            </a:extLst>
          </p:cNvPr>
          <p:cNvGrpSpPr/>
          <p:nvPr/>
        </p:nvGrpSpPr>
        <p:grpSpPr>
          <a:xfrm>
            <a:off x="455033" y="1401100"/>
            <a:ext cx="8233934" cy="1475532"/>
            <a:chOff x="455033" y="1401100"/>
            <a:chExt cx="8233934" cy="1475532"/>
          </a:xfrm>
        </p:grpSpPr>
        <p:sp>
          <p:nvSpPr>
            <p:cNvPr id="11" name="文本框 10">
              <a:extLst>
                <a:ext uri="{FF2B5EF4-FFF2-40B4-BE49-F238E27FC236}">
                  <a16:creationId xmlns:a16="http://schemas.microsoft.com/office/drawing/2014/main" id="{83ECD69B-EC17-BA6B-AAAC-769C0A1DCCAC}"/>
                </a:ext>
              </a:extLst>
            </p:cNvPr>
            <p:cNvSpPr txBox="1"/>
            <p:nvPr/>
          </p:nvSpPr>
          <p:spPr>
            <a:xfrm>
              <a:off x="455033" y="1401100"/>
              <a:ext cx="7177775" cy="1475532"/>
            </a:xfrm>
            <a:prstGeom prst="rect">
              <a:avLst/>
            </a:prstGeom>
            <a:solidFill>
              <a:schemeClr val="accent4">
                <a:lumMod val="20000"/>
                <a:lumOff val="80000"/>
              </a:schemeClr>
            </a:solidFill>
            <a:ln>
              <a:solidFill>
                <a:schemeClr val="accent2"/>
              </a:solidFill>
            </a:ln>
          </p:spPr>
          <p:txBody>
            <a:bodyPr wrap="square">
              <a:spAutoFit/>
            </a:bodyPr>
            <a:lstStyle/>
            <a:p>
              <a:pPr eaLnBrk="1" hangingPunct="1">
                <a:lnSpc>
                  <a:spcPct val="110000"/>
                </a:lnSpc>
              </a:pPr>
              <a:r>
                <a:rPr lang="zh-CN" altLang="en-US" sz="2800" dirty="0"/>
                <a:t>当允许对类型表达式命名后</a:t>
              </a:r>
              <a:r>
                <a:rPr lang="en-US" altLang="zh-CN" sz="2800" dirty="0"/>
                <a:t>,</a:t>
              </a:r>
              <a:r>
                <a:rPr lang="zh-CN" altLang="en-US" sz="2800" dirty="0"/>
                <a:t>类型表达式中的名字是</a:t>
              </a:r>
              <a:r>
                <a:rPr lang="zh-CN" altLang="en-US" sz="2800" dirty="0">
                  <a:solidFill>
                    <a:srgbClr val="C00000"/>
                  </a:solidFill>
                </a:rPr>
                <a:t>代表它自己</a:t>
              </a:r>
              <a:r>
                <a:rPr lang="zh-CN" altLang="en-US" sz="2800" dirty="0"/>
                <a:t>还是</a:t>
              </a:r>
              <a:r>
                <a:rPr lang="zh-CN" altLang="en-US" sz="2800" dirty="0">
                  <a:solidFill>
                    <a:srgbClr val="C00000"/>
                  </a:solidFill>
                </a:rPr>
                <a:t>另一个类型表达式的缩写</a:t>
              </a:r>
              <a:r>
                <a:rPr lang="en-US" altLang="zh-CN" sz="2800" dirty="0"/>
                <a:t>?</a:t>
              </a:r>
              <a:endParaRPr lang="zh-CN" altLang="en-US" sz="2800" dirty="0"/>
            </a:p>
          </p:txBody>
        </p:sp>
        <p:grpSp>
          <p:nvGrpSpPr>
            <p:cNvPr id="7" name="组合 6">
              <a:extLst>
                <a:ext uri="{FF2B5EF4-FFF2-40B4-BE49-F238E27FC236}">
                  <a16:creationId xmlns:a16="http://schemas.microsoft.com/office/drawing/2014/main" id="{CCC6DA69-A477-79E2-D55E-DB575948DEC4}"/>
                </a:ext>
              </a:extLst>
            </p:cNvPr>
            <p:cNvGrpSpPr/>
            <p:nvPr/>
          </p:nvGrpSpPr>
          <p:grpSpPr>
            <a:xfrm>
              <a:off x="7381880" y="1485322"/>
              <a:ext cx="1307087" cy="1307087"/>
              <a:chOff x="7818502" y="4221693"/>
              <a:chExt cx="1307087" cy="1307087"/>
            </a:xfrm>
          </p:grpSpPr>
          <p:sp>
            <p:nvSpPr>
              <p:cNvPr id="8" name="椭圆 7">
                <a:extLst>
                  <a:ext uri="{FF2B5EF4-FFF2-40B4-BE49-F238E27FC236}">
                    <a16:creationId xmlns:a16="http://schemas.microsoft.com/office/drawing/2014/main" id="{A7BB0890-DF59-2A22-EA28-98B0B4675336}"/>
                  </a:ext>
                </a:extLst>
              </p:cNvPr>
              <p:cNvSpPr/>
              <p:nvPr/>
            </p:nvSpPr>
            <p:spPr>
              <a:xfrm>
                <a:off x="7818502" y="4221693"/>
                <a:ext cx="1307087" cy="1307087"/>
              </a:xfrm>
              <a:prstGeom prst="ellipse">
                <a:avLst/>
              </a:prstGeom>
              <a:solidFill>
                <a:schemeClr val="accent4">
                  <a:lumMod val="20000"/>
                  <a:lumOff val="80000"/>
                </a:schemeClr>
              </a:solidFill>
              <a:ln>
                <a:solidFill>
                  <a:schemeClr val="accent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9" name="图形 8" descr="问号 纯色填充">
                <a:extLst>
                  <a:ext uri="{FF2B5EF4-FFF2-40B4-BE49-F238E27FC236}">
                    <a16:creationId xmlns:a16="http://schemas.microsoft.com/office/drawing/2014/main" id="{FECBD183-389E-535A-A7C6-A1040BE74F9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863724" y="4257340"/>
                <a:ext cx="1160619" cy="1160619"/>
              </a:xfrm>
              <a:prstGeom prst="rect">
                <a:avLst/>
              </a:prstGeom>
            </p:spPr>
          </p:pic>
        </p:grpSp>
      </p:grpSp>
      <p:sp>
        <p:nvSpPr>
          <p:cNvPr id="14" name="矩形: 圆角 13">
            <a:extLst>
              <a:ext uri="{FF2B5EF4-FFF2-40B4-BE49-F238E27FC236}">
                <a16:creationId xmlns:a16="http://schemas.microsoft.com/office/drawing/2014/main" id="{3647F857-DAE9-24A2-5E9F-CB0DA3233957}"/>
              </a:ext>
            </a:extLst>
          </p:cNvPr>
          <p:cNvSpPr/>
          <p:nvPr/>
        </p:nvSpPr>
        <p:spPr>
          <a:xfrm>
            <a:off x="4398383" y="3356521"/>
            <a:ext cx="4116967" cy="730410"/>
          </a:xfrm>
          <a:prstGeom prst="roundRect">
            <a:avLst>
              <a:gd name="adj" fmla="val 17545"/>
            </a:avLst>
          </a:prstGeom>
          <a:solidFill>
            <a:srgbClr val="C00000"/>
          </a:solidFill>
          <a:ln w="12700" cap="rnd">
            <a:noFill/>
            <a:prstDash val="solid"/>
            <a:round/>
            <a:headEnd/>
            <a:tailEnd/>
          </a:ln>
          <a:effectLst>
            <a:outerShdw blurRad="254000" dist="127000" algn="ctr" rotWithShape="0">
              <a:srgbClr val="C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eaLnBrk="1" hangingPunct="1"/>
            <a:r>
              <a:rPr lang="zh-CN" altLang="en-US" sz="2800" dirty="0"/>
              <a:t>结构等价 </a:t>
            </a:r>
            <a:r>
              <a:rPr lang="en-US" altLang="zh-CN" sz="2800" dirty="0"/>
              <a:t>VS </a:t>
            </a:r>
            <a:r>
              <a:rPr lang="zh-CN" altLang="en-US" sz="2800" dirty="0"/>
              <a:t>名字等价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1747">
                                            <p:txEl>
                                              <p:pRg st="3" end="3"/>
                                            </p:txEl>
                                          </p:spTgt>
                                        </p:tgtEl>
                                        <p:attrNameLst>
                                          <p:attrName>style.visibility</p:attrName>
                                        </p:attrNameLst>
                                      </p:cBhvr>
                                      <p:to>
                                        <p:strVal val="visible"/>
                                      </p:to>
                                    </p:set>
                                    <p:anim calcmode="lin" valueType="num">
                                      <p:cBhvr additive="base">
                                        <p:cTn id="11" dur="5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1747">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1747">
                                            <p:txEl>
                                              <p:pRg st="4" end="4"/>
                                            </p:txEl>
                                          </p:spTgt>
                                        </p:tgtEl>
                                        <p:attrNameLst>
                                          <p:attrName>style.visibility</p:attrName>
                                        </p:attrNameLst>
                                      </p:cBhvr>
                                      <p:to>
                                        <p:strVal val="visible"/>
                                      </p:to>
                                    </p:set>
                                    <p:anim calcmode="lin" valueType="num">
                                      <p:cBhvr additive="base">
                                        <p:cTn id="15" dur="500" fill="hold"/>
                                        <p:tgtEl>
                                          <p:spTgt spid="31747">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1747">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1747">
                                            <p:txEl>
                                              <p:pRg st="5" end="5"/>
                                            </p:txEl>
                                          </p:spTgt>
                                        </p:tgtEl>
                                        <p:attrNameLst>
                                          <p:attrName>style.visibility</p:attrName>
                                        </p:attrNameLst>
                                      </p:cBhvr>
                                      <p:to>
                                        <p:strVal val="visible"/>
                                      </p:to>
                                    </p:set>
                                    <p:anim calcmode="lin" valueType="num">
                                      <p:cBhvr additive="base">
                                        <p:cTn id="19" dur="500" fill="hold"/>
                                        <p:tgtEl>
                                          <p:spTgt spid="3174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1747">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1747">
                                            <p:txEl>
                                              <p:pRg st="6" end="6"/>
                                            </p:txEl>
                                          </p:spTgt>
                                        </p:tgtEl>
                                        <p:attrNameLst>
                                          <p:attrName>style.visibility</p:attrName>
                                        </p:attrNameLst>
                                      </p:cBhvr>
                                      <p:to>
                                        <p:strVal val="visible"/>
                                      </p:to>
                                    </p:set>
                                    <p:anim calcmode="lin" valueType="num">
                                      <p:cBhvr additive="base">
                                        <p:cTn id="23" dur="500" fill="hold"/>
                                        <p:tgtEl>
                                          <p:spTgt spid="31747">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1747">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1747">
                                            <p:txEl>
                                              <p:pRg st="7" end="7"/>
                                            </p:txEl>
                                          </p:spTgt>
                                        </p:tgtEl>
                                        <p:attrNameLst>
                                          <p:attrName>style.visibility</p:attrName>
                                        </p:attrNameLst>
                                      </p:cBhvr>
                                      <p:to>
                                        <p:strVal val="visible"/>
                                      </p:to>
                                    </p:set>
                                    <p:anim calcmode="lin" valueType="num">
                                      <p:cBhvr additive="base">
                                        <p:cTn id="27" dur="500" fill="hold"/>
                                        <p:tgtEl>
                                          <p:spTgt spid="31747">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174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ppt_x"/>
                                          </p:val>
                                        </p:tav>
                                        <p:tav tm="100000">
                                          <p:val>
                                            <p:strVal val="#ppt_x"/>
                                          </p:val>
                                        </p:tav>
                                      </p:tavLst>
                                    </p:anim>
                                    <p:anim calcmode="lin" valueType="num">
                                      <p:cBhvr additive="base">
                                        <p:cTn id="3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525295F-855D-48E8-812B-180C397C36B5}"/>
              </a:ext>
            </a:extLst>
          </p:cNvPr>
          <p:cNvSpPr>
            <a:spLocks noGrp="1" noChangeArrowheads="1"/>
          </p:cNvSpPr>
          <p:nvPr>
            <p:ph type="title"/>
          </p:nvPr>
        </p:nvSpPr>
        <p:spPr/>
        <p:txBody>
          <a:bodyPr/>
          <a:lstStyle/>
          <a:p>
            <a:pPr eaLnBrk="1" hangingPunct="1"/>
            <a:r>
              <a:rPr lang="en-US" altLang="zh-CN"/>
              <a:t>5.5.1 </a:t>
            </a:r>
            <a:r>
              <a:rPr lang="zh-CN" altLang="en-US"/>
              <a:t>类型表达式的结构等价</a:t>
            </a:r>
          </a:p>
        </p:txBody>
      </p:sp>
      <p:sp>
        <p:nvSpPr>
          <p:cNvPr id="34819" name="Rectangle 3">
            <a:extLst>
              <a:ext uri="{FF2B5EF4-FFF2-40B4-BE49-F238E27FC236}">
                <a16:creationId xmlns:a16="http://schemas.microsoft.com/office/drawing/2014/main" id="{98BC434C-1F54-4D7D-99F7-6EAAFC235E63}"/>
              </a:ext>
            </a:extLst>
          </p:cNvPr>
          <p:cNvSpPr>
            <a:spLocks noGrp="1" noChangeArrowheads="1"/>
          </p:cNvSpPr>
          <p:nvPr>
            <p:ph idx="1"/>
          </p:nvPr>
        </p:nvSpPr>
        <p:spPr/>
        <p:txBody>
          <a:bodyPr/>
          <a:lstStyle/>
          <a:p>
            <a:pPr eaLnBrk="1" hangingPunct="1"/>
            <a:r>
              <a:rPr lang="zh-CN" altLang="en-US" sz="2800" dirty="0">
                <a:latin typeface="宋体" panose="02010600030101010101" pitchFamily="2" charset="-122"/>
              </a:rPr>
              <a:t>结构等价：</a:t>
            </a:r>
          </a:p>
          <a:p>
            <a:pPr lvl="1" eaLnBrk="1" hangingPunct="1"/>
            <a:r>
              <a:rPr lang="zh-CN" altLang="en-US" sz="2400" dirty="0">
                <a:latin typeface="宋体" panose="02010600030101010101" pitchFamily="2" charset="-122"/>
              </a:rPr>
              <a:t>两个类型表达式完全相同（当无类型名时）</a:t>
            </a:r>
          </a:p>
          <a:p>
            <a:pPr lvl="1" eaLnBrk="1" hangingPunct="1"/>
            <a:r>
              <a:rPr lang="zh-CN" altLang="en-US" sz="2400" dirty="0">
                <a:latin typeface="宋体" panose="02010600030101010101" pitchFamily="2" charset="-122"/>
              </a:rPr>
              <a:t>把所有的类型名字用它们定义的类型表达式代换后，两个类型表达式完全相同（有类型名时）</a:t>
            </a:r>
          </a:p>
          <a:p>
            <a:pPr eaLnBrk="1" hangingPunct="1">
              <a:buFont typeface="Wingdings" panose="05000000000000000000" pitchFamily="2" charset="2"/>
              <a:buNone/>
            </a:pPr>
            <a:r>
              <a:rPr lang="en-US" altLang="zh-CN" sz="2400" b="1" dirty="0"/>
              <a:t>type link = </a:t>
            </a:r>
            <a:r>
              <a:rPr lang="en-US" altLang="zh-CN" sz="2400" b="1" dirty="0">
                <a:sym typeface="Symbol" panose="05050102010706020507" pitchFamily="18" charset="2"/>
              </a:rPr>
              <a:t></a:t>
            </a:r>
            <a:r>
              <a:rPr lang="en-US" altLang="zh-CN" sz="2400" b="1" dirty="0"/>
              <a:t>cell;</a:t>
            </a:r>
          </a:p>
          <a:p>
            <a:pPr eaLnBrk="1" hangingPunct="1">
              <a:buFont typeface="Wingdings" panose="05000000000000000000" pitchFamily="2" charset="2"/>
              <a:buNone/>
            </a:pPr>
            <a:r>
              <a:rPr lang="en-US" altLang="zh-CN" sz="2400" b="1" dirty="0"/>
              <a:t>var 	next	: link;</a:t>
            </a:r>
          </a:p>
          <a:p>
            <a:pPr eaLnBrk="1" hangingPunct="1">
              <a:buFont typeface="Wingdings" panose="05000000000000000000" pitchFamily="2" charset="2"/>
              <a:buNone/>
            </a:pPr>
            <a:r>
              <a:rPr lang="en-US" altLang="zh-CN" sz="2400" b="1" dirty="0"/>
              <a:t>		last	: link;</a:t>
            </a:r>
          </a:p>
          <a:p>
            <a:pPr eaLnBrk="1" hangingPunct="1">
              <a:buFont typeface="Wingdings" panose="05000000000000000000" pitchFamily="2" charset="2"/>
              <a:buNone/>
            </a:pPr>
            <a:r>
              <a:rPr lang="en-US" altLang="zh-CN" sz="2400" b="1" dirty="0"/>
              <a:t>		p 	: </a:t>
            </a:r>
            <a:r>
              <a:rPr lang="en-US" altLang="zh-CN" sz="2400" b="1" dirty="0">
                <a:sym typeface="Symbol" panose="05050102010706020507" pitchFamily="18" charset="2"/>
              </a:rPr>
              <a:t></a:t>
            </a:r>
            <a:r>
              <a:rPr lang="en-US" altLang="zh-CN" sz="2400" b="1" dirty="0"/>
              <a:t>cell;</a:t>
            </a:r>
          </a:p>
          <a:p>
            <a:pPr eaLnBrk="1" hangingPunct="1">
              <a:buFont typeface="Wingdings" panose="05000000000000000000" pitchFamily="2" charset="2"/>
              <a:buNone/>
            </a:pPr>
            <a:r>
              <a:rPr lang="en-US" altLang="zh-CN" sz="2400" b="1" dirty="0"/>
              <a:t>		q, r	: </a:t>
            </a:r>
            <a:r>
              <a:rPr lang="en-US" altLang="zh-CN" sz="2400" b="1" dirty="0">
                <a:sym typeface="Symbol" panose="05050102010706020507" pitchFamily="18" charset="2"/>
              </a:rPr>
              <a:t></a:t>
            </a:r>
            <a:r>
              <a:rPr lang="en-US" altLang="zh-CN" sz="2400" b="1" dirty="0"/>
              <a:t>cell;</a:t>
            </a:r>
          </a:p>
          <a:p>
            <a:pPr eaLnBrk="1" hangingPunct="1"/>
            <a:endParaRPr lang="en-US" altLang="zh-CN" sz="2400" dirty="0"/>
          </a:p>
        </p:txBody>
      </p:sp>
      <p:grpSp>
        <p:nvGrpSpPr>
          <p:cNvPr id="4" name="组合 3">
            <a:extLst>
              <a:ext uri="{FF2B5EF4-FFF2-40B4-BE49-F238E27FC236}">
                <a16:creationId xmlns:a16="http://schemas.microsoft.com/office/drawing/2014/main" id="{4A0237C7-16DA-441A-96BA-C189B6D23C53}"/>
              </a:ext>
            </a:extLst>
          </p:cNvPr>
          <p:cNvGrpSpPr/>
          <p:nvPr/>
        </p:nvGrpSpPr>
        <p:grpSpPr>
          <a:xfrm>
            <a:off x="5674179" y="3156844"/>
            <a:ext cx="2337707" cy="1976110"/>
            <a:chOff x="5674179" y="4124099"/>
            <a:chExt cx="2337707" cy="1976110"/>
          </a:xfrm>
        </p:grpSpPr>
        <p:grpSp>
          <p:nvGrpSpPr>
            <p:cNvPr id="5" name="组合 4">
              <a:extLst>
                <a:ext uri="{FF2B5EF4-FFF2-40B4-BE49-F238E27FC236}">
                  <a16:creationId xmlns:a16="http://schemas.microsoft.com/office/drawing/2014/main" id="{2E615414-2954-43C1-A155-7D72A935CA11}"/>
                </a:ext>
              </a:extLst>
            </p:cNvPr>
            <p:cNvGrpSpPr/>
            <p:nvPr/>
          </p:nvGrpSpPr>
          <p:grpSpPr>
            <a:xfrm>
              <a:off x="5674179" y="4124099"/>
              <a:ext cx="2182813" cy="1367746"/>
              <a:chOff x="4193721" y="4134984"/>
              <a:chExt cx="2182813" cy="1367746"/>
            </a:xfrm>
          </p:grpSpPr>
          <p:sp>
            <p:nvSpPr>
              <p:cNvPr id="7" name="Rectangle 5">
                <a:extLst>
                  <a:ext uri="{FF2B5EF4-FFF2-40B4-BE49-F238E27FC236}">
                    <a16:creationId xmlns:a16="http://schemas.microsoft.com/office/drawing/2014/main" id="{6C6A95D3-21E9-4BC9-B10E-C11A6F7B1521}"/>
                  </a:ext>
                </a:extLst>
              </p:cNvPr>
              <p:cNvSpPr>
                <a:spLocks noChangeArrowheads="1"/>
              </p:cNvSpPr>
              <p:nvPr/>
            </p:nvSpPr>
            <p:spPr bwMode="auto">
              <a:xfrm>
                <a:off x="4193721" y="4134984"/>
                <a:ext cx="218281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None/>
                </a:pPr>
                <a:r>
                  <a:rPr lang="en-US" altLang="zh-CN" sz="2800" b="1" dirty="0">
                    <a:ea typeface="宋体" panose="02010600030101010101" pitchFamily="2" charset="-122"/>
                  </a:rPr>
                  <a:t>link = </a:t>
                </a:r>
                <a:r>
                  <a:rPr lang="en-US" altLang="zh-CN" sz="2800" b="1" i="1" dirty="0">
                    <a:ea typeface="宋体" panose="02010600030101010101" pitchFamily="2" charset="-122"/>
                  </a:rPr>
                  <a:t>pointer</a:t>
                </a:r>
              </a:p>
            </p:txBody>
          </p:sp>
          <p:sp>
            <p:nvSpPr>
              <p:cNvPr id="8" name="Rectangle 20">
                <a:extLst>
                  <a:ext uri="{FF2B5EF4-FFF2-40B4-BE49-F238E27FC236}">
                    <a16:creationId xmlns:a16="http://schemas.microsoft.com/office/drawing/2014/main" id="{AE42C8F0-5095-4238-A25D-A6FB5AC1EB5A}"/>
                  </a:ext>
                </a:extLst>
              </p:cNvPr>
              <p:cNvSpPr>
                <a:spLocks noChangeArrowheads="1"/>
              </p:cNvSpPr>
              <p:nvPr/>
            </p:nvSpPr>
            <p:spPr bwMode="auto">
              <a:xfrm>
                <a:off x="5343071" y="5094742"/>
                <a:ext cx="83185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cell</a:t>
                </a:r>
              </a:p>
            </p:txBody>
          </p:sp>
          <p:sp>
            <p:nvSpPr>
              <p:cNvPr id="9" name="Line 21">
                <a:extLst>
                  <a:ext uri="{FF2B5EF4-FFF2-40B4-BE49-F238E27FC236}">
                    <a16:creationId xmlns:a16="http://schemas.microsoft.com/office/drawing/2014/main" id="{BE17196D-D060-41EC-913E-F52D886DEE54}"/>
                  </a:ext>
                </a:extLst>
              </p:cNvPr>
              <p:cNvSpPr>
                <a:spLocks noChangeShapeType="1"/>
              </p:cNvSpPr>
              <p:nvPr/>
            </p:nvSpPr>
            <p:spPr bwMode="auto">
              <a:xfrm>
                <a:off x="5724071" y="4561342"/>
                <a:ext cx="1588" cy="609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6" name="文本框 5">
              <a:extLst>
                <a:ext uri="{FF2B5EF4-FFF2-40B4-BE49-F238E27FC236}">
                  <a16:creationId xmlns:a16="http://schemas.microsoft.com/office/drawing/2014/main" id="{33B5588F-0FA7-4724-B866-6DB85C60583B}"/>
                </a:ext>
              </a:extLst>
            </p:cNvPr>
            <p:cNvSpPr txBox="1"/>
            <p:nvPr/>
          </p:nvSpPr>
          <p:spPr>
            <a:xfrm>
              <a:off x="6335486" y="5730877"/>
              <a:ext cx="1676400" cy="369332"/>
            </a:xfrm>
            <a:prstGeom prst="rect">
              <a:avLst/>
            </a:prstGeom>
            <a:noFill/>
          </p:spPr>
          <p:txBody>
            <a:bodyPr wrap="square">
              <a:spAutoFit/>
            </a:bodyPr>
            <a:lstStyle/>
            <a:p>
              <a:r>
                <a:rPr lang="zh-CN" altLang="en-US" dirty="0">
                  <a:latin typeface="宋体" panose="02010600030101010101" pitchFamily="2" charset="-122"/>
                </a:rPr>
                <a:t>类型表达式树</a:t>
              </a:r>
              <a:endParaRPr lang="zh-CN" altLang="en-US" dirty="0"/>
            </a:p>
          </p:txBody>
        </p:sp>
      </p:grpSp>
      <p:sp>
        <p:nvSpPr>
          <p:cNvPr id="2" name="日期占位符 1">
            <a:extLst>
              <a:ext uri="{FF2B5EF4-FFF2-40B4-BE49-F238E27FC236}">
                <a16:creationId xmlns:a16="http://schemas.microsoft.com/office/drawing/2014/main" id="{DF2D1CDE-4CC1-9B36-FE82-7BF4C26B0EC0}"/>
              </a:ext>
            </a:extLst>
          </p:cNvPr>
          <p:cNvSpPr>
            <a:spLocks noGrp="1"/>
          </p:cNvSpPr>
          <p:nvPr>
            <p:ph type="dt" sz="half" idx="10"/>
          </p:nvPr>
        </p:nvSpPr>
        <p:spPr/>
        <p:txBody>
          <a:bodyPr/>
          <a:lstStyle/>
          <a:p>
            <a:fld id="{64C2A2A8-E7C8-4AF0-A4EE-E5AB1BEEA08C}"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03FF7EA8-8547-F6BD-D621-3D6EE125FD3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10" name="灯片编号占位符 9">
            <a:extLst>
              <a:ext uri="{FF2B5EF4-FFF2-40B4-BE49-F238E27FC236}">
                <a16:creationId xmlns:a16="http://schemas.microsoft.com/office/drawing/2014/main" id="{4D4366A0-350E-6570-F20E-249A0F285EFE}"/>
              </a:ext>
            </a:extLst>
          </p:cNvPr>
          <p:cNvSpPr>
            <a:spLocks noGrp="1"/>
          </p:cNvSpPr>
          <p:nvPr>
            <p:ph type="sldNum" sz="quarter" idx="12"/>
          </p:nvPr>
        </p:nvSpPr>
        <p:spPr/>
        <p:txBody>
          <a:bodyPr/>
          <a:lstStyle/>
          <a:p>
            <a:fld id="{094DEB03-EFC6-4C20-8FC8-295189A5386F}" type="slidenum">
              <a:rPr lang="zh-CN" altLang="en-US" smtClean="0"/>
              <a:pPr/>
              <a:t>34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19">
                                            <p:txEl>
                                              <p:pRg st="2" end="2"/>
                                            </p:txEl>
                                          </p:spTgt>
                                        </p:tgtEl>
                                        <p:attrNameLst>
                                          <p:attrName>style.visibility</p:attrName>
                                        </p:attrNameLst>
                                      </p:cBhvr>
                                      <p:to>
                                        <p:strVal val="visible"/>
                                      </p:to>
                                    </p:set>
                                    <p:anim calcmode="lin" valueType="num">
                                      <p:cBhvr additive="base">
                                        <p:cTn id="7" dur="500" fill="hold"/>
                                        <p:tgtEl>
                                          <p:spTgt spid="3481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81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819">
                                            <p:txEl>
                                              <p:pRg st="3" end="3"/>
                                            </p:txEl>
                                          </p:spTgt>
                                        </p:tgtEl>
                                        <p:attrNameLst>
                                          <p:attrName>style.visibility</p:attrName>
                                        </p:attrNameLst>
                                      </p:cBhvr>
                                      <p:to>
                                        <p:strVal val="visible"/>
                                      </p:to>
                                    </p:set>
                                    <p:anim calcmode="lin" valueType="num">
                                      <p:cBhvr additive="base">
                                        <p:cTn id="11" dur="500" fill="hold"/>
                                        <p:tgtEl>
                                          <p:spTgt spid="34819">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819">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4819">
                                            <p:txEl>
                                              <p:pRg st="4" end="4"/>
                                            </p:txEl>
                                          </p:spTgt>
                                        </p:tgtEl>
                                        <p:attrNameLst>
                                          <p:attrName>style.visibility</p:attrName>
                                        </p:attrNameLst>
                                      </p:cBhvr>
                                      <p:to>
                                        <p:strVal val="visible"/>
                                      </p:to>
                                    </p:set>
                                    <p:anim calcmode="lin" valueType="num">
                                      <p:cBhvr additive="base">
                                        <p:cTn id="15" dur="500" fill="hold"/>
                                        <p:tgtEl>
                                          <p:spTgt spid="34819">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4819">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4819">
                                            <p:txEl>
                                              <p:pRg st="5" end="5"/>
                                            </p:txEl>
                                          </p:spTgt>
                                        </p:tgtEl>
                                        <p:attrNameLst>
                                          <p:attrName>style.visibility</p:attrName>
                                        </p:attrNameLst>
                                      </p:cBhvr>
                                      <p:to>
                                        <p:strVal val="visible"/>
                                      </p:to>
                                    </p:set>
                                    <p:anim calcmode="lin" valueType="num">
                                      <p:cBhvr additive="base">
                                        <p:cTn id="19" dur="500" fill="hold"/>
                                        <p:tgtEl>
                                          <p:spTgt spid="34819">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819">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4819">
                                            <p:txEl>
                                              <p:pRg st="6" end="6"/>
                                            </p:txEl>
                                          </p:spTgt>
                                        </p:tgtEl>
                                        <p:attrNameLst>
                                          <p:attrName>style.visibility</p:attrName>
                                        </p:attrNameLst>
                                      </p:cBhvr>
                                      <p:to>
                                        <p:strVal val="visible"/>
                                      </p:to>
                                    </p:set>
                                    <p:anim calcmode="lin" valueType="num">
                                      <p:cBhvr additive="base">
                                        <p:cTn id="23" dur="500" fill="hold"/>
                                        <p:tgtEl>
                                          <p:spTgt spid="34819">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819">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4819">
                                            <p:txEl>
                                              <p:pRg st="7" end="7"/>
                                            </p:txEl>
                                          </p:spTgt>
                                        </p:tgtEl>
                                        <p:attrNameLst>
                                          <p:attrName>style.visibility</p:attrName>
                                        </p:attrNameLst>
                                      </p:cBhvr>
                                      <p:to>
                                        <p:strVal val="visible"/>
                                      </p:to>
                                    </p:set>
                                    <p:anim calcmode="lin" valueType="num">
                                      <p:cBhvr additive="base">
                                        <p:cTn id="27" dur="500" fill="hold"/>
                                        <p:tgtEl>
                                          <p:spTgt spid="34819">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481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98D9A9F-41AD-4883-8126-FC65882C162B}"/>
              </a:ext>
            </a:extLst>
          </p:cNvPr>
          <p:cNvSpPr>
            <a:spLocks noGrp="1" noChangeArrowheads="1"/>
          </p:cNvSpPr>
          <p:nvPr>
            <p:ph type="title"/>
          </p:nvPr>
        </p:nvSpPr>
        <p:spPr/>
        <p:txBody>
          <a:bodyPr>
            <a:normAutofit/>
          </a:bodyPr>
          <a:lstStyle/>
          <a:p>
            <a:pPr eaLnBrk="1" hangingPunct="1"/>
            <a:r>
              <a:rPr lang="en-US" altLang="zh-CN" dirty="0"/>
              <a:t>5.5.1 </a:t>
            </a:r>
            <a:r>
              <a:rPr lang="zh-CN" altLang="en-US" dirty="0"/>
              <a:t>类型表达式的结构等价</a:t>
            </a:r>
          </a:p>
        </p:txBody>
      </p:sp>
      <p:sp>
        <p:nvSpPr>
          <p:cNvPr id="36867" name="Rectangle 3">
            <a:extLst>
              <a:ext uri="{FF2B5EF4-FFF2-40B4-BE49-F238E27FC236}">
                <a16:creationId xmlns:a16="http://schemas.microsoft.com/office/drawing/2014/main" id="{E2C97F93-325C-44F0-9945-B859B0BC89C3}"/>
              </a:ext>
            </a:extLst>
          </p:cNvPr>
          <p:cNvSpPr>
            <a:spLocks noGrp="1" noChangeArrowheads="1"/>
          </p:cNvSpPr>
          <p:nvPr>
            <p:ph idx="1"/>
          </p:nvPr>
        </p:nvSpPr>
        <p:spPr>
          <a:xfrm>
            <a:off x="628650" y="1257300"/>
            <a:ext cx="7886700" cy="5371564"/>
          </a:xfrm>
        </p:spPr>
        <p:txBody>
          <a:bodyPr>
            <a:normAutofit fontScale="92500" lnSpcReduction="20000"/>
          </a:bodyPr>
          <a:lstStyle/>
          <a:p>
            <a:pPr eaLnBrk="1" hangingPunct="1">
              <a:lnSpc>
                <a:spcPct val="110000"/>
              </a:lnSpc>
              <a:spcBef>
                <a:spcPct val="11000"/>
              </a:spcBef>
              <a:buFont typeface="Wingdings" panose="05000000000000000000" pitchFamily="2" charset="2"/>
              <a:buNone/>
            </a:pPr>
            <a:r>
              <a:rPr lang="zh-CN" altLang="en-US" sz="2800" dirty="0">
                <a:solidFill>
                  <a:srgbClr val="FF0000"/>
                </a:solidFill>
                <a:latin typeface="宋体" panose="02010600030101010101" pitchFamily="2" charset="-122"/>
              </a:rPr>
              <a:t>类型表达式的结构等价测试算法（递归 不检查环）</a:t>
            </a:r>
          </a:p>
          <a:p>
            <a:pPr eaLnBrk="1" hangingPunct="1">
              <a:lnSpc>
                <a:spcPct val="110000"/>
              </a:lnSpc>
              <a:spcBef>
                <a:spcPct val="11000"/>
              </a:spcBef>
              <a:buFont typeface="Wingdings" panose="05000000000000000000" pitchFamily="2" charset="2"/>
              <a:buNone/>
            </a:pPr>
            <a:r>
              <a:rPr lang="en-US" altLang="zh-CN" sz="2400" b="1" dirty="0"/>
              <a:t>Boolean </a:t>
            </a:r>
            <a:r>
              <a:rPr lang="en-US" altLang="zh-CN" sz="2400" b="1" dirty="0" err="1"/>
              <a:t>sequiv</a:t>
            </a:r>
            <a:r>
              <a:rPr lang="en-US" altLang="zh-CN" sz="2400" b="1" dirty="0"/>
              <a:t> (</a:t>
            </a:r>
            <a:r>
              <a:rPr lang="en-US" altLang="zh-CN" sz="2400" b="1" dirty="0" err="1"/>
              <a:t>typeExpression</a:t>
            </a:r>
            <a:r>
              <a:rPr lang="en-US" altLang="zh-CN" sz="2400" b="1" dirty="0"/>
              <a:t> </a:t>
            </a:r>
            <a:r>
              <a:rPr lang="en-US" altLang="zh-CN" sz="2400" b="1" i="1" dirty="0"/>
              <a:t>s</a:t>
            </a:r>
            <a:r>
              <a:rPr lang="en-US" altLang="zh-CN" sz="2400" b="1" dirty="0"/>
              <a:t>, </a:t>
            </a:r>
            <a:r>
              <a:rPr lang="en-US" altLang="zh-CN" sz="2400" b="1" dirty="0" err="1"/>
              <a:t>typeExpression</a:t>
            </a:r>
            <a:r>
              <a:rPr lang="en-US" altLang="zh-CN" sz="2400" b="1" dirty="0"/>
              <a:t> </a:t>
            </a:r>
            <a:r>
              <a:rPr lang="en-US" altLang="zh-CN" sz="2400" b="1" i="1" dirty="0"/>
              <a:t>t</a:t>
            </a:r>
            <a:r>
              <a:rPr lang="en-US" altLang="zh-CN" sz="2400" b="1" dirty="0"/>
              <a:t>) {</a:t>
            </a:r>
          </a:p>
          <a:p>
            <a:pPr eaLnBrk="1" hangingPunct="1">
              <a:lnSpc>
                <a:spcPct val="110000"/>
              </a:lnSpc>
              <a:spcBef>
                <a:spcPct val="11000"/>
              </a:spcBef>
              <a:buFont typeface="Wingdings" panose="05000000000000000000" pitchFamily="2" charset="2"/>
              <a:buNone/>
            </a:pPr>
            <a:r>
              <a:rPr lang="en-US" altLang="zh-CN" sz="2400" b="1" dirty="0"/>
              <a:t>    </a:t>
            </a:r>
            <a:r>
              <a:rPr lang="en-US" altLang="zh-CN" sz="2400" b="1" dirty="0">
                <a:solidFill>
                  <a:srgbClr val="C00000"/>
                </a:solidFill>
              </a:rPr>
              <a:t>if (</a:t>
            </a:r>
            <a:r>
              <a:rPr lang="en-US" altLang="zh-CN" sz="2400" b="1" i="1" dirty="0">
                <a:solidFill>
                  <a:srgbClr val="C00000"/>
                </a:solidFill>
              </a:rPr>
              <a:t>s</a:t>
            </a:r>
            <a:r>
              <a:rPr lang="en-US" altLang="zh-CN" sz="2400" b="1" dirty="0">
                <a:solidFill>
                  <a:srgbClr val="C00000"/>
                </a:solidFill>
              </a:rPr>
              <a:t> </a:t>
            </a:r>
            <a:r>
              <a:rPr lang="zh-CN" altLang="en-US" sz="2400" dirty="0">
                <a:solidFill>
                  <a:srgbClr val="C00000"/>
                </a:solidFill>
              </a:rPr>
              <a:t>和</a:t>
            </a:r>
            <a:r>
              <a:rPr lang="zh-CN" altLang="en-US" sz="2400" b="1" dirty="0">
                <a:solidFill>
                  <a:srgbClr val="C00000"/>
                </a:solidFill>
              </a:rPr>
              <a:t> </a:t>
            </a:r>
            <a:r>
              <a:rPr lang="en-US" altLang="zh-CN" sz="2400" b="1" i="1" dirty="0">
                <a:solidFill>
                  <a:srgbClr val="C00000"/>
                </a:solidFill>
              </a:rPr>
              <a:t>t</a:t>
            </a:r>
            <a:r>
              <a:rPr lang="en-US" altLang="zh-CN" sz="2400" b="1" dirty="0">
                <a:solidFill>
                  <a:srgbClr val="C00000"/>
                </a:solidFill>
              </a:rPr>
              <a:t> </a:t>
            </a:r>
            <a:r>
              <a:rPr lang="zh-CN" altLang="en-US" sz="2400" dirty="0">
                <a:solidFill>
                  <a:srgbClr val="C00000"/>
                </a:solidFill>
              </a:rPr>
              <a:t>是相同的基本类型</a:t>
            </a:r>
            <a:r>
              <a:rPr lang="en-US" altLang="zh-CN" sz="2400" b="1" dirty="0">
                <a:solidFill>
                  <a:srgbClr val="C00000"/>
                </a:solidFill>
              </a:rPr>
              <a:t>) </a:t>
            </a:r>
            <a:r>
              <a:rPr lang="en-US" altLang="zh-CN" sz="2400" b="1" dirty="0"/>
              <a:t>	</a:t>
            </a:r>
          </a:p>
          <a:p>
            <a:pPr eaLnBrk="1" hangingPunct="1">
              <a:lnSpc>
                <a:spcPct val="110000"/>
              </a:lnSpc>
              <a:spcBef>
                <a:spcPct val="11000"/>
              </a:spcBef>
              <a:buFont typeface="Wingdings" panose="05000000000000000000" pitchFamily="2" charset="2"/>
              <a:buNone/>
            </a:pPr>
            <a:r>
              <a:rPr lang="en-US" altLang="zh-CN" sz="2400" b="1" dirty="0"/>
              <a:t>        return true;</a:t>
            </a:r>
          </a:p>
          <a:p>
            <a:pPr eaLnBrk="1" hangingPunct="1">
              <a:lnSpc>
                <a:spcPct val="110000"/>
              </a:lnSpc>
              <a:spcBef>
                <a:spcPct val="11000"/>
              </a:spcBef>
              <a:buFont typeface="Wingdings" panose="05000000000000000000" pitchFamily="2" charset="2"/>
              <a:buNone/>
            </a:pPr>
            <a:r>
              <a:rPr lang="en-US" altLang="zh-CN" sz="2400" b="1" dirty="0"/>
              <a:t>    </a:t>
            </a:r>
            <a:r>
              <a:rPr lang="en-US" altLang="zh-CN" sz="2400" b="1" dirty="0">
                <a:solidFill>
                  <a:srgbClr val="C00000"/>
                </a:solidFill>
              </a:rPr>
              <a:t>else if (</a:t>
            </a:r>
            <a:r>
              <a:rPr lang="en-US" altLang="zh-CN" sz="2400" b="1" i="1" dirty="0">
                <a:solidFill>
                  <a:srgbClr val="C00000"/>
                </a:solidFill>
              </a:rPr>
              <a:t>s</a:t>
            </a:r>
            <a:r>
              <a:rPr lang="en-US" altLang="zh-CN" sz="2400" b="1" dirty="0">
                <a:solidFill>
                  <a:srgbClr val="C00000"/>
                </a:solidFill>
              </a:rPr>
              <a:t> == </a:t>
            </a:r>
            <a:r>
              <a:rPr lang="en-US" altLang="zh-CN" sz="2400" b="1" i="1" dirty="0">
                <a:solidFill>
                  <a:srgbClr val="C00000"/>
                </a:solidFill>
              </a:rPr>
              <a:t>array</a:t>
            </a:r>
            <a:r>
              <a:rPr lang="en-US" altLang="zh-CN" sz="2400" b="1" dirty="0">
                <a:solidFill>
                  <a:srgbClr val="C00000"/>
                </a:solidFill>
              </a:rPr>
              <a:t>(</a:t>
            </a:r>
            <a:r>
              <a:rPr lang="en-US" altLang="zh-CN" sz="2400" b="1" i="1" dirty="0">
                <a:solidFill>
                  <a:srgbClr val="C00000"/>
                </a:solidFill>
              </a:rPr>
              <a:t>s</a:t>
            </a:r>
            <a:r>
              <a:rPr lang="en-US" altLang="zh-CN" sz="2400" b="1" baseline="-30000" dirty="0">
                <a:solidFill>
                  <a:srgbClr val="C00000"/>
                </a:solidFill>
              </a:rPr>
              <a:t>1</a:t>
            </a:r>
            <a:r>
              <a:rPr lang="en-US" altLang="zh-CN" sz="2400" b="1" dirty="0">
                <a:solidFill>
                  <a:srgbClr val="C00000"/>
                </a:solidFill>
              </a:rPr>
              <a:t>, </a:t>
            </a:r>
            <a:r>
              <a:rPr lang="en-US" altLang="zh-CN" sz="2400" b="1" i="1" dirty="0">
                <a:solidFill>
                  <a:srgbClr val="C00000"/>
                </a:solidFill>
              </a:rPr>
              <a:t>s</a:t>
            </a:r>
            <a:r>
              <a:rPr lang="en-US" altLang="zh-CN" sz="2400" b="1" baseline="-30000" dirty="0">
                <a:solidFill>
                  <a:srgbClr val="C00000"/>
                </a:solidFill>
              </a:rPr>
              <a:t>2</a:t>
            </a:r>
            <a:r>
              <a:rPr lang="en-US" altLang="zh-CN" sz="2400" b="1" dirty="0">
                <a:solidFill>
                  <a:srgbClr val="C00000"/>
                </a:solidFill>
              </a:rPr>
              <a:t>) &amp;&amp; </a:t>
            </a:r>
            <a:r>
              <a:rPr lang="en-US" altLang="zh-CN" sz="2400" b="1" i="1" dirty="0">
                <a:solidFill>
                  <a:srgbClr val="C00000"/>
                </a:solidFill>
              </a:rPr>
              <a:t>t</a:t>
            </a:r>
            <a:r>
              <a:rPr lang="en-US" altLang="zh-CN" sz="2400" b="1" dirty="0">
                <a:solidFill>
                  <a:srgbClr val="C00000"/>
                </a:solidFill>
              </a:rPr>
              <a:t> == </a:t>
            </a:r>
            <a:r>
              <a:rPr lang="en-US" altLang="zh-CN" sz="2400" b="1" i="1" dirty="0">
                <a:solidFill>
                  <a:srgbClr val="C00000"/>
                </a:solidFill>
              </a:rPr>
              <a:t>array</a:t>
            </a:r>
            <a:r>
              <a:rPr lang="en-US" altLang="zh-CN" sz="2400" b="1" dirty="0">
                <a:solidFill>
                  <a:srgbClr val="C00000"/>
                </a:solidFill>
              </a:rPr>
              <a:t>(</a:t>
            </a:r>
            <a:r>
              <a:rPr lang="en-US" altLang="zh-CN" sz="2400" b="1" i="1" dirty="0">
                <a:solidFill>
                  <a:srgbClr val="C00000"/>
                </a:solidFill>
              </a:rPr>
              <a:t>t</a:t>
            </a:r>
            <a:r>
              <a:rPr lang="en-US" altLang="zh-CN" sz="2400" b="1" baseline="-30000" dirty="0">
                <a:solidFill>
                  <a:srgbClr val="C00000"/>
                </a:solidFill>
              </a:rPr>
              <a:t>1</a:t>
            </a:r>
            <a:r>
              <a:rPr lang="en-US" altLang="zh-CN" sz="2400" b="1" dirty="0">
                <a:solidFill>
                  <a:srgbClr val="C00000"/>
                </a:solidFill>
              </a:rPr>
              <a:t>, </a:t>
            </a:r>
            <a:r>
              <a:rPr lang="en-US" altLang="zh-CN" sz="2400" b="1" i="1" dirty="0">
                <a:solidFill>
                  <a:srgbClr val="C00000"/>
                </a:solidFill>
              </a:rPr>
              <a:t>t</a:t>
            </a:r>
            <a:r>
              <a:rPr lang="en-US" altLang="zh-CN" sz="2400" b="1" baseline="-30000" dirty="0">
                <a:solidFill>
                  <a:srgbClr val="C00000"/>
                </a:solidFill>
              </a:rPr>
              <a:t>2</a:t>
            </a:r>
            <a:r>
              <a:rPr lang="en-US" altLang="zh-CN" sz="2400" b="1" dirty="0">
                <a:solidFill>
                  <a:srgbClr val="C00000"/>
                </a:solidFill>
              </a:rPr>
              <a:t>))</a:t>
            </a:r>
          </a:p>
          <a:p>
            <a:pPr eaLnBrk="1" hangingPunct="1">
              <a:lnSpc>
                <a:spcPct val="110000"/>
              </a:lnSpc>
              <a:spcBef>
                <a:spcPct val="11000"/>
              </a:spcBef>
              <a:buFont typeface="Wingdings" panose="05000000000000000000" pitchFamily="2" charset="2"/>
              <a:buNone/>
            </a:pPr>
            <a:r>
              <a:rPr lang="en-US" altLang="zh-CN" sz="2400" b="1" dirty="0"/>
              <a:t>	   return </a:t>
            </a:r>
            <a:r>
              <a:rPr lang="en-US" altLang="zh-CN" sz="2400" b="1" dirty="0" err="1"/>
              <a:t>sequiv</a:t>
            </a:r>
            <a:r>
              <a:rPr lang="en-US" altLang="zh-CN" sz="2400" b="1" dirty="0"/>
              <a:t>(</a:t>
            </a:r>
            <a:r>
              <a:rPr lang="en-US" altLang="zh-CN" sz="2400" b="1" i="1" dirty="0"/>
              <a:t>s</a:t>
            </a:r>
            <a:r>
              <a:rPr lang="en-US" altLang="zh-CN" sz="2400" b="1" baseline="-30000" dirty="0"/>
              <a:t>1</a:t>
            </a:r>
            <a:r>
              <a:rPr lang="en-US" altLang="zh-CN" sz="2400" b="1" dirty="0"/>
              <a:t>, </a:t>
            </a:r>
            <a:r>
              <a:rPr lang="en-US" altLang="zh-CN" sz="2400" b="1" i="1" dirty="0"/>
              <a:t>t</a:t>
            </a:r>
            <a:r>
              <a:rPr lang="en-US" altLang="zh-CN" sz="2400" b="1" baseline="-30000" dirty="0"/>
              <a:t>1</a:t>
            </a:r>
            <a:r>
              <a:rPr lang="en-US" altLang="zh-CN" sz="2400" b="1" dirty="0"/>
              <a:t>) &amp;&amp; </a:t>
            </a:r>
            <a:r>
              <a:rPr lang="en-US" altLang="zh-CN" sz="2400" b="1" dirty="0" err="1"/>
              <a:t>sequiv</a:t>
            </a:r>
            <a:r>
              <a:rPr lang="en-US" altLang="zh-CN" sz="2400" b="1" dirty="0"/>
              <a:t>(</a:t>
            </a:r>
            <a:r>
              <a:rPr lang="en-US" altLang="zh-CN" sz="2400" b="1" i="1" dirty="0"/>
              <a:t>s</a:t>
            </a:r>
            <a:r>
              <a:rPr lang="en-US" altLang="zh-CN" sz="2400" b="1" baseline="-30000" dirty="0"/>
              <a:t>2</a:t>
            </a:r>
            <a:r>
              <a:rPr lang="en-US" altLang="zh-CN" sz="2400" b="1" dirty="0"/>
              <a:t>, </a:t>
            </a:r>
            <a:r>
              <a:rPr lang="en-US" altLang="zh-CN" sz="2400" b="1" i="1" dirty="0"/>
              <a:t>t</a:t>
            </a:r>
            <a:r>
              <a:rPr lang="en-US" altLang="zh-CN" sz="2400" b="1" baseline="-30000" dirty="0"/>
              <a:t>2</a:t>
            </a:r>
            <a:r>
              <a:rPr lang="en-US" altLang="zh-CN" sz="2400" b="1" dirty="0"/>
              <a:t>);</a:t>
            </a:r>
          </a:p>
          <a:p>
            <a:pPr eaLnBrk="1" hangingPunct="1">
              <a:lnSpc>
                <a:spcPct val="110000"/>
              </a:lnSpc>
              <a:spcBef>
                <a:spcPct val="11000"/>
              </a:spcBef>
              <a:buFont typeface="Wingdings" panose="05000000000000000000" pitchFamily="2" charset="2"/>
              <a:buNone/>
            </a:pPr>
            <a:r>
              <a:rPr lang="en-US" altLang="zh-CN" sz="2400" b="1" dirty="0"/>
              <a:t>    else if (</a:t>
            </a:r>
            <a:r>
              <a:rPr lang="en-US" altLang="zh-CN" sz="2400" b="1" i="1" dirty="0"/>
              <a:t>s</a:t>
            </a:r>
            <a:r>
              <a:rPr lang="en-US" altLang="zh-CN" sz="2400" b="1" dirty="0"/>
              <a:t> == </a:t>
            </a:r>
            <a:r>
              <a:rPr lang="en-US" altLang="zh-CN" sz="2400" b="1" i="1" dirty="0"/>
              <a:t>s</a:t>
            </a:r>
            <a:r>
              <a:rPr lang="en-US" altLang="zh-CN" sz="2400" b="1" baseline="-30000" dirty="0"/>
              <a:t>1 </a:t>
            </a:r>
            <a:r>
              <a:rPr lang="en-US" altLang="zh-CN" sz="2400" b="1" dirty="0">
                <a:sym typeface="Symbol" panose="05050102010706020507" pitchFamily="18" charset="2"/>
              </a:rPr>
              <a:t></a:t>
            </a:r>
            <a:r>
              <a:rPr lang="en-US" altLang="zh-CN" sz="2400" b="1" dirty="0"/>
              <a:t> </a:t>
            </a:r>
            <a:r>
              <a:rPr lang="en-US" altLang="zh-CN" sz="2400" b="1" i="1" dirty="0"/>
              <a:t>s</a:t>
            </a:r>
            <a:r>
              <a:rPr lang="en-US" altLang="zh-CN" sz="2400" b="1" baseline="-30000" dirty="0"/>
              <a:t>2</a:t>
            </a:r>
            <a:r>
              <a:rPr lang="en-US" altLang="zh-CN" sz="2400" b="1" dirty="0"/>
              <a:t> &amp;&amp; </a:t>
            </a:r>
            <a:r>
              <a:rPr lang="en-US" altLang="zh-CN" sz="2400" b="1" i="1" dirty="0"/>
              <a:t>t</a:t>
            </a:r>
            <a:r>
              <a:rPr lang="en-US" altLang="zh-CN" sz="2400" b="1" dirty="0"/>
              <a:t> == </a:t>
            </a:r>
            <a:r>
              <a:rPr lang="en-US" altLang="zh-CN" sz="2400" b="1" i="1" dirty="0"/>
              <a:t>t</a:t>
            </a:r>
            <a:r>
              <a:rPr lang="en-US" altLang="zh-CN" sz="2400" b="1" baseline="-30000" dirty="0"/>
              <a:t>1</a:t>
            </a:r>
            <a:r>
              <a:rPr lang="en-US" altLang="zh-CN" sz="2400" b="1" dirty="0">
                <a:sym typeface="Symbol" panose="05050102010706020507" pitchFamily="18" charset="2"/>
              </a:rPr>
              <a:t></a:t>
            </a:r>
            <a:r>
              <a:rPr lang="en-US" altLang="zh-CN" sz="2400" b="1" dirty="0"/>
              <a:t> </a:t>
            </a:r>
            <a:r>
              <a:rPr lang="en-US" altLang="zh-CN" sz="2400" b="1" i="1" dirty="0"/>
              <a:t>t</a:t>
            </a:r>
            <a:r>
              <a:rPr lang="en-US" altLang="zh-CN" sz="2400" b="1" baseline="-30000" dirty="0"/>
              <a:t>2 </a:t>
            </a:r>
            <a:r>
              <a:rPr lang="en-US" altLang="zh-CN" sz="2400" b="1" dirty="0"/>
              <a:t>)</a:t>
            </a:r>
          </a:p>
          <a:p>
            <a:pPr algn="just" eaLnBrk="1" hangingPunct="1">
              <a:lnSpc>
                <a:spcPct val="110000"/>
              </a:lnSpc>
              <a:spcBef>
                <a:spcPct val="11000"/>
              </a:spcBef>
              <a:buFont typeface="Wingdings" panose="05000000000000000000" pitchFamily="2" charset="2"/>
              <a:buNone/>
            </a:pPr>
            <a:r>
              <a:rPr lang="en-US" altLang="zh-CN" sz="2400" b="1" dirty="0"/>
              <a:t>	   return </a:t>
            </a:r>
            <a:r>
              <a:rPr lang="en-US" altLang="zh-CN" sz="2400" b="1" dirty="0" err="1"/>
              <a:t>sequiv</a:t>
            </a:r>
            <a:r>
              <a:rPr lang="en-US" altLang="zh-CN" sz="2400" b="1" dirty="0"/>
              <a:t>(</a:t>
            </a:r>
            <a:r>
              <a:rPr lang="en-US" altLang="zh-CN" sz="2400" b="1" i="1" dirty="0"/>
              <a:t>s</a:t>
            </a:r>
            <a:r>
              <a:rPr lang="en-US" altLang="zh-CN" sz="2400" b="1" baseline="-30000" dirty="0"/>
              <a:t>1</a:t>
            </a:r>
            <a:r>
              <a:rPr lang="en-US" altLang="zh-CN" sz="2400" b="1" dirty="0"/>
              <a:t>, </a:t>
            </a:r>
            <a:r>
              <a:rPr lang="en-US" altLang="zh-CN" sz="2400" b="1" i="1" dirty="0"/>
              <a:t>t</a:t>
            </a:r>
            <a:r>
              <a:rPr lang="en-US" altLang="zh-CN" sz="2400" b="1" baseline="-30000" dirty="0"/>
              <a:t>1</a:t>
            </a:r>
            <a:r>
              <a:rPr lang="en-US" altLang="zh-CN" sz="2400" b="1" dirty="0"/>
              <a:t>) &amp;&amp; </a:t>
            </a:r>
            <a:r>
              <a:rPr lang="en-US" altLang="zh-CN" sz="2400" b="1" dirty="0" err="1"/>
              <a:t>sequiv</a:t>
            </a:r>
            <a:r>
              <a:rPr lang="en-US" altLang="zh-CN" sz="2400" b="1" dirty="0"/>
              <a:t>(</a:t>
            </a:r>
            <a:r>
              <a:rPr lang="en-US" altLang="zh-CN" sz="2400" b="1" i="1" dirty="0"/>
              <a:t>s</a:t>
            </a:r>
            <a:r>
              <a:rPr lang="en-US" altLang="zh-CN" sz="2400" b="1" baseline="-30000" dirty="0"/>
              <a:t>2</a:t>
            </a:r>
            <a:r>
              <a:rPr lang="en-US" altLang="zh-CN" sz="2400" b="1" dirty="0"/>
              <a:t>, </a:t>
            </a:r>
            <a:r>
              <a:rPr lang="en-US" altLang="zh-CN" sz="2400" b="1" i="1" dirty="0"/>
              <a:t>t</a:t>
            </a:r>
            <a:r>
              <a:rPr lang="en-US" altLang="zh-CN" sz="2400" b="1" baseline="-30000" dirty="0"/>
              <a:t>2</a:t>
            </a:r>
            <a:r>
              <a:rPr lang="en-US" altLang="zh-CN" sz="2400" b="1" dirty="0"/>
              <a:t>);</a:t>
            </a:r>
          </a:p>
          <a:p>
            <a:pPr algn="just" eaLnBrk="1" hangingPunct="1">
              <a:lnSpc>
                <a:spcPct val="110000"/>
              </a:lnSpc>
              <a:spcBef>
                <a:spcPct val="11000"/>
              </a:spcBef>
              <a:buFont typeface="Wingdings" panose="05000000000000000000" pitchFamily="2" charset="2"/>
              <a:buNone/>
            </a:pPr>
            <a:r>
              <a:rPr lang="en-US" altLang="zh-CN" sz="2400" b="1" dirty="0"/>
              <a:t>    else if (</a:t>
            </a:r>
            <a:r>
              <a:rPr lang="en-US" altLang="zh-CN" sz="2400" b="1" i="1" dirty="0"/>
              <a:t>s</a:t>
            </a:r>
            <a:r>
              <a:rPr lang="en-US" altLang="zh-CN" sz="2400" b="1" dirty="0"/>
              <a:t> == </a:t>
            </a:r>
            <a:r>
              <a:rPr lang="en-US" altLang="zh-CN" sz="2400" b="1" i="1" dirty="0"/>
              <a:t>pointer</a:t>
            </a:r>
            <a:r>
              <a:rPr lang="en-US" altLang="zh-CN" sz="2400" b="1" dirty="0"/>
              <a:t> (</a:t>
            </a:r>
            <a:r>
              <a:rPr lang="en-US" altLang="zh-CN" sz="2400" b="1" i="1" dirty="0"/>
              <a:t>s</a:t>
            </a:r>
            <a:r>
              <a:rPr lang="en-US" altLang="zh-CN" sz="2400" b="1" baseline="-30000" dirty="0"/>
              <a:t>1</a:t>
            </a:r>
            <a:r>
              <a:rPr lang="en-US" altLang="zh-CN" sz="2400" b="1" dirty="0"/>
              <a:t>) &amp;&amp; </a:t>
            </a:r>
            <a:r>
              <a:rPr lang="en-US" altLang="zh-CN" sz="2400" b="1" i="1" dirty="0"/>
              <a:t>t</a:t>
            </a:r>
            <a:r>
              <a:rPr lang="en-US" altLang="zh-CN" sz="2400" b="1" dirty="0"/>
              <a:t> == </a:t>
            </a:r>
            <a:r>
              <a:rPr lang="en-US" altLang="zh-CN" sz="2400" b="1" i="1" dirty="0"/>
              <a:t>pointer</a:t>
            </a:r>
            <a:r>
              <a:rPr lang="en-US" altLang="zh-CN" sz="2400" b="1" dirty="0"/>
              <a:t>(</a:t>
            </a:r>
            <a:r>
              <a:rPr lang="en-US" altLang="zh-CN" sz="2400" b="1" i="1" dirty="0"/>
              <a:t>t</a:t>
            </a:r>
            <a:r>
              <a:rPr lang="en-US" altLang="zh-CN" sz="2400" b="1" baseline="-30000" dirty="0"/>
              <a:t>1</a:t>
            </a:r>
            <a:r>
              <a:rPr lang="en-US" altLang="zh-CN" sz="2400" b="1" dirty="0"/>
              <a:t>)) </a:t>
            </a:r>
          </a:p>
          <a:p>
            <a:pPr algn="just" eaLnBrk="1" hangingPunct="1">
              <a:lnSpc>
                <a:spcPct val="110000"/>
              </a:lnSpc>
              <a:spcBef>
                <a:spcPct val="11000"/>
              </a:spcBef>
              <a:buFont typeface="Wingdings" panose="05000000000000000000" pitchFamily="2" charset="2"/>
              <a:buNone/>
            </a:pPr>
            <a:r>
              <a:rPr lang="en-US" altLang="zh-CN" sz="2400" b="1" dirty="0"/>
              <a:t>        return </a:t>
            </a:r>
            <a:r>
              <a:rPr lang="en-US" altLang="zh-CN" sz="2400" b="1" dirty="0" err="1"/>
              <a:t>sequiv</a:t>
            </a:r>
            <a:r>
              <a:rPr lang="en-US" altLang="zh-CN" sz="2400" b="1" dirty="0"/>
              <a:t>(</a:t>
            </a:r>
            <a:r>
              <a:rPr lang="en-US" altLang="zh-CN" sz="2400" b="1" i="1" dirty="0"/>
              <a:t>s</a:t>
            </a:r>
            <a:r>
              <a:rPr lang="en-US" altLang="zh-CN" sz="2400" b="1" baseline="-30000" dirty="0"/>
              <a:t>1</a:t>
            </a:r>
            <a:r>
              <a:rPr lang="en-US" altLang="zh-CN" sz="2400" b="1" dirty="0"/>
              <a:t>, </a:t>
            </a:r>
            <a:r>
              <a:rPr lang="en-US" altLang="zh-CN" sz="2400" b="1" i="1" dirty="0"/>
              <a:t>t</a:t>
            </a:r>
            <a:r>
              <a:rPr lang="en-US" altLang="zh-CN" sz="2400" b="1" baseline="-30000" dirty="0"/>
              <a:t>1</a:t>
            </a:r>
            <a:r>
              <a:rPr lang="en-US" altLang="zh-CN" sz="2400" b="1" dirty="0"/>
              <a:t>);</a:t>
            </a:r>
          </a:p>
          <a:p>
            <a:pPr algn="just" eaLnBrk="1" hangingPunct="1">
              <a:lnSpc>
                <a:spcPct val="110000"/>
              </a:lnSpc>
              <a:spcBef>
                <a:spcPct val="11000"/>
              </a:spcBef>
              <a:buFont typeface="Wingdings" panose="05000000000000000000" pitchFamily="2" charset="2"/>
              <a:buNone/>
            </a:pPr>
            <a:r>
              <a:rPr lang="en-US" altLang="zh-CN" sz="2400" b="1" dirty="0"/>
              <a:t>    else if (s == </a:t>
            </a:r>
            <a:r>
              <a:rPr lang="en-US" altLang="zh-CN" sz="2400" b="1" i="1" dirty="0"/>
              <a:t>s</a:t>
            </a:r>
            <a:r>
              <a:rPr lang="en-US" altLang="zh-CN" sz="2400" b="1" baseline="-30000" dirty="0"/>
              <a:t>1 </a:t>
            </a:r>
            <a:r>
              <a:rPr lang="en-US" altLang="zh-CN" sz="2400" b="1" dirty="0">
                <a:sym typeface="Symbol" panose="05050102010706020507" pitchFamily="18" charset="2"/>
              </a:rPr>
              <a:t></a:t>
            </a:r>
            <a:r>
              <a:rPr lang="en-US" altLang="zh-CN" sz="2400" b="1" dirty="0"/>
              <a:t> </a:t>
            </a:r>
            <a:r>
              <a:rPr lang="en-US" altLang="zh-CN" sz="2400" b="1" i="1" dirty="0"/>
              <a:t>s</a:t>
            </a:r>
            <a:r>
              <a:rPr lang="en-US" altLang="zh-CN" sz="2400" b="1" baseline="-30000" dirty="0"/>
              <a:t>2</a:t>
            </a:r>
            <a:r>
              <a:rPr lang="en-US" altLang="zh-CN" sz="2400" b="1" dirty="0"/>
              <a:t> and t == </a:t>
            </a:r>
            <a:r>
              <a:rPr lang="en-US" altLang="zh-CN" sz="2400" b="1" i="1" dirty="0"/>
              <a:t>t</a:t>
            </a:r>
            <a:r>
              <a:rPr lang="en-US" altLang="zh-CN" sz="2400" b="1" baseline="-30000" dirty="0"/>
              <a:t>1 </a:t>
            </a:r>
            <a:r>
              <a:rPr lang="en-US" altLang="zh-CN" sz="2400" b="1" dirty="0">
                <a:sym typeface="Symbol" panose="05050102010706020507" pitchFamily="18" charset="2"/>
              </a:rPr>
              <a:t></a:t>
            </a:r>
            <a:r>
              <a:rPr lang="en-US" altLang="zh-CN" sz="2400" b="1" dirty="0"/>
              <a:t> </a:t>
            </a:r>
            <a:r>
              <a:rPr lang="en-US" altLang="zh-CN" sz="2400" b="1" i="1" dirty="0"/>
              <a:t>t</a:t>
            </a:r>
            <a:r>
              <a:rPr lang="en-US" altLang="zh-CN" sz="2400" b="1" baseline="-30000" dirty="0"/>
              <a:t>2</a:t>
            </a:r>
            <a:r>
              <a:rPr lang="en-US" altLang="zh-CN" sz="2400" b="1" dirty="0"/>
              <a:t> )</a:t>
            </a:r>
          </a:p>
          <a:p>
            <a:pPr algn="just" eaLnBrk="1" hangingPunct="1">
              <a:lnSpc>
                <a:spcPct val="110000"/>
              </a:lnSpc>
              <a:spcBef>
                <a:spcPct val="11000"/>
              </a:spcBef>
              <a:buFont typeface="Wingdings" panose="05000000000000000000" pitchFamily="2" charset="2"/>
              <a:buNone/>
            </a:pPr>
            <a:r>
              <a:rPr lang="en-US" altLang="zh-CN" sz="2400" b="1" dirty="0"/>
              <a:t>	  return </a:t>
            </a:r>
            <a:r>
              <a:rPr lang="en-US" altLang="zh-CN" sz="2400" b="1" dirty="0" err="1"/>
              <a:t>sequiv</a:t>
            </a:r>
            <a:r>
              <a:rPr lang="en-US" altLang="zh-CN" sz="2400" b="1" dirty="0"/>
              <a:t>(</a:t>
            </a:r>
            <a:r>
              <a:rPr lang="en-US" altLang="zh-CN" sz="2400" b="1" i="1" dirty="0"/>
              <a:t>s</a:t>
            </a:r>
            <a:r>
              <a:rPr lang="en-US" altLang="zh-CN" sz="2400" b="1" baseline="-30000" dirty="0"/>
              <a:t>1</a:t>
            </a:r>
            <a:r>
              <a:rPr lang="en-US" altLang="zh-CN" sz="2400" b="1" dirty="0"/>
              <a:t>, </a:t>
            </a:r>
            <a:r>
              <a:rPr lang="en-US" altLang="zh-CN" sz="2400" b="1" i="1" dirty="0"/>
              <a:t>t</a:t>
            </a:r>
            <a:r>
              <a:rPr lang="en-US" altLang="zh-CN" sz="2400" b="1" baseline="-30000" dirty="0"/>
              <a:t>1</a:t>
            </a:r>
            <a:r>
              <a:rPr lang="en-US" altLang="zh-CN" sz="2400" b="1" dirty="0"/>
              <a:t>) &amp;&amp; </a:t>
            </a:r>
            <a:r>
              <a:rPr lang="en-US" altLang="zh-CN" sz="2400" b="1" dirty="0" err="1"/>
              <a:t>sequiv</a:t>
            </a:r>
            <a:r>
              <a:rPr lang="en-US" altLang="zh-CN" sz="2400" b="1" dirty="0"/>
              <a:t>(</a:t>
            </a:r>
            <a:r>
              <a:rPr lang="en-US" altLang="zh-CN" sz="2400" b="1" i="1" dirty="0"/>
              <a:t>s</a:t>
            </a:r>
            <a:r>
              <a:rPr lang="en-US" altLang="zh-CN" sz="2400" b="1" baseline="-30000" dirty="0"/>
              <a:t>2</a:t>
            </a:r>
            <a:r>
              <a:rPr lang="en-US" altLang="zh-CN" sz="2400" b="1" dirty="0"/>
              <a:t>, </a:t>
            </a:r>
            <a:r>
              <a:rPr lang="en-US" altLang="zh-CN" sz="2400" b="1" i="1" dirty="0"/>
              <a:t>t</a:t>
            </a:r>
            <a:r>
              <a:rPr lang="en-US" altLang="zh-CN" sz="2400" b="1" baseline="-30000" dirty="0"/>
              <a:t>2</a:t>
            </a:r>
            <a:r>
              <a:rPr lang="en-US" altLang="zh-CN" sz="2400" b="1" dirty="0"/>
              <a:t>);</a:t>
            </a:r>
          </a:p>
          <a:p>
            <a:pPr algn="just" eaLnBrk="1" hangingPunct="1">
              <a:lnSpc>
                <a:spcPct val="110000"/>
              </a:lnSpc>
              <a:spcBef>
                <a:spcPct val="11000"/>
              </a:spcBef>
              <a:buFont typeface="Wingdings" panose="05000000000000000000" pitchFamily="2" charset="2"/>
              <a:buNone/>
            </a:pPr>
            <a:r>
              <a:rPr lang="en-US" altLang="zh-CN" sz="2400" b="1" dirty="0"/>
              <a:t>    else return false;</a:t>
            </a:r>
          </a:p>
          <a:p>
            <a:pPr eaLnBrk="1" hangingPunct="1">
              <a:lnSpc>
                <a:spcPct val="110000"/>
              </a:lnSpc>
              <a:buFont typeface="Wingdings" panose="05000000000000000000" pitchFamily="2" charset="2"/>
              <a:buNone/>
            </a:pPr>
            <a:r>
              <a:rPr lang="en-US" altLang="zh-CN" sz="2400" b="1" dirty="0"/>
              <a:t>}</a:t>
            </a:r>
          </a:p>
        </p:txBody>
      </p:sp>
      <p:sp>
        <p:nvSpPr>
          <p:cNvPr id="2" name="日期占位符 1">
            <a:extLst>
              <a:ext uri="{FF2B5EF4-FFF2-40B4-BE49-F238E27FC236}">
                <a16:creationId xmlns:a16="http://schemas.microsoft.com/office/drawing/2014/main" id="{222806DD-7440-F02E-3BCA-28390E5B788F}"/>
              </a:ext>
            </a:extLst>
          </p:cNvPr>
          <p:cNvSpPr>
            <a:spLocks noGrp="1"/>
          </p:cNvSpPr>
          <p:nvPr>
            <p:ph type="dt" sz="half" idx="10"/>
          </p:nvPr>
        </p:nvSpPr>
        <p:spPr/>
        <p:txBody>
          <a:bodyPr/>
          <a:lstStyle/>
          <a:p>
            <a:fld id="{B159589A-25F1-4702-845A-F75C94A57FC8}"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8D51A4BA-121C-AE3C-8FFD-9E046E8F73F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29E8759F-C773-1AE9-B3AD-8783FF6CA6E2}"/>
              </a:ext>
            </a:extLst>
          </p:cNvPr>
          <p:cNvSpPr>
            <a:spLocks noGrp="1"/>
          </p:cNvSpPr>
          <p:nvPr>
            <p:ph type="sldNum" sz="quarter" idx="12"/>
          </p:nvPr>
        </p:nvSpPr>
        <p:spPr/>
        <p:txBody>
          <a:bodyPr/>
          <a:lstStyle/>
          <a:p>
            <a:fld id="{094DEB03-EFC6-4C20-8FC8-295189A5386F}" type="slidenum">
              <a:rPr lang="zh-CN" altLang="en-US" smtClean="0"/>
              <a:pPr/>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A8E6D26E-3D9E-4823-8971-E3592F845001}"/>
              </a:ext>
            </a:extLst>
          </p:cNvPr>
          <p:cNvSpPr>
            <a:spLocks noGrp="1" noChangeArrowheads="1"/>
          </p:cNvSpPr>
          <p:nvPr>
            <p:ph type="title"/>
          </p:nvPr>
        </p:nvSpPr>
        <p:spPr/>
        <p:txBody>
          <a:bodyPr>
            <a:normAutofit/>
          </a:bodyPr>
          <a:lstStyle/>
          <a:p>
            <a:pPr eaLnBrk="1" hangingPunct="1"/>
            <a:r>
              <a:rPr lang="en-US" altLang="zh-CN" dirty="0"/>
              <a:t>5.5.1 </a:t>
            </a:r>
            <a:r>
              <a:rPr lang="zh-CN" altLang="en-US" dirty="0"/>
              <a:t>类型表达式的结构等价</a:t>
            </a:r>
          </a:p>
        </p:txBody>
      </p:sp>
      <p:sp>
        <p:nvSpPr>
          <p:cNvPr id="37891" name="Rectangle 3">
            <a:extLst>
              <a:ext uri="{FF2B5EF4-FFF2-40B4-BE49-F238E27FC236}">
                <a16:creationId xmlns:a16="http://schemas.microsoft.com/office/drawing/2014/main" id="{A0E30C3F-4066-41BF-86FE-EA043A41EF53}"/>
              </a:ext>
            </a:extLst>
          </p:cNvPr>
          <p:cNvSpPr>
            <a:spLocks noGrp="1" noChangeArrowheads="1"/>
          </p:cNvSpPr>
          <p:nvPr>
            <p:ph idx="1"/>
          </p:nvPr>
        </p:nvSpPr>
        <p:spPr>
          <a:xfrm>
            <a:off x="628650" y="1257300"/>
            <a:ext cx="7886700" cy="5371564"/>
          </a:xfrm>
          <a:ln>
            <a:noFill/>
          </a:ln>
        </p:spPr>
        <p:txBody>
          <a:bodyPr>
            <a:normAutofit fontScale="92500" lnSpcReduction="20000"/>
          </a:bodyPr>
          <a:lstStyle/>
          <a:p>
            <a:pPr eaLnBrk="1" hangingPunct="1">
              <a:lnSpc>
                <a:spcPct val="110000"/>
              </a:lnSpc>
              <a:spcBef>
                <a:spcPct val="11000"/>
              </a:spcBef>
              <a:buFont typeface="Wingdings" panose="05000000000000000000" pitchFamily="2" charset="2"/>
              <a:buNone/>
            </a:pPr>
            <a:r>
              <a:rPr lang="zh-CN" altLang="en-US" sz="2800" dirty="0">
                <a:solidFill>
                  <a:srgbClr val="C00000"/>
                </a:solidFill>
                <a:latin typeface="宋体" panose="02010600030101010101" pitchFamily="2" charset="-122"/>
              </a:rPr>
              <a:t>类型表达式的结构等价测试算法（递归 不检查环）</a:t>
            </a:r>
          </a:p>
          <a:p>
            <a:pPr eaLnBrk="1" hangingPunct="1">
              <a:lnSpc>
                <a:spcPct val="110000"/>
              </a:lnSpc>
              <a:spcBef>
                <a:spcPct val="11000"/>
              </a:spcBef>
              <a:buFont typeface="Wingdings" panose="05000000000000000000" pitchFamily="2" charset="2"/>
              <a:buNone/>
            </a:pPr>
            <a:r>
              <a:rPr lang="en-US" altLang="zh-CN" sz="2400" b="1" dirty="0"/>
              <a:t>Boolean </a:t>
            </a:r>
            <a:r>
              <a:rPr lang="en-US" altLang="zh-CN" sz="2400" b="1" dirty="0" err="1"/>
              <a:t>sequiv</a:t>
            </a:r>
            <a:r>
              <a:rPr lang="en-US" altLang="zh-CN" sz="2400" b="1" dirty="0"/>
              <a:t> (</a:t>
            </a:r>
            <a:r>
              <a:rPr lang="en-US" altLang="zh-CN" sz="2400" b="1" dirty="0" err="1"/>
              <a:t>typeExpression</a:t>
            </a:r>
            <a:r>
              <a:rPr lang="en-US" altLang="zh-CN" sz="2400" b="1" dirty="0"/>
              <a:t> </a:t>
            </a:r>
            <a:r>
              <a:rPr lang="en-US" altLang="zh-CN" sz="2400" b="1" i="1" dirty="0"/>
              <a:t>s</a:t>
            </a:r>
            <a:r>
              <a:rPr lang="en-US" altLang="zh-CN" sz="2400" b="1" dirty="0"/>
              <a:t>, </a:t>
            </a:r>
            <a:r>
              <a:rPr lang="en-US" altLang="zh-CN" sz="2400" b="1" dirty="0" err="1"/>
              <a:t>typeExpression</a:t>
            </a:r>
            <a:r>
              <a:rPr lang="en-US" altLang="zh-CN" sz="2400" b="1" dirty="0"/>
              <a:t> </a:t>
            </a:r>
            <a:r>
              <a:rPr lang="en-US" altLang="zh-CN" sz="2400" b="1" i="1" dirty="0"/>
              <a:t>t</a:t>
            </a:r>
            <a:r>
              <a:rPr lang="en-US" altLang="zh-CN" sz="2400" b="1" dirty="0"/>
              <a:t>) {</a:t>
            </a:r>
          </a:p>
          <a:p>
            <a:pPr eaLnBrk="1" hangingPunct="1">
              <a:lnSpc>
                <a:spcPct val="110000"/>
              </a:lnSpc>
              <a:spcBef>
                <a:spcPct val="11000"/>
              </a:spcBef>
              <a:buFont typeface="Wingdings" panose="05000000000000000000" pitchFamily="2" charset="2"/>
              <a:buNone/>
            </a:pPr>
            <a:r>
              <a:rPr lang="en-US" altLang="zh-CN" sz="2400" b="1" dirty="0"/>
              <a:t>    if (</a:t>
            </a:r>
            <a:r>
              <a:rPr lang="en-US" altLang="zh-CN" sz="2400" b="1" i="1" dirty="0"/>
              <a:t>s</a:t>
            </a:r>
            <a:r>
              <a:rPr lang="en-US" altLang="zh-CN" sz="2400" b="1" dirty="0"/>
              <a:t> </a:t>
            </a:r>
            <a:r>
              <a:rPr lang="zh-CN" altLang="en-US" sz="2400" dirty="0"/>
              <a:t>和</a:t>
            </a:r>
            <a:r>
              <a:rPr lang="zh-CN" altLang="en-US" sz="2400" b="1" dirty="0"/>
              <a:t> </a:t>
            </a:r>
            <a:r>
              <a:rPr lang="en-US" altLang="zh-CN" sz="2400" b="1" i="1" dirty="0"/>
              <a:t>t</a:t>
            </a:r>
            <a:r>
              <a:rPr lang="en-US" altLang="zh-CN" sz="2400" b="1" dirty="0"/>
              <a:t> </a:t>
            </a:r>
            <a:r>
              <a:rPr lang="zh-CN" altLang="en-US" sz="2400" dirty="0"/>
              <a:t>是相同的基本类型</a:t>
            </a:r>
            <a:r>
              <a:rPr lang="en-US" altLang="zh-CN" sz="2400" b="1" dirty="0"/>
              <a:t>) 	</a:t>
            </a:r>
          </a:p>
          <a:p>
            <a:pPr eaLnBrk="1" hangingPunct="1">
              <a:lnSpc>
                <a:spcPct val="110000"/>
              </a:lnSpc>
              <a:spcBef>
                <a:spcPct val="11000"/>
              </a:spcBef>
              <a:buFont typeface="Wingdings" panose="05000000000000000000" pitchFamily="2" charset="2"/>
              <a:buNone/>
            </a:pPr>
            <a:r>
              <a:rPr lang="en-US" altLang="zh-CN" sz="2400" b="1" dirty="0"/>
              <a:t>        return true;</a:t>
            </a:r>
          </a:p>
          <a:p>
            <a:pPr eaLnBrk="1" hangingPunct="1">
              <a:lnSpc>
                <a:spcPct val="110000"/>
              </a:lnSpc>
              <a:spcBef>
                <a:spcPct val="11000"/>
              </a:spcBef>
              <a:buFont typeface="Wingdings" panose="05000000000000000000" pitchFamily="2" charset="2"/>
              <a:buNone/>
            </a:pPr>
            <a:r>
              <a:rPr lang="en-US" altLang="zh-CN" sz="2400" b="1" dirty="0"/>
              <a:t>    else if (</a:t>
            </a:r>
            <a:r>
              <a:rPr lang="en-US" altLang="zh-CN" sz="2400" b="1" i="1" dirty="0"/>
              <a:t>s</a:t>
            </a:r>
            <a:r>
              <a:rPr lang="en-US" altLang="zh-CN" sz="2400" b="1" dirty="0"/>
              <a:t> == </a:t>
            </a:r>
            <a:r>
              <a:rPr lang="en-US" altLang="zh-CN" sz="2400" b="1" i="1" dirty="0"/>
              <a:t>array</a:t>
            </a:r>
            <a:r>
              <a:rPr lang="en-US" altLang="zh-CN" sz="2400" b="1" dirty="0"/>
              <a:t>(</a:t>
            </a:r>
            <a:r>
              <a:rPr lang="en-US" altLang="zh-CN" sz="2400" b="1" i="1" dirty="0"/>
              <a:t>s</a:t>
            </a:r>
            <a:r>
              <a:rPr lang="en-US" altLang="zh-CN" sz="2400" b="1" baseline="-30000" dirty="0"/>
              <a:t>1</a:t>
            </a:r>
            <a:r>
              <a:rPr lang="en-US" altLang="zh-CN" sz="2400" b="1" dirty="0"/>
              <a:t>, </a:t>
            </a:r>
            <a:r>
              <a:rPr lang="en-US" altLang="zh-CN" sz="2400" b="1" i="1" dirty="0"/>
              <a:t>s</a:t>
            </a:r>
            <a:r>
              <a:rPr lang="en-US" altLang="zh-CN" sz="2400" b="1" baseline="-30000" dirty="0"/>
              <a:t>2</a:t>
            </a:r>
            <a:r>
              <a:rPr lang="en-US" altLang="zh-CN" sz="2400" b="1" dirty="0"/>
              <a:t>) &amp;&amp; </a:t>
            </a:r>
            <a:r>
              <a:rPr lang="en-US" altLang="zh-CN" sz="2400" b="1" i="1" dirty="0"/>
              <a:t>t</a:t>
            </a:r>
            <a:r>
              <a:rPr lang="en-US" altLang="zh-CN" sz="2400" b="1" dirty="0"/>
              <a:t> == </a:t>
            </a:r>
            <a:r>
              <a:rPr lang="en-US" altLang="zh-CN" sz="2400" b="1" i="1" dirty="0"/>
              <a:t>array</a:t>
            </a:r>
            <a:r>
              <a:rPr lang="en-US" altLang="zh-CN" sz="2400" b="1" dirty="0"/>
              <a:t>(</a:t>
            </a:r>
            <a:r>
              <a:rPr lang="en-US" altLang="zh-CN" sz="2400" b="1" i="1" dirty="0"/>
              <a:t>t</a:t>
            </a:r>
            <a:r>
              <a:rPr lang="en-US" altLang="zh-CN" sz="2400" b="1" baseline="-30000" dirty="0"/>
              <a:t>1</a:t>
            </a:r>
            <a:r>
              <a:rPr lang="en-US" altLang="zh-CN" sz="2400" b="1" dirty="0"/>
              <a:t>, </a:t>
            </a:r>
            <a:r>
              <a:rPr lang="en-US" altLang="zh-CN" sz="2400" b="1" i="1" dirty="0"/>
              <a:t>t</a:t>
            </a:r>
            <a:r>
              <a:rPr lang="en-US" altLang="zh-CN" sz="2400" b="1" baseline="-30000" dirty="0"/>
              <a:t>2</a:t>
            </a:r>
            <a:r>
              <a:rPr lang="en-US" altLang="zh-CN" sz="2400" b="1" dirty="0"/>
              <a:t>))</a:t>
            </a:r>
          </a:p>
          <a:p>
            <a:pPr eaLnBrk="1" hangingPunct="1">
              <a:lnSpc>
                <a:spcPct val="110000"/>
              </a:lnSpc>
              <a:spcBef>
                <a:spcPct val="11000"/>
              </a:spcBef>
              <a:buFont typeface="Wingdings" panose="05000000000000000000" pitchFamily="2" charset="2"/>
              <a:buNone/>
            </a:pPr>
            <a:r>
              <a:rPr lang="en-US" altLang="zh-CN" sz="2400" b="1" dirty="0"/>
              <a:t>	   return </a:t>
            </a:r>
            <a:r>
              <a:rPr lang="en-US" altLang="zh-CN" sz="2400" b="1" dirty="0" err="1">
                <a:solidFill>
                  <a:srgbClr val="DDDDDD"/>
                </a:solidFill>
              </a:rPr>
              <a:t>sequiv</a:t>
            </a:r>
            <a:r>
              <a:rPr lang="en-US" altLang="zh-CN" sz="2400" b="1" dirty="0">
                <a:solidFill>
                  <a:srgbClr val="DDDDDD"/>
                </a:solidFill>
              </a:rPr>
              <a:t>(</a:t>
            </a:r>
            <a:r>
              <a:rPr lang="en-US" altLang="zh-CN" sz="2400" b="1" i="1" dirty="0">
                <a:solidFill>
                  <a:srgbClr val="DDDDDD"/>
                </a:solidFill>
              </a:rPr>
              <a:t>s</a:t>
            </a:r>
            <a:r>
              <a:rPr lang="en-US" altLang="zh-CN" sz="2400" b="1" baseline="-30000" dirty="0">
                <a:solidFill>
                  <a:srgbClr val="DDDDDD"/>
                </a:solidFill>
              </a:rPr>
              <a:t>1</a:t>
            </a:r>
            <a:r>
              <a:rPr lang="en-US" altLang="zh-CN" sz="2400" b="1" dirty="0">
                <a:solidFill>
                  <a:srgbClr val="DDDDDD"/>
                </a:solidFill>
              </a:rPr>
              <a:t>, </a:t>
            </a:r>
            <a:r>
              <a:rPr lang="en-US" altLang="zh-CN" sz="2400" b="1" i="1" dirty="0">
                <a:solidFill>
                  <a:srgbClr val="DDDDDD"/>
                </a:solidFill>
              </a:rPr>
              <a:t>t</a:t>
            </a:r>
            <a:r>
              <a:rPr lang="en-US" altLang="zh-CN" sz="2400" b="1" baseline="-30000" dirty="0">
                <a:solidFill>
                  <a:srgbClr val="DDDDDD"/>
                </a:solidFill>
              </a:rPr>
              <a:t>1</a:t>
            </a:r>
            <a:r>
              <a:rPr lang="en-US" altLang="zh-CN" sz="2400" b="1" dirty="0">
                <a:solidFill>
                  <a:srgbClr val="DDDDDD"/>
                </a:solidFill>
              </a:rPr>
              <a:t>) &amp;&amp;</a:t>
            </a:r>
            <a:r>
              <a:rPr lang="en-US" altLang="zh-CN" sz="2400" b="1" dirty="0"/>
              <a:t> </a:t>
            </a:r>
            <a:r>
              <a:rPr lang="en-US" altLang="zh-CN" sz="2400" b="1" dirty="0" err="1"/>
              <a:t>sequiv</a:t>
            </a:r>
            <a:r>
              <a:rPr lang="en-US" altLang="zh-CN" sz="2400" b="1" dirty="0"/>
              <a:t>(</a:t>
            </a:r>
            <a:r>
              <a:rPr lang="en-US" altLang="zh-CN" sz="2400" b="1" i="1" dirty="0"/>
              <a:t>s</a:t>
            </a:r>
            <a:r>
              <a:rPr lang="en-US" altLang="zh-CN" sz="2400" b="1" baseline="-30000" dirty="0"/>
              <a:t>2</a:t>
            </a:r>
            <a:r>
              <a:rPr lang="en-US" altLang="zh-CN" sz="2400" b="1" dirty="0"/>
              <a:t>, </a:t>
            </a:r>
            <a:r>
              <a:rPr lang="en-US" altLang="zh-CN" sz="2400" b="1" i="1" dirty="0"/>
              <a:t>t</a:t>
            </a:r>
            <a:r>
              <a:rPr lang="en-US" altLang="zh-CN" sz="2400" b="1" baseline="-30000" dirty="0"/>
              <a:t>2</a:t>
            </a:r>
            <a:r>
              <a:rPr lang="en-US" altLang="zh-CN" sz="2400" b="1" dirty="0"/>
              <a:t>);</a:t>
            </a:r>
          </a:p>
          <a:p>
            <a:pPr eaLnBrk="1" hangingPunct="1">
              <a:lnSpc>
                <a:spcPct val="110000"/>
              </a:lnSpc>
              <a:spcBef>
                <a:spcPct val="11000"/>
              </a:spcBef>
              <a:buFont typeface="Wingdings" panose="05000000000000000000" pitchFamily="2" charset="2"/>
              <a:buNone/>
            </a:pPr>
            <a:r>
              <a:rPr lang="en-US" altLang="zh-CN" sz="2400" b="1" dirty="0"/>
              <a:t>    else if (</a:t>
            </a:r>
            <a:r>
              <a:rPr lang="en-US" altLang="zh-CN" sz="2400" b="1" i="1" dirty="0"/>
              <a:t>s</a:t>
            </a:r>
            <a:r>
              <a:rPr lang="en-US" altLang="zh-CN" sz="2400" b="1" dirty="0"/>
              <a:t> == </a:t>
            </a:r>
            <a:r>
              <a:rPr lang="en-US" altLang="zh-CN" sz="2400" b="1" i="1" dirty="0"/>
              <a:t>s</a:t>
            </a:r>
            <a:r>
              <a:rPr lang="en-US" altLang="zh-CN" sz="2400" b="1" baseline="-30000" dirty="0"/>
              <a:t>1 </a:t>
            </a:r>
            <a:r>
              <a:rPr lang="en-US" altLang="zh-CN" sz="2400" b="1" dirty="0">
                <a:sym typeface="Symbol" panose="05050102010706020507" pitchFamily="18" charset="2"/>
              </a:rPr>
              <a:t></a:t>
            </a:r>
            <a:r>
              <a:rPr lang="en-US" altLang="zh-CN" sz="2400" b="1" dirty="0"/>
              <a:t> </a:t>
            </a:r>
            <a:r>
              <a:rPr lang="en-US" altLang="zh-CN" sz="2400" b="1" i="1" dirty="0"/>
              <a:t>s</a:t>
            </a:r>
            <a:r>
              <a:rPr lang="en-US" altLang="zh-CN" sz="2400" b="1" baseline="-30000" dirty="0"/>
              <a:t>2</a:t>
            </a:r>
            <a:r>
              <a:rPr lang="en-US" altLang="zh-CN" sz="2400" b="1" dirty="0"/>
              <a:t> &amp;&amp; </a:t>
            </a:r>
            <a:r>
              <a:rPr lang="en-US" altLang="zh-CN" sz="2400" b="1" i="1" dirty="0"/>
              <a:t>t</a:t>
            </a:r>
            <a:r>
              <a:rPr lang="en-US" altLang="zh-CN" sz="2400" b="1" dirty="0"/>
              <a:t> == </a:t>
            </a:r>
            <a:r>
              <a:rPr lang="en-US" altLang="zh-CN" sz="2400" b="1" i="1" dirty="0"/>
              <a:t>t</a:t>
            </a:r>
            <a:r>
              <a:rPr lang="en-US" altLang="zh-CN" sz="2400" b="1" baseline="-30000" dirty="0"/>
              <a:t>1</a:t>
            </a:r>
            <a:r>
              <a:rPr lang="en-US" altLang="zh-CN" sz="2400" b="1" dirty="0">
                <a:sym typeface="Symbol" panose="05050102010706020507" pitchFamily="18" charset="2"/>
              </a:rPr>
              <a:t></a:t>
            </a:r>
            <a:r>
              <a:rPr lang="en-US" altLang="zh-CN" sz="2400" b="1" dirty="0"/>
              <a:t> </a:t>
            </a:r>
            <a:r>
              <a:rPr lang="en-US" altLang="zh-CN" sz="2400" b="1" i="1" dirty="0"/>
              <a:t>t</a:t>
            </a:r>
            <a:r>
              <a:rPr lang="en-US" altLang="zh-CN" sz="2400" b="1" baseline="-30000" dirty="0"/>
              <a:t>2 </a:t>
            </a:r>
            <a:r>
              <a:rPr lang="en-US" altLang="zh-CN" sz="2400" b="1" dirty="0"/>
              <a:t>)</a:t>
            </a:r>
          </a:p>
          <a:p>
            <a:pPr algn="just" eaLnBrk="1" hangingPunct="1">
              <a:lnSpc>
                <a:spcPct val="110000"/>
              </a:lnSpc>
              <a:spcBef>
                <a:spcPct val="11000"/>
              </a:spcBef>
              <a:buFont typeface="Wingdings" panose="05000000000000000000" pitchFamily="2" charset="2"/>
              <a:buNone/>
            </a:pPr>
            <a:r>
              <a:rPr lang="en-US" altLang="zh-CN" sz="2400" b="1" dirty="0"/>
              <a:t>	   return </a:t>
            </a:r>
            <a:r>
              <a:rPr lang="en-US" altLang="zh-CN" sz="2400" b="1" dirty="0" err="1"/>
              <a:t>sequiv</a:t>
            </a:r>
            <a:r>
              <a:rPr lang="en-US" altLang="zh-CN" sz="2400" b="1" dirty="0"/>
              <a:t>(</a:t>
            </a:r>
            <a:r>
              <a:rPr lang="en-US" altLang="zh-CN" sz="2400" b="1" i="1" dirty="0"/>
              <a:t>s</a:t>
            </a:r>
            <a:r>
              <a:rPr lang="en-US" altLang="zh-CN" sz="2400" b="1" baseline="-30000" dirty="0"/>
              <a:t>1</a:t>
            </a:r>
            <a:r>
              <a:rPr lang="en-US" altLang="zh-CN" sz="2400" b="1" dirty="0"/>
              <a:t>, </a:t>
            </a:r>
            <a:r>
              <a:rPr lang="en-US" altLang="zh-CN" sz="2400" b="1" i="1" dirty="0"/>
              <a:t>t</a:t>
            </a:r>
            <a:r>
              <a:rPr lang="en-US" altLang="zh-CN" sz="2400" b="1" baseline="-30000" dirty="0"/>
              <a:t>1</a:t>
            </a:r>
            <a:r>
              <a:rPr lang="en-US" altLang="zh-CN" sz="2400" b="1" dirty="0"/>
              <a:t>) &amp;&amp; </a:t>
            </a:r>
            <a:r>
              <a:rPr lang="en-US" altLang="zh-CN" sz="2400" b="1" dirty="0" err="1"/>
              <a:t>sequiv</a:t>
            </a:r>
            <a:r>
              <a:rPr lang="en-US" altLang="zh-CN" sz="2400" b="1" dirty="0"/>
              <a:t>(</a:t>
            </a:r>
            <a:r>
              <a:rPr lang="en-US" altLang="zh-CN" sz="2400" b="1" i="1" dirty="0"/>
              <a:t>s</a:t>
            </a:r>
            <a:r>
              <a:rPr lang="en-US" altLang="zh-CN" sz="2400" b="1" baseline="-30000" dirty="0"/>
              <a:t>2</a:t>
            </a:r>
            <a:r>
              <a:rPr lang="en-US" altLang="zh-CN" sz="2400" b="1" dirty="0"/>
              <a:t>, </a:t>
            </a:r>
            <a:r>
              <a:rPr lang="en-US" altLang="zh-CN" sz="2400" b="1" i="1" dirty="0"/>
              <a:t>t</a:t>
            </a:r>
            <a:r>
              <a:rPr lang="en-US" altLang="zh-CN" sz="2400" b="1" baseline="-30000" dirty="0"/>
              <a:t>2</a:t>
            </a:r>
            <a:r>
              <a:rPr lang="en-US" altLang="zh-CN" sz="2400" b="1" dirty="0"/>
              <a:t>);</a:t>
            </a:r>
          </a:p>
          <a:p>
            <a:pPr algn="just" eaLnBrk="1" hangingPunct="1">
              <a:lnSpc>
                <a:spcPct val="110000"/>
              </a:lnSpc>
              <a:spcBef>
                <a:spcPct val="11000"/>
              </a:spcBef>
              <a:buFont typeface="Wingdings" panose="05000000000000000000" pitchFamily="2" charset="2"/>
              <a:buNone/>
            </a:pPr>
            <a:r>
              <a:rPr lang="en-US" altLang="zh-CN" sz="2400" b="1" dirty="0"/>
              <a:t>    else if (</a:t>
            </a:r>
            <a:r>
              <a:rPr lang="en-US" altLang="zh-CN" sz="2400" b="1" i="1" dirty="0"/>
              <a:t>s</a:t>
            </a:r>
            <a:r>
              <a:rPr lang="en-US" altLang="zh-CN" sz="2400" b="1" dirty="0"/>
              <a:t> == </a:t>
            </a:r>
            <a:r>
              <a:rPr lang="en-US" altLang="zh-CN" sz="2400" b="1" i="1" dirty="0"/>
              <a:t>pointer</a:t>
            </a:r>
            <a:r>
              <a:rPr lang="en-US" altLang="zh-CN" sz="2400" b="1" dirty="0"/>
              <a:t> (</a:t>
            </a:r>
            <a:r>
              <a:rPr lang="en-US" altLang="zh-CN" sz="2400" b="1" i="1" dirty="0"/>
              <a:t>s</a:t>
            </a:r>
            <a:r>
              <a:rPr lang="en-US" altLang="zh-CN" sz="2400" b="1" baseline="-30000" dirty="0"/>
              <a:t>1</a:t>
            </a:r>
            <a:r>
              <a:rPr lang="en-US" altLang="zh-CN" sz="2400" b="1" dirty="0"/>
              <a:t>) &amp;&amp; </a:t>
            </a:r>
            <a:r>
              <a:rPr lang="en-US" altLang="zh-CN" sz="2400" b="1" i="1" dirty="0"/>
              <a:t>t</a:t>
            </a:r>
            <a:r>
              <a:rPr lang="en-US" altLang="zh-CN" sz="2400" b="1" dirty="0"/>
              <a:t> == </a:t>
            </a:r>
            <a:r>
              <a:rPr lang="en-US" altLang="zh-CN" sz="2400" b="1" i="1" dirty="0"/>
              <a:t>pointer</a:t>
            </a:r>
            <a:r>
              <a:rPr lang="en-US" altLang="zh-CN" sz="2400" b="1" dirty="0"/>
              <a:t>(</a:t>
            </a:r>
            <a:r>
              <a:rPr lang="en-US" altLang="zh-CN" sz="2400" b="1" i="1" dirty="0"/>
              <a:t>t</a:t>
            </a:r>
            <a:r>
              <a:rPr lang="en-US" altLang="zh-CN" sz="2400" b="1" baseline="-30000" dirty="0"/>
              <a:t>1</a:t>
            </a:r>
            <a:r>
              <a:rPr lang="en-US" altLang="zh-CN" sz="2400" b="1" dirty="0"/>
              <a:t>)) </a:t>
            </a:r>
          </a:p>
          <a:p>
            <a:pPr algn="just" eaLnBrk="1" hangingPunct="1">
              <a:lnSpc>
                <a:spcPct val="110000"/>
              </a:lnSpc>
              <a:spcBef>
                <a:spcPct val="11000"/>
              </a:spcBef>
              <a:buFont typeface="Wingdings" panose="05000000000000000000" pitchFamily="2" charset="2"/>
              <a:buNone/>
            </a:pPr>
            <a:r>
              <a:rPr lang="en-US" altLang="zh-CN" sz="2400" b="1" dirty="0"/>
              <a:t>        return </a:t>
            </a:r>
            <a:r>
              <a:rPr lang="en-US" altLang="zh-CN" sz="2400" b="1" dirty="0" err="1"/>
              <a:t>sequiv</a:t>
            </a:r>
            <a:r>
              <a:rPr lang="en-US" altLang="zh-CN" sz="2400" b="1" dirty="0"/>
              <a:t>(</a:t>
            </a:r>
            <a:r>
              <a:rPr lang="en-US" altLang="zh-CN" sz="2400" b="1" i="1" dirty="0"/>
              <a:t>s</a:t>
            </a:r>
            <a:r>
              <a:rPr lang="en-US" altLang="zh-CN" sz="2400" b="1" baseline="-30000" dirty="0"/>
              <a:t>1</a:t>
            </a:r>
            <a:r>
              <a:rPr lang="en-US" altLang="zh-CN" sz="2400" b="1" dirty="0"/>
              <a:t>, </a:t>
            </a:r>
            <a:r>
              <a:rPr lang="en-US" altLang="zh-CN" sz="2400" b="1" i="1" dirty="0"/>
              <a:t>t</a:t>
            </a:r>
            <a:r>
              <a:rPr lang="en-US" altLang="zh-CN" sz="2400" b="1" baseline="-30000" dirty="0"/>
              <a:t>1</a:t>
            </a:r>
            <a:r>
              <a:rPr lang="en-US" altLang="zh-CN" sz="2400" b="1" dirty="0"/>
              <a:t>);</a:t>
            </a:r>
          </a:p>
          <a:p>
            <a:pPr algn="just" eaLnBrk="1" hangingPunct="1">
              <a:lnSpc>
                <a:spcPct val="110000"/>
              </a:lnSpc>
              <a:spcBef>
                <a:spcPct val="11000"/>
              </a:spcBef>
              <a:buFont typeface="Wingdings" panose="05000000000000000000" pitchFamily="2" charset="2"/>
              <a:buNone/>
            </a:pPr>
            <a:r>
              <a:rPr lang="en-US" altLang="zh-CN" sz="2400" b="1" dirty="0"/>
              <a:t>    else if (s == </a:t>
            </a:r>
            <a:r>
              <a:rPr lang="en-US" altLang="zh-CN" sz="2400" b="1" i="1" dirty="0"/>
              <a:t>s</a:t>
            </a:r>
            <a:r>
              <a:rPr lang="en-US" altLang="zh-CN" sz="2400" b="1" baseline="-30000" dirty="0"/>
              <a:t>1 </a:t>
            </a:r>
            <a:r>
              <a:rPr lang="en-US" altLang="zh-CN" sz="2400" b="1" dirty="0">
                <a:sym typeface="Symbol" panose="05050102010706020507" pitchFamily="18" charset="2"/>
              </a:rPr>
              <a:t></a:t>
            </a:r>
            <a:r>
              <a:rPr lang="en-US" altLang="zh-CN" sz="2400" b="1" dirty="0"/>
              <a:t> </a:t>
            </a:r>
            <a:r>
              <a:rPr lang="en-US" altLang="zh-CN" sz="2400" b="1" i="1" dirty="0"/>
              <a:t>s</a:t>
            </a:r>
            <a:r>
              <a:rPr lang="en-US" altLang="zh-CN" sz="2400" b="1" baseline="-30000" dirty="0"/>
              <a:t>2</a:t>
            </a:r>
            <a:r>
              <a:rPr lang="en-US" altLang="zh-CN" sz="2400" b="1" dirty="0"/>
              <a:t> and t == </a:t>
            </a:r>
            <a:r>
              <a:rPr lang="en-US" altLang="zh-CN" sz="2400" b="1" i="1" dirty="0"/>
              <a:t>t</a:t>
            </a:r>
            <a:r>
              <a:rPr lang="en-US" altLang="zh-CN" sz="2400" b="1" baseline="-30000" dirty="0"/>
              <a:t>1 </a:t>
            </a:r>
            <a:r>
              <a:rPr lang="en-US" altLang="zh-CN" sz="2400" b="1" dirty="0">
                <a:sym typeface="Symbol" panose="05050102010706020507" pitchFamily="18" charset="2"/>
              </a:rPr>
              <a:t></a:t>
            </a:r>
            <a:r>
              <a:rPr lang="en-US" altLang="zh-CN" sz="2400" b="1" dirty="0"/>
              <a:t> </a:t>
            </a:r>
            <a:r>
              <a:rPr lang="en-US" altLang="zh-CN" sz="2400" b="1" i="1" dirty="0"/>
              <a:t>t</a:t>
            </a:r>
            <a:r>
              <a:rPr lang="en-US" altLang="zh-CN" sz="2400" b="1" baseline="-30000" dirty="0"/>
              <a:t>2</a:t>
            </a:r>
            <a:r>
              <a:rPr lang="en-US" altLang="zh-CN" sz="2400" b="1" dirty="0"/>
              <a:t> )</a:t>
            </a:r>
          </a:p>
          <a:p>
            <a:pPr algn="just" eaLnBrk="1" hangingPunct="1">
              <a:lnSpc>
                <a:spcPct val="110000"/>
              </a:lnSpc>
              <a:spcBef>
                <a:spcPct val="11000"/>
              </a:spcBef>
              <a:buFont typeface="Wingdings" panose="05000000000000000000" pitchFamily="2" charset="2"/>
              <a:buNone/>
            </a:pPr>
            <a:r>
              <a:rPr lang="en-US" altLang="zh-CN" sz="2400" b="1" dirty="0"/>
              <a:t>	  return </a:t>
            </a:r>
            <a:r>
              <a:rPr lang="en-US" altLang="zh-CN" sz="2400" b="1" dirty="0" err="1"/>
              <a:t>sequiv</a:t>
            </a:r>
            <a:r>
              <a:rPr lang="en-US" altLang="zh-CN" sz="2400" b="1" dirty="0"/>
              <a:t>(</a:t>
            </a:r>
            <a:r>
              <a:rPr lang="en-US" altLang="zh-CN" sz="2400" b="1" i="1" dirty="0"/>
              <a:t>s</a:t>
            </a:r>
            <a:r>
              <a:rPr lang="en-US" altLang="zh-CN" sz="2400" b="1" baseline="-30000" dirty="0"/>
              <a:t>1</a:t>
            </a:r>
            <a:r>
              <a:rPr lang="en-US" altLang="zh-CN" sz="2400" b="1" dirty="0"/>
              <a:t>, </a:t>
            </a:r>
            <a:r>
              <a:rPr lang="en-US" altLang="zh-CN" sz="2400" b="1" i="1" dirty="0"/>
              <a:t>t</a:t>
            </a:r>
            <a:r>
              <a:rPr lang="en-US" altLang="zh-CN" sz="2400" b="1" baseline="-30000" dirty="0"/>
              <a:t>1</a:t>
            </a:r>
            <a:r>
              <a:rPr lang="en-US" altLang="zh-CN" sz="2400" b="1" dirty="0"/>
              <a:t>) &amp;&amp; </a:t>
            </a:r>
            <a:r>
              <a:rPr lang="en-US" altLang="zh-CN" sz="2400" b="1" dirty="0" err="1"/>
              <a:t>sequiv</a:t>
            </a:r>
            <a:r>
              <a:rPr lang="en-US" altLang="zh-CN" sz="2400" b="1" dirty="0"/>
              <a:t>(</a:t>
            </a:r>
            <a:r>
              <a:rPr lang="en-US" altLang="zh-CN" sz="2400" b="1" i="1" dirty="0"/>
              <a:t>s</a:t>
            </a:r>
            <a:r>
              <a:rPr lang="en-US" altLang="zh-CN" sz="2400" b="1" baseline="-30000" dirty="0"/>
              <a:t>2</a:t>
            </a:r>
            <a:r>
              <a:rPr lang="en-US" altLang="zh-CN" sz="2400" b="1" dirty="0"/>
              <a:t>, </a:t>
            </a:r>
            <a:r>
              <a:rPr lang="en-US" altLang="zh-CN" sz="2400" b="1" i="1" dirty="0"/>
              <a:t>t</a:t>
            </a:r>
            <a:r>
              <a:rPr lang="en-US" altLang="zh-CN" sz="2400" b="1" baseline="-30000" dirty="0"/>
              <a:t>2</a:t>
            </a:r>
            <a:r>
              <a:rPr lang="en-US" altLang="zh-CN" sz="2400" b="1" dirty="0"/>
              <a:t>);</a:t>
            </a:r>
          </a:p>
          <a:p>
            <a:pPr algn="just" eaLnBrk="1" hangingPunct="1">
              <a:lnSpc>
                <a:spcPct val="110000"/>
              </a:lnSpc>
              <a:spcBef>
                <a:spcPct val="11000"/>
              </a:spcBef>
              <a:buFont typeface="Wingdings" panose="05000000000000000000" pitchFamily="2" charset="2"/>
              <a:buNone/>
            </a:pPr>
            <a:r>
              <a:rPr lang="en-US" altLang="zh-CN" sz="2400" b="1" dirty="0"/>
              <a:t>    else return false;</a:t>
            </a:r>
          </a:p>
          <a:p>
            <a:pPr eaLnBrk="1" hangingPunct="1">
              <a:lnSpc>
                <a:spcPct val="110000"/>
              </a:lnSpc>
              <a:buFont typeface="Wingdings" panose="05000000000000000000" pitchFamily="2" charset="2"/>
              <a:buNone/>
            </a:pPr>
            <a:r>
              <a:rPr lang="en-US" altLang="zh-CN" sz="2400" b="1" dirty="0"/>
              <a:t>}</a:t>
            </a:r>
          </a:p>
        </p:txBody>
      </p:sp>
      <p:sp>
        <p:nvSpPr>
          <p:cNvPr id="2" name="日期占位符 1">
            <a:extLst>
              <a:ext uri="{FF2B5EF4-FFF2-40B4-BE49-F238E27FC236}">
                <a16:creationId xmlns:a16="http://schemas.microsoft.com/office/drawing/2014/main" id="{0A47D4AA-B646-2918-E074-AC2F75459BC5}"/>
              </a:ext>
            </a:extLst>
          </p:cNvPr>
          <p:cNvSpPr>
            <a:spLocks noGrp="1"/>
          </p:cNvSpPr>
          <p:nvPr>
            <p:ph type="dt" sz="half" idx="10"/>
          </p:nvPr>
        </p:nvSpPr>
        <p:spPr/>
        <p:txBody>
          <a:bodyPr/>
          <a:lstStyle/>
          <a:p>
            <a:fld id="{CABC4246-929E-4BDC-9FCE-63D3F86035BB}"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C29C0C77-CA41-1611-BDDD-5D27F734BE3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801EF541-09CC-17AD-D22B-CB79BE19E33D}"/>
              </a:ext>
            </a:extLst>
          </p:cNvPr>
          <p:cNvSpPr>
            <a:spLocks noGrp="1"/>
          </p:cNvSpPr>
          <p:nvPr>
            <p:ph type="sldNum" sz="quarter" idx="12"/>
          </p:nvPr>
        </p:nvSpPr>
        <p:spPr/>
        <p:txBody>
          <a:bodyPr/>
          <a:lstStyle/>
          <a:p>
            <a:fld id="{094DEB03-EFC6-4C20-8FC8-295189A5386F}" type="slidenum">
              <a:rPr lang="zh-CN" altLang="en-US" smtClean="0"/>
              <a:pPr/>
              <a:t>36</a:t>
            </a:fld>
            <a:endParaRPr lang="zh-CN" altLang="en-US"/>
          </a:p>
        </p:txBody>
      </p:sp>
      <p:sp>
        <p:nvSpPr>
          <p:cNvPr id="37892" name="TextBox 3">
            <a:extLst>
              <a:ext uri="{FF2B5EF4-FFF2-40B4-BE49-F238E27FC236}">
                <a16:creationId xmlns:a16="http://schemas.microsoft.com/office/drawing/2014/main" id="{76C4843A-EE0E-4CF8-8D48-1797C6899C50}"/>
              </a:ext>
            </a:extLst>
          </p:cNvPr>
          <p:cNvSpPr txBox="1">
            <a:spLocks noChangeArrowheads="1"/>
          </p:cNvSpPr>
          <p:nvPr/>
        </p:nvSpPr>
        <p:spPr bwMode="auto">
          <a:xfrm>
            <a:off x="7391400" y="4191000"/>
            <a:ext cx="1627188"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r>
              <a:rPr lang="zh-CN" altLang="en-US" sz="2800" b="0" dirty="0">
                <a:solidFill>
                  <a:srgbClr val="C00000"/>
                </a:solidFill>
              </a:rPr>
              <a:t>数组的界</a:t>
            </a:r>
            <a:endParaRPr lang="en-US" altLang="zh-CN" sz="2800" b="0" dirty="0">
              <a:solidFill>
                <a:srgbClr val="C00000"/>
              </a:solidFill>
            </a:endParaRPr>
          </a:p>
          <a:p>
            <a:pPr algn="just" eaLnBrk="1" hangingPunct="1">
              <a:buFont typeface="Wingdings" panose="05000000000000000000" pitchFamily="2" charset="2"/>
              <a:buNone/>
            </a:pPr>
            <a:r>
              <a:rPr lang="zh-CN" altLang="en-US" sz="2800" b="0" dirty="0">
                <a:solidFill>
                  <a:srgbClr val="C00000"/>
                </a:solidFill>
              </a:rPr>
              <a:t>被忽略</a:t>
            </a:r>
          </a:p>
        </p:txBody>
      </p:sp>
      <p:cxnSp>
        <p:nvCxnSpPr>
          <p:cNvPr id="6" name="直接箭头连接符 5">
            <a:extLst>
              <a:ext uri="{FF2B5EF4-FFF2-40B4-BE49-F238E27FC236}">
                <a16:creationId xmlns:a16="http://schemas.microsoft.com/office/drawing/2014/main" id="{DC36F037-94D9-424C-8531-4E79C6764CBA}"/>
              </a:ext>
            </a:extLst>
          </p:cNvPr>
          <p:cNvCxnSpPr>
            <a:cxnSpLocks/>
            <a:stCxn id="37892" idx="1"/>
          </p:cNvCxnSpPr>
          <p:nvPr/>
        </p:nvCxnSpPr>
        <p:spPr bwMode="auto">
          <a:xfrm flipH="1" flipV="1">
            <a:off x="4229100" y="3517900"/>
            <a:ext cx="3162300" cy="1193007"/>
          </a:xfrm>
          <a:prstGeom prst="straightConnector1">
            <a:avLst/>
          </a:prstGeom>
          <a:ln w="28575">
            <a:solidFill>
              <a:srgbClr val="C00000"/>
            </a:solidFill>
            <a:headEnd type="none" w="med" len="med"/>
            <a:tailEnd type="arrow"/>
          </a:ln>
        </p:spPr>
        <p:style>
          <a:lnRef idx="1">
            <a:schemeClr val="dk1"/>
          </a:lnRef>
          <a:fillRef idx="0">
            <a:schemeClr val="dk1"/>
          </a:fillRef>
          <a:effectRef idx="0">
            <a:schemeClr val="dk1"/>
          </a:effectRef>
          <a:fontRef idx="minor">
            <a:schemeClr val="tx1"/>
          </a:fontRef>
        </p:style>
      </p:cxnSp>
      <p:grpSp>
        <p:nvGrpSpPr>
          <p:cNvPr id="5" name="组合 4">
            <a:extLst>
              <a:ext uri="{FF2B5EF4-FFF2-40B4-BE49-F238E27FC236}">
                <a16:creationId xmlns:a16="http://schemas.microsoft.com/office/drawing/2014/main" id="{BC4768F0-9DDA-2243-D859-5352D1E27BC2}"/>
              </a:ext>
            </a:extLst>
          </p:cNvPr>
          <p:cNvGrpSpPr/>
          <p:nvPr/>
        </p:nvGrpSpPr>
        <p:grpSpPr>
          <a:xfrm>
            <a:off x="8239189" y="323996"/>
            <a:ext cx="797895" cy="933304"/>
            <a:chOff x="3886580" y="847497"/>
            <a:chExt cx="4416280" cy="5165754"/>
          </a:xfrm>
        </p:grpSpPr>
        <p:sp>
          <p:nvSpPr>
            <p:cNvPr id="7" name="任意多边形: 形状 6">
              <a:extLst>
                <a:ext uri="{FF2B5EF4-FFF2-40B4-BE49-F238E27FC236}">
                  <a16:creationId xmlns:a16="http://schemas.microsoft.com/office/drawing/2014/main" id="{05B2EB39-6BD7-4E34-3362-140A59315E08}"/>
                </a:ext>
              </a:extLst>
            </p:cNvPr>
            <p:cNvSpPr/>
            <p:nvPr/>
          </p:nvSpPr>
          <p:spPr>
            <a:xfrm>
              <a:off x="3886580" y="1439608"/>
              <a:ext cx="4046882" cy="4573643"/>
            </a:xfrm>
            <a:custGeom>
              <a:avLst/>
              <a:gdLst>
                <a:gd name="connsiteX0" fmla="*/ 4037552 w 4046882"/>
                <a:gd name="connsiteY0" fmla="*/ 4388107 h 4573643"/>
                <a:gd name="connsiteX1" fmla="*/ -1048 w 4046882"/>
                <a:gd name="connsiteY1" fmla="*/ 4466592 h 4573643"/>
                <a:gd name="connsiteX2" fmla="*/ 362997 w 4046882"/>
                <a:gd name="connsiteY2" fmla="*/ -61 h 4573643"/>
                <a:gd name="connsiteX3" fmla="*/ 3770566 w 4046882"/>
                <a:gd name="connsiteY3" fmla="*/ 184629 h 4573643"/>
                <a:gd name="connsiteX4" fmla="*/ 4037552 w 4046882"/>
                <a:gd name="connsiteY4" fmla="*/ 4388107 h 457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882" h="4573643">
                  <a:moveTo>
                    <a:pt x="4037552" y="4388107"/>
                  </a:moveTo>
                  <a:cubicBezTo>
                    <a:pt x="2836355" y="4647758"/>
                    <a:pt x="1278826" y="4596418"/>
                    <a:pt x="-1048" y="4466592"/>
                  </a:cubicBezTo>
                  <a:cubicBezTo>
                    <a:pt x="120205" y="2977711"/>
                    <a:pt x="241554" y="1488820"/>
                    <a:pt x="362997" y="-61"/>
                  </a:cubicBezTo>
                  <a:lnTo>
                    <a:pt x="3770566" y="184629"/>
                  </a:lnTo>
                  <a:cubicBezTo>
                    <a:pt x="3822287" y="1224378"/>
                    <a:pt x="4096607" y="3668874"/>
                    <a:pt x="4037552" y="4388107"/>
                  </a:cubicBezTo>
                  <a:close/>
                </a:path>
              </a:pathLst>
            </a:custGeom>
            <a:solidFill>
              <a:srgbClr val="CCCCCC"/>
            </a:solidFill>
            <a:ln w="9525" cap="flat">
              <a:noFill/>
              <a:prstDash val="solid"/>
              <a:miter/>
            </a:ln>
          </p:spPr>
          <p:txBody>
            <a:bodyPr rtlCol="0" anchor="ctr"/>
            <a:lstStyle/>
            <a:p>
              <a:endParaRPr lang="zh-CN" altLang="en-US"/>
            </a:p>
          </p:txBody>
        </p:sp>
        <p:sp>
          <p:nvSpPr>
            <p:cNvPr id="8" name="任意多边形: 形状 7">
              <a:extLst>
                <a:ext uri="{FF2B5EF4-FFF2-40B4-BE49-F238E27FC236}">
                  <a16:creationId xmlns:a16="http://schemas.microsoft.com/office/drawing/2014/main" id="{4F331B07-0133-1748-5FB4-25A19B4A7C85}"/>
                </a:ext>
              </a:extLst>
            </p:cNvPr>
            <p:cNvSpPr/>
            <p:nvPr/>
          </p:nvSpPr>
          <p:spPr>
            <a:xfrm>
              <a:off x="4054888" y="1158049"/>
              <a:ext cx="4046982" cy="4573558"/>
            </a:xfrm>
            <a:custGeom>
              <a:avLst/>
              <a:gdLst>
                <a:gd name="connsiteX0" fmla="*/ 4037552 w 4046982"/>
                <a:gd name="connsiteY0" fmla="*/ 4388107 h 4573558"/>
                <a:gd name="connsiteX1" fmla="*/ -1048 w 4046982"/>
                <a:gd name="connsiteY1" fmla="*/ 4466497 h 4573558"/>
                <a:gd name="connsiteX2" fmla="*/ 363093 w 4046982"/>
                <a:gd name="connsiteY2" fmla="*/ -61 h 4573558"/>
                <a:gd name="connsiteX3" fmla="*/ 3770661 w 4046982"/>
                <a:gd name="connsiteY3" fmla="*/ 184533 h 4573558"/>
                <a:gd name="connsiteX4" fmla="*/ 4037552 w 4046982"/>
                <a:gd name="connsiteY4" fmla="*/ 4388107 h 4573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982" h="4573558">
                  <a:moveTo>
                    <a:pt x="4037552" y="4388107"/>
                  </a:moveTo>
                  <a:cubicBezTo>
                    <a:pt x="2836355" y="4647663"/>
                    <a:pt x="1278826" y="4596323"/>
                    <a:pt x="-1048" y="4466497"/>
                  </a:cubicBezTo>
                  <a:cubicBezTo>
                    <a:pt x="120300" y="2977673"/>
                    <a:pt x="241649" y="1488820"/>
                    <a:pt x="363093" y="-61"/>
                  </a:cubicBezTo>
                  <a:lnTo>
                    <a:pt x="3770661" y="184533"/>
                  </a:lnTo>
                  <a:cubicBezTo>
                    <a:pt x="3822668" y="1224663"/>
                    <a:pt x="4096988" y="3669540"/>
                    <a:pt x="4037552" y="4388107"/>
                  </a:cubicBezTo>
                  <a:close/>
                </a:path>
              </a:pathLst>
            </a:custGeom>
            <a:solidFill>
              <a:srgbClr val="FEEDE6"/>
            </a:solidFill>
            <a:ln w="9525" cap="flat">
              <a:noFill/>
              <a:prstDash val="solid"/>
              <a:miter/>
            </a:ln>
          </p:spPr>
          <p:txBody>
            <a:bodyPr rtlCol="0" anchor="ctr"/>
            <a:lstStyle/>
            <a:p>
              <a:endParaRPr lang="zh-CN" altLang="en-US"/>
            </a:p>
          </p:txBody>
        </p:sp>
        <p:sp>
          <p:nvSpPr>
            <p:cNvPr id="9" name="任意多边形: 形状 8">
              <a:extLst>
                <a:ext uri="{FF2B5EF4-FFF2-40B4-BE49-F238E27FC236}">
                  <a16:creationId xmlns:a16="http://schemas.microsoft.com/office/drawing/2014/main" id="{1EE5E438-0191-227F-8563-493C53648B76}"/>
                </a:ext>
              </a:extLst>
            </p:cNvPr>
            <p:cNvSpPr/>
            <p:nvPr/>
          </p:nvSpPr>
          <p:spPr>
            <a:xfrm>
              <a:off x="4031375" y="1134474"/>
              <a:ext cx="4093714" cy="4620816"/>
            </a:xfrm>
            <a:custGeom>
              <a:avLst/>
              <a:gdLst>
                <a:gd name="connsiteX0" fmla="*/ 1998330 w 4093714"/>
                <a:gd name="connsiteY0" fmla="*/ 4620755 h 4620816"/>
                <a:gd name="connsiteX1" fmla="*/ 20083 w 4093714"/>
                <a:gd name="connsiteY1" fmla="*/ 4513504 h 4620816"/>
                <a:gd name="connsiteX2" fmla="*/ -968 w 4093714"/>
                <a:gd name="connsiteY2" fmla="*/ 4488167 h 4620816"/>
                <a:gd name="connsiteX3" fmla="*/ 363173 w 4093714"/>
                <a:gd name="connsiteY3" fmla="*/ 21609 h 4620816"/>
                <a:gd name="connsiteX4" fmla="*/ 387843 w 4093714"/>
                <a:gd name="connsiteY4" fmla="*/ -13 h 4620816"/>
                <a:gd name="connsiteX5" fmla="*/ 3795412 w 4093714"/>
                <a:gd name="connsiteY5" fmla="*/ 184582 h 4620816"/>
                <a:gd name="connsiteX6" fmla="*/ 3817700 w 4093714"/>
                <a:gd name="connsiteY6" fmla="*/ 206965 h 4620816"/>
                <a:gd name="connsiteX7" fmla="*/ 3932000 w 4093714"/>
                <a:gd name="connsiteY7" fmla="*/ 1703248 h 4620816"/>
                <a:gd name="connsiteX8" fmla="*/ 4084400 w 4093714"/>
                <a:gd name="connsiteY8" fmla="*/ 4413587 h 4620816"/>
                <a:gd name="connsiteX9" fmla="*/ 4065922 w 4093714"/>
                <a:gd name="connsiteY9" fmla="*/ 4434636 h 4620816"/>
                <a:gd name="connsiteX10" fmla="*/ 1998330 w 4093714"/>
                <a:gd name="connsiteY10" fmla="*/ 4620755 h 4620816"/>
                <a:gd name="connsiteX11" fmla="*/ 47800 w 4093714"/>
                <a:gd name="connsiteY11" fmla="*/ 4468927 h 4620816"/>
                <a:gd name="connsiteX12" fmla="*/ 4038775 w 4093714"/>
                <a:gd name="connsiteY12" fmla="*/ 4392727 h 4620816"/>
                <a:gd name="connsiteX13" fmla="*/ 3884947 w 4093714"/>
                <a:gd name="connsiteY13" fmla="*/ 1707629 h 4620816"/>
                <a:gd name="connsiteX14" fmla="*/ 3771504 w 4093714"/>
                <a:gd name="connsiteY14" fmla="*/ 231254 h 4620816"/>
                <a:gd name="connsiteX15" fmla="*/ 408227 w 4093714"/>
                <a:gd name="connsiteY15" fmla="*/ 48184 h 4620816"/>
                <a:gd name="connsiteX16" fmla="*/ 4061065 w 4093714"/>
                <a:gd name="connsiteY16" fmla="*/ 4411777 h 4620816"/>
                <a:gd name="connsiteX17" fmla="*/ 4061065 w 4093714"/>
                <a:gd name="connsiteY17" fmla="*/ 4411777 h 4620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93714" h="4620816">
                  <a:moveTo>
                    <a:pt x="1998330" y="4620755"/>
                  </a:moveTo>
                  <a:cubicBezTo>
                    <a:pt x="1287289" y="4620755"/>
                    <a:pt x="592726" y="4571606"/>
                    <a:pt x="20083" y="4513504"/>
                  </a:cubicBezTo>
                  <a:cubicBezTo>
                    <a:pt x="7319" y="4512199"/>
                    <a:pt x="-2015" y="4500931"/>
                    <a:pt x="-968" y="4488167"/>
                  </a:cubicBezTo>
                  <a:lnTo>
                    <a:pt x="363173" y="21609"/>
                  </a:lnTo>
                  <a:cubicBezTo>
                    <a:pt x="364031" y="8838"/>
                    <a:pt x="375079" y="-829"/>
                    <a:pt x="387843" y="-13"/>
                  </a:cubicBezTo>
                  <a:lnTo>
                    <a:pt x="3795412" y="184582"/>
                  </a:lnTo>
                  <a:cubicBezTo>
                    <a:pt x="3807414" y="185286"/>
                    <a:pt x="3817034" y="194926"/>
                    <a:pt x="3817700" y="206965"/>
                  </a:cubicBezTo>
                  <a:cubicBezTo>
                    <a:pt x="3836084" y="575488"/>
                    <a:pt x="3882756" y="1123270"/>
                    <a:pt x="3932000" y="1703248"/>
                  </a:cubicBezTo>
                  <a:cubicBezTo>
                    <a:pt x="4021536" y="2755284"/>
                    <a:pt x="4122500" y="3947719"/>
                    <a:pt x="4084400" y="4413587"/>
                  </a:cubicBezTo>
                  <a:cubicBezTo>
                    <a:pt x="4083544" y="4423902"/>
                    <a:pt x="4076018" y="4432446"/>
                    <a:pt x="4065922" y="4434636"/>
                  </a:cubicBezTo>
                  <a:cubicBezTo>
                    <a:pt x="3430509" y="4571987"/>
                    <a:pt x="2706323" y="4620755"/>
                    <a:pt x="1998330" y="4620755"/>
                  </a:cubicBezTo>
                  <a:close/>
                  <a:moveTo>
                    <a:pt x="47800" y="4468927"/>
                  </a:moveTo>
                  <a:cubicBezTo>
                    <a:pt x="1180704" y="4583227"/>
                    <a:pt x="2782238" y="4659998"/>
                    <a:pt x="4038775" y="4392727"/>
                  </a:cubicBezTo>
                  <a:cubicBezTo>
                    <a:pt x="4073160" y="3918858"/>
                    <a:pt x="3973243" y="2744902"/>
                    <a:pt x="3884947" y="1707629"/>
                  </a:cubicBezTo>
                  <a:cubicBezTo>
                    <a:pt x="3836560" y="1138225"/>
                    <a:pt x="3790745" y="599776"/>
                    <a:pt x="3771504" y="231254"/>
                  </a:cubicBezTo>
                  <a:lnTo>
                    <a:pt x="408227" y="48184"/>
                  </a:lnTo>
                  <a:close/>
                  <a:moveTo>
                    <a:pt x="4061065" y="4411777"/>
                  </a:moveTo>
                  <a:lnTo>
                    <a:pt x="4061065" y="4411777"/>
                  </a:lnTo>
                  <a:close/>
                </a:path>
              </a:pathLst>
            </a:custGeom>
            <a:solidFill>
              <a:srgbClr val="454E5F"/>
            </a:solidFill>
            <a:ln w="9525" cap="flat">
              <a:noFill/>
              <a:prstDash val="solid"/>
              <a:miter/>
            </a:ln>
          </p:spPr>
          <p:txBody>
            <a:bodyPr rtlCol="0" anchor="ctr"/>
            <a:lstStyle/>
            <a:p>
              <a:endParaRPr lang="zh-CN" altLang="en-US"/>
            </a:p>
          </p:txBody>
        </p:sp>
        <p:sp>
          <p:nvSpPr>
            <p:cNvPr id="10" name="任意多边形: 形状 9">
              <a:extLst>
                <a:ext uri="{FF2B5EF4-FFF2-40B4-BE49-F238E27FC236}">
                  <a16:creationId xmlns:a16="http://schemas.microsoft.com/office/drawing/2014/main" id="{47F019E6-E814-9663-EF75-8BE1AA788115}"/>
                </a:ext>
              </a:extLst>
            </p:cNvPr>
            <p:cNvSpPr/>
            <p:nvPr/>
          </p:nvSpPr>
          <p:spPr>
            <a:xfrm>
              <a:off x="4246340" y="1138332"/>
              <a:ext cx="4033378" cy="4474152"/>
            </a:xfrm>
            <a:custGeom>
              <a:avLst/>
              <a:gdLst>
                <a:gd name="connsiteX0" fmla="*/ 4030694 w 4033378"/>
                <a:gd name="connsiteY0" fmla="*/ 4188939 h 4474152"/>
                <a:gd name="connsiteX1" fmla="*/ -1048 w 4033378"/>
                <a:gd name="connsiteY1" fmla="*/ 4436589 h 4474152"/>
                <a:gd name="connsiteX2" fmla="*/ 176308 w 4033378"/>
                <a:gd name="connsiteY2" fmla="*/ -61 h 4474152"/>
                <a:gd name="connsiteX3" fmla="*/ 3588544 w 4033378"/>
                <a:gd name="connsiteY3" fmla="*/ 39468 h 4474152"/>
                <a:gd name="connsiteX4" fmla="*/ 4030694 w 4033378"/>
                <a:gd name="connsiteY4" fmla="*/ 4188939 h 447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3378" h="4474152">
                  <a:moveTo>
                    <a:pt x="4030694" y="4188939"/>
                  </a:moveTo>
                  <a:cubicBezTo>
                    <a:pt x="2841308" y="4496406"/>
                    <a:pt x="1283112" y="4511075"/>
                    <a:pt x="-1048" y="4436589"/>
                  </a:cubicBezTo>
                  <a:cubicBezTo>
                    <a:pt x="58102" y="2957737"/>
                    <a:pt x="117252" y="1478857"/>
                    <a:pt x="176308" y="-61"/>
                  </a:cubicBezTo>
                  <a:lnTo>
                    <a:pt x="3588544" y="39468"/>
                  </a:lnTo>
                  <a:cubicBezTo>
                    <a:pt x="3683984" y="1066548"/>
                    <a:pt x="4060126" y="3474754"/>
                    <a:pt x="4030694" y="4188939"/>
                  </a:cubicBezTo>
                  <a:close/>
                </a:path>
              </a:pathLst>
            </a:custGeom>
            <a:solidFill>
              <a:srgbClr val="F9DE8D"/>
            </a:solidFill>
            <a:ln w="9525" cap="flat">
              <a:no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68B25B87-CD6D-0775-4489-C19EC1D68695}"/>
                </a:ext>
              </a:extLst>
            </p:cNvPr>
            <p:cNvSpPr/>
            <p:nvPr/>
          </p:nvSpPr>
          <p:spPr>
            <a:xfrm>
              <a:off x="4222892" y="1114329"/>
              <a:ext cx="4079968" cy="4521612"/>
            </a:xfrm>
            <a:custGeom>
              <a:avLst/>
              <a:gdLst>
                <a:gd name="connsiteX0" fmla="*/ 1275319 w 4079968"/>
                <a:gd name="connsiteY0" fmla="*/ 4521552 h 4521612"/>
                <a:gd name="connsiteX1" fmla="*/ 21066 w 4079968"/>
                <a:gd name="connsiteY1" fmla="*/ 4483452 h 4521612"/>
                <a:gd name="connsiteX2" fmla="*/ -1031 w 4079968"/>
                <a:gd name="connsiteY2" fmla="*/ 4459068 h 4521612"/>
                <a:gd name="connsiteX3" fmla="*/ 176324 w 4079968"/>
                <a:gd name="connsiteY3" fmla="*/ 22418 h 4521612"/>
                <a:gd name="connsiteX4" fmla="*/ 199755 w 4079968"/>
                <a:gd name="connsiteY4" fmla="*/ -61 h 4521612"/>
                <a:gd name="connsiteX5" fmla="*/ 199755 w 4079968"/>
                <a:gd name="connsiteY5" fmla="*/ -61 h 4521612"/>
                <a:gd name="connsiteX6" fmla="*/ 3611991 w 4079968"/>
                <a:gd name="connsiteY6" fmla="*/ 39468 h 4521612"/>
                <a:gd name="connsiteX7" fmla="*/ 3635042 w 4079968"/>
                <a:gd name="connsiteY7" fmla="*/ 60708 h 4521612"/>
                <a:gd name="connsiteX8" fmla="*/ 3811826 w 4079968"/>
                <a:gd name="connsiteY8" fmla="*/ 1537083 h 4521612"/>
                <a:gd name="connsiteX9" fmla="*/ 4077287 w 4079968"/>
                <a:gd name="connsiteY9" fmla="*/ 4213609 h 4521612"/>
                <a:gd name="connsiteX10" fmla="*/ 4059666 w 4079968"/>
                <a:gd name="connsiteY10" fmla="*/ 4235326 h 4521612"/>
                <a:gd name="connsiteX11" fmla="*/ 1275319 w 4079968"/>
                <a:gd name="connsiteY11" fmla="*/ 4521552 h 4521612"/>
                <a:gd name="connsiteX12" fmla="*/ 46594 w 4079968"/>
                <a:gd name="connsiteY12" fmla="*/ 4438208 h 4521612"/>
                <a:gd name="connsiteX13" fmla="*/ 4031187 w 4079968"/>
                <a:gd name="connsiteY13" fmla="*/ 4194559 h 4521612"/>
                <a:gd name="connsiteX14" fmla="*/ 3765439 w 4079968"/>
                <a:gd name="connsiteY14" fmla="*/ 1543370 h 4521612"/>
                <a:gd name="connsiteX15" fmla="*/ 3590465 w 4079968"/>
                <a:gd name="connsiteY15" fmla="*/ 86045 h 4521612"/>
                <a:gd name="connsiteX16" fmla="*/ 222139 w 4079968"/>
                <a:gd name="connsiteY16" fmla="*/ 47088 h 4521612"/>
                <a:gd name="connsiteX17" fmla="*/ 4053952 w 4079968"/>
                <a:gd name="connsiteY17" fmla="*/ 4212942 h 4521612"/>
                <a:gd name="connsiteX18" fmla="*/ 4053952 w 4079968"/>
                <a:gd name="connsiteY18" fmla="*/ 4212942 h 45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79968" h="4521612">
                  <a:moveTo>
                    <a:pt x="1275319" y="4521552"/>
                  </a:moveTo>
                  <a:cubicBezTo>
                    <a:pt x="825167" y="4521552"/>
                    <a:pt x="397113" y="4505645"/>
                    <a:pt x="21066" y="4483452"/>
                  </a:cubicBezTo>
                  <a:cubicBezTo>
                    <a:pt x="8303" y="4482680"/>
                    <a:pt x="-1508" y="4471851"/>
                    <a:pt x="-1031" y="4459068"/>
                  </a:cubicBezTo>
                  <a:lnTo>
                    <a:pt x="176324" y="22418"/>
                  </a:lnTo>
                  <a:cubicBezTo>
                    <a:pt x="176800" y="9851"/>
                    <a:pt x="187182" y="-72"/>
                    <a:pt x="199755" y="-61"/>
                  </a:cubicBezTo>
                  <a:lnTo>
                    <a:pt x="199755" y="-61"/>
                  </a:lnTo>
                  <a:lnTo>
                    <a:pt x="3611991" y="39468"/>
                  </a:lnTo>
                  <a:cubicBezTo>
                    <a:pt x="3623993" y="39566"/>
                    <a:pt x="3633993" y="48754"/>
                    <a:pt x="3635042" y="60708"/>
                  </a:cubicBezTo>
                  <a:cubicBezTo>
                    <a:pt x="3668855" y="424754"/>
                    <a:pt x="3738293" y="965107"/>
                    <a:pt x="3811826" y="1537083"/>
                  </a:cubicBezTo>
                  <a:cubicBezTo>
                    <a:pt x="3945176" y="2574737"/>
                    <a:pt x="4096337" y="3750789"/>
                    <a:pt x="4077287" y="4213609"/>
                  </a:cubicBezTo>
                  <a:cubicBezTo>
                    <a:pt x="4076812" y="4223934"/>
                    <a:pt x="4069668" y="4232744"/>
                    <a:pt x="4059666" y="4235326"/>
                  </a:cubicBezTo>
                  <a:cubicBezTo>
                    <a:pt x="3212512" y="4454687"/>
                    <a:pt x="2197719" y="4521552"/>
                    <a:pt x="1275319" y="4521552"/>
                  </a:cubicBezTo>
                  <a:close/>
                  <a:moveTo>
                    <a:pt x="46594" y="4438208"/>
                  </a:moveTo>
                  <a:cubicBezTo>
                    <a:pt x="1183212" y="4503359"/>
                    <a:pt x="2786554" y="4512503"/>
                    <a:pt x="4031187" y="4194559"/>
                  </a:cubicBezTo>
                  <a:cubicBezTo>
                    <a:pt x="4045665" y="3724024"/>
                    <a:pt x="3896884" y="2566355"/>
                    <a:pt x="3765439" y="1543370"/>
                  </a:cubicBezTo>
                  <a:cubicBezTo>
                    <a:pt x="3693240" y="981395"/>
                    <a:pt x="3625041" y="450757"/>
                    <a:pt x="3590465" y="86045"/>
                  </a:cubicBezTo>
                  <a:lnTo>
                    <a:pt x="222139" y="47088"/>
                  </a:lnTo>
                  <a:close/>
                  <a:moveTo>
                    <a:pt x="4053952" y="4212942"/>
                  </a:moveTo>
                  <a:lnTo>
                    <a:pt x="4053952" y="4212942"/>
                  </a:lnTo>
                  <a:close/>
                </a:path>
              </a:pathLst>
            </a:custGeom>
            <a:solidFill>
              <a:srgbClr val="454E5F"/>
            </a:solidFill>
            <a:ln w="9525" cap="flat">
              <a:noFill/>
              <a:prstDash val="solid"/>
              <a:miter/>
            </a:ln>
          </p:spPr>
          <p:txBody>
            <a:bodyPr rtlCol="0" anchor="ctr"/>
            <a:lstStyle/>
            <a:p>
              <a:endParaRPr lang="zh-CN" altLang="en-US"/>
            </a:p>
          </p:txBody>
        </p:sp>
        <p:sp>
          <p:nvSpPr>
            <p:cNvPr id="13" name="任意多边形: 形状 12">
              <a:extLst>
                <a:ext uri="{FF2B5EF4-FFF2-40B4-BE49-F238E27FC236}">
                  <a16:creationId xmlns:a16="http://schemas.microsoft.com/office/drawing/2014/main" id="{9E84D7F7-7BA8-ED0A-42D2-E6103FEBE434}"/>
                </a:ext>
              </a:extLst>
            </p:cNvPr>
            <p:cNvSpPr/>
            <p:nvPr/>
          </p:nvSpPr>
          <p:spPr>
            <a:xfrm>
              <a:off x="4367878" y="1021600"/>
              <a:ext cx="3884107" cy="4498518"/>
            </a:xfrm>
            <a:custGeom>
              <a:avLst/>
              <a:gdLst>
                <a:gd name="connsiteX0" fmla="*/ 3878580 w 3884107"/>
                <a:gd name="connsiteY0" fmla="*/ 3461565 h 4498518"/>
                <a:gd name="connsiteX1" fmla="*/ 3871056 w 3884107"/>
                <a:gd name="connsiteY1" fmla="*/ 3856186 h 4498518"/>
                <a:gd name="connsiteX2" fmla="*/ 3850291 w 3884107"/>
                <a:gd name="connsiteY2" fmla="*/ 3870569 h 4498518"/>
                <a:gd name="connsiteX3" fmla="*/ 3833146 w 3884107"/>
                <a:gd name="connsiteY3" fmla="*/ 3882380 h 4498518"/>
                <a:gd name="connsiteX4" fmla="*/ 3148584 w 3884107"/>
                <a:gd name="connsiteY4" fmla="*/ 4320530 h 4498518"/>
                <a:gd name="connsiteX5" fmla="*/ 3039619 w 3884107"/>
                <a:gd name="connsiteY5" fmla="*/ 4385872 h 4498518"/>
                <a:gd name="connsiteX6" fmla="*/ 2977420 w 3884107"/>
                <a:gd name="connsiteY6" fmla="*/ 4422638 h 4498518"/>
                <a:gd name="connsiteX7" fmla="*/ 2914937 w 3884107"/>
                <a:gd name="connsiteY7" fmla="*/ 4459119 h 4498518"/>
                <a:gd name="connsiteX8" fmla="*/ 2852452 w 3884107"/>
                <a:gd name="connsiteY8" fmla="*/ 4495409 h 4498518"/>
                <a:gd name="connsiteX9" fmla="*/ 2847404 w 3884107"/>
                <a:gd name="connsiteY9" fmla="*/ 4498457 h 4498518"/>
                <a:gd name="connsiteX10" fmla="*/ 2233137 w 3884107"/>
                <a:gd name="connsiteY10" fmla="*/ 4485217 h 4498518"/>
                <a:gd name="connsiteX11" fmla="*/ 6572 w 3884107"/>
                <a:gd name="connsiteY11" fmla="*/ 4431306 h 4498518"/>
                <a:gd name="connsiteX12" fmla="*/ 75153 w 3884107"/>
                <a:gd name="connsiteY12" fmla="*/ 114861 h 4498518"/>
                <a:gd name="connsiteX13" fmla="*/ 3768663 w 3884107"/>
                <a:gd name="connsiteY13" fmla="*/ 32375 h 4498518"/>
                <a:gd name="connsiteX14" fmla="*/ 3878580 w 3884107"/>
                <a:gd name="connsiteY14" fmla="*/ 3461565 h 449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84107" h="4498518">
                  <a:moveTo>
                    <a:pt x="3878580" y="3461565"/>
                  </a:moveTo>
                  <a:cubicBezTo>
                    <a:pt x="3876676" y="3593391"/>
                    <a:pt x="3874199" y="3724932"/>
                    <a:pt x="3871056" y="3856186"/>
                  </a:cubicBezTo>
                  <a:lnTo>
                    <a:pt x="3850291" y="3870569"/>
                  </a:lnTo>
                  <a:cubicBezTo>
                    <a:pt x="3844577" y="3874570"/>
                    <a:pt x="3838862" y="3878570"/>
                    <a:pt x="3833146" y="3882380"/>
                  </a:cubicBezTo>
                  <a:cubicBezTo>
                    <a:pt x="3608928" y="4034780"/>
                    <a:pt x="3380708" y="4180827"/>
                    <a:pt x="3148584" y="4320530"/>
                  </a:cubicBezTo>
                  <a:cubicBezTo>
                    <a:pt x="3112295" y="4342438"/>
                    <a:pt x="3076004" y="4364221"/>
                    <a:pt x="3039619" y="4385872"/>
                  </a:cubicBezTo>
                  <a:cubicBezTo>
                    <a:pt x="3018854" y="4398254"/>
                    <a:pt x="2998185" y="4410446"/>
                    <a:pt x="2977420" y="4422638"/>
                  </a:cubicBezTo>
                  <a:lnTo>
                    <a:pt x="2914937" y="4459119"/>
                  </a:lnTo>
                  <a:cubicBezTo>
                    <a:pt x="2894172" y="4471311"/>
                    <a:pt x="2873313" y="4483408"/>
                    <a:pt x="2852452" y="4495409"/>
                  </a:cubicBezTo>
                  <a:lnTo>
                    <a:pt x="2847404" y="4498457"/>
                  </a:lnTo>
                  <a:cubicBezTo>
                    <a:pt x="2642521" y="4495409"/>
                    <a:pt x="2437829" y="4490999"/>
                    <a:pt x="2233137" y="4485217"/>
                  </a:cubicBezTo>
                  <a:cubicBezTo>
                    <a:pt x="1491139" y="4465024"/>
                    <a:pt x="749809" y="4433877"/>
                    <a:pt x="6572" y="4431306"/>
                  </a:cubicBezTo>
                  <a:cubicBezTo>
                    <a:pt x="-14573" y="2992078"/>
                    <a:pt x="8287" y="1553260"/>
                    <a:pt x="75153" y="114861"/>
                  </a:cubicBezTo>
                  <a:cubicBezTo>
                    <a:pt x="1314260" y="-15060"/>
                    <a:pt x="2524031" y="-22870"/>
                    <a:pt x="3768663" y="32375"/>
                  </a:cubicBezTo>
                  <a:cubicBezTo>
                    <a:pt x="3866865" y="1159849"/>
                    <a:pt x="3895249" y="2321328"/>
                    <a:pt x="3878580" y="3461565"/>
                  </a:cubicBezTo>
                  <a:close/>
                </a:path>
              </a:pathLst>
            </a:custGeom>
            <a:solidFill>
              <a:srgbClr val="FFFFFF"/>
            </a:solidFill>
            <a:ln w="9525" cap="flat">
              <a:no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9E90F79E-FB3D-49CF-73BC-F85F8B61FF7C}"/>
                </a:ext>
              </a:extLst>
            </p:cNvPr>
            <p:cNvSpPr/>
            <p:nvPr/>
          </p:nvSpPr>
          <p:spPr>
            <a:xfrm>
              <a:off x="7221378" y="4762500"/>
              <a:ext cx="997839" cy="754570"/>
            </a:xfrm>
            <a:custGeom>
              <a:avLst/>
              <a:gdLst>
                <a:gd name="connsiteX0" fmla="*/ 996791 w 997839"/>
                <a:gd name="connsiteY0" fmla="*/ 129669 h 754570"/>
                <a:gd name="connsiteX1" fmla="*/ 979646 w 997839"/>
                <a:gd name="connsiteY1" fmla="*/ 141480 h 754570"/>
                <a:gd name="connsiteX2" fmla="*/ 295084 w 997839"/>
                <a:gd name="connsiteY2" fmla="*/ 579631 h 754570"/>
                <a:gd name="connsiteX3" fmla="*/ 186119 w 997839"/>
                <a:gd name="connsiteY3" fmla="*/ 644972 h 754570"/>
                <a:gd name="connsiteX4" fmla="*/ 123920 w 997839"/>
                <a:gd name="connsiteY4" fmla="*/ 681738 h 754570"/>
                <a:gd name="connsiteX5" fmla="*/ 61437 w 997839"/>
                <a:gd name="connsiteY5" fmla="*/ 718219 h 754570"/>
                <a:gd name="connsiteX6" fmla="*/ -1048 w 997839"/>
                <a:gd name="connsiteY6" fmla="*/ 754509 h 754570"/>
                <a:gd name="connsiteX7" fmla="*/ 205835 w 997839"/>
                <a:gd name="connsiteY7" fmla="*/ 125002 h 754570"/>
                <a:gd name="connsiteX8" fmla="*/ 242887 w 997839"/>
                <a:gd name="connsiteY8" fmla="*/ -61 h 754570"/>
                <a:gd name="connsiteX9" fmla="*/ 330041 w 997839"/>
                <a:gd name="connsiteY9" fmla="*/ 10988 h 754570"/>
                <a:gd name="connsiteX10" fmla="*/ 336614 w 997839"/>
                <a:gd name="connsiteY10" fmla="*/ 11845 h 754570"/>
                <a:gd name="connsiteX11" fmla="*/ 339948 w 997839"/>
                <a:gd name="connsiteY11" fmla="*/ 12512 h 754570"/>
                <a:gd name="connsiteX12" fmla="*/ 382238 w 997839"/>
                <a:gd name="connsiteY12" fmla="*/ 20513 h 754570"/>
                <a:gd name="connsiteX13" fmla="*/ 433196 w 997839"/>
                <a:gd name="connsiteY13" fmla="*/ 31467 h 754570"/>
                <a:gd name="connsiteX14" fmla="*/ 717423 w 997839"/>
                <a:gd name="connsiteY14" fmla="*/ 87569 h 754570"/>
                <a:gd name="connsiteX15" fmla="*/ 996791 w 997839"/>
                <a:gd name="connsiteY15" fmla="*/ 129669 h 75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97839" h="754570">
                  <a:moveTo>
                    <a:pt x="996791" y="129669"/>
                  </a:moveTo>
                  <a:cubicBezTo>
                    <a:pt x="991076" y="133670"/>
                    <a:pt x="985362" y="137670"/>
                    <a:pt x="979646" y="141480"/>
                  </a:cubicBezTo>
                  <a:cubicBezTo>
                    <a:pt x="755428" y="293880"/>
                    <a:pt x="527208" y="439927"/>
                    <a:pt x="295084" y="579631"/>
                  </a:cubicBezTo>
                  <a:cubicBezTo>
                    <a:pt x="258794" y="601538"/>
                    <a:pt x="222504" y="623321"/>
                    <a:pt x="186119" y="644972"/>
                  </a:cubicBezTo>
                  <a:cubicBezTo>
                    <a:pt x="165354" y="657354"/>
                    <a:pt x="144685" y="669547"/>
                    <a:pt x="123920" y="681738"/>
                  </a:cubicBezTo>
                  <a:lnTo>
                    <a:pt x="61437" y="718219"/>
                  </a:lnTo>
                  <a:cubicBezTo>
                    <a:pt x="40672" y="730411"/>
                    <a:pt x="19812" y="742508"/>
                    <a:pt x="-1048" y="754509"/>
                  </a:cubicBezTo>
                  <a:cubicBezTo>
                    <a:pt x="73438" y="546674"/>
                    <a:pt x="142399" y="336838"/>
                    <a:pt x="205835" y="125002"/>
                  </a:cubicBezTo>
                  <a:cubicBezTo>
                    <a:pt x="218504" y="83349"/>
                    <a:pt x="230886" y="41658"/>
                    <a:pt x="242887" y="-61"/>
                  </a:cubicBezTo>
                  <a:cubicBezTo>
                    <a:pt x="271462" y="4416"/>
                    <a:pt x="300989" y="7368"/>
                    <a:pt x="330041" y="10988"/>
                  </a:cubicBezTo>
                  <a:lnTo>
                    <a:pt x="336614" y="11845"/>
                  </a:lnTo>
                  <a:lnTo>
                    <a:pt x="339948" y="12512"/>
                  </a:lnTo>
                  <a:cubicBezTo>
                    <a:pt x="353854" y="15560"/>
                    <a:pt x="368523" y="17465"/>
                    <a:pt x="382238" y="20513"/>
                  </a:cubicBezTo>
                  <a:lnTo>
                    <a:pt x="433196" y="31467"/>
                  </a:lnTo>
                  <a:cubicBezTo>
                    <a:pt x="527590" y="51850"/>
                    <a:pt x="621983" y="71662"/>
                    <a:pt x="717423" y="87569"/>
                  </a:cubicBezTo>
                  <a:cubicBezTo>
                    <a:pt x="810292" y="103190"/>
                    <a:pt x="903352" y="117001"/>
                    <a:pt x="996791" y="129669"/>
                  </a:cubicBezTo>
                  <a:close/>
                </a:path>
              </a:pathLst>
            </a:custGeom>
            <a:solidFill>
              <a:srgbClr val="CCCCCC"/>
            </a:solidFill>
            <a:ln w="9525"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5A90D038-840D-9AC9-C68B-DACFBD5CE908}"/>
                </a:ext>
              </a:extLst>
            </p:cNvPr>
            <p:cNvSpPr/>
            <p:nvPr/>
          </p:nvSpPr>
          <p:spPr>
            <a:xfrm>
              <a:off x="4345043" y="998169"/>
              <a:ext cx="3930892" cy="4545674"/>
            </a:xfrm>
            <a:custGeom>
              <a:avLst/>
              <a:gdLst>
                <a:gd name="connsiteX0" fmla="*/ 2870239 w 3930892"/>
                <a:gd name="connsiteY0" fmla="*/ 4545605 h 4545674"/>
                <a:gd name="connsiteX1" fmla="*/ 2870239 w 3930892"/>
                <a:gd name="connsiteY1" fmla="*/ 4545605 h 4545674"/>
                <a:gd name="connsiteX2" fmla="*/ 2255687 w 3930892"/>
                <a:gd name="connsiteY2" fmla="*/ 4532365 h 4545674"/>
                <a:gd name="connsiteX3" fmla="*/ 1636561 w 3930892"/>
                <a:gd name="connsiteY3" fmla="*/ 4513792 h 4545674"/>
                <a:gd name="connsiteX4" fmla="*/ 29884 w 3930892"/>
                <a:gd name="connsiteY4" fmla="*/ 4478454 h 4545674"/>
                <a:gd name="connsiteX5" fmla="*/ 6548 w 3930892"/>
                <a:gd name="connsiteY5" fmla="*/ 4455403 h 4545674"/>
                <a:gd name="connsiteX6" fmla="*/ 75128 w 3930892"/>
                <a:gd name="connsiteY6" fmla="*/ 137245 h 4545674"/>
                <a:gd name="connsiteX7" fmla="*/ 96082 w 3930892"/>
                <a:gd name="connsiteY7" fmla="*/ 114956 h 4545674"/>
                <a:gd name="connsiteX8" fmla="*/ 3793116 w 3930892"/>
                <a:gd name="connsiteY8" fmla="*/ 32374 h 4545674"/>
                <a:gd name="connsiteX9" fmla="*/ 3815499 w 3930892"/>
                <a:gd name="connsiteY9" fmla="*/ 53806 h 4545674"/>
                <a:gd name="connsiteX10" fmla="*/ 3925418 w 3930892"/>
                <a:gd name="connsiteY10" fmla="*/ 3485282 h 4545674"/>
                <a:gd name="connsiteX11" fmla="*/ 3917893 w 3930892"/>
                <a:gd name="connsiteY11" fmla="*/ 3880189 h 4545674"/>
                <a:gd name="connsiteX12" fmla="*/ 3907797 w 3930892"/>
                <a:gd name="connsiteY12" fmla="*/ 3899239 h 4545674"/>
                <a:gd name="connsiteX13" fmla="*/ 3886937 w 3930892"/>
                <a:gd name="connsiteY13" fmla="*/ 3913621 h 4545674"/>
                <a:gd name="connsiteX14" fmla="*/ 3869602 w 3930892"/>
                <a:gd name="connsiteY14" fmla="*/ 3925528 h 4545674"/>
                <a:gd name="connsiteX15" fmla="*/ 3183802 w 3930892"/>
                <a:gd name="connsiteY15" fmla="*/ 4364535 h 4545674"/>
                <a:gd name="connsiteX16" fmla="*/ 3074550 w 3930892"/>
                <a:gd name="connsiteY16" fmla="*/ 4429972 h 4545674"/>
                <a:gd name="connsiteX17" fmla="*/ 3012352 w 3930892"/>
                <a:gd name="connsiteY17" fmla="*/ 4466833 h 4545674"/>
                <a:gd name="connsiteX18" fmla="*/ 2949867 w 3930892"/>
                <a:gd name="connsiteY18" fmla="*/ 4503410 h 4545674"/>
                <a:gd name="connsiteX19" fmla="*/ 2887098 w 3930892"/>
                <a:gd name="connsiteY19" fmla="*/ 4539795 h 4545674"/>
                <a:gd name="connsiteX20" fmla="*/ 2881765 w 3930892"/>
                <a:gd name="connsiteY20" fmla="*/ 4542938 h 4545674"/>
                <a:gd name="connsiteX21" fmla="*/ 2870239 w 3930892"/>
                <a:gd name="connsiteY21" fmla="*/ 4545605 h 4545674"/>
                <a:gd name="connsiteX22" fmla="*/ 52458 w 3930892"/>
                <a:gd name="connsiteY22" fmla="*/ 4431305 h 4545674"/>
                <a:gd name="connsiteX23" fmla="*/ 1637514 w 3930892"/>
                <a:gd name="connsiteY23" fmla="*/ 4466548 h 4545674"/>
                <a:gd name="connsiteX24" fmla="*/ 2256639 w 3930892"/>
                <a:gd name="connsiteY24" fmla="*/ 4485598 h 4545674"/>
                <a:gd name="connsiteX25" fmla="*/ 2864048 w 3930892"/>
                <a:gd name="connsiteY25" fmla="*/ 4498742 h 4545674"/>
                <a:gd name="connsiteX26" fmla="*/ 2926055 w 3930892"/>
                <a:gd name="connsiteY26" fmla="*/ 4462738 h 4545674"/>
                <a:gd name="connsiteX27" fmla="*/ 2988539 w 3930892"/>
                <a:gd name="connsiteY27" fmla="*/ 4426162 h 4545674"/>
                <a:gd name="connsiteX28" fmla="*/ 3050452 w 3930892"/>
                <a:gd name="connsiteY28" fmla="*/ 4389490 h 4545674"/>
                <a:gd name="connsiteX29" fmla="*/ 3159417 w 3930892"/>
                <a:gd name="connsiteY29" fmla="*/ 4324244 h 4545674"/>
                <a:gd name="connsiteX30" fmla="*/ 3842836 w 3930892"/>
                <a:gd name="connsiteY30" fmla="*/ 3886094 h 4545674"/>
                <a:gd name="connsiteX31" fmla="*/ 3859696 w 3930892"/>
                <a:gd name="connsiteY31" fmla="*/ 3874474 h 4545674"/>
                <a:gd name="connsiteX32" fmla="*/ 3870840 w 3930892"/>
                <a:gd name="connsiteY32" fmla="*/ 3866759 h 4545674"/>
                <a:gd name="connsiteX33" fmla="*/ 3878079 w 3930892"/>
                <a:gd name="connsiteY33" fmla="*/ 3484235 h 4545674"/>
                <a:gd name="connsiteX34" fmla="*/ 3878079 w 3930892"/>
                <a:gd name="connsiteY34" fmla="*/ 3484235 h 4545674"/>
                <a:gd name="connsiteX35" fmla="*/ 3770066 w 3930892"/>
                <a:gd name="connsiteY35" fmla="*/ 77904 h 4545674"/>
                <a:gd name="connsiteX36" fmla="*/ 120562 w 3930892"/>
                <a:gd name="connsiteY36" fmla="*/ 159152 h 4545674"/>
                <a:gd name="connsiteX37" fmla="*/ 52458 w 3930892"/>
                <a:gd name="connsiteY37" fmla="*/ 4431686 h 4545674"/>
                <a:gd name="connsiteX38" fmla="*/ 3893891 w 3930892"/>
                <a:gd name="connsiteY38" fmla="*/ 3878855 h 4545674"/>
                <a:gd name="connsiteX39" fmla="*/ 3893891 w 3930892"/>
                <a:gd name="connsiteY39" fmla="*/ 3878855 h 45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930892" h="4545674">
                  <a:moveTo>
                    <a:pt x="2870239" y="4545605"/>
                  </a:moveTo>
                  <a:lnTo>
                    <a:pt x="2870239" y="4545605"/>
                  </a:lnTo>
                  <a:cubicBezTo>
                    <a:pt x="2686025" y="4542938"/>
                    <a:pt x="2485048" y="4538557"/>
                    <a:pt x="2255687" y="4532365"/>
                  </a:cubicBezTo>
                  <a:cubicBezTo>
                    <a:pt x="2049184" y="4526746"/>
                    <a:pt x="1839348" y="4520174"/>
                    <a:pt x="1636561" y="4513792"/>
                  </a:cubicBezTo>
                  <a:cubicBezTo>
                    <a:pt x="1110305" y="4497314"/>
                    <a:pt x="566047" y="4480264"/>
                    <a:pt x="29884" y="4478454"/>
                  </a:cubicBezTo>
                  <a:cubicBezTo>
                    <a:pt x="17121" y="4478454"/>
                    <a:pt x="6738" y="4468176"/>
                    <a:pt x="6548" y="4455403"/>
                  </a:cubicBezTo>
                  <a:cubicBezTo>
                    <a:pt x="-14598" y="3021891"/>
                    <a:pt x="8453" y="1569328"/>
                    <a:pt x="75128" y="137245"/>
                  </a:cubicBezTo>
                  <a:cubicBezTo>
                    <a:pt x="75699" y="125668"/>
                    <a:pt x="84557" y="116210"/>
                    <a:pt x="96082" y="114956"/>
                  </a:cubicBezTo>
                  <a:cubicBezTo>
                    <a:pt x="1223652" y="-3249"/>
                    <a:pt x="2398371" y="-29538"/>
                    <a:pt x="3793116" y="32374"/>
                  </a:cubicBezTo>
                  <a:cubicBezTo>
                    <a:pt x="3804927" y="32901"/>
                    <a:pt x="3814452" y="42063"/>
                    <a:pt x="3815499" y="53806"/>
                  </a:cubicBezTo>
                  <a:cubicBezTo>
                    <a:pt x="3906464" y="1098984"/>
                    <a:pt x="3943421" y="2253509"/>
                    <a:pt x="3925418" y="3485282"/>
                  </a:cubicBezTo>
                  <a:cubicBezTo>
                    <a:pt x="3923609" y="3613679"/>
                    <a:pt x="3921037" y="3746553"/>
                    <a:pt x="3917893" y="3880189"/>
                  </a:cubicBezTo>
                  <a:cubicBezTo>
                    <a:pt x="3917799" y="3887799"/>
                    <a:pt x="3914084" y="3894905"/>
                    <a:pt x="3907797" y="3899239"/>
                  </a:cubicBezTo>
                  <a:lnTo>
                    <a:pt x="3886937" y="3913621"/>
                  </a:lnTo>
                  <a:cubicBezTo>
                    <a:pt x="3881318" y="3917622"/>
                    <a:pt x="3875412" y="3921622"/>
                    <a:pt x="3869602" y="3925528"/>
                  </a:cubicBezTo>
                  <a:cubicBezTo>
                    <a:pt x="3653194" y="4072879"/>
                    <a:pt x="3422499" y="4220803"/>
                    <a:pt x="3183802" y="4364535"/>
                  </a:cubicBezTo>
                  <a:cubicBezTo>
                    <a:pt x="3147417" y="4386538"/>
                    <a:pt x="3111126" y="4408350"/>
                    <a:pt x="3074550" y="4429972"/>
                  </a:cubicBezTo>
                  <a:cubicBezTo>
                    <a:pt x="3053881" y="4442354"/>
                    <a:pt x="3033117" y="4454546"/>
                    <a:pt x="3012352" y="4466833"/>
                  </a:cubicBezTo>
                  <a:lnTo>
                    <a:pt x="2949867" y="4503410"/>
                  </a:lnTo>
                  <a:cubicBezTo>
                    <a:pt x="2929008" y="4515601"/>
                    <a:pt x="2908054" y="4527727"/>
                    <a:pt x="2887098" y="4539795"/>
                  </a:cubicBezTo>
                  <a:cubicBezTo>
                    <a:pt x="2885764" y="4540652"/>
                    <a:pt x="2883764" y="4541890"/>
                    <a:pt x="2881765" y="4542938"/>
                  </a:cubicBezTo>
                  <a:cubicBezTo>
                    <a:pt x="2878240" y="4544786"/>
                    <a:pt x="2874239" y="4545710"/>
                    <a:pt x="2870239" y="4545605"/>
                  </a:cubicBezTo>
                  <a:close/>
                  <a:moveTo>
                    <a:pt x="52458" y="4431305"/>
                  </a:moveTo>
                  <a:cubicBezTo>
                    <a:pt x="581857" y="4433496"/>
                    <a:pt x="1118401" y="4450355"/>
                    <a:pt x="1637514" y="4466548"/>
                  </a:cubicBezTo>
                  <a:cubicBezTo>
                    <a:pt x="1840396" y="4472930"/>
                    <a:pt x="2050232" y="4479502"/>
                    <a:pt x="2256639" y="4485598"/>
                  </a:cubicBezTo>
                  <a:cubicBezTo>
                    <a:pt x="2483142" y="4491694"/>
                    <a:pt x="2681930" y="4495980"/>
                    <a:pt x="2864048" y="4498742"/>
                  </a:cubicBezTo>
                  <a:cubicBezTo>
                    <a:pt x="2885193" y="4486646"/>
                    <a:pt x="2905577" y="4474739"/>
                    <a:pt x="2926055" y="4462738"/>
                  </a:cubicBezTo>
                  <a:lnTo>
                    <a:pt x="2988539" y="4426162"/>
                  </a:lnTo>
                  <a:cubicBezTo>
                    <a:pt x="3009114" y="4414094"/>
                    <a:pt x="3029782" y="4401873"/>
                    <a:pt x="3050452" y="4389490"/>
                  </a:cubicBezTo>
                  <a:cubicBezTo>
                    <a:pt x="3086932" y="4367898"/>
                    <a:pt x="3123223" y="4346152"/>
                    <a:pt x="3159417" y="4324244"/>
                  </a:cubicBezTo>
                  <a:cubicBezTo>
                    <a:pt x="3397542" y="4180702"/>
                    <a:pt x="3627000" y="4033446"/>
                    <a:pt x="3842836" y="3886094"/>
                  </a:cubicBezTo>
                  <a:lnTo>
                    <a:pt x="3859696" y="3874474"/>
                  </a:lnTo>
                  <a:lnTo>
                    <a:pt x="3870840" y="3866759"/>
                  </a:lnTo>
                  <a:cubicBezTo>
                    <a:pt x="3873888" y="3737314"/>
                    <a:pt x="3876269" y="3608631"/>
                    <a:pt x="3878079" y="3484235"/>
                  </a:cubicBezTo>
                  <a:lnTo>
                    <a:pt x="3878079" y="3484235"/>
                  </a:lnTo>
                  <a:cubicBezTo>
                    <a:pt x="3895986" y="2262082"/>
                    <a:pt x="3859600" y="1116224"/>
                    <a:pt x="3770066" y="77904"/>
                  </a:cubicBezTo>
                  <a:cubicBezTo>
                    <a:pt x="2394942" y="17706"/>
                    <a:pt x="1234035" y="43519"/>
                    <a:pt x="120562" y="159152"/>
                  </a:cubicBezTo>
                  <a:cubicBezTo>
                    <a:pt x="54839" y="1576186"/>
                    <a:pt x="32074" y="3013319"/>
                    <a:pt x="52458" y="4431686"/>
                  </a:cubicBezTo>
                  <a:close/>
                  <a:moveTo>
                    <a:pt x="3893891" y="3878855"/>
                  </a:moveTo>
                  <a:lnTo>
                    <a:pt x="3893891" y="3878855"/>
                  </a:lnTo>
                  <a:close/>
                </a:path>
              </a:pathLst>
            </a:custGeom>
            <a:solidFill>
              <a:srgbClr val="454E5F"/>
            </a:solidFill>
            <a:ln w="9525"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8BBE1340-A529-CECD-DC02-248639C4FBD6}"/>
                </a:ext>
              </a:extLst>
            </p:cNvPr>
            <p:cNvSpPr/>
            <p:nvPr/>
          </p:nvSpPr>
          <p:spPr>
            <a:xfrm>
              <a:off x="7192825" y="4744368"/>
              <a:ext cx="1071306" cy="799467"/>
            </a:xfrm>
            <a:custGeom>
              <a:avLst/>
              <a:gdLst>
                <a:gd name="connsiteX0" fmla="*/ 22457 w 1071306"/>
                <a:gd name="connsiteY0" fmla="*/ 799406 h 799467"/>
                <a:gd name="connsiteX1" fmla="*/ 14933 w 1071306"/>
                <a:gd name="connsiteY1" fmla="*/ 798168 h 799467"/>
                <a:gd name="connsiteX2" fmla="*/ 169 w 1071306"/>
                <a:gd name="connsiteY2" fmla="*/ 768450 h 799467"/>
                <a:gd name="connsiteX3" fmla="*/ 252486 w 1071306"/>
                <a:gd name="connsiteY3" fmla="*/ 15975 h 799467"/>
                <a:gd name="connsiteX4" fmla="*/ 278013 w 1071306"/>
                <a:gd name="connsiteY4" fmla="*/ 163 h 799467"/>
                <a:gd name="connsiteX5" fmla="*/ 1049538 w 1071306"/>
                <a:gd name="connsiteY5" fmla="*/ 110463 h 799467"/>
                <a:gd name="connsiteX6" fmla="*/ 1070112 w 1071306"/>
                <a:gd name="connsiteY6" fmla="*/ 136475 h 799467"/>
                <a:gd name="connsiteX7" fmla="*/ 1044013 w 1071306"/>
                <a:gd name="connsiteY7" fmla="*/ 157002 h 799467"/>
                <a:gd name="connsiteX8" fmla="*/ 1042966 w 1071306"/>
                <a:gd name="connsiteY8" fmla="*/ 156850 h 799467"/>
                <a:gd name="connsiteX9" fmla="*/ 290491 w 1071306"/>
                <a:gd name="connsiteY9" fmla="*/ 49408 h 799467"/>
                <a:gd name="connsiteX10" fmla="*/ 44460 w 1071306"/>
                <a:gd name="connsiteY10" fmla="*/ 783595 h 799467"/>
                <a:gd name="connsiteX11" fmla="*/ 22457 w 1071306"/>
                <a:gd name="connsiteY11" fmla="*/ 799406 h 79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1306" h="799467">
                  <a:moveTo>
                    <a:pt x="22457" y="799406"/>
                  </a:moveTo>
                  <a:cubicBezTo>
                    <a:pt x="19886" y="799415"/>
                    <a:pt x="17314" y="798996"/>
                    <a:pt x="14933" y="798168"/>
                  </a:cubicBezTo>
                  <a:cubicBezTo>
                    <a:pt x="2645" y="794015"/>
                    <a:pt x="-3926" y="780727"/>
                    <a:pt x="169" y="768450"/>
                  </a:cubicBezTo>
                  <a:lnTo>
                    <a:pt x="252486" y="15975"/>
                  </a:lnTo>
                  <a:cubicBezTo>
                    <a:pt x="256105" y="5249"/>
                    <a:pt x="266773" y="-1389"/>
                    <a:pt x="278013" y="163"/>
                  </a:cubicBezTo>
                  <a:lnTo>
                    <a:pt x="1049538" y="110463"/>
                  </a:lnTo>
                  <a:cubicBezTo>
                    <a:pt x="1062397" y="111977"/>
                    <a:pt x="1071541" y="123617"/>
                    <a:pt x="1070112" y="136475"/>
                  </a:cubicBezTo>
                  <a:cubicBezTo>
                    <a:pt x="1068588" y="149325"/>
                    <a:pt x="1056873" y="158516"/>
                    <a:pt x="1044013" y="157002"/>
                  </a:cubicBezTo>
                  <a:cubicBezTo>
                    <a:pt x="1043728" y="156964"/>
                    <a:pt x="1043347" y="156907"/>
                    <a:pt x="1042966" y="156850"/>
                  </a:cubicBezTo>
                  <a:lnTo>
                    <a:pt x="290491" y="49408"/>
                  </a:lnTo>
                  <a:lnTo>
                    <a:pt x="44460" y="783595"/>
                  </a:lnTo>
                  <a:cubicBezTo>
                    <a:pt x="41222" y="793005"/>
                    <a:pt x="32363" y="799339"/>
                    <a:pt x="22457" y="799406"/>
                  </a:cubicBezTo>
                  <a:close/>
                </a:path>
              </a:pathLst>
            </a:custGeom>
            <a:solidFill>
              <a:srgbClr val="454E5F"/>
            </a:solidFill>
            <a:ln w="9525"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6254BD7B-7171-5FAB-8E2A-47C36518B456}"/>
                </a:ext>
              </a:extLst>
            </p:cNvPr>
            <p:cNvSpPr/>
            <p:nvPr/>
          </p:nvSpPr>
          <p:spPr>
            <a:xfrm>
              <a:off x="5268960" y="847497"/>
              <a:ext cx="1885313" cy="835451"/>
            </a:xfrm>
            <a:custGeom>
              <a:avLst/>
              <a:gdLst>
                <a:gd name="connsiteX0" fmla="*/ 1884124 w 1885313"/>
                <a:gd name="connsiteY0" fmla="*/ 380691 h 835451"/>
                <a:gd name="connsiteX1" fmla="*/ 1882886 w 1885313"/>
                <a:gd name="connsiteY1" fmla="*/ 403074 h 835451"/>
                <a:gd name="connsiteX2" fmla="*/ 1880789 w 1885313"/>
                <a:gd name="connsiteY2" fmla="*/ 410694 h 835451"/>
                <a:gd name="connsiteX3" fmla="*/ 1838308 w 1885313"/>
                <a:gd name="connsiteY3" fmla="*/ 445556 h 835451"/>
                <a:gd name="connsiteX4" fmla="*/ 1715436 w 1885313"/>
                <a:gd name="connsiteY4" fmla="*/ 508230 h 835451"/>
                <a:gd name="connsiteX5" fmla="*/ 1157557 w 1885313"/>
                <a:gd name="connsiteY5" fmla="*/ 792361 h 835451"/>
                <a:gd name="connsiteX6" fmla="*/ 1050401 w 1885313"/>
                <a:gd name="connsiteY6" fmla="*/ 832747 h 835451"/>
                <a:gd name="connsiteX7" fmla="*/ 876855 w 1885313"/>
                <a:gd name="connsiteY7" fmla="*/ 802362 h 835451"/>
                <a:gd name="connsiteX8" fmla="*/ 584437 w 1885313"/>
                <a:gd name="connsiteY8" fmla="*/ 695016 h 835451"/>
                <a:gd name="connsiteX9" fmla="*/ 340311 w 1885313"/>
                <a:gd name="connsiteY9" fmla="*/ 594908 h 835451"/>
                <a:gd name="connsiteX10" fmla="*/ 215248 w 1885313"/>
                <a:gd name="connsiteY10" fmla="*/ 535281 h 835451"/>
                <a:gd name="connsiteX11" fmla="*/ 126094 w 1885313"/>
                <a:gd name="connsiteY11" fmla="*/ 478131 h 835451"/>
                <a:gd name="connsiteX12" fmla="*/ 118475 w 1885313"/>
                <a:gd name="connsiteY12" fmla="*/ 438603 h 835451"/>
                <a:gd name="connsiteX13" fmla="*/ 105520 w 1885313"/>
                <a:gd name="connsiteY13" fmla="*/ 215241 h 835451"/>
                <a:gd name="connsiteX14" fmla="*/ 30463 w 1885313"/>
                <a:gd name="connsiteY14" fmla="*/ 218385 h 835451"/>
                <a:gd name="connsiteX15" fmla="*/ 27701 w 1885313"/>
                <a:gd name="connsiteY15" fmla="*/ 218385 h 835451"/>
                <a:gd name="connsiteX16" fmla="*/ 10461 w 1885313"/>
                <a:gd name="connsiteY16" fmla="*/ 215908 h 835451"/>
                <a:gd name="connsiteX17" fmla="*/ 1983 w 1885313"/>
                <a:gd name="connsiteY17" fmla="*/ 183904 h 835451"/>
                <a:gd name="connsiteX18" fmla="*/ 65801 w 1885313"/>
                <a:gd name="connsiteY18" fmla="*/ 73224 h 835451"/>
                <a:gd name="connsiteX19" fmla="*/ 140477 w 1885313"/>
                <a:gd name="connsiteY19" fmla="*/ 19693 h 835451"/>
                <a:gd name="connsiteX20" fmla="*/ 466042 w 1885313"/>
                <a:gd name="connsiteY20" fmla="*/ 16169 h 835451"/>
                <a:gd name="connsiteX21" fmla="*/ 1826497 w 1885313"/>
                <a:gd name="connsiteY21" fmla="*/ 167 h 835451"/>
                <a:gd name="connsiteX22" fmla="*/ 1859644 w 1885313"/>
                <a:gd name="connsiteY22" fmla="*/ 4739 h 835451"/>
                <a:gd name="connsiteX23" fmla="*/ 1880028 w 1885313"/>
                <a:gd name="connsiteY23" fmla="*/ 113609 h 835451"/>
                <a:gd name="connsiteX24" fmla="*/ 1884124 w 1885313"/>
                <a:gd name="connsiteY24" fmla="*/ 380691 h 83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85313" h="835451">
                  <a:moveTo>
                    <a:pt x="1884124" y="380691"/>
                  </a:moveTo>
                  <a:cubicBezTo>
                    <a:pt x="1884504" y="388177"/>
                    <a:pt x="1884124" y="395683"/>
                    <a:pt x="1882886" y="403074"/>
                  </a:cubicBezTo>
                  <a:cubicBezTo>
                    <a:pt x="1882409" y="405675"/>
                    <a:pt x="1881743" y="408227"/>
                    <a:pt x="1880789" y="410694"/>
                  </a:cubicBezTo>
                  <a:cubicBezTo>
                    <a:pt x="1874027" y="428316"/>
                    <a:pt x="1855834" y="438698"/>
                    <a:pt x="1838308" y="445556"/>
                  </a:cubicBezTo>
                  <a:cubicBezTo>
                    <a:pt x="1795446" y="462224"/>
                    <a:pt x="1756203" y="486704"/>
                    <a:pt x="1715436" y="508230"/>
                  </a:cubicBezTo>
                  <a:cubicBezTo>
                    <a:pt x="1530936" y="605957"/>
                    <a:pt x="1344723" y="699873"/>
                    <a:pt x="1157557" y="792361"/>
                  </a:cubicBezTo>
                  <a:cubicBezTo>
                    <a:pt x="1123172" y="809316"/>
                    <a:pt x="1088119" y="826461"/>
                    <a:pt x="1050401" y="832747"/>
                  </a:cubicBezTo>
                  <a:cubicBezTo>
                    <a:pt x="991726" y="842272"/>
                    <a:pt x="932004" y="824651"/>
                    <a:pt x="876855" y="802362"/>
                  </a:cubicBezTo>
                  <a:cubicBezTo>
                    <a:pt x="780176" y="763310"/>
                    <a:pt x="681973" y="731877"/>
                    <a:pt x="584437" y="695016"/>
                  </a:cubicBezTo>
                  <a:cubicBezTo>
                    <a:pt x="502236" y="663869"/>
                    <a:pt x="420512" y="631008"/>
                    <a:pt x="340311" y="594908"/>
                  </a:cubicBezTo>
                  <a:cubicBezTo>
                    <a:pt x="298212" y="575858"/>
                    <a:pt x="256492" y="555979"/>
                    <a:pt x="215248" y="535281"/>
                  </a:cubicBezTo>
                  <a:cubicBezTo>
                    <a:pt x="188483" y="521756"/>
                    <a:pt x="140191" y="506706"/>
                    <a:pt x="126094" y="478131"/>
                  </a:cubicBezTo>
                  <a:cubicBezTo>
                    <a:pt x="120950" y="465587"/>
                    <a:pt x="118380" y="452157"/>
                    <a:pt x="118475" y="438603"/>
                  </a:cubicBezTo>
                  <a:cubicBezTo>
                    <a:pt x="114379" y="364212"/>
                    <a:pt x="109902" y="289632"/>
                    <a:pt x="105520" y="215241"/>
                  </a:cubicBezTo>
                  <a:cubicBezTo>
                    <a:pt x="80660" y="218856"/>
                    <a:pt x="55514" y="219909"/>
                    <a:pt x="30463" y="218385"/>
                  </a:cubicBezTo>
                  <a:lnTo>
                    <a:pt x="27701" y="218385"/>
                  </a:lnTo>
                  <a:cubicBezTo>
                    <a:pt x="21891" y="219888"/>
                    <a:pt x="15604" y="218996"/>
                    <a:pt x="10461" y="215908"/>
                  </a:cubicBezTo>
                  <a:cubicBezTo>
                    <a:pt x="-493" y="209271"/>
                    <a:pt x="-4303" y="195113"/>
                    <a:pt x="1983" y="183904"/>
                  </a:cubicBezTo>
                  <a:cubicBezTo>
                    <a:pt x="24272" y="147582"/>
                    <a:pt x="45513" y="110688"/>
                    <a:pt x="65801" y="73224"/>
                  </a:cubicBezTo>
                  <a:cubicBezTo>
                    <a:pt x="85708" y="36266"/>
                    <a:pt x="94376" y="20265"/>
                    <a:pt x="140477" y="19693"/>
                  </a:cubicBezTo>
                  <a:cubicBezTo>
                    <a:pt x="248967" y="18677"/>
                    <a:pt x="357552" y="17502"/>
                    <a:pt x="466042" y="16169"/>
                  </a:cubicBezTo>
                  <a:cubicBezTo>
                    <a:pt x="919623" y="10835"/>
                    <a:pt x="1373108" y="5501"/>
                    <a:pt x="1826497" y="167"/>
                  </a:cubicBezTo>
                  <a:cubicBezTo>
                    <a:pt x="1837737" y="-689"/>
                    <a:pt x="1849072" y="870"/>
                    <a:pt x="1859644" y="4739"/>
                  </a:cubicBezTo>
                  <a:cubicBezTo>
                    <a:pt x="1890219" y="18741"/>
                    <a:pt x="1878694" y="86368"/>
                    <a:pt x="1880028" y="113609"/>
                  </a:cubicBezTo>
                  <a:cubicBezTo>
                    <a:pt x="1882791" y="202668"/>
                    <a:pt x="1882791" y="291727"/>
                    <a:pt x="1884124" y="380691"/>
                  </a:cubicBezTo>
                  <a:close/>
                </a:path>
              </a:pathLst>
            </a:custGeom>
            <a:solidFill>
              <a:srgbClr val="F89192"/>
            </a:solidFill>
            <a:ln w="9525"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B3185443-EBE7-7E5D-E9B1-687E459A8252}"/>
                </a:ext>
              </a:extLst>
            </p:cNvPr>
            <p:cNvSpPr/>
            <p:nvPr/>
          </p:nvSpPr>
          <p:spPr>
            <a:xfrm>
              <a:off x="5268960" y="847497"/>
              <a:ext cx="1885313" cy="834880"/>
            </a:xfrm>
            <a:custGeom>
              <a:avLst/>
              <a:gdLst>
                <a:gd name="connsiteX0" fmla="*/ 1880219 w 1885313"/>
                <a:gd name="connsiteY0" fmla="*/ 113609 h 834880"/>
                <a:gd name="connsiteX1" fmla="*/ 1859835 w 1885313"/>
                <a:gd name="connsiteY1" fmla="*/ 4739 h 834880"/>
                <a:gd name="connsiteX2" fmla="*/ 1826688 w 1885313"/>
                <a:gd name="connsiteY2" fmla="*/ 167 h 834880"/>
                <a:gd name="connsiteX3" fmla="*/ 466042 w 1885313"/>
                <a:gd name="connsiteY3" fmla="*/ 15597 h 834880"/>
                <a:gd name="connsiteX4" fmla="*/ 140477 w 1885313"/>
                <a:gd name="connsiteY4" fmla="*/ 19122 h 834880"/>
                <a:gd name="connsiteX5" fmla="*/ 65801 w 1885313"/>
                <a:gd name="connsiteY5" fmla="*/ 72652 h 834880"/>
                <a:gd name="connsiteX6" fmla="*/ 1983 w 1885313"/>
                <a:gd name="connsiteY6" fmla="*/ 183333 h 834880"/>
                <a:gd name="connsiteX7" fmla="*/ 10461 w 1885313"/>
                <a:gd name="connsiteY7" fmla="*/ 215337 h 834880"/>
                <a:gd name="connsiteX8" fmla="*/ 27701 w 1885313"/>
                <a:gd name="connsiteY8" fmla="*/ 217813 h 834880"/>
                <a:gd name="connsiteX9" fmla="*/ 30463 w 1885313"/>
                <a:gd name="connsiteY9" fmla="*/ 217813 h 834880"/>
                <a:gd name="connsiteX10" fmla="*/ 105520 w 1885313"/>
                <a:gd name="connsiteY10" fmla="*/ 214670 h 834880"/>
                <a:gd name="connsiteX11" fmla="*/ 118475 w 1885313"/>
                <a:gd name="connsiteY11" fmla="*/ 438031 h 834880"/>
                <a:gd name="connsiteX12" fmla="*/ 126094 w 1885313"/>
                <a:gd name="connsiteY12" fmla="*/ 477560 h 834880"/>
                <a:gd name="connsiteX13" fmla="*/ 215248 w 1885313"/>
                <a:gd name="connsiteY13" fmla="*/ 534710 h 834880"/>
                <a:gd name="connsiteX14" fmla="*/ 340311 w 1885313"/>
                <a:gd name="connsiteY14" fmla="*/ 594336 h 834880"/>
                <a:gd name="connsiteX15" fmla="*/ 584437 w 1885313"/>
                <a:gd name="connsiteY15" fmla="*/ 694444 h 834880"/>
                <a:gd name="connsiteX16" fmla="*/ 876855 w 1885313"/>
                <a:gd name="connsiteY16" fmla="*/ 801791 h 834880"/>
                <a:gd name="connsiteX17" fmla="*/ 1050401 w 1885313"/>
                <a:gd name="connsiteY17" fmla="*/ 832175 h 834880"/>
                <a:gd name="connsiteX18" fmla="*/ 1157557 w 1885313"/>
                <a:gd name="connsiteY18" fmla="*/ 791790 h 834880"/>
                <a:gd name="connsiteX19" fmla="*/ 1715436 w 1885313"/>
                <a:gd name="connsiteY19" fmla="*/ 507659 h 834880"/>
                <a:gd name="connsiteX20" fmla="*/ 1838308 w 1885313"/>
                <a:gd name="connsiteY20" fmla="*/ 444984 h 834880"/>
                <a:gd name="connsiteX21" fmla="*/ 1880789 w 1885313"/>
                <a:gd name="connsiteY21" fmla="*/ 410123 h 834880"/>
                <a:gd name="connsiteX22" fmla="*/ 1882886 w 1885313"/>
                <a:gd name="connsiteY22" fmla="*/ 402503 h 834880"/>
                <a:gd name="connsiteX23" fmla="*/ 1884124 w 1885313"/>
                <a:gd name="connsiteY23" fmla="*/ 380119 h 834880"/>
                <a:gd name="connsiteX24" fmla="*/ 1880219 w 1885313"/>
                <a:gd name="connsiteY24" fmla="*/ 113609 h 834880"/>
                <a:gd name="connsiteX25" fmla="*/ 1833927 w 1885313"/>
                <a:gd name="connsiteY25" fmla="*/ 396216 h 834880"/>
                <a:gd name="connsiteX26" fmla="*/ 1208992 w 1885313"/>
                <a:gd name="connsiteY26" fmla="*/ 717304 h 834880"/>
                <a:gd name="connsiteX27" fmla="*/ 1021921 w 1885313"/>
                <a:gd name="connsiteY27" fmla="*/ 792552 h 834880"/>
                <a:gd name="connsiteX28" fmla="*/ 1016491 w 1885313"/>
                <a:gd name="connsiteY28" fmla="*/ 795028 h 834880"/>
                <a:gd name="connsiteX29" fmla="*/ 348407 w 1885313"/>
                <a:gd name="connsiteY29" fmla="*/ 547378 h 834880"/>
                <a:gd name="connsiteX30" fmla="*/ 166766 w 1885313"/>
                <a:gd name="connsiteY30" fmla="*/ 456510 h 834880"/>
                <a:gd name="connsiteX31" fmla="*/ 143620 w 1885313"/>
                <a:gd name="connsiteY31" fmla="*/ 65984 h 834880"/>
                <a:gd name="connsiteX32" fmla="*/ 795130 w 1885313"/>
                <a:gd name="connsiteY32" fmla="*/ 58650 h 834880"/>
                <a:gd name="connsiteX33" fmla="*/ 1471405 w 1885313"/>
                <a:gd name="connsiteY33" fmla="*/ 50935 h 834880"/>
                <a:gd name="connsiteX34" fmla="*/ 1831165 w 1885313"/>
                <a:gd name="connsiteY34" fmla="*/ 46934 h 834880"/>
                <a:gd name="connsiteX35" fmla="*/ 1833927 w 1885313"/>
                <a:gd name="connsiteY35" fmla="*/ 396216 h 83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85313" h="834880">
                  <a:moveTo>
                    <a:pt x="1880219" y="113609"/>
                  </a:moveTo>
                  <a:cubicBezTo>
                    <a:pt x="1879362" y="86368"/>
                    <a:pt x="1890410" y="18359"/>
                    <a:pt x="1859835" y="4739"/>
                  </a:cubicBezTo>
                  <a:cubicBezTo>
                    <a:pt x="1849262" y="870"/>
                    <a:pt x="1837927" y="-689"/>
                    <a:pt x="1826688" y="167"/>
                  </a:cubicBezTo>
                  <a:cubicBezTo>
                    <a:pt x="1373108" y="5120"/>
                    <a:pt x="919527" y="10263"/>
                    <a:pt x="466042" y="15597"/>
                  </a:cubicBezTo>
                  <a:cubicBezTo>
                    <a:pt x="357552" y="16804"/>
                    <a:pt x="248967" y="17978"/>
                    <a:pt x="140477" y="19122"/>
                  </a:cubicBezTo>
                  <a:cubicBezTo>
                    <a:pt x="94757" y="19693"/>
                    <a:pt x="85708" y="35695"/>
                    <a:pt x="65801" y="72652"/>
                  </a:cubicBezTo>
                  <a:cubicBezTo>
                    <a:pt x="45894" y="109609"/>
                    <a:pt x="24272" y="147042"/>
                    <a:pt x="1983" y="183333"/>
                  </a:cubicBezTo>
                  <a:cubicBezTo>
                    <a:pt x="-4303" y="194542"/>
                    <a:pt x="-493" y="208699"/>
                    <a:pt x="10461" y="215337"/>
                  </a:cubicBezTo>
                  <a:cubicBezTo>
                    <a:pt x="15604" y="218425"/>
                    <a:pt x="21891" y="219316"/>
                    <a:pt x="27701" y="217813"/>
                  </a:cubicBezTo>
                  <a:lnTo>
                    <a:pt x="30463" y="217813"/>
                  </a:lnTo>
                  <a:cubicBezTo>
                    <a:pt x="55514" y="219337"/>
                    <a:pt x="80660" y="218285"/>
                    <a:pt x="105520" y="214670"/>
                  </a:cubicBezTo>
                  <a:cubicBezTo>
                    <a:pt x="109902" y="289060"/>
                    <a:pt x="114379" y="363641"/>
                    <a:pt x="118475" y="438031"/>
                  </a:cubicBezTo>
                  <a:cubicBezTo>
                    <a:pt x="118380" y="451585"/>
                    <a:pt x="120950" y="465015"/>
                    <a:pt x="126094" y="477560"/>
                  </a:cubicBezTo>
                  <a:cubicBezTo>
                    <a:pt x="140191" y="506611"/>
                    <a:pt x="188483" y="521375"/>
                    <a:pt x="215248" y="534710"/>
                  </a:cubicBezTo>
                  <a:cubicBezTo>
                    <a:pt x="256492" y="555541"/>
                    <a:pt x="298212" y="575410"/>
                    <a:pt x="340311" y="594336"/>
                  </a:cubicBezTo>
                  <a:cubicBezTo>
                    <a:pt x="420512" y="630436"/>
                    <a:pt x="502236" y="663297"/>
                    <a:pt x="584437" y="694444"/>
                  </a:cubicBezTo>
                  <a:cubicBezTo>
                    <a:pt x="681973" y="731306"/>
                    <a:pt x="780176" y="762738"/>
                    <a:pt x="876855" y="801791"/>
                  </a:cubicBezTo>
                  <a:cubicBezTo>
                    <a:pt x="932004" y="824079"/>
                    <a:pt x="991726" y="841700"/>
                    <a:pt x="1050401" y="832175"/>
                  </a:cubicBezTo>
                  <a:cubicBezTo>
                    <a:pt x="1088501" y="825889"/>
                    <a:pt x="1123172" y="808744"/>
                    <a:pt x="1157557" y="791790"/>
                  </a:cubicBezTo>
                  <a:cubicBezTo>
                    <a:pt x="1344723" y="699302"/>
                    <a:pt x="1530936" y="605385"/>
                    <a:pt x="1715436" y="507659"/>
                  </a:cubicBezTo>
                  <a:cubicBezTo>
                    <a:pt x="1756203" y="486132"/>
                    <a:pt x="1795446" y="461653"/>
                    <a:pt x="1838308" y="444984"/>
                  </a:cubicBezTo>
                  <a:cubicBezTo>
                    <a:pt x="1855834" y="438126"/>
                    <a:pt x="1874027" y="427744"/>
                    <a:pt x="1880789" y="410123"/>
                  </a:cubicBezTo>
                  <a:cubicBezTo>
                    <a:pt x="1881743" y="407656"/>
                    <a:pt x="1882409" y="405103"/>
                    <a:pt x="1882886" y="402503"/>
                  </a:cubicBezTo>
                  <a:cubicBezTo>
                    <a:pt x="1884124" y="395111"/>
                    <a:pt x="1884504" y="387606"/>
                    <a:pt x="1884124" y="380119"/>
                  </a:cubicBezTo>
                  <a:cubicBezTo>
                    <a:pt x="1882791" y="291727"/>
                    <a:pt x="1882791" y="202668"/>
                    <a:pt x="1880219" y="113609"/>
                  </a:cubicBezTo>
                  <a:close/>
                  <a:moveTo>
                    <a:pt x="1833927" y="396216"/>
                  </a:moveTo>
                  <a:cubicBezTo>
                    <a:pt x="1618376" y="488990"/>
                    <a:pt x="1421399" y="618244"/>
                    <a:pt x="1208992" y="717304"/>
                  </a:cubicBezTo>
                  <a:cubicBezTo>
                    <a:pt x="1148127" y="746031"/>
                    <a:pt x="1085738" y="771158"/>
                    <a:pt x="1021921" y="792552"/>
                  </a:cubicBezTo>
                  <a:cubicBezTo>
                    <a:pt x="1020015" y="793190"/>
                    <a:pt x="1018206" y="794018"/>
                    <a:pt x="1016491" y="795028"/>
                  </a:cubicBezTo>
                  <a:cubicBezTo>
                    <a:pt x="790844" y="721209"/>
                    <a:pt x="564530" y="646724"/>
                    <a:pt x="348407" y="547378"/>
                  </a:cubicBezTo>
                  <a:cubicBezTo>
                    <a:pt x="286876" y="519184"/>
                    <a:pt x="226297" y="488895"/>
                    <a:pt x="166766" y="456510"/>
                  </a:cubicBezTo>
                  <a:cubicBezTo>
                    <a:pt x="159050" y="326271"/>
                    <a:pt x="151336" y="196096"/>
                    <a:pt x="143620" y="65984"/>
                  </a:cubicBezTo>
                  <a:lnTo>
                    <a:pt x="795130" y="58650"/>
                  </a:lnTo>
                  <a:lnTo>
                    <a:pt x="1471405" y="50935"/>
                  </a:lnTo>
                  <a:lnTo>
                    <a:pt x="1831165" y="46934"/>
                  </a:lnTo>
                  <a:cubicBezTo>
                    <a:pt x="1836404" y="163330"/>
                    <a:pt x="1837356" y="279757"/>
                    <a:pt x="1833927" y="396216"/>
                  </a:cubicBezTo>
                  <a:close/>
                </a:path>
              </a:pathLst>
            </a:custGeom>
            <a:solidFill>
              <a:srgbClr val="454E5F"/>
            </a:solidFill>
            <a:ln w="9525"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4CB01ECA-FEED-4762-530B-FDBCFE6F7091}"/>
                </a:ext>
              </a:extLst>
            </p:cNvPr>
            <p:cNvSpPr/>
            <p:nvPr/>
          </p:nvSpPr>
          <p:spPr>
            <a:xfrm>
              <a:off x="4678394" y="2111406"/>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A187E21A-0A31-C153-5ABA-A2819F5C0B56}"/>
                </a:ext>
              </a:extLst>
            </p:cNvPr>
            <p:cNvSpPr/>
            <p:nvPr/>
          </p:nvSpPr>
          <p:spPr>
            <a:xfrm>
              <a:off x="4678489" y="2617851"/>
              <a:ext cx="3267741" cy="19050"/>
            </a:xfrm>
            <a:custGeom>
              <a:avLst/>
              <a:gdLst>
                <a:gd name="connsiteX0" fmla="*/ 3257168 w 3267741"/>
                <a:gd name="connsiteY0" fmla="*/ 18989 h 19050"/>
                <a:gd name="connsiteX1" fmla="*/ 3242881 w 3267741"/>
                <a:gd name="connsiteY1" fmla="*/ 18989 h 19050"/>
                <a:gd name="connsiteX2" fmla="*/ 3233356 w 3267741"/>
                <a:gd name="connsiteY2" fmla="*/ 9464 h 19050"/>
                <a:gd name="connsiteX3" fmla="*/ 3242881 w 3267741"/>
                <a:gd name="connsiteY3" fmla="*/ -61 h 19050"/>
                <a:gd name="connsiteX4" fmla="*/ 3257168 w 3267741"/>
                <a:gd name="connsiteY4" fmla="*/ -61 h 19050"/>
                <a:gd name="connsiteX5" fmla="*/ 3266693 w 3267741"/>
                <a:gd name="connsiteY5" fmla="*/ 9464 h 19050"/>
                <a:gd name="connsiteX6" fmla="*/ 3257168 w 3267741"/>
                <a:gd name="connsiteY6" fmla="*/ 18989 h 19050"/>
                <a:gd name="connsiteX7" fmla="*/ 3149155 w 3267741"/>
                <a:gd name="connsiteY7" fmla="*/ 18989 h 19050"/>
                <a:gd name="connsiteX8" fmla="*/ 3102196 w 3267741"/>
                <a:gd name="connsiteY8" fmla="*/ 18989 h 19050"/>
                <a:gd name="connsiteX9" fmla="*/ 3092671 w 3267741"/>
                <a:gd name="connsiteY9" fmla="*/ 9464 h 19050"/>
                <a:gd name="connsiteX10" fmla="*/ 3102196 w 3267741"/>
                <a:gd name="connsiteY10" fmla="*/ -61 h 19050"/>
                <a:gd name="connsiteX11" fmla="*/ 3149155 w 3267741"/>
                <a:gd name="connsiteY11" fmla="*/ -61 h 19050"/>
                <a:gd name="connsiteX12" fmla="*/ 3158680 w 3267741"/>
                <a:gd name="connsiteY12" fmla="*/ 9464 h 19050"/>
                <a:gd name="connsiteX13" fmla="*/ 3149155 w 3267741"/>
                <a:gd name="connsiteY13" fmla="*/ 18989 h 19050"/>
                <a:gd name="connsiteX14" fmla="*/ 3008471 w 3267741"/>
                <a:gd name="connsiteY14" fmla="*/ 18989 h 19050"/>
                <a:gd name="connsiteX15" fmla="*/ 2961609 w 3267741"/>
                <a:gd name="connsiteY15" fmla="*/ 18989 h 19050"/>
                <a:gd name="connsiteX16" fmla="*/ 2952084 w 3267741"/>
                <a:gd name="connsiteY16" fmla="*/ 9464 h 19050"/>
                <a:gd name="connsiteX17" fmla="*/ 2961609 w 3267741"/>
                <a:gd name="connsiteY17" fmla="*/ -61 h 19050"/>
                <a:gd name="connsiteX18" fmla="*/ 3008471 w 3267741"/>
                <a:gd name="connsiteY18" fmla="*/ -61 h 19050"/>
                <a:gd name="connsiteX19" fmla="*/ 3017996 w 3267741"/>
                <a:gd name="connsiteY19" fmla="*/ 9464 h 19050"/>
                <a:gd name="connsiteX20" fmla="*/ 3008471 w 3267741"/>
                <a:gd name="connsiteY20" fmla="*/ 18989 h 19050"/>
                <a:gd name="connsiteX21" fmla="*/ 2867882 w 3267741"/>
                <a:gd name="connsiteY21" fmla="*/ 18989 h 19050"/>
                <a:gd name="connsiteX22" fmla="*/ 2820924 w 3267741"/>
                <a:gd name="connsiteY22" fmla="*/ 18989 h 19050"/>
                <a:gd name="connsiteX23" fmla="*/ 2811399 w 3267741"/>
                <a:gd name="connsiteY23" fmla="*/ 9464 h 19050"/>
                <a:gd name="connsiteX24" fmla="*/ 2820924 w 3267741"/>
                <a:gd name="connsiteY24" fmla="*/ -61 h 19050"/>
                <a:gd name="connsiteX25" fmla="*/ 2867882 w 3267741"/>
                <a:gd name="connsiteY25" fmla="*/ -61 h 19050"/>
                <a:gd name="connsiteX26" fmla="*/ 2877407 w 3267741"/>
                <a:gd name="connsiteY26" fmla="*/ 9464 h 19050"/>
                <a:gd name="connsiteX27" fmla="*/ 2867882 w 3267741"/>
                <a:gd name="connsiteY27" fmla="*/ 18989 h 19050"/>
                <a:gd name="connsiteX28" fmla="*/ 2727197 w 3267741"/>
                <a:gd name="connsiteY28" fmla="*/ 18989 h 19050"/>
                <a:gd name="connsiteX29" fmla="*/ 2680335 w 3267741"/>
                <a:gd name="connsiteY29" fmla="*/ 18989 h 19050"/>
                <a:gd name="connsiteX30" fmla="*/ 2670810 w 3267741"/>
                <a:gd name="connsiteY30" fmla="*/ 9464 h 19050"/>
                <a:gd name="connsiteX31" fmla="*/ 2680335 w 3267741"/>
                <a:gd name="connsiteY31" fmla="*/ -61 h 19050"/>
                <a:gd name="connsiteX32" fmla="*/ 2727197 w 3267741"/>
                <a:gd name="connsiteY32" fmla="*/ -61 h 19050"/>
                <a:gd name="connsiteX33" fmla="*/ 2736722 w 3267741"/>
                <a:gd name="connsiteY33" fmla="*/ 9464 h 19050"/>
                <a:gd name="connsiteX34" fmla="*/ 2727197 w 3267741"/>
                <a:gd name="connsiteY34" fmla="*/ 18989 h 19050"/>
                <a:gd name="connsiteX35" fmla="*/ 2586609 w 3267741"/>
                <a:gd name="connsiteY35" fmla="*/ 18989 h 19050"/>
                <a:gd name="connsiteX36" fmla="*/ 2539746 w 3267741"/>
                <a:gd name="connsiteY36" fmla="*/ 18989 h 19050"/>
                <a:gd name="connsiteX37" fmla="*/ 2530221 w 3267741"/>
                <a:gd name="connsiteY37" fmla="*/ 9464 h 19050"/>
                <a:gd name="connsiteX38" fmla="*/ 2539746 w 3267741"/>
                <a:gd name="connsiteY38" fmla="*/ -61 h 19050"/>
                <a:gd name="connsiteX39" fmla="*/ 2586609 w 3267741"/>
                <a:gd name="connsiteY39" fmla="*/ -61 h 19050"/>
                <a:gd name="connsiteX40" fmla="*/ 2596134 w 3267741"/>
                <a:gd name="connsiteY40" fmla="*/ 9464 h 19050"/>
                <a:gd name="connsiteX41" fmla="*/ 2586609 w 3267741"/>
                <a:gd name="connsiteY41" fmla="*/ 18989 h 19050"/>
                <a:gd name="connsiteX42" fmla="*/ 2445544 w 3267741"/>
                <a:gd name="connsiteY42" fmla="*/ 18989 h 19050"/>
                <a:gd name="connsiteX43" fmla="*/ 2398680 w 3267741"/>
                <a:gd name="connsiteY43" fmla="*/ 18989 h 19050"/>
                <a:gd name="connsiteX44" fmla="*/ 2389155 w 3267741"/>
                <a:gd name="connsiteY44" fmla="*/ 9464 h 19050"/>
                <a:gd name="connsiteX45" fmla="*/ 2398680 w 3267741"/>
                <a:gd name="connsiteY45" fmla="*/ -61 h 19050"/>
                <a:gd name="connsiteX46" fmla="*/ 2445544 w 3267741"/>
                <a:gd name="connsiteY46" fmla="*/ -61 h 19050"/>
                <a:gd name="connsiteX47" fmla="*/ 2455069 w 3267741"/>
                <a:gd name="connsiteY47" fmla="*/ 9464 h 19050"/>
                <a:gd name="connsiteX48" fmla="*/ 2445544 w 3267741"/>
                <a:gd name="connsiteY48" fmla="*/ 18989 h 19050"/>
                <a:gd name="connsiteX49" fmla="*/ 2304954 w 3267741"/>
                <a:gd name="connsiteY49" fmla="*/ 18989 h 19050"/>
                <a:gd name="connsiteX50" fmla="*/ 2258091 w 3267741"/>
                <a:gd name="connsiteY50" fmla="*/ 18989 h 19050"/>
                <a:gd name="connsiteX51" fmla="*/ 2248566 w 3267741"/>
                <a:gd name="connsiteY51" fmla="*/ 9464 h 19050"/>
                <a:gd name="connsiteX52" fmla="*/ 2258091 w 3267741"/>
                <a:gd name="connsiteY52" fmla="*/ -61 h 19050"/>
                <a:gd name="connsiteX53" fmla="*/ 2304954 w 3267741"/>
                <a:gd name="connsiteY53" fmla="*/ -61 h 19050"/>
                <a:gd name="connsiteX54" fmla="*/ 2314479 w 3267741"/>
                <a:gd name="connsiteY54" fmla="*/ 9464 h 19050"/>
                <a:gd name="connsiteX55" fmla="*/ 2304954 w 3267741"/>
                <a:gd name="connsiteY55" fmla="*/ 18989 h 19050"/>
                <a:gd name="connsiteX56" fmla="*/ 2164270 w 3267741"/>
                <a:gd name="connsiteY56" fmla="*/ 18989 h 19050"/>
                <a:gd name="connsiteX57" fmla="*/ 2117408 w 3267741"/>
                <a:gd name="connsiteY57" fmla="*/ 18989 h 19050"/>
                <a:gd name="connsiteX58" fmla="*/ 2107883 w 3267741"/>
                <a:gd name="connsiteY58" fmla="*/ 9464 h 19050"/>
                <a:gd name="connsiteX59" fmla="*/ 2117408 w 3267741"/>
                <a:gd name="connsiteY59" fmla="*/ -61 h 19050"/>
                <a:gd name="connsiteX60" fmla="*/ 2164270 w 3267741"/>
                <a:gd name="connsiteY60" fmla="*/ -61 h 19050"/>
                <a:gd name="connsiteX61" fmla="*/ 2173795 w 3267741"/>
                <a:gd name="connsiteY61" fmla="*/ 9464 h 19050"/>
                <a:gd name="connsiteX62" fmla="*/ 2164270 w 3267741"/>
                <a:gd name="connsiteY62" fmla="*/ 18989 h 19050"/>
                <a:gd name="connsiteX63" fmla="*/ 2023681 w 3267741"/>
                <a:gd name="connsiteY63" fmla="*/ 18989 h 19050"/>
                <a:gd name="connsiteX64" fmla="*/ 1976819 w 3267741"/>
                <a:gd name="connsiteY64" fmla="*/ 18989 h 19050"/>
                <a:gd name="connsiteX65" fmla="*/ 1967294 w 3267741"/>
                <a:gd name="connsiteY65" fmla="*/ 9464 h 19050"/>
                <a:gd name="connsiteX66" fmla="*/ 1976819 w 3267741"/>
                <a:gd name="connsiteY66" fmla="*/ -61 h 19050"/>
                <a:gd name="connsiteX67" fmla="*/ 2023681 w 3267741"/>
                <a:gd name="connsiteY67" fmla="*/ -61 h 19050"/>
                <a:gd name="connsiteX68" fmla="*/ 2033206 w 3267741"/>
                <a:gd name="connsiteY68" fmla="*/ 9464 h 19050"/>
                <a:gd name="connsiteX69" fmla="*/ 2023681 w 3267741"/>
                <a:gd name="connsiteY69" fmla="*/ 18989 h 19050"/>
                <a:gd name="connsiteX70" fmla="*/ 1883568 w 3267741"/>
                <a:gd name="connsiteY70" fmla="*/ 18989 h 19050"/>
                <a:gd name="connsiteX71" fmla="*/ 1836610 w 3267741"/>
                <a:gd name="connsiteY71" fmla="*/ 18989 h 19050"/>
                <a:gd name="connsiteX72" fmla="*/ 1827085 w 3267741"/>
                <a:gd name="connsiteY72" fmla="*/ 9464 h 19050"/>
                <a:gd name="connsiteX73" fmla="*/ 1836610 w 3267741"/>
                <a:gd name="connsiteY73" fmla="*/ -61 h 19050"/>
                <a:gd name="connsiteX74" fmla="*/ 1883568 w 3267741"/>
                <a:gd name="connsiteY74" fmla="*/ -61 h 19050"/>
                <a:gd name="connsiteX75" fmla="*/ 1893093 w 3267741"/>
                <a:gd name="connsiteY75" fmla="*/ 9464 h 19050"/>
                <a:gd name="connsiteX76" fmla="*/ 1883568 w 3267741"/>
                <a:gd name="connsiteY76" fmla="*/ 18989 h 19050"/>
                <a:gd name="connsiteX77" fmla="*/ 1742884 w 3267741"/>
                <a:gd name="connsiteY77" fmla="*/ 18989 h 19050"/>
                <a:gd name="connsiteX78" fmla="*/ 1696022 w 3267741"/>
                <a:gd name="connsiteY78" fmla="*/ 18989 h 19050"/>
                <a:gd name="connsiteX79" fmla="*/ 1686497 w 3267741"/>
                <a:gd name="connsiteY79" fmla="*/ 9464 h 19050"/>
                <a:gd name="connsiteX80" fmla="*/ 1696022 w 3267741"/>
                <a:gd name="connsiteY80" fmla="*/ -61 h 19050"/>
                <a:gd name="connsiteX81" fmla="*/ 1742884 w 3267741"/>
                <a:gd name="connsiteY81" fmla="*/ -61 h 19050"/>
                <a:gd name="connsiteX82" fmla="*/ 1752409 w 3267741"/>
                <a:gd name="connsiteY82" fmla="*/ 9464 h 19050"/>
                <a:gd name="connsiteX83" fmla="*/ 1742884 w 3267741"/>
                <a:gd name="connsiteY83" fmla="*/ 18989 h 19050"/>
                <a:gd name="connsiteX84" fmla="*/ 1602295 w 3267741"/>
                <a:gd name="connsiteY84" fmla="*/ 18989 h 19050"/>
                <a:gd name="connsiteX85" fmla="*/ 1555337 w 3267741"/>
                <a:gd name="connsiteY85" fmla="*/ 18989 h 19050"/>
                <a:gd name="connsiteX86" fmla="*/ 1545812 w 3267741"/>
                <a:gd name="connsiteY86" fmla="*/ 9464 h 19050"/>
                <a:gd name="connsiteX87" fmla="*/ 1555337 w 3267741"/>
                <a:gd name="connsiteY87" fmla="*/ -61 h 19050"/>
                <a:gd name="connsiteX88" fmla="*/ 1602295 w 3267741"/>
                <a:gd name="connsiteY88" fmla="*/ -61 h 19050"/>
                <a:gd name="connsiteX89" fmla="*/ 1611820 w 3267741"/>
                <a:gd name="connsiteY89" fmla="*/ 9464 h 19050"/>
                <a:gd name="connsiteX90" fmla="*/ 1602295 w 3267741"/>
                <a:gd name="connsiteY90" fmla="*/ 18989 h 19050"/>
                <a:gd name="connsiteX91" fmla="*/ 1461610 w 3267741"/>
                <a:gd name="connsiteY91" fmla="*/ 18989 h 19050"/>
                <a:gd name="connsiteX92" fmla="*/ 1414748 w 3267741"/>
                <a:gd name="connsiteY92" fmla="*/ 18989 h 19050"/>
                <a:gd name="connsiteX93" fmla="*/ 1405223 w 3267741"/>
                <a:gd name="connsiteY93" fmla="*/ 9464 h 19050"/>
                <a:gd name="connsiteX94" fmla="*/ 1414748 w 3267741"/>
                <a:gd name="connsiteY94" fmla="*/ -61 h 19050"/>
                <a:gd name="connsiteX95" fmla="*/ 1461610 w 3267741"/>
                <a:gd name="connsiteY95" fmla="*/ -61 h 19050"/>
                <a:gd name="connsiteX96" fmla="*/ 1471135 w 3267741"/>
                <a:gd name="connsiteY96" fmla="*/ 9464 h 19050"/>
                <a:gd name="connsiteX97" fmla="*/ 1461610 w 3267741"/>
                <a:gd name="connsiteY97" fmla="*/ 18989 h 19050"/>
                <a:gd name="connsiteX98" fmla="*/ 1321021 w 3267741"/>
                <a:gd name="connsiteY98" fmla="*/ 18989 h 19050"/>
                <a:gd name="connsiteX99" fmla="*/ 1273968 w 3267741"/>
                <a:gd name="connsiteY99" fmla="*/ 18989 h 19050"/>
                <a:gd name="connsiteX100" fmla="*/ 1264443 w 3267741"/>
                <a:gd name="connsiteY100" fmla="*/ 9464 h 19050"/>
                <a:gd name="connsiteX101" fmla="*/ 1273968 w 3267741"/>
                <a:gd name="connsiteY101" fmla="*/ -61 h 19050"/>
                <a:gd name="connsiteX102" fmla="*/ 1320832 w 3267741"/>
                <a:gd name="connsiteY102" fmla="*/ -61 h 19050"/>
                <a:gd name="connsiteX103" fmla="*/ 1330357 w 3267741"/>
                <a:gd name="connsiteY103" fmla="*/ 9464 h 19050"/>
                <a:gd name="connsiteX104" fmla="*/ 1320832 w 3267741"/>
                <a:gd name="connsiteY104" fmla="*/ 18989 h 19050"/>
                <a:gd name="connsiteX105" fmla="*/ 1180338 w 3267741"/>
                <a:gd name="connsiteY105" fmla="*/ 18989 h 19050"/>
                <a:gd name="connsiteX106" fmla="*/ 1133475 w 3267741"/>
                <a:gd name="connsiteY106" fmla="*/ 18989 h 19050"/>
                <a:gd name="connsiteX107" fmla="*/ 1123950 w 3267741"/>
                <a:gd name="connsiteY107" fmla="*/ 9464 h 19050"/>
                <a:gd name="connsiteX108" fmla="*/ 1133475 w 3267741"/>
                <a:gd name="connsiteY108" fmla="*/ -61 h 19050"/>
                <a:gd name="connsiteX109" fmla="*/ 1180338 w 3267741"/>
                <a:gd name="connsiteY109" fmla="*/ -61 h 19050"/>
                <a:gd name="connsiteX110" fmla="*/ 1189863 w 3267741"/>
                <a:gd name="connsiteY110" fmla="*/ 9464 h 19050"/>
                <a:gd name="connsiteX111" fmla="*/ 1180338 w 3267741"/>
                <a:gd name="connsiteY111" fmla="*/ 18989 h 19050"/>
                <a:gd name="connsiteX112" fmla="*/ 1039749 w 3267741"/>
                <a:gd name="connsiteY112" fmla="*/ 18989 h 19050"/>
                <a:gd name="connsiteX113" fmla="*/ 992886 w 3267741"/>
                <a:gd name="connsiteY113" fmla="*/ 18989 h 19050"/>
                <a:gd name="connsiteX114" fmla="*/ 983361 w 3267741"/>
                <a:gd name="connsiteY114" fmla="*/ 9464 h 19050"/>
                <a:gd name="connsiteX115" fmla="*/ 992886 w 3267741"/>
                <a:gd name="connsiteY115" fmla="*/ -61 h 19050"/>
                <a:gd name="connsiteX116" fmla="*/ 1039749 w 3267741"/>
                <a:gd name="connsiteY116" fmla="*/ -61 h 19050"/>
                <a:gd name="connsiteX117" fmla="*/ 1049274 w 3267741"/>
                <a:gd name="connsiteY117" fmla="*/ 9464 h 19050"/>
                <a:gd name="connsiteX118" fmla="*/ 1039749 w 3267741"/>
                <a:gd name="connsiteY118" fmla="*/ 18989 h 19050"/>
                <a:gd name="connsiteX119" fmla="*/ 899065 w 3267741"/>
                <a:gd name="connsiteY119" fmla="*/ 18989 h 19050"/>
                <a:gd name="connsiteX120" fmla="*/ 852201 w 3267741"/>
                <a:gd name="connsiteY120" fmla="*/ 18989 h 19050"/>
                <a:gd name="connsiteX121" fmla="*/ 842676 w 3267741"/>
                <a:gd name="connsiteY121" fmla="*/ 9464 h 19050"/>
                <a:gd name="connsiteX122" fmla="*/ 852201 w 3267741"/>
                <a:gd name="connsiteY122" fmla="*/ -61 h 19050"/>
                <a:gd name="connsiteX123" fmla="*/ 899065 w 3267741"/>
                <a:gd name="connsiteY123" fmla="*/ -61 h 19050"/>
                <a:gd name="connsiteX124" fmla="*/ 908590 w 3267741"/>
                <a:gd name="connsiteY124" fmla="*/ 9464 h 19050"/>
                <a:gd name="connsiteX125" fmla="*/ 899065 w 3267741"/>
                <a:gd name="connsiteY125" fmla="*/ 18989 h 19050"/>
                <a:gd name="connsiteX126" fmla="*/ 758475 w 3267741"/>
                <a:gd name="connsiteY126" fmla="*/ 18989 h 19050"/>
                <a:gd name="connsiteX127" fmla="*/ 711993 w 3267741"/>
                <a:gd name="connsiteY127" fmla="*/ 18989 h 19050"/>
                <a:gd name="connsiteX128" fmla="*/ 702468 w 3267741"/>
                <a:gd name="connsiteY128" fmla="*/ 9464 h 19050"/>
                <a:gd name="connsiteX129" fmla="*/ 711993 w 3267741"/>
                <a:gd name="connsiteY129" fmla="*/ -61 h 19050"/>
                <a:gd name="connsiteX130" fmla="*/ 758857 w 3267741"/>
                <a:gd name="connsiteY130" fmla="*/ -61 h 19050"/>
                <a:gd name="connsiteX131" fmla="*/ 768382 w 3267741"/>
                <a:gd name="connsiteY131" fmla="*/ 9464 h 19050"/>
                <a:gd name="connsiteX132" fmla="*/ 758857 w 3267741"/>
                <a:gd name="connsiteY132" fmla="*/ 18989 h 19050"/>
                <a:gd name="connsiteX133" fmla="*/ 617791 w 3267741"/>
                <a:gd name="connsiteY133" fmla="*/ 18989 h 19050"/>
                <a:gd name="connsiteX134" fmla="*/ 570928 w 3267741"/>
                <a:gd name="connsiteY134" fmla="*/ 18989 h 19050"/>
                <a:gd name="connsiteX135" fmla="*/ 561403 w 3267741"/>
                <a:gd name="connsiteY135" fmla="*/ 9464 h 19050"/>
                <a:gd name="connsiteX136" fmla="*/ 570928 w 3267741"/>
                <a:gd name="connsiteY136" fmla="*/ -61 h 19050"/>
                <a:gd name="connsiteX137" fmla="*/ 617791 w 3267741"/>
                <a:gd name="connsiteY137" fmla="*/ -61 h 19050"/>
                <a:gd name="connsiteX138" fmla="*/ 627316 w 3267741"/>
                <a:gd name="connsiteY138" fmla="*/ 9464 h 19050"/>
                <a:gd name="connsiteX139" fmla="*/ 617791 w 3267741"/>
                <a:gd name="connsiteY139" fmla="*/ 18989 h 19050"/>
                <a:gd name="connsiteX140" fmla="*/ 477202 w 3267741"/>
                <a:gd name="connsiteY140" fmla="*/ 18989 h 19050"/>
                <a:gd name="connsiteX141" fmla="*/ 430340 w 3267741"/>
                <a:gd name="connsiteY141" fmla="*/ 18989 h 19050"/>
                <a:gd name="connsiteX142" fmla="*/ 420815 w 3267741"/>
                <a:gd name="connsiteY142" fmla="*/ 9464 h 19050"/>
                <a:gd name="connsiteX143" fmla="*/ 430340 w 3267741"/>
                <a:gd name="connsiteY143" fmla="*/ -61 h 19050"/>
                <a:gd name="connsiteX144" fmla="*/ 477202 w 3267741"/>
                <a:gd name="connsiteY144" fmla="*/ -61 h 19050"/>
                <a:gd name="connsiteX145" fmla="*/ 486727 w 3267741"/>
                <a:gd name="connsiteY145" fmla="*/ 9464 h 19050"/>
                <a:gd name="connsiteX146" fmla="*/ 477202 w 3267741"/>
                <a:gd name="connsiteY146" fmla="*/ 18989 h 19050"/>
                <a:gd name="connsiteX147" fmla="*/ 336613 w 3267741"/>
                <a:gd name="connsiteY147" fmla="*/ 18989 h 19050"/>
                <a:gd name="connsiteX148" fmla="*/ 289655 w 3267741"/>
                <a:gd name="connsiteY148" fmla="*/ 18989 h 19050"/>
                <a:gd name="connsiteX149" fmla="*/ 280130 w 3267741"/>
                <a:gd name="connsiteY149" fmla="*/ 9464 h 19050"/>
                <a:gd name="connsiteX150" fmla="*/ 289655 w 3267741"/>
                <a:gd name="connsiteY150" fmla="*/ -61 h 19050"/>
                <a:gd name="connsiteX151" fmla="*/ 336613 w 3267741"/>
                <a:gd name="connsiteY151" fmla="*/ -61 h 19050"/>
                <a:gd name="connsiteX152" fmla="*/ 346138 w 3267741"/>
                <a:gd name="connsiteY152" fmla="*/ 9464 h 19050"/>
                <a:gd name="connsiteX153" fmla="*/ 336613 w 3267741"/>
                <a:gd name="connsiteY153" fmla="*/ 18989 h 19050"/>
                <a:gd name="connsiteX154" fmla="*/ 195928 w 3267741"/>
                <a:gd name="connsiteY154" fmla="*/ 18989 h 19050"/>
                <a:gd name="connsiteX155" fmla="*/ 149066 w 3267741"/>
                <a:gd name="connsiteY155" fmla="*/ 18989 h 19050"/>
                <a:gd name="connsiteX156" fmla="*/ 139541 w 3267741"/>
                <a:gd name="connsiteY156" fmla="*/ 9464 h 19050"/>
                <a:gd name="connsiteX157" fmla="*/ 149066 w 3267741"/>
                <a:gd name="connsiteY157" fmla="*/ -61 h 19050"/>
                <a:gd name="connsiteX158" fmla="*/ 195928 w 3267741"/>
                <a:gd name="connsiteY158" fmla="*/ -61 h 19050"/>
                <a:gd name="connsiteX159" fmla="*/ 205453 w 3267741"/>
                <a:gd name="connsiteY159" fmla="*/ 9464 h 19050"/>
                <a:gd name="connsiteX160" fmla="*/ 195928 w 3267741"/>
                <a:gd name="connsiteY160" fmla="*/ 18989 h 19050"/>
                <a:gd name="connsiteX161" fmla="*/ 55340 w 3267741"/>
                <a:gd name="connsiteY161" fmla="*/ 18989 h 19050"/>
                <a:gd name="connsiteX162" fmla="*/ 8477 w 3267741"/>
                <a:gd name="connsiteY162" fmla="*/ 18989 h 19050"/>
                <a:gd name="connsiteX163" fmla="*/ -1048 w 3267741"/>
                <a:gd name="connsiteY163" fmla="*/ 9464 h 19050"/>
                <a:gd name="connsiteX164" fmla="*/ 8477 w 3267741"/>
                <a:gd name="connsiteY164" fmla="*/ -61 h 19050"/>
                <a:gd name="connsiteX165" fmla="*/ 55340 w 3267741"/>
                <a:gd name="connsiteY165" fmla="*/ -61 h 19050"/>
                <a:gd name="connsiteX166" fmla="*/ 64865 w 3267741"/>
                <a:gd name="connsiteY166" fmla="*/ 9464 h 19050"/>
                <a:gd name="connsiteX167" fmla="*/ 55340 w 3267741"/>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741" h="19050">
                  <a:moveTo>
                    <a:pt x="3257168" y="18989"/>
                  </a:moveTo>
                  <a:lnTo>
                    <a:pt x="3242881" y="18989"/>
                  </a:lnTo>
                  <a:cubicBezTo>
                    <a:pt x="3237643" y="18989"/>
                    <a:pt x="3233356" y="14722"/>
                    <a:pt x="3233356" y="9464"/>
                  </a:cubicBezTo>
                  <a:cubicBezTo>
                    <a:pt x="3233356" y="4206"/>
                    <a:pt x="3237643" y="-61"/>
                    <a:pt x="3242881" y="-61"/>
                  </a:cubicBezTo>
                  <a:lnTo>
                    <a:pt x="3257168" y="-61"/>
                  </a:lnTo>
                  <a:cubicBezTo>
                    <a:pt x="3262408" y="-61"/>
                    <a:pt x="3266693" y="4206"/>
                    <a:pt x="3266693" y="9464"/>
                  </a:cubicBezTo>
                  <a:cubicBezTo>
                    <a:pt x="3266693" y="14722"/>
                    <a:pt x="3262408" y="18989"/>
                    <a:pt x="3257168" y="18989"/>
                  </a:cubicBezTo>
                  <a:close/>
                  <a:moveTo>
                    <a:pt x="3149155" y="18989"/>
                  </a:moveTo>
                  <a:lnTo>
                    <a:pt x="3102196" y="18989"/>
                  </a:lnTo>
                  <a:cubicBezTo>
                    <a:pt x="3096958" y="18989"/>
                    <a:pt x="3092671" y="14722"/>
                    <a:pt x="3092671" y="9464"/>
                  </a:cubicBezTo>
                  <a:cubicBezTo>
                    <a:pt x="3092671" y="4206"/>
                    <a:pt x="3096958" y="-61"/>
                    <a:pt x="3102196" y="-61"/>
                  </a:cubicBezTo>
                  <a:lnTo>
                    <a:pt x="3149155" y="-61"/>
                  </a:lnTo>
                  <a:cubicBezTo>
                    <a:pt x="3154394" y="-61"/>
                    <a:pt x="3158680" y="4206"/>
                    <a:pt x="3158680" y="9464"/>
                  </a:cubicBezTo>
                  <a:cubicBezTo>
                    <a:pt x="3158680" y="14722"/>
                    <a:pt x="3154394" y="18989"/>
                    <a:pt x="3149155" y="18989"/>
                  </a:cubicBezTo>
                  <a:close/>
                  <a:moveTo>
                    <a:pt x="3008471" y="18989"/>
                  </a:moveTo>
                  <a:lnTo>
                    <a:pt x="2961609" y="18989"/>
                  </a:lnTo>
                  <a:cubicBezTo>
                    <a:pt x="2956369" y="18989"/>
                    <a:pt x="2952084" y="14722"/>
                    <a:pt x="2952084" y="9464"/>
                  </a:cubicBezTo>
                  <a:cubicBezTo>
                    <a:pt x="2952084" y="4206"/>
                    <a:pt x="2956369" y="-61"/>
                    <a:pt x="2961609" y="-61"/>
                  </a:cubicBezTo>
                  <a:lnTo>
                    <a:pt x="3008471" y="-61"/>
                  </a:lnTo>
                  <a:cubicBezTo>
                    <a:pt x="3013710" y="-61"/>
                    <a:pt x="3017996" y="4206"/>
                    <a:pt x="3017996" y="9464"/>
                  </a:cubicBezTo>
                  <a:cubicBezTo>
                    <a:pt x="3017996" y="14722"/>
                    <a:pt x="3013710" y="18989"/>
                    <a:pt x="3008471" y="18989"/>
                  </a:cubicBezTo>
                  <a:close/>
                  <a:moveTo>
                    <a:pt x="2867882" y="18989"/>
                  </a:moveTo>
                  <a:lnTo>
                    <a:pt x="2820924" y="18989"/>
                  </a:lnTo>
                  <a:cubicBezTo>
                    <a:pt x="2815685" y="18989"/>
                    <a:pt x="2811399" y="14722"/>
                    <a:pt x="2811399" y="9464"/>
                  </a:cubicBezTo>
                  <a:cubicBezTo>
                    <a:pt x="2811399" y="4206"/>
                    <a:pt x="2815685" y="-61"/>
                    <a:pt x="2820924" y="-61"/>
                  </a:cubicBezTo>
                  <a:lnTo>
                    <a:pt x="2867882" y="-61"/>
                  </a:lnTo>
                  <a:cubicBezTo>
                    <a:pt x="2873121" y="-61"/>
                    <a:pt x="2877407" y="4206"/>
                    <a:pt x="2877407" y="9464"/>
                  </a:cubicBezTo>
                  <a:cubicBezTo>
                    <a:pt x="2877407" y="14722"/>
                    <a:pt x="2873121" y="18989"/>
                    <a:pt x="2867882" y="18989"/>
                  </a:cubicBezTo>
                  <a:close/>
                  <a:moveTo>
                    <a:pt x="2727197" y="18989"/>
                  </a:moveTo>
                  <a:lnTo>
                    <a:pt x="2680335" y="18989"/>
                  </a:lnTo>
                  <a:cubicBezTo>
                    <a:pt x="2675096" y="18989"/>
                    <a:pt x="2670810" y="14722"/>
                    <a:pt x="2670810" y="9464"/>
                  </a:cubicBezTo>
                  <a:cubicBezTo>
                    <a:pt x="2670810" y="4206"/>
                    <a:pt x="2675096" y="-61"/>
                    <a:pt x="2680335" y="-61"/>
                  </a:cubicBezTo>
                  <a:lnTo>
                    <a:pt x="2727197" y="-61"/>
                  </a:lnTo>
                  <a:cubicBezTo>
                    <a:pt x="2732436" y="-61"/>
                    <a:pt x="2736722" y="4206"/>
                    <a:pt x="2736722" y="9464"/>
                  </a:cubicBezTo>
                  <a:cubicBezTo>
                    <a:pt x="2736722" y="14722"/>
                    <a:pt x="2732436" y="18989"/>
                    <a:pt x="2727197" y="18989"/>
                  </a:cubicBezTo>
                  <a:close/>
                  <a:moveTo>
                    <a:pt x="2586609" y="18989"/>
                  </a:moveTo>
                  <a:lnTo>
                    <a:pt x="2539746" y="18989"/>
                  </a:lnTo>
                  <a:cubicBezTo>
                    <a:pt x="2534507" y="18989"/>
                    <a:pt x="2530221" y="14722"/>
                    <a:pt x="2530221" y="9464"/>
                  </a:cubicBezTo>
                  <a:cubicBezTo>
                    <a:pt x="2530221" y="4206"/>
                    <a:pt x="2534507" y="-61"/>
                    <a:pt x="2539746" y="-61"/>
                  </a:cubicBezTo>
                  <a:lnTo>
                    <a:pt x="2586609" y="-61"/>
                  </a:lnTo>
                  <a:cubicBezTo>
                    <a:pt x="2591847" y="-61"/>
                    <a:pt x="2596134" y="4206"/>
                    <a:pt x="2596134" y="9464"/>
                  </a:cubicBezTo>
                  <a:cubicBezTo>
                    <a:pt x="2596134" y="14722"/>
                    <a:pt x="2591847" y="18989"/>
                    <a:pt x="2586609" y="18989"/>
                  </a:cubicBezTo>
                  <a:close/>
                  <a:moveTo>
                    <a:pt x="2445544" y="18989"/>
                  </a:moveTo>
                  <a:lnTo>
                    <a:pt x="2398680" y="18989"/>
                  </a:lnTo>
                  <a:cubicBezTo>
                    <a:pt x="2393442" y="18989"/>
                    <a:pt x="2389155" y="14722"/>
                    <a:pt x="2389155" y="9464"/>
                  </a:cubicBezTo>
                  <a:cubicBezTo>
                    <a:pt x="2389155" y="4206"/>
                    <a:pt x="2393442" y="-61"/>
                    <a:pt x="2398680" y="-61"/>
                  </a:cubicBezTo>
                  <a:lnTo>
                    <a:pt x="2445544" y="-61"/>
                  </a:lnTo>
                  <a:cubicBezTo>
                    <a:pt x="2450783" y="-61"/>
                    <a:pt x="2455069" y="4206"/>
                    <a:pt x="2455069" y="9464"/>
                  </a:cubicBezTo>
                  <a:cubicBezTo>
                    <a:pt x="2455069" y="14722"/>
                    <a:pt x="2450783" y="18989"/>
                    <a:pt x="2445544" y="18989"/>
                  </a:cubicBezTo>
                  <a:close/>
                  <a:moveTo>
                    <a:pt x="2304954" y="18989"/>
                  </a:moveTo>
                  <a:lnTo>
                    <a:pt x="2258091" y="18989"/>
                  </a:lnTo>
                  <a:cubicBezTo>
                    <a:pt x="2252853" y="18989"/>
                    <a:pt x="2248566" y="14722"/>
                    <a:pt x="2248566" y="9464"/>
                  </a:cubicBezTo>
                  <a:cubicBezTo>
                    <a:pt x="2248566" y="4206"/>
                    <a:pt x="2252853" y="-61"/>
                    <a:pt x="2258091" y="-61"/>
                  </a:cubicBezTo>
                  <a:lnTo>
                    <a:pt x="2304954" y="-61"/>
                  </a:lnTo>
                  <a:cubicBezTo>
                    <a:pt x="2310194" y="-61"/>
                    <a:pt x="2314479" y="4206"/>
                    <a:pt x="2314479" y="9464"/>
                  </a:cubicBezTo>
                  <a:cubicBezTo>
                    <a:pt x="2314479" y="14722"/>
                    <a:pt x="2310194" y="18989"/>
                    <a:pt x="2304954" y="18989"/>
                  </a:cubicBezTo>
                  <a:close/>
                  <a:moveTo>
                    <a:pt x="2164270" y="18989"/>
                  </a:moveTo>
                  <a:lnTo>
                    <a:pt x="2117408" y="18989"/>
                  </a:lnTo>
                  <a:cubicBezTo>
                    <a:pt x="2112169" y="18989"/>
                    <a:pt x="2107883" y="14722"/>
                    <a:pt x="2107883" y="9464"/>
                  </a:cubicBezTo>
                  <a:cubicBezTo>
                    <a:pt x="2107883" y="4206"/>
                    <a:pt x="2112169" y="-61"/>
                    <a:pt x="2117408" y="-61"/>
                  </a:cubicBezTo>
                  <a:lnTo>
                    <a:pt x="2164270" y="-61"/>
                  </a:lnTo>
                  <a:cubicBezTo>
                    <a:pt x="2169509" y="-61"/>
                    <a:pt x="2173795" y="4206"/>
                    <a:pt x="2173795" y="9464"/>
                  </a:cubicBezTo>
                  <a:cubicBezTo>
                    <a:pt x="2173795" y="14722"/>
                    <a:pt x="2169509" y="18989"/>
                    <a:pt x="2164270" y="18989"/>
                  </a:cubicBezTo>
                  <a:close/>
                  <a:moveTo>
                    <a:pt x="2023681" y="18989"/>
                  </a:moveTo>
                  <a:lnTo>
                    <a:pt x="1976819" y="18989"/>
                  </a:lnTo>
                  <a:cubicBezTo>
                    <a:pt x="1971579" y="18989"/>
                    <a:pt x="1967294" y="14722"/>
                    <a:pt x="1967294" y="9464"/>
                  </a:cubicBezTo>
                  <a:cubicBezTo>
                    <a:pt x="1967294" y="4206"/>
                    <a:pt x="1971579" y="-61"/>
                    <a:pt x="1976819" y="-61"/>
                  </a:cubicBezTo>
                  <a:lnTo>
                    <a:pt x="2023681" y="-61"/>
                  </a:lnTo>
                  <a:cubicBezTo>
                    <a:pt x="2028920" y="-61"/>
                    <a:pt x="2033206" y="4206"/>
                    <a:pt x="2033206" y="9464"/>
                  </a:cubicBezTo>
                  <a:cubicBezTo>
                    <a:pt x="2033206" y="14722"/>
                    <a:pt x="2028920" y="18989"/>
                    <a:pt x="2023681" y="18989"/>
                  </a:cubicBezTo>
                  <a:close/>
                  <a:moveTo>
                    <a:pt x="1883568" y="18989"/>
                  </a:moveTo>
                  <a:lnTo>
                    <a:pt x="1836610" y="18989"/>
                  </a:lnTo>
                  <a:cubicBezTo>
                    <a:pt x="1831372" y="18989"/>
                    <a:pt x="1827085" y="14722"/>
                    <a:pt x="1827085" y="9464"/>
                  </a:cubicBezTo>
                  <a:cubicBezTo>
                    <a:pt x="1827085" y="4206"/>
                    <a:pt x="1831372" y="-61"/>
                    <a:pt x="1836610" y="-61"/>
                  </a:cubicBezTo>
                  <a:lnTo>
                    <a:pt x="1883568" y="-61"/>
                  </a:lnTo>
                  <a:cubicBezTo>
                    <a:pt x="1888808" y="-61"/>
                    <a:pt x="1893093" y="4206"/>
                    <a:pt x="1893093" y="9464"/>
                  </a:cubicBezTo>
                  <a:cubicBezTo>
                    <a:pt x="1893093" y="14722"/>
                    <a:pt x="1888808" y="18989"/>
                    <a:pt x="1883568"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1" y="18989"/>
                  </a:moveTo>
                  <a:lnTo>
                    <a:pt x="1273968" y="18989"/>
                  </a:lnTo>
                  <a:cubicBezTo>
                    <a:pt x="1268729" y="18989"/>
                    <a:pt x="1264443" y="14722"/>
                    <a:pt x="1264443" y="9464"/>
                  </a:cubicBezTo>
                  <a:cubicBezTo>
                    <a:pt x="1264443" y="4206"/>
                    <a:pt x="1268729" y="-61"/>
                    <a:pt x="1273968" y="-61"/>
                  </a:cubicBezTo>
                  <a:lnTo>
                    <a:pt x="1320832" y="-61"/>
                  </a:lnTo>
                  <a:cubicBezTo>
                    <a:pt x="1326070" y="-61"/>
                    <a:pt x="1330357" y="4206"/>
                    <a:pt x="1330357" y="9464"/>
                  </a:cubicBezTo>
                  <a:cubicBezTo>
                    <a:pt x="1330357" y="14722"/>
                    <a:pt x="1326070" y="18989"/>
                    <a:pt x="1320832"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6" y="18989"/>
                    <a:pt x="983361" y="14722"/>
                    <a:pt x="983361" y="9464"/>
                  </a:cubicBezTo>
                  <a:cubicBezTo>
                    <a:pt x="983361" y="4206"/>
                    <a:pt x="987646"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3" y="-61"/>
                    <a:pt x="908590" y="4206"/>
                    <a:pt x="908590" y="9464"/>
                  </a:cubicBezTo>
                  <a:cubicBezTo>
                    <a:pt x="908590" y="14722"/>
                    <a:pt x="904303" y="18989"/>
                    <a:pt x="899065" y="18989"/>
                  </a:cubicBezTo>
                  <a:close/>
                  <a:moveTo>
                    <a:pt x="758475" y="18989"/>
                  </a:moveTo>
                  <a:lnTo>
                    <a:pt x="711993" y="18989"/>
                  </a:lnTo>
                  <a:cubicBezTo>
                    <a:pt x="706754" y="18989"/>
                    <a:pt x="702468" y="14722"/>
                    <a:pt x="702468" y="9464"/>
                  </a:cubicBezTo>
                  <a:cubicBezTo>
                    <a:pt x="702468" y="4206"/>
                    <a:pt x="706754" y="-61"/>
                    <a:pt x="711993" y="-61"/>
                  </a:cubicBezTo>
                  <a:lnTo>
                    <a:pt x="758857" y="-61"/>
                  </a:lnTo>
                  <a:cubicBezTo>
                    <a:pt x="764095" y="-61"/>
                    <a:pt x="768382" y="4206"/>
                    <a:pt x="768382" y="9464"/>
                  </a:cubicBezTo>
                  <a:cubicBezTo>
                    <a:pt x="768382" y="14722"/>
                    <a:pt x="764095" y="18989"/>
                    <a:pt x="758857" y="18989"/>
                  </a:cubicBezTo>
                  <a:close/>
                  <a:moveTo>
                    <a:pt x="617791" y="18989"/>
                  </a:moveTo>
                  <a:lnTo>
                    <a:pt x="570928" y="18989"/>
                  </a:lnTo>
                  <a:cubicBezTo>
                    <a:pt x="565690" y="18989"/>
                    <a:pt x="561403" y="14722"/>
                    <a:pt x="561403" y="9464"/>
                  </a:cubicBezTo>
                  <a:cubicBezTo>
                    <a:pt x="561403" y="4206"/>
                    <a:pt x="565690" y="-61"/>
                    <a:pt x="570928"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28" y="18989"/>
                  </a:moveTo>
                  <a:lnTo>
                    <a:pt x="149066" y="18989"/>
                  </a:lnTo>
                  <a:cubicBezTo>
                    <a:pt x="143827" y="18989"/>
                    <a:pt x="139541" y="14722"/>
                    <a:pt x="139541" y="9464"/>
                  </a:cubicBezTo>
                  <a:cubicBezTo>
                    <a:pt x="139541" y="4206"/>
                    <a:pt x="143827" y="-61"/>
                    <a:pt x="149066" y="-61"/>
                  </a:cubicBezTo>
                  <a:lnTo>
                    <a:pt x="195928" y="-61"/>
                  </a:lnTo>
                  <a:cubicBezTo>
                    <a:pt x="201168" y="-61"/>
                    <a:pt x="205453" y="4206"/>
                    <a:pt x="205453" y="9464"/>
                  </a:cubicBezTo>
                  <a:cubicBezTo>
                    <a:pt x="205453" y="14722"/>
                    <a:pt x="201168" y="18989"/>
                    <a:pt x="195928"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2A3B1175-8E91-0244-2F62-51E8963C9BC7}"/>
                </a:ext>
              </a:extLst>
            </p:cNvPr>
            <p:cNvSpPr/>
            <p:nvPr/>
          </p:nvSpPr>
          <p:spPr>
            <a:xfrm>
              <a:off x="4678394" y="3124009"/>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1"/>
                    <a:pt x="3233451" y="9464"/>
                  </a:cubicBezTo>
                  <a:cubicBezTo>
                    <a:pt x="3233451" y="4206"/>
                    <a:pt x="3237738" y="-61"/>
                    <a:pt x="3242976" y="-61"/>
                  </a:cubicBezTo>
                  <a:lnTo>
                    <a:pt x="3257264" y="-61"/>
                  </a:lnTo>
                  <a:cubicBezTo>
                    <a:pt x="3262503" y="-61"/>
                    <a:pt x="3266789" y="4206"/>
                    <a:pt x="3266789" y="9464"/>
                  </a:cubicBezTo>
                  <a:cubicBezTo>
                    <a:pt x="3266789" y="14721"/>
                    <a:pt x="3262503" y="18989"/>
                    <a:pt x="3257264" y="18989"/>
                  </a:cubicBezTo>
                  <a:close/>
                  <a:moveTo>
                    <a:pt x="3149251" y="18989"/>
                  </a:moveTo>
                  <a:lnTo>
                    <a:pt x="3102292" y="18989"/>
                  </a:lnTo>
                  <a:cubicBezTo>
                    <a:pt x="3097054" y="18989"/>
                    <a:pt x="3092767" y="14721"/>
                    <a:pt x="3092767" y="9464"/>
                  </a:cubicBezTo>
                  <a:cubicBezTo>
                    <a:pt x="3092767" y="4206"/>
                    <a:pt x="3097054" y="-61"/>
                    <a:pt x="3102292" y="-61"/>
                  </a:cubicBezTo>
                  <a:lnTo>
                    <a:pt x="3149251" y="-61"/>
                  </a:lnTo>
                  <a:cubicBezTo>
                    <a:pt x="3154490" y="-61"/>
                    <a:pt x="3158776" y="4206"/>
                    <a:pt x="3158776" y="9464"/>
                  </a:cubicBezTo>
                  <a:cubicBezTo>
                    <a:pt x="3158776" y="14721"/>
                    <a:pt x="3154490" y="18989"/>
                    <a:pt x="3149251" y="18989"/>
                  </a:cubicBezTo>
                  <a:close/>
                  <a:moveTo>
                    <a:pt x="3008566" y="18989"/>
                  </a:moveTo>
                  <a:lnTo>
                    <a:pt x="2961704" y="18989"/>
                  </a:lnTo>
                  <a:cubicBezTo>
                    <a:pt x="2956465" y="18989"/>
                    <a:pt x="2952179" y="14721"/>
                    <a:pt x="2952179" y="9464"/>
                  </a:cubicBezTo>
                  <a:cubicBezTo>
                    <a:pt x="2952179" y="4206"/>
                    <a:pt x="2956465" y="-61"/>
                    <a:pt x="2961704" y="-61"/>
                  </a:cubicBezTo>
                  <a:lnTo>
                    <a:pt x="3008566" y="-61"/>
                  </a:lnTo>
                  <a:cubicBezTo>
                    <a:pt x="3013805" y="-61"/>
                    <a:pt x="3018091" y="4206"/>
                    <a:pt x="3018091" y="9464"/>
                  </a:cubicBezTo>
                  <a:cubicBezTo>
                    <a:pt x="3018091" y="14721"/>
                    <a:pt x="3013805" y="18989"/>
                    <a:pt x="3008566" y="18989"/>
                  </a:cubicBezTo>
                  <a:close/>
                  <a:moveTo>
                    <a:pt x="2867977" y="18989"/>
                  </a:moveTo>
                  <a:lnTo>
                    <a:pt x="2821019" y="18989"/>
                  </a:lnTo>
                  <a:cubicBezTo>
                    <a:pt x="2815780" y="18989"/>
                    <a:pt x="2811494" y="14721"/>
                    <a:pt x="2811494" y="9464"/>
                  </a:cubicBezTo>
                  <a:cubicBezTo>
                    <a:pt x="2811494" y="4206"/>
                    <a:pt x="2815780" y="-61"/>
                    <a:pt x="2821019" y="-61"/>
                  </a:cubicBezTo>
                  <a:lnTo>
                    <a:pt x="2867977" y="-61"/>
                  </a:lnTo>
                  <a:cubicBezTo>
                    <a:pt x="2873216" y="-61"/>
                    <a:pt x="2877502" y="4206"/>
                    <a:pt x="2877502" y="9464"/>
                  </a:cubicBezTo>
                  <a:cubicBezTo>
                    <a:pt x="2877502" y="14721"/>
                    <a:pt x="2873216" y="18989"/>
                    <a:pt x="2867977" y="18989"/>
                  </a:cubicBezTo>
                  <a:close/>
                  <a:moveTo>
                    <a:pt x="2727293" y="18989"/>
                  </a:moveTo>
                  <a:lnTo>
                    <a:pt x="2680430" y="18989"/>
                  </a:lnTo>
                  <a:cubicBezTo>
                    <a:pt x="2675191" y="18989"/>
                    <a:pt x="2670905" y="14721"/>
                    <a:pt x="2670905" y="9464"/>
                  </a:cubicBezTo>
                  <a:cubicBezTo>
                    <a:pt x="2670905" y="4206"/>
                    <a:pt x="2675191" y="-61"/>
                    <a:pt x="2680430" y="-61"/>
                  </a:cubicBezTo>
                  <a:lnTo>
                    <a:pt x="2727293" y="-61"/>
                  </a:lnTo>
                  <a:cubicBezTo>
                    <a:pt x="2732532" y="-61"/>
                    <a:pt x="2736818" y="4206"/>
                    <a:pt x="2736818" y="9464"/>
                  </a:cubicBezTo>
                  <a:cubicBezTo>
                    <a:pt x="2736818" y="14721"/>
                    <a:pt x="2732532" y="18989"/>
                    <a:pt x="2727293" y="18989"/>
                  </a:cubicBezTo>
                  <a:close/>
                  <a:moveTo>
                    <a:pt x="2586705" y="18989"/>
                  </a:moveTo>
                  <a:lnTo>
                    <a:pt x="2539841" y="18989"/>
                  </a:lnTo>
                  <a:cubicBezTo>
                    <a:pt x="2534602" y="18989"/>
                    <a:pt x="2530316" y="14721"/>
                    <a:pt x="2530316" y="9464"/>
                  </a:cubicBezTo>
                  <a:cubicBezTo>
                    <a:pt x="2530316" y="4206"/>
                    <a:pt x="2534602" y="-61"/>
                    <a:pt x="2539841" y="-61"/>
                  </a:cubicBezTo>
                  <a:lnTo>
                    <a:pt x="2586705" y="-61"/>
                  </a:lnTo>
                  <a:cubicBezTo>
                    <a:pt x="2591943" y="-61"/>
                    <a:pt x="2596230" y="4206"/>
                    <a:pt x="2596230" y="9464"/>
                  </a:cubicBezTo>
                  <a:cubicBezTo>
                    <a:pt x="2596230" y="14721"/>
                    <a:pt x="2591943" y="18989"/>
                    <a:pt x="2586705" y="18989"/>
                  </a:cubicBezTo>
                  <a:close/>
                  <a:moveTo>
                    <a:pt x="2446020" y="18989"/>
                  </a:moveTo>
                  <a:lnTo>
                    <a:pt x="2399157" y="18989"/>
                  </a:lnTo>
                  <a:cubicBezTo>
                    <a:pt x="2393918" y="18989"/>
                    <a:pt x="2389632" y="14721"/>
                    <a:pt x="2389632" y="9464"/>
                  </a:cubicBezTo>
                  <a:cubicBezTo>
                    <a:pt x="2389632" y="4206"/>
                    <a:pt x="2393918" y="-61"/>
                    <a:pt x="2399157" y="-61"/>
                  </a:cubicBezTo>
                  <a:lnTo>
                    <a:pt x="2445639" y="-61"/>
                  </a:lnTo>
                  <a:cubicBezTo>
                    <a:pt x="2450878" y="-61"/>
                    <a:pt x="2455164" y="4206"/>
                    <a:pt x="2455164" y="9464"/>
                  </a:cubicBezTo>
                  <a:cubicBezTo>
                    <a:pt x="2455164" y="14721"/>
                    <a:pt x="2450878" y="18989"/>
                    <a:pt x="2445639" y="18989"/>
                  </a:cubicBezTo>
                  <a:close/>
                  <a:moveTo>
                    <a:pt x="2305431" y="18989"/>
                  </a:moveTo>
                  <a:lnTo>
                    <a:pt x="2258568" y="18989"/>
                  </a:lnTo>
                  <a:cubicBezTo>
                    <a:pt x="2253330" y="18989"/>
                    <a:pt x="2249043" y="14721"/>
                    <a:pt x="2249043" y="9464"/>
                  </a:cubicBezTo>
                  <a:cubicBezTo>
                    <a:pt x="2249043" y="4206"/>
                    <a:pt x="2253330" y="-61"/>
                    <a:pt x="2258568" y="-61"/>
                  </a:cubicBezTo>
                  <a:lnTo>
                    <a:pt x="2305431" y="-61"/>
                  </a:lnTo>
                  <a:cubicBezTo>
                    <a:pt x="2310669" y="-61"/>
                    <a:pt x="2314956" y="4206"/>
                    <a:pt x="2314956" y="9464"/>
                  </a:cubicBezTo>
                  <a:cubicBezTo>
                    <a:pt x="2314956" y="14721"/>
                    <a:pt x="2310669" y="18989"/>
                    <a:pt x="2305431" y="18989"/>
                  </a:cubicBezTo>
                  <a:close/>
                  <a:moveTo>
                    <a:pt x="2164747" y="18989"/>
                  </a:moveTo>
                  <a:lnTo>
                    <a:pt x="2117883" y="18989"/>
                  </a:lnTo>
                  <a:cubicBezTo>
                    <a:pt x="2112645" y="18989"/>
                    <a:pt x="2108358" y="14721"/>
                    <a:pt x="2108358" y="9464"/>
                  </a:cubicBezTo>
                  <a:cubicBezTo>
                    <a:pt x="2108358" y="4206"/>
                    <a:pt x="2112645" y="-61"/>
                    <a:pt x="2117883" y="-61"/>
                  </a:cubicBezTo>
                  <a:lnTo>
                    <a:pt x="2164747" y="-61"/>
                  </a:lnTo>
                  <a:cubicBezTo>
                    <a:pt x="2169986" y="-61"/>
                    <a:pt x="2174272" y="4206"/>
                    <a:pt x="2174272" y="9464"/>
                  </a:cubicBezTo>
                  <a:cubicBezTo>
                    <a:pt x="2174272" y="14721"/>
                    <a:pt x="2169986" y="18989"/>
                    <a:pt x="2164747" y="18989"/>
                  </a:cubicBezTo>
                  <a:close/>
                  <a:moveTo>
                    <a:pt x="2024158" y="18989"/>
                  </a:moveTo>
                  <a:lnTo>
                    <a:pt x="1977294" y="18989"/>
                  </a:lnTo>
                  <a:cubicBezTo>
                    <a:pt x="1972056" y="18989"/>
                    <a:pt x="1967769" y="14721"/>
                    <a:pt x="1967769" y="9464"/>
                  </a:cubicBezTo>
                  <a:cubicBezTo>
                    <a:pt x="1967769" y="4206"/>
                    <a:pt x="1972056" y="-61"/>
                    <a:pt x="1977294" y="-61"/>
                  </a:cubicBezTo>
                  <a:lnTo>
                    <a:pt x="2024158" y="-61"/>
                  </a:lnTo>
                  <a:cubicBezTo>
                    <a:pt x="2029397" y="-61"/>
                    <a:pt x="2033683" y="4206"/>
                    <a:pt x="2033683" y="9464"/>
                  </a:cubicBezTo>
                  <a:cubicBezTo>
                    <a:pt x="2033683" y="14721"/>
                    <a:pt x="2029397" y="18989"/>
                    <a:pt x="2024158" y="18989"/>
                  </a:cubicBezTo>
                  <a:close/>
                  <a:moveTo>
                    <a:pt x="1883568" y="18989"/>
                  </a:moveTo>
                  <a:lnTo>
                    <a:pt x="1836611" y="18989"/>
                  </a:lnTo>
                  <a:cubicBezTo>
                    <a:pt x="1831372" y="18989"/>
                    <a:pt x="1827086" y="14721"/>
                    <a:pt x="1827086" y="9464"/>
                  </a:cubicBezTo>
                  <a:cubicBezTo>
                    <a:pt x="1827086" y="4206"/>
                    <a:pt x="1831372" y="-61"/>
                    <a:pt x="1836611" y="-61"/>
                  </a:cubicBezTo>
                  <a:lnTo>
                    <a:pt x="1883664" y="-61"/>
                  </a:lnTo>
                  <a:cubicBezTo>
                    <a:pt x="1888903" y="-61"/>
                    <a:pt x="1893189" y="4206"/>
                    <a:pt x="1893189" y="9464"/>
                  </a:cubicBezTo>
                  <a:cubicBezTo>
                    <a:pt x="1893189" y="14721"/>
                    <a:pt x="1888903" y="18989"/>
                    <a:pt x="1883664" y="18989"/>
                  </a:cubicBezTo>
                  <a:close/>
                  <a:moveTo>
                    <a:pt x="1742884" y="18989"/>
                  </a:moveTo>
                  <a:lnTo>
                    <a:pt x="1696022" y="18989"/>
                  </a:lnTo>
                  <a:cubicBezTo>
                    <a:pt x="1690783" y="18989"/>
                    <a:pt x="1686497" y="14721"/>
                    <a:pt x="1686497" y="9464"/>
                  </a:cubicBezTo>
                  <a:cubicBezTo>
                    <a:pt x="1686497" y="4206"/>
                    <a:pt x="1690783" y="-61"/>
                    <a:pt x="1696022" y="-61"/>
                  </a:cubicBezTo>
                  <a:lnTo>
                    <a:pt x="1742884" y="-61"/>
                  </a:lnTo>
                  <a:cubicBezTo>
                    <a:pt x="1748123" y="-61"/>
                    <a:pt x="1752409" y="4206"/>
                    <a:pt x="1752409" y="9464"/>
                  </a:cubicBezTo>
                  <a:cubicBezTo>
                    <a:pt x="1752409" y="14721"/>
                    <a:pt x="1748123" y="18989"/>
                    <a:pt x="1742884" y="18989"/>
                  </a:cubicBezTo>
                  <a:close/>
                  <a:moveTo>
                    <a:pt x="1602295" y="18989"/>
                  </a:moveTo>
                  <a:lnTo>
                    <a:pt x="1555337" y="18989"/>
                  </a:lnTo>
                  <a:cubicBezTo>
                    <a:pt x="1550098" y="18989"/>
                    <a:pt x="1545812" y="14721"/>
                    <a:pt x="1545812" y="9464"/>
                  </a:cubicBezTo>
                  <a:cubicBezTo>
                    <a:pt x="1545812" y="4206"/>
                    <a:pt x="1550098" y="-61"/>
                    <a:pt x="1555337" y="-61"/>
                  </a:cubicBezTo>
                  <a:lnTo>
                    <a:pt x="1602295" y="-61"/>
                  </a:lnTo>
                  <a:cubicBezTo>
                    <a:pt x="1607534" y="-61"/>
                    <a:pt x="1611820" y="4206"/>
                    <a:pt x="1611820" y="9464"/>
                  </a:cubicBezTo>
                  <a:cubicBezTo>
                    <a:pt x="1611820" y="14721"/>
                    <a:pt x="1607534" y="18989"/>
                    <a:pt x="1602295" y="18989"/>
                  </a:cubicBezTo>
                  <a:close/>
                  <a:moveTo>
                    <a:pt x="1461610" y="18989"/>
                  </a:moveTo>
                  <a:lnTo>
                    <a:pt x="1414748" y="18989"/>
                  </a:lnTo>
                  <a:cubicBezTo>
                    <a:pt x="1409509" y="18989"/>
                    <a:pt x="1405223" y="14721"/>
                    <a:pt x="1405223" y="9464"/>
                  </a:cubicBezTo>
                  <a:cubicBezTo>
                    <a:pt x="1405223" y="4206"/>
                    <a:pt x="1409509" y="-61"/>
                    <a:pt x="1414748" y="-61"/>
                  </a:cubicBezTo>
                  <a:lnTo>
                    <a:pt x="1461610" y="-61"/>
                  </a:lnTo>
                  <a:cubicBezTo>
                    <a:pt x="1466850" y="-61"/>
                    <a:pt x="1471135" y="4206"/>
                    <a:pt x="1471135" y="9464"/>
                  </a:cubicBezTo>
                  <a:cubicBezTo>
                    <a:pt x="1471135" y="14721"/>
                    <a:pt x="1466850" y="18989"/>
                    <a:pt x="1461610" y="18989"/>
                  </a:cubicBezTo>
                  <a:close/>
                  <a:moveTo>
                    <a:pt x="1321023" y="18989"/>
                  </a:moveTo>
                  <a:lnTo>
                    <a:pt x="1274064" y="18989"/>
                  </a:lnTo>
                  <a:cubicBezTo>
                    <a:pt x="1268825" y="18989"/>
                    <a:pt x="1264539" y="14721"/>
                    <a:pt x="1264539" y="9464"/>
                  </a:cubicBezTo>
                  <a:cubicBezTo>
                    <a:pt x="1264539" y="4206"/>
                    <a:pt x="1268825" y="-61"/>
                    <a:pt x="1274064" y="-61"/>
                  </a:cubicBezTo>
                  <a:lnTo>
                    <a:pt x="1320927" y="-61"/>
                  </a:lnTo>
                  <a:cubicBezTo>
                    <a:pt x="1326165" y="-61"/>
                    <a:pt x="1330452" y="4206"/>
                    <a:pt x="1330452" y="9464"/>
                  </a:cubicBezTo>
                  <a:cubicBezTo>
                    <a:pt x="1330452" y="14721"/>
                    <a:pt x="1326165" y="18989"/>
                    <a:pt x="1320927" y="18989"/>
                  </a:cubicBezTo>
                  <a:close/>
                  <a:moveTo>
                    <a:pt x="1180338" y="18989"/>
                  </a:moveTo>
                  <a:lnTo>
                    <a:pt x="1133475" y="18989"/>
                  </a:lnTo>
                  <a:cubicBezTo>
                    <a:pt x="1128235" y="18989"/>
                    <a:pt x="1123950" y="14721"/>
                    <a:pt x="1123950" y="9464"/>
                  </a:cubicBezTo>
                  <a:cubicBezTo>
                    <a:pt x="1123950" y="4206"/>
                    <a:pt x="1128235" y="-61"/>
                    <a:pt x="1133475" y="-61"/>
                  </a:cubicBezTo>
                  <a:lnTo>
                    <a:pt x="1180338" y="-61"/>
                  </a:lnTo>
                  <a:cubicBezTo>
                    <a:pt x="1185576" y="-61"/>
                    <a:pt x="1189863" y="4206"/>
                    <a:pt x="1189863" y="9464"/>
                  </a:cubicBezTo>
                  <a:cubicBezTo>
                    <a:pt x="1189863" y="14721"/>
                    <a:pt x="1185576" y="18989"/>
                    <a:pt x="1180338" y="18989"/>
                  </a:cubicBezTo>
                  <a:close/>
                  <a:moveTo>
                    <a:pt x="1039749" y="18989"/>
                  </a:moveTo>
                  <a:lnTo>
                    <a:pt x="992886" y="18989"/>
                  </a:lnTo>
                  <a:cubicBezTo>
                    <a:pt x="987648" y="18989"/>
                    <a:pt x="983361" y="14721"/>
                    <a:pt x="983361" y="9464"/>
                  </a:cubicBezTo>
                  <a:cubicBezTo>
                    <a:pt x="983361" y="4206"/>
                    <a:pt x="987648" y="-61"/>
                    <a:pt x="992886" y="-61"/>
                  </a:cubicBezTo>
                  <a:lnTo>
                    <a:pt x="1039749" y="-61"/>
                  </a:lnTo>
                  <a:cubicBezTo>
                    <a:pt x="1044987" y="-61"/>
                    <a:pt x="1049274" y="4206"/>
                    <a:pt x="1049274" y="9464"/>
                  </a:cubicBezTo>
                  <a:cubicBezTo>
                    <a:pt x="1049274" y="14721"/>
                    <a:pt x="1044987" y="18989"/>
                    <a:pt x="1039749" y="18989"/>
                  </a:cubicBezTo>
                  <a:close/>
                  <a:moveTo>
                    <a:pt x="899065" y="18989"/>
                  </a:moveTo>
                  <a:lnTo>
                    <a:pt x="852201" y="18989"/>
                  </a:lnTo>
                  <a:cubicBezTo>
                    <a:pt x="846963" y="18989"/>
                    <a:pt x="842676" y="14721"/>
                    <a:pt x="842676" y="9464"/>
                  </a:cubicBezTo>
                  <a:cubicBezTo>
                    <a:pt x="842676" y="4206"/>
                    <a:pt x="846963" y="-61"/>
                    <a:pt x="852201" y="-61"/>
                  </a:cubicBezTo>
                  <a:lnTo>
                    <a:pt x="899065" y="-61"/>
                  </a:lnTo>
                  <a:cubicBezTo>
                    <a:pt x="904304" y="-61"/>
                    <a:pt x="908590" y="4206"/>
                    <a:pt x="908590" y="9464"/>
                  </a:cubicBezTo>
                  <a:cubicBezTo>
                    <a:pt x="908590" y="14721"/>
                    <a:pt x="904304" y="18989"/>
                    <a:pt x="899065" y="18989"/>
                  </a:cubicBezTo>
                  <a:close/>
                  <a:moveTo>
                    <a:pt x="758475" y="18989"/>
                  </a:moveTo>
                  <a:lnTo>
                    <a:pt x="712089" y="18989"/>
                  </a:lnTo>
                  <a:cubicBezTo>
                    <a:pt x="706850" y="18989"/>
                    <a:pt x="702564" y="14721"/>
                    <a:pt x="702564" y="9464"/>
                  </a:cubicBezTo>
                  <a:cubicBezTo>
                    <a:pt x="702564" y="4206"/>
                    <a:pt x="706850" y="-61"/>
                    <a:pt x="712089" y="-61"/>
                  </a:cubicBezTo>
                  <a:lnTo>
                    <a:pt x="758952" y="-61"/>
                  </a:lnTo>
                  <a:cubicBezTo>
                    <a:pt x="764190" y="-61"/>
                    <a:pt x="768477" y="4206"/>
                    <a:pt x="768477" y="9464"/>
                  </a:cubicBezTo>
                  <a:cubicBezTo>
                    <a:pt x="768477" y="14721"/>
                    <a:pt x="764190" y="18989"/>
                    <a:pt x="758952" y="18989"/>
                  </a:cubicBezTo>
                  <a:close/>
                  <a:moveTo>
                    <a:pt x="617791" y="18989"/>
                  </a:moveTo>
                  <a:lnTo>
                    <a:pt x="570929" y="18989"/>
                  </a:lnTo>
                  <a:cubicBezTo>
                    <a:pt x="565690" y="18989"/>
                    <a:pt x="561404" y="14721"/>
                    <a:pt x="561404" y="9464"/>
                  </a:cubicBezTo>
                  <a:cubicBezTo>
                    <a:pt x="561404" y="4206"/>
                    <a:pt x="565690" y="-61"/>
                    <a:pt x="570929" y="-61"/>
                  </a:cubicBezTo>
                  <a:lnTo>
                    <a:pt x="617791" y="-61"/>
                  </a:lnTo>
                  <a:cubicBezTo>
                    <a:pt x="623030" y="-61"/>
                    <a:pt x="627316" y="4206"/>
                    <a:pt x="627316" y="9464"/>
                  </a:cubicBezTo>
                  <a:cubicBezTo>
                    <a:pt x="627316" y="14721"/>
                    <a:pt x="623030" y="18989"/>
                    <a:pt x="617791" y="18989"/>
                  </a:cubicBezTo>
                  <a:close/>
                  <a:moveTo>
                    <a:pt x="477202" y="18989"/>
                  </a:moveTo>
                  <a:lnTo>
                    <a:pt x="430340" y="18989"/>
                  </a:lnTo>
                  <a:cubicBezTo>
                    <a:pt x="425100" y="18989"/>
                    <a:pt x="420815" y="14721"/>
                    <a:pt x="420815" y="9464"/>
                  </a:cubicBezTo>
                  <a:cubicBezTo>
                    <a:pt x="420815" y="4206"/>
                    <a:pt x="425100" y="-61"/>
                    <a:pt x="430340" y="-61"/>
                  </a:cubicBezTo>
                  <a:lnTo>
                    <a:pt x="477202" y="-61"/>
                  </a:lnTo>
                  <a:cubicBezTo>
                    <a:pt x="482441" y="-61"/>
                    <a:pt x="486727" y="4206"/>
                    <a:pt x="486727" y="9464"/>
                  </a:cubicBezTo>
                  <a:cubicBezTo>
                    <a:pt x="486727" y="14721"/>
                    <a:pt x="482441" y="18989"/>
                    <a:pt x="477202" y="18989"/>
                  </a:cubicBezTo>
                  <a:close/>
                  <a:moveTo>
                    <a:pt x="336613" y="18989"/>
                  </a:moveTo>
                  <a:lnTo>
                    <a:pt x="289655" y="18989"/>
                  </a:lnTo>
                  <a:cubicBezTo>
                    <a:pt x="284416" y="18989"/>
                    <a:pt x="280130" y="14721"/>
                    <a:pt x="280130" y="9464"/>
                  </a:cubicBezTo>
                  <a:cubicBezTo>
                    <a:pt x="280130" y="4206"/>
                    <a:pt x="284416" y="-61"/>
                    <a:pt x="289655" y="-61"/>
                  </a:cubicBezTo>
                  <a:lnTo>
                    <a:pt x="336613" y="-61"/>
                  </a:lnTo>
                  <a:cubicBezTo>
                    <a:pt x="341852" y="-61"/>
                    <a:pt x="346138" y="4206"/>
                    <a:pt x="346138" y="9464"/>
                  </a:cubicBezTo>
                  <a:cubicBezTo>
                    <a:pt x="346138" y="14721"/>
                    <a:pt x="341852" y="18989"/>
                    <a:pt x="336613" y="18989"/>
                  </a:cubicBezTo>
                  <a:close/>
                  <a:moveTo>
                    <a:pt x="195930" y="18989"/>
                  </a:moveTo>
                  <a:lnTo>
                    <a:pt x="149066" y="18989"/>
                  </a:lnTo>
                  <a:cubicBezTo>
                    <a:pt x="143827" y="18989"/>
                    <a:pt x="139541" y="14721"/>
                    <a:pt x="139541" y="9464"/>
                  </a:cubicBezTo>
                  <a:cubicBezTo>
                    <a:pt x="139541" y="4206"/>
                    <a:pt x="143827" y="-61"/>
                    <a:pt x="149066" y="-61"/>
                  </a:cubicBezTo>
                  <a:lnTo>
                    <a:pt x="195930" y="-61"/>
                  </a:lnTo>
                  <a:cubicBezTo>
                    <a:pt x="201168" y="-61"/>
                    <a:pt x="205455" y="4206"/>
                    <a:pt x="205455" y="9464"/>
                  </a:cubicBezTo>
                  <a:cubicBezTo>
                    <a:pt x="205455" y="14721"/>
                    <a:pt x="201168" y="18989"/>
                    <a:pt x="195930" y="18989"/>
                  </a:cubicBezTo>
                  <a:close/>
                  <a:moveTo>
                    <a:pt x="55340" y="18989"/>
                  </a:moveTo>
                  <a:lnTo>
                    <a:pt x="8477" y="18989"/>
                  </a:lnTo>
                  <a:cubicBezTo>
                    <a:pt x="3238" y="18989"/>
                    <a:pt x="-1048" y="14721"/>
                    <a:pt x="-1048" y="9464"/>
                  </a:cubicBezTo>
                  <a:cubicBezTo>
                    <a:pt x="-1048" y="4206"/>
                    <a:pt x="3238" y="-61"/>
                    <a:pt x="8477" y="-61"/>
                  </a:cubicBezTo>
                  <a:lnTo>
                    <a:pt x="55340" y="-61"/>
                  </a:lnTo>
                  <a:cubicBezTo>
                    <a:pt x="60579" y="-61"/>
                    <a:pt x="64865" y="4206"/>
                    <a:pt x="64865" y="9464"/>
                  </a:cubicBezTo>
                  <a:cubicBezTo>
                    <a:pt x="64865" y="14721"/>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9289B124-D560-568F-AE61-EEC67B969E96}"/>
                </a:ext>
              </a:extLst>
            </p:cNvPr>
            <p:cNvSpPr/>
            <p:nvPr/>
          </p:nvSpPr>
          <p:spPr>
            <a:xfrm>
              <a:off x="4678394" y="3630263"/>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FCA52ED8-EE56-1E59-ADF6-8D61C2763E00}"/>
                </a:ext>
              </a:extLst>
            </p:cNvPr>
            <p:cNvSpPr/>
            <p:nvPr/>
          </p:nvSpPr>
          <p:spPr>
            <a:xfrm>
              <a:off x="4678394" y="4136517"/>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D085150A-A5DC-E766-6C7C-B8157F80AE2C}"/>
                </a:ext>
              </a:extLst>
            </p:cNvPr>
            <p:cNvSpPr/>
            <p:nvPr/>
          </p:nvSpPr>
          <p:spPr>
            <a:xfrm>
              <a:off x="4678680" y="4645437"/>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465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03 w 2315908"/>
                <a:gd name="connsiteY49" fmla="*/ 415 h 19526"/>
                <a:gd name="connsiteX50" fmla="*/ 1742503 w 2315908"/>
                <a:gd name="connsiteY50" fmla="*/ 415 h 19526"/>
                <a:gd name="connsiteX51" fmla="*/ 1752028 w 2315908"/>
                <a:gd name="connsiteY51" fmla="*/ 9940 h 19526"/>
                <a:gd name="connsiteX52" fmla="*/ 1742503 w 2315908"/>
                <a:gd name="connsiteY52" fmla="*/ 19465 h 19526"/>
                <a:gd name="connsiteX53" fmla="*/ 1695545 w 2315908"/>
                <a:gd name="connsiteY53" fmla="*/ 19465 h 19526"/>
                <a:gd name="connsiteX54" fmla="*/ 617505 w 2315908"/>
                <a:gd name="connsiteY54" fmla="*/ 19465 h 19526"/>
                <a:gd name="connsiteX55" fmla="*/ 617505 w 2315908"/>
                <a:gd name="connsiteY55" fmla="*/ 19465 h 19526"/>
                <a:gd name="connsiteX56" fmla="*/ 570643 w 2315908"/>
                <a:gd name="connsiteY56" fmla="*/ 19465 h 19526"/>
                <a:gd name="connsiteX57" fmla="*/ 561118 w 2315908"/>
                <a:gd name="connsiteY57" fmla="*/ 9940 h 19526"/>
                <a:gd name="connsiteX58" fmla="*/ 570643 w 2315908"/>
                <a:gd name="connsiteY58" fmla="*/ 415 h 19526"/>
                <a:gd name="connsiteX59" fmla="*/ 570643 w 2315908"/>
                <a:gd name="connsiteY59" fmla="*/ 415 h 19526"/>
                <a:gd name="connsiteX60" fmla="*/ 617600 w 2315908"/>
                <a:gd name="connsiteY60" fmla="*/ 415 h 19526"/>
                <a:gd name="connsiteX61" fmla="*/ 627125 w 2315908"/>
                <a:gd name="connsiteY61" fmla="*/ 9940 h 19526"/>
                <a:gd name="connsiteX62" fmla="*/ 617600 w 2315908"/>
                <a:gd name="connsiteY62" fmla="*/ 19465 h 19526"/>
                <a:gd name="connsiteX63" fmla="*/ 1836705 w 2315908"/>
                <a:gd name="connsiteY63" fmla="*/ 19465 h 19526"/>
                <a:gd name="connsiteX64" fmla="*/ 1827180 w 2315908"/>
                <a:gd name="connsiteY64" fmla="*/ 9940 h 19526"/>
                <a:gd name="connsiteX65" fmla="*/ 1836705 w 2315908"/>
                <a:gd name="connsiteY65" fmla="*/ 415 h 19526"/>
                <a:gd name="connsiteX66" fmla="*/ 1883568 w 2315908"/>
                <a:gd name="connsiteY66" fmla="*/ 415 h 19526"/>
                <a:gd name="connsiteX67" fmla="*/ 1883568 w 2315908"/>
                <a:gd name="connsiteY67" fmla="*/ 415 h 19526"/>
                <a:gd name="connsiteX68" fmla="*/ 1893093 w 2315908"/>
                <a:gd name="connsiteY68" fmla="*/ 9940 h 19526"/>
                <a:gd name="connsiteX69" fmla="*/ 1883568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7202 w 2315908"/>
                <a:gd name="connsiteY77" fmla="*/ 19465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708 w 2315908"/>
                <a:gd name="connsiteY94" fmla="*/ 19465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304" y="15198"/>
                    <a:pt x="904018" y="19465"/>
                    <a:pt x="898779" y="19465"/>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03" y="415"/>
                  </a:lnTo>
                  <a:lnTo>
                    <a:pt x="1742503" y="415"/>
                  </a:lnTo>
                  <a:cubicBezTo>
                    <a:pt x="1747742" y="415"/>
                    <a:pt x="1752028" y="4682"/>
                    <a:pt x="1752028" y="9940"/>
                  </a:cubicBezTo>
                  <a:cubicBezTo>
                    <a:pt x="1752028" y="15198"/>
                    <a:pt x="1747742" y="19465"/>
                    <a:pt x="1742503" y="19465"/>
                  </a:cubicBezTo>
                  <a:lnTo>
                    <a:pt x="1695545"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570643" y="415"/>
                  </a:ln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close/>
                  <a:moveTo>
                    <a:pt x="477297" y="19465"/>
                  </a:move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727" y="15198"/>
                    <a:pt x="482441" y="19465"/>
                    <a:pt x="477202" y="19465"/>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6233" y="15198"/>
                    <a:pt x="341947" y="19465"/>
                    <a:pt x="336708" y="19465"/>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13E91F82-A706-C19E-34E7-C53C8E762AC7}"/>
                </a:ext>
              </a:extLst>
            </p:cNvPr>
            <p:cNvSpPr/>
            <p:nvPr/>
          </p:nvSpPr>
          <p:spPr>
            <a:xfrm>
              <a:off x="4678680" y="5151691"/>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274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98 w 2315908"/>
                <a:gd name="connsiteY49" fmla="*/ 415 h 19526"/>
                <a:gd name="connsiteX50" fmla="*/ 1752123 w 2315908"/>
                <a:gd name="connsiteY50" fmla="*/ 9940 h 19526"/>
                <a:gd name="connsiteX51" fmla="*/ 1742598 w 2315908"/>
                <a:gd name="connsiteY51" fmla="*/ 19465 h 19526"/>
                <a:gd name="connsiteX52" fmla="*/ 1695736 w 2315908"/>
                <a:gd name="connsiteY52" fmla="*/ 19465 h 19526"/>
                <a:gd name="connsiteX53" fmla="*/ 617505 w 2315908"/>
                <a:gd name="connsiteY53" fmla="*/ 19465 h 19526"/>
                <a:gd name="connsiteX54" fmla="*/ 617505 w 2315908"/>
                <a:gd name="connsiteY54" fmla="*/ 19465 h 19526"/>
                <a:gd name="connsiteX55" fmla="*/ 570643 w 2315908"/>
                <a:gd name="connsiteY55" fmla="*/ 19465 h 19526"/>
                <a:gd name="connsiteX56" fmla="*/ 561118 w 2315908"/>
                <a:gd name="connsiteY56" fmla="*/ 9940 h 19526"/>
                <a:gd name="connsiteX57" fmla="*/ 570643 w 2315908"/>
                <a:gd name="connsiteY57" fmla="*/ 415 h 19526"/>
                <a:gd name="connsiteX58" fmla="*/ 617600 w 2315908"/>
                <a:gd name="connsiteY58" fmla="*/ 415 h 19526"/>
                <a:gd name="connsiteX59" fmla="*/ 627125 w 2315908"/>
                <a:gd name="connsiteY59" fmla="*/ 9940 h 19526"/>
                <a:gd name="connsiteX60" fmla="*/ 617600 w 2315908"/>
                <a:gd name="connsiteY60" fmla="*/ 19465 h 19526"/>
                <a:gd name="connsiteX61" fmla="*/ 1836705 w 2315908"/>
                <a:gd name="connsiteY61" fmla="*/ 19465 h 19526"/>
                <a:gd name="connsiteX62" fmla="*/ 1827180 w 2315908"/>
                <a:gd name="connsiteY62" fmla="*/ 9940 h 19526"/>
                <a:gd name="connsiteX63" fmla="*/ 1836705 w 2315908"/>
                <a:gd name="connsiteY63" fmla="*/ 415 h 19526"/>
                <a:gd name="connsiteX64" fmla="*/ 1883568 w 2315908"/>
                <a:gd name="connsiteY64" fmla="*/ 415 h 19526"/>
                <a:gd name="connsiteX65" fmla="*/ 1883568 w 2315908"/>
                <a:gd name="connsiteY65" fmla="*/ 415 h 19526"/>
                <a:gd name="connsiteX66" fmla="*/ 1893093 w 2315908"/>
                <a:gd name="connsiteY66" fmla="*/ 9940 h 19526"/>
                <a:gd name="connsiteX67" fmla="*/ 1883568 w 2315908"/>
                <a:gd name="connsiteY67" fmla="*/ 19465 h 19526"/>
                <a:gd name="connsiteX68" fmla="*/ 1836705 w 2315908"/>
                <a:gd name="connsiteY68" fmla="*/ 19465 h 19526"/>
                <a:gd name="connsiteX69" fmla="*/ 477297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6916 w 2315908"/>
                <a:gd name="connsiteY77" fmla="*/ 18798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327 w 2315908"/>
                <a:gd name="connsiteY94" fmla="*/ 17846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208" y="15122"/>
                    <a:pt x="903922" y="19274"/>
                    <a:pt x="898779" y="19274"/>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98" y="415"/>
                  </a:lnTo>
                  <a:cubicBezTo>
                    <a:pt x="1747837" y="415"/>
                    <a:pt x="1752123" y="4682"/>
                    <a:pt x="1752123" y="9940"/>
                  </a:cubicBezTo>
                  <a:cubicBezTo>
                    <a:pt x="1752123" y="15198"/>
                    <a:pt x="1747837" y="19465"/>
                    <a:pt x="1742598" y="19465"/>
                  </a:cubicBezTo>
                  <a:lnTo>
                    <a:pt x="1695736"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lnTo>
                    <a:pt x="1836705" y="19465"/>
                  </a:lnTo>
                  <a:close/>
                  <a:moveTo>
                    <a:pt x="477297" y="19465"/>
                  </a:moveTo>
                  <a:lnTo>
                    <a:pt x="477297" y="19465"/>
                  </a:ln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346" y="15055"/>
                    <a:pt x="482060" y="18960"/>
                    <a:pt x="476916" y="18798"/>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5376" y="14712"/>
                    <a:pt x="341185" y="18112"/>
                    <a:pt x="336327" y="17846"/>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3CC9B57F-246D-4CFA-AD2B-DC26D800F67C}"/>
              </a:ext>
            </a:extLst>
          </p:cNvPr>
          <p:cNvSpPr>
            <a:spLocks noGrp="1" noChangeArrowheads="1"/>
          </p:cNvSpPr>
          <p:nvPr>
            <p:ph type="title"/>
          </p:nvPr>
        </p:nvSpPr>
        <p:spPr/>
        <p:txBody>
          <a:bodyPr/>
          <a:lstStyle/>
          <a:p>
            <a:pPr eaLnBrk="1" hangingPunct="1"/>
            <a:r>
              <a:rPr lang="en-US" altLang="zh-CN"/>
              <a:t>5.5.2 </a:t>
            </a:r>
            <a:r>
              <a:rPr lang="zh-CN" altLang="en-US"/>
              <a:t>类型表达式的名字等价</a:t>
            </a:r>
          </a:p>
        </p:txBody>
      </p:sp>
      <p:sp>
        <p:nvSpPr>
          <p:cNvPr id="39939" name="Rectangle 3">
            <a:extLst>
              <a:ext uri="{FF2B5EF4-FFF2-40B4-BE49-F238E27FC236}">
                <a16:creationId xmlns:a16="http://schemas.microsoft.com/office/drawing/2014/main" id="{4D5D8398-710A-4A2A-96AD-726D95706EB8}"/>
              </a:ext>
            </a:extLst>
          </p:cNvPr>
          <p:cNvSpPr>
            <a:spLocks noGrp="1" noChangeArrowheads="1"/>
          </p:cNvSpPr>
          <p:nvPr>
            <p:ph idx="1"/>
          </p:nvPr>
        </p:nvSpPr>
        <p:spPr>
          <a:xfrm>
            <a:off x="628650" y="1257300"/>
            <a:ext cx="7886700" cy="5600700"/>
          </a:xfrm>
        </p:spPr>
        <p:txBody>
          <a:bodyPr>
            <a:normAutofit/>
          </a:bodyPr>
          <a:lstStyle/>
          <a:p>
            <a:pPr eaLnBrk="1" hangingPunct="1">
              <a:spcBef>
                <a:spcPct val="11000"/>
              </a:spcBef>
            </a:pPr>
            <a:r>
              <a:rPr lang="zh-CN" altLang="en-US" dirty="0">
                <a:latin typeface="宋体" panose="02010600030101010101" pitchFamily="2" charset="-122"/>
              </a:rPr>
              <a:t>名字等价：</a:t>
            </a:r>
          </a:p>
          <a:p>
            <a:pPr lvl="1" eaLnBrk="1" hangingPunct="1">
              <a:spcBef>
                <a:spcPct val="11000"/>
              </a:spcBef>
            </a:pPr>
            <a:r>
              <a:rPr lang="zh-CN" altLang="en-US" dirty="0">
                <a:latin typeface="宋体" panose="02010600030101010101" pitchFamily="2" charset="-122"/>
              </a:rPr>
              <a:t>把每个类型名看成是一个可区别的类型</a:t>
            </a:r>
          </a:p>
          <a:p>
            <a:pPr lvl="1" eaLnBrk="1" hangingPunct="1">
              <a:spcBef>
                <a:spcPct val="11000"/>
              </a:spcBef>
            </a:pPr>
            <a:r>
              <a:rPr lang="zh-CN" altLang="en-US" dirty="0">
                <a:latin typeface="宋体" panose="02010600030101010101" pitchFamily="2" charset="-122"/>
              </a:rPr>
              <a:t>两个类型表达式名字等价当且仅当这两个类型表达式不做名字代换就结构等价</a:t>
            </a:r>
            <a:r>
              <a:rPr lang="zh-CN" altLang="en-US" sz="2400" dirty="0"/>
              <a:t> </a:t>
            </a:r>
          </a:p>
          <a:p>
            <a:pPr eaLnBrk="1" hangingPunct="1">
              <a:buFont typeface="Wingdings" panose="05000000000000000000" pitchFamily="2" charset="2"/>
              <a:buNone/>
            </a:pPr>
            <a:r>
              <a:rPr lang="en-US" altLang="zh-CN" sz="2800" b="1" dirty="0"/>
              <a:t>type link = </a:t>
            </a:r>
            <a:r>
              <a:rPr lang="en-US" altLang="zh-CN" sz="2800" b="1" dirty="0">
                <a:sym typeface="Symbol" panose="05050102010706020507" pitchFamily="18" charset="2"/>
              </a:rPr>
              <a:t></a:t>
            </a:r>
            <a:r>
              <a:rPr lang="en-US" altLang="zh-CN" sz="2800" b="1" dirty="0"/>
              <a:t>cell;</a:t>
            </a:r>
          </a:p>
          <a:p>
            <a:pPr eaLnBrk="1" hangingPunct="1">
              <a:buFont typeface="Wingdings" panose="05000000000000000000" pitchFamily="2" charset="2"/>
              <a:buNone/>
            </a:pPr>
            <a:r>
              <a:rPr lang="en-US" altLang="zh-CN" sz="2800" b="1" dirty="0"/>
              <a:t>var 	</a:t>
            </a:r>
            <a:r>
              <a:rPr lang="en-US" altLang="zh-CN" sz="2800" b="1" dirty="0">
                <a:solidFill>
                  <a:srgbClr val="C00000"/>
                </a:solidFill>
              </a:rPr>
              <a:t>next</a:t>
            </a:r>
            <a:r>
              <a:rPr lang="en-US" altLang="zh-CN" sz="2800" b="1" dirty="0"/>
              <a:t>	: link;</a:t>
            </a:r>
          </a:p>
          <a:p>
            <a:pPr eaLnBrk="1" hangingPunct="1">
              <a:buFont typeface="Wingdings" panose="05000000000000000000" pitchFamily="2" charset="2"/>
              <a:buNone/>
            </a:pPr>
            <a:r>
              <a:rPr lang="en-US" altLang="zh-CN" sz="2800" b="1" dirty="0"/>
              <a:t>		last	: link;</a:t>
            </a:r>
          </a:p>
          <a:p>
            <a:pPr algn="just" eaLnBrk="1" hangingPunct="1">
              <a:buFont typeface="Wingdings" panose="05000000000000000000" pitchFamily="2" charset="2"/>
              <a:buNone/>
            </a:pPr>
            <a:r>
              <a:rPr lang="en-US" altLang="zh-CN" sz="2800" b="1" dirty="0"/>
              <a:t>		</a:t>
            </a:r>
            <a:r>
              <a:rPr lang="en-US" altLang="zh-CN" sz="2800" b="1" dirty="0">
                <a:solidFill>
                  <a:srgbClr val="C00000"/>
                </a:solidFill>
              </a:rPr>
              <a:t>p</a:t>
            </a:r>
            <a:r>
              <a:rPr lang="en-US" altLang="zh-CN" sz="2800" b="1" dirty="0"/>
              <a:t> 	: </a:t>
            </a:r>
            <a:r>
              <a:rPr lang="en-US" altLang="zh-CN" sz="2800" b="1" dirty="0">
                <a:sym typeface="Symbol" panose="05050102010706020507" pitchFamily="18" charset="2"/>
              </a:rPr>
              <a:t></a:t>
            </a:r>
            <a:r>
              <a:rPr lang="en-US" altLang="zh-CN" sz="2800" b="1" dirty="0"/>
              <a:t>cell;</a:t>
            </a:r>
          </a:p>
          <a:p>
            <a:pPr eaLnBrk="1" hangingPunct="1">
              <a:buFont typeface="Wingdings" panose="05000000000000000000" pitchFamily="2" charset="2"/>
              <a:buNone/>
            </a:pPr>
            <a:r>
              <a:rPr lang="en-US" altLang="zh-CN" sz="2800" b="1" dirty="0"/>
              <a:t>		q, r	: </a:t>
            </a:r>
            <a:r>
              <a:rPr lang="en-US" altLang="zh-CN" sz="2800" b="1" dirty="0">
                <a:sym typeface="Symbol" panose="05050102010706020507" pitchFamily="18" charset="2"/>
              </a:rPr>
              <a:t></a:t>
            </a:r>
            <a:r>
              <a:rPr lang="en-US" altLang="zh-CN" sz="2800" b="1" dirty="0"/>
              <a:t>cell;</a:t>
            </a:r>
          </a:p>
          <a:p>
            <a:pPr eaLnBrk="1" hangingPunct="1"/>
            <a:endParaRPr lang="en-US" altLang="zh-CN" sz="2800" dirty="0"/>
          </a:p>
        </p:txBody>
      </p:sp>
      <p:sp>
        <p:nvSpPr>
          <p:cNvPr id="2" name="日期占位符 1">
            <a:extLst>
              <a:ext uri="{FF2B5EF4-FFF2-40B4-BE49-F238E27FC236}">
                <a16:creationId xmlns:a16="http://schemas.microsoft.com/office/drawing/2014/main" id="{C3AB6CA3-378B-5284-9BE1-AF2731DA292A}"/>
              </a:ext>
            </a:extLst>
          </p:cNvPr>
          <p:cNvSpPr>
            <a:spLocks noGrp="1"/>
          </p:cNvSpPr>
          <p:nvPr>
            <p:ph type="dt" sz="half" idx="10"/>
          </p:nvPr>
        </p:nvSpPr>
        <p:spPr/>
        <p:txBody>
          <a:bodyPr/>
          <a:lstStyle/>
          <a:p>
            <a:fld id="{21ABA0F8-EDE1-41D7-A6D5-4C90F6CC2DCF}"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92563ECA-7D3B-6299-46AE-B5FB0CEED58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1E4A67DF-6215-DD44-EF06-764D6898D0AD}"/>
              </a:ext>
            </a:extLst>
          </p:cNvPr>
          <p:cNvSpPr>
            <a:spLocks noGrp="1"/>
          </p:cNvSpPr>
          <p:nvPr>
            <p:ph type="sldNum" sz="quarter" idx="12"/>
          </p:nvPr>
        </p:nvSpPr>
        <p:spPr/>
        <p:txBody>
          <a:bodyPr/>
          <a:lstStyle/>
          <a:p>
            <a:fld id="{094DEB03-EFC6-4C20-8FC8-295189A5386F}" type="slidenum">
              <a:rPr lang="zh-CN" altLang="en-US" smtClean="0"/>
              <a:pPr/>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6B778632-8C77-4C26-A1B6-B65CFD834714}"/>
              </a:ext>
            </a:extLst>
          </p:cNvPr>
          <p:cNvSpPr>
            <a:spLocks noGrp="1" noChangeArrowheads="1"/>
          </p:cNvSpPr>
          <p:nvPr>
            <p:ph type="title"/>
          </p:nvPr>
        </p:nvSpPr>
        <p:spPr/>
        <p:txBody>
          <a:bodyPr>
            <a:normAutofit/>
          </a:bodyPr>
          <a:lstStyle/>
          <a:p>
            <a:pPr eaLnBrk="1" hangingPunct="1"/>
            <a:r>
              <a:rPr lang="en-US" altLang="zh-CN" dirty="0"/>
              <a:t>5.5.2 </a:t>
            </a:r>
            <a:r>
              <a:rPr lang="zh-CN" altLang="en-US" dirty="0"/>
              <a:t>类型表达式的名字等价</a:t>
            </a:r>
          </a:p>
        </p:txBody>
      </p:sp>
      <p:sp>
        <p:nvSpPr>
          <p:cNvPr id="40963" name="Rectangle 3">
            <a:extLst>
              <a:ext uri="{FF2B5EF4-FFF2-40B4-BE49-F238E27FC236}">
                <a16:creationId xmlns:a16="http://schemas.microsoft.com/office/drawing/2014/main" id="{DAD975A1-EFBD-4D7F-BFB3-A85D4884D7FA}"/>
              </a:ext>
            </a:extLst>
          </p:cNvPr>
          <p:cNvSpPr>
            <a:spLocks noGrp="1" noChangeArrowheads="1"/>
          </p:cNvSpPr>
          <p:nvPr>
            <p:ph idx="1"/>
          </p:nvPr>
        </p:nvSpPr>
        <p:spPr>
          <a:xfrm>
            <a:off x="628650" y="1257300"/>
            <a:ext cx="7886700" cy="5371564"/>
          </a:xfrm>
        </p:spPr>
        <p:txBody>
          <a:bodyPr>
            <a:normAutofit/>
          </a:bodyPr>
          <a:lstStyle/>
          <a:p>
            <a:pPr eaLnBrk="1" hangingPunct="1">
              <a:spcBef>
                <a:spcPct val="11000"/>
              </a:spcBef>
            </a:pPr>
            <a:r>
              <a:rPr lang="zh-CN" altLang="en-US" sz="2800" dirty="0"/>
              <a:t>分别在名字等价和结构等价下，下面的哪些变量具有相同的类型？</a:t>
            </a:r>
            <a:endParaRPr lang="zh-CN" altLang="en-US" sz="2800" b="1" dirty="0"/>
          </a:p>
          <a:p>
            <a:pPr algn="just" eaLnBrk="1" hangingPunct="1">
              <a:spcBef>
                <a:spcPct val="11000"/>
              </a:spcBef>
              <a:buFont typeface="Wingdings" panose="05000000000000000000" pitchFamily="2" charset="2"/>
              <a:buNone/>
            </a:pPr>
            <a:r>
              <a:rPr lang="en-US" altLang="zh-CN" sz="2800" b="1" dirty="0"/>
              <a:t>type 	link = </a:t>
            </a:r>
            <a:r>
              <a:rPr lang="en-US" altLang="zh-CN" sz="2800" b="1" dirty="0">
                <a:sym typeface="Symbol" panose="05050102010706020507" pitchFamily="18" charset="2"/>
              </a:rPr>
              <a:t></a:t>
            </a:r>
            <a:r>
              <a:rPr lang="en-US" altLang="zh-CN" sz="2800" b="1" dirty="0"/>
              <a:t>cell; 		type   link = </a:t>
            </a:r>
            <a:r>
              <a:rPr lang="en-US" altLang="zh-CN" sz="2800" b="1" dirty="0">
                <a:sym typeface="Symbol" panose="05050102010706020507" pitchFamily="18" charset="2"/>
              </a:rPr>
              <a:t></a:t>
            </a:r>
            <a:r>
              <a:rPr lang="en-US" altLang="zh-CN" sz="2800" b="1" dirty="0"/>
              <a:t>cell;</a:t>
            </a:r>
          </a:p>
          <a:p>
            <a:pPr algn="just" eaLnBrk="1" hangingPunct="1">
              <a:spcBef>
                <a:spcPct val="11000"/>
              </a:spcBef>
              <a:buFont typeface="Wingdings" panose="05000000000000000000" pitchFamily="2" charset="2"/>
              <a:buNone/>
            </a:pPr>
            <a:r>
              <a:rPr lang="en-US" altLang="zh-CN" sz="2800" b="1" dirty="0"/>
              <a:t>var 	next	: link;			np = </a:t>
            </a:r>
            <a:r>
              <a:rPr lang="en-US" altLang="zh-CN" sz="2800" b="1" dirty="0">
                <a:sym typeface="Symbol" panose="05050102010706020507" pitchFamily="18" charset="2"/>
              </a:rPr>
              <a:t></a:t>
            </a:r>
            <a:r>
              <a:rPr lang="en-US" altLang="zh-CN" sz="2800" b="1" dirty="0"/>
              <a:t>cell;</a:t>
            </a:r>
          </a:p>
          <a:p>
            <a:pPr algn="just" eaLnBrk="1" hangingPunct="1">
              <a:spcBef>
                <a:spcPct val="11000"/>
              </a:spcBef>
              <a:buFont typeface="Wingdings" panose="05000000000000000000" pitchFamily="2" charset="2"/>
              <a:buNone/>
            </a:pPr>
            <a:r>
              <a:rPr lang="en-US" altLang="zh-CN" sz="2800" b="1" dirty="0"/>
              <a:t>		last	: link; 			</a:t>
            </a:r>
            <a:r>
              <a:rPr lang="en-US" altLang="zh-CN" sz="2800" b="1" dirty="0" err="1"/>
              <a:t>nqr</a:t>
            </a:r>
            <a:r>
              <a:rPr lang="en-US" altLang="zh-CN" sz="2800" b="1" dirty="0"/>
              <a:t> = </a:t>
            </a:r>
            <a:r>
              <a:rPr lang="en-US" altLang="zh-CN" sz="2800" b="1" dirty="0">
                <a:sym typeface="Symbol" panose="05050102010706020507" pitchFamily="18" charset="2"/>
              </a:rPr>
              <a:t></a:t>
            </a:r>
            <a:r>
              <a:rPr lang="en-US" altLang="zh-CN" sz="2800" b="1" dirty="0"/>
              <a:t>cell;</a:t>
            </a:r>
          </a:p>
          <a:p>
            <a:pPr algn="just" eaLnBrk="1" hangingPunct="1">
              <a:spcBef>
                <a:spcPct val="11000"/>
              </a:spcBef>
              <a:buFont typeface="Wingdings" panose="05000000000000000000" pitchFamily="2" charset="2"/>
              <a:buNone/>
            </a:pPr>
            <a:r>
              <a:rPr lang="en-US" altLang="zh-CN" sz="2800" b="1" dirty="0"/>
              <a:t>		p 	: </a:t>
            </a:r>
            <a:r>
              <a:rPr lang="en-US" altLang="zh-CN" sz="2800" b="1" dirty="0">
                <a:sym typeface="Symbol" panose="05050102010706020507" pitchFamily="18" charset="2"/>
              </a:rPr>
              <a:t></a:t>
            </a:r>
            <a:r>
              <a:rPr lang="en-US" altLang="zh-CN" sz="2800" b="1" dirty="0"/>
              <a:t>cell; 		var    next : link;</a:t>
            </a:r>
          </a:p>
          <a:p>
            <a:pPr algn="just" eaLnBrk="1" hangingPunct="1">
              <a:spcBef>
                <a:spcPct val="11000"/>
              </a:spcBef>
              <a:buFont typeface="Wingdings" panose="05000000000000000000" pitchFamily="2" charset="2"/>
              <a:buNone/>
            </a:pPr>
            <a:r>
              <a:rPr lang="en-US" altLang="zh-CN" sz="2800" b="1" dirty="0"/>
              <a:t>		q, r	: </a:t>
            </a:r>
            <a:r>
              <a:rPr lang="en-US" altLang="zh-CN" sz="2800" b="1" dirty="0">
                <a:sym typeface="Symbol" panose="05050102010706020507" pitchFamily="18" charset="2"/>
              </a:rPr>
              <a:t></a:t>
            </a:r>
            <a:r>
              <a:rPr lang="en-US" altLang="zh-CN" sz="2800" b="1" dirty="0"/>
              <a:t>cell; 			last : link;</a:t>
            </a:r>
          </a:p>
          <a:p>
            <a:pPr algn="just" eaLnBrk="1" hangingPunct="1">
              <a:spcBef>
                <a:spcPct val="11000"/>
              </a:spcBef>
              <a:buFont typeface="Wingdings" panose="05000000000000000000" pitchFamily="2" charset="2"/>
              <a:buNone/>
            </a:pPr>
            <a:r>
              <a:rPr lang="en-US" altLang="zh-CN" sz="2800" b="1" dirty="0"/>
              <a:t>							p : np;</a:t>
            </a:r>
          </a:p>
          <a:p>
            <a:pPr algn="just" eaLnBrk="1" hangingPunct="1">
              <a:spcBef>
                <a:spcPct val="11000"/>
              </a:spcBef>
              <a:buFont typeface="Wingdings" panose="05000000000000000000" pitchFamily="2" charset="2"/>
              <a:buNone/>
            </a:pPr>
            <a:r>
              <a:rPr lang="en-US" altLang="zh-CN" sz="2800" b="1" dirty="0"/>
              <a:t>							q : </a:t>
            </a:r>
            <a:r>
              <a:rPr lang="en-US" altLang="zh-CN" sz="2800" b="1" dirty="0" err="1"/>
              <a:t>nqr</a:t>
            </a:r>
            <a:r>
              <a:rPr lang="en-US" altLang="zh-CN" sz="2800" b="1" dirty="0"/>
              <a:t>;</a:t>
            </a:r>
          </a:p>
          <a:p>
            <a:pPr algn="just" eaLnBrk="1" hangingPunct="1">
              <a:spcBef>
                <a:spcPct val="11000"/>
              </a:spcBef>
              <a:buFont typeface="Wingdings" panose="05000000000000000000" pitchFamily="2" charset="2"/>
              <a:buNone/>
            </a:pPr>
            <a:r>
              <a:rPr lang="en-US" altLang="zh-CN" sz="2800" b="1" dirty="0"/>
              <a:t>							r : </a:t>
            </a:r>
            <a:r>
              <a:rPr lang="en-US" altLang="zh-CN" sz="2800" b="1" dirty="0" err="1"/>
              <a:t>nqr</a:t>
            </a:r>
            <a:r>
              <a:rPr lang="en-US" altLang="zh-CN" sz="2800" b="1" dirty="0"/>
              <a:t>;</a:t>
            </a:r>
          </a:p>
        </p:txBody>
      </p:sp>
      <p:sp>
        <p:nvSpPr>
          <p:cNvPr id="2" name="日期占位符 1">
            <a:extLst>
              <a:ext uri="{FF2B5EF4-FFF2-40B4-BE49-F238E27FC236}">
                <a16:creationId xmlns:a16="http://schemas.microsoft.com/office/drawing/2014/main" id="{4DCC318D-435D-CD6E-499A-30A415AD2A8A}"/>
              </a:ext>
            </a:extLst>
          </p:cNvPr>
          <p:cNvSpPr>
            <a:spLocks noGrp="1"/>
          </p:cNvSpPr>
          <p:nvPr>
            <p:ph type="dt" sz="half" idx="10"/>
          </p:nvPr>
        </p:nvSpPr>
        <p:spPr/>
        <p:txBody>
          <a:bodyPr/>
          <a:lstStyle/>
          <a:p>
            <a:fld id="{20997C21-05D4-437D-A4EF-21486AFE1793}"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8033A52C-4F32-E34F-7184-098512C5F5F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98BF2648-6026-F0BB-8640-D13496E04509}"/>
              </a:ext>
            </a:extLst>
          </p:cNvPr>
          <p:cNvSpPr>
            <a:spLocks noGrp="1"/>
          </p:cNvSpPr>
          <p:nvPr>
            <p:ph type="sldNum" sz="quarter" idx="12"/>
          </p:nvPr>
        </p:nvSpPr>
        <p:spPr/>
        <p:txBody>
          <a:bodyPr/>
          <a:lstStyle/>
          <a:p>
            <a:fld id="{094DEB03-EFC6-4C20-8FC8-295189A5386F}" type="slidenum">
              <a:rPr lang="zh-CN" altLang="en-US" smtClean="0"/>
              <a:pPr/>
              <a:t>38</a:t>
            </a:fld>
            <a:endParaRPr lang="zh-CN" altLang="en-US"/>
          </a:p>
        </p:txBody>
      </p:sp>
      <p:grpSp>
        <p:nvGrpSpPr>
          <p:cNvPr id="44" name="组合 43">
            <a:extLst>
              <a:ext uri="{FF2B5EF4-FFF2-40B4-BE49-F238E27FC236}">
                <a16:creationId xmlns:a16="http://schemas.microsoft.com/office/drawing/2014/main" id="{6C3175EF-7F72-1C48-5A1E-02A6DE87168F}"/>
              </a:ext>
            </a:extLst>
          </p:cNvPr>
          <p:cNvGrpSpPr/>
          <p:nvPr/>
        </p:nvGrpSpPr>
        <p:grpSpPr>
          <a:xfrm>
            <a:off x="93475" y="4691631"/>
            <a:ext cx="5405341" cy="2052131"/>
            <a:chOff x="162187" y="4607062"/>
            <a:chExt cx="5405341" cy="2052131"/>
          </a:xfrm>
        </p:grpSpPr>
        <p:sp>
          <p:nvSpPr>
            <p:cNvPr id="5" name="矩形: 圆角 4">
              <a:extLst>
                <a:ext uri="{FF2B5EF4-FFF2-40B4-BE49-F238E27FC236}">
                  <a16:creationId xmlns:a16="http://schemas.microsoft.com/office/drawing/2014/main" id="{B3B0F9F1-4DE9-C7FB-22BF-B7CE1657B32D}"/>
                </a:ext>
              </a:extLst>
            </p:cNvPr>
            <p:cNvSpPr/>
            <p:nvPr/>
          </p:nvSpPr>
          <p:spPr>
            <a:xfrm>
              <a:off x="789722" y="4607062"/>
              <a:ext cx="4777806" cy="1826818"/>
            </a:xfrm>
            <a:prstGeom prst="roundRect">
              <a:avLst>
                <a:gd name="adj" fmla="val 10467"/>
              </a:avLst>
            </a:prstGeom>
            <a:solidFill>
              <a:schemeClr val="accent4">
                <a:lumMod val="20000"/>
                <a:lumOff val="80000"/>
              </a:schemeClr>
            </a:solidFill>
            <a:ln w="19050" cap="rnd">
              <a:solidFill>
                <a:schemeClr val="accent2"/>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20000">
                <a:lnSpc>
                  <a:spcPct val="120000"/>
                </a:lnSpc>
              </a:pPr>
              <a:r>
                <a:rPr lang="zh-CN" altLang="en-US" sz="2400" dirty="0">
                  <a:solidFill>
                    <a:schemeClr val="tx1"/>
                  </a:solidFill>
                </a:rPr>
                <a:t>注意：类型名字的引入只是类型表达式的一个语法约定问题，它并</a:t>
              </a:r>
              <a:r>
                <a:rPr lang="zh-CN" altLang="en-US" sz="2400" dirty="0">
                  <a:solidFill>
                    <a:srgbClr val="C00000"/>
                  </a:solidFill>
                </a:rPr>
                <a:t>不能丰富</a:t>
              </a:r>
              <a:r>
                <a:rPr lang="zh-CN" altLang="en-US" sz="2400" dirty="0">
                  <a:solidFill>
                    <a:schemeClr val="tx1"/>
                  </a:solidFill>
                </a:rPr>
                <a:t>我们所能表达的</a:t>
              </a:r>
              <a:r>
                <a:rPr lang="zh-CN" altLang="en-US" sz="2400" dirty="0">
                  <a:solidFill>
                    <a:srgbClr val="C00000"/>
                  </a:solidFill>
                </a:rPr>
                <a:t>类型</a:t>
              </a:r>
              <a:r>
                <a:rPr lang="zh-CN" altLang="en-US" sz="2400" dirty="0">
                  <a:solidFill>
                    <a:schemeClr val="tx1"/>
                  </a:solidFill>
                </a:rPr>
                <a:t>。</a:t>
              </a:r>
            </a:p>
          </p:txBody>
        </p:sp>
        <p:grpSp>
          <p:nvGrpSpPr>
            <p:cNvPr id="8" name="组合 7">
              <a:extLst>
                <a:ext uri="{FF2B5EF4-FFF2-40B4-BE49-F238E27FC236}">
                  <a16:creationId xmlns:a16="http://schemas.microsoft.com/office/drawing/2014/main" id="{C5CAA02A-7AC6-47D6-D75F-6F94B8213846}"/>
                </a:ext>
              </a:extLst>
            </p:cNvPr>
            <p:cNvGrpSpPr/>
            <p:nvPr/>
          </p:nvGrpSpPr>
          <p:grpSpPr>
            <a:xfrm>
              <a:off x="162187" y="5186568"/>
              <a:ext cx="1472054" cy="1472625"/>
              <a:chOff x="4181477" y="1514681"/>
              <a:chExt cx="3825483" cy="3826966"/>
            </a:xfrm>
          </p:grpSpPr>
          <p:sp>
            <p:nvSpPr>
              <p:cNvPr id="9" name="任意多边形: 形状 8">
                <a:extLst>
                  <a:ext uri="{FF2B5EF4-FFF2-40B4-BE49-F238E27FC236}">
                    <a16:creationId xmlns:a16="http://schemas.microsoft.com/office/drawing/2014/main" id="{09FDCED1-A571-CDA5-5697-83A6735C542D}"/>
                  </a:ext>
                </a:extLst>
              </p:cNvPr>
              <p:cNvSpPr/>
              <p:nvPr/>
            </p:nvSpPr>
            <p:spPr>
              <a:xfrm>
                <a:off x="7359110" y="3932015"/>
                <a:ext cx="555565" cy="952975"/>
              </a:xfrm>
              <a:custGeom>
                <a:avLst/>
                <a:gdLst>
                  <a:gd name="connsiteX0" fmla="*/ 537502 w 555565"/>
                  <a:gd name="connsiteY0" fmla="*/ 781163 h 952975"/>
                  <a:gd name="connsiteX1" fmla="*/ 284137 w 555565"/>
                  <a:gd name="connsiteY1" fmla="*/ 832597 h 952975"/>
                  <a:gd name="connsiteX2" fmla="*/ 104114 w 555565"/>
                  <a:gd name="connsiteY2" fmla="*/ 951946 h 952975"/>
                  <a:gd name="connsiteX3" fmla="*/ 39916 w 555565"/>
                  <a:gd name="connsiteY3" fmla="*/ 225284 h 952975"/>
                  <a:gd name="connsiteX4" fmla="*/ -89 w 555565"/>
                  <a:gd name="connsiteY4" fmla="*/ -1030 h 952975"/>
                  <a:gd name="connsiteX5" fmla="*/ 221557 w 555565"/>
                  <a:gd name="connsiteY5" fmla="*/ 52310 h 952975"/>
                  <a:gd name="connsiteX6" fmla="*/ 488257 w 555565"/>
                  <a:gd name="connsiteY6" fmla="*/ 324915 h 952975"/>
                  <a:gd name="connsiteX7" fmla="*/ 537502 w 555565"/>
                  <a:gd name="connsiteY7" fmla="*/ 781163 h 95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5565" h="952975">
                    <a:moveTo>
                      <a:pt x="537502" y="781163"/>
                    </a:moveTo>
                    <a:cubicBezTo>
                      <a:pt x="455587" y="774304"/>
                      <a:pt x="347002" y="806214"/>
                      <a:pt x="284137" y="832597"/>
                    </a:cubicBezTo>
                    <a:cubicBezTo>
                      <a:pt x="217271" y="860887"/>
                      <a:pt x="156235" y="901368"/>
                      <a:pt x="104114" y="951946"/>
                    </a:cubicBezTo>
                    <a:cubicBezTo>
                      <a:pt x="124022" y="851076"/>
                      <a:pt x="111925" y="660290"/>
                      <a:pt x="39916" y="225284"/>
                    </a:cubicBezTo>
                    <a:cubicBezTo>
                      <a:pt x="22580" y="121366"/>
                      <a:pt x="9817" y="50595"/>
                      <a:pt x="-89" y="-1030"/>
                    </a:cubicBezTo>
                    <a:cubicBezTo>
                      <a:pt x="76692" y="1161"/>
                      <a:pt x="152177" y="19352"/>
                      <a:pt x="221557" y="52310"/>
                    </a:cubicBezTo>
                    <a:cubicBezTo>
                      <a:pt x="389579" y="132796"/>
                      <a:pt x="462730" y="275290"/>
                      <a:pt x="488257" y="324915"/>
                    </a:cubicBezTo>
                    <a:cubicBezTo>
                      <a:pt x="569220" y="482649"/>
                      <a:pt x="565220" y="648575"/>
                      <a:pt x="537502" y="781163"/>
                    </a:cubicBezTo>
                    <a:close/>
                  </a:path>
                </a:pathLst>
              </a:custGeom>
              <a:solidFill>
                <a:srgbClr val="8E5F6F"/>
              </a:solidFill>
              <a:ln w="9525" cap="flat">
                <a:noFill/>
                <a:prstDash val="solid"/>
                <a:miter/>
              </a:ln>
            </p:spPr>
            <p:txBody>
              <a:bodyPr rtlCol="0" anchor="ctr"/>
              <a:lstStyle/>
              <a:p>
                <a:endParaRPr lang="zh-CN" altLang="en-US"/>
              </a:p>
            </p:txBody>
          </p:sp>
          <p:sp>
            <p:nvSpPr>
              <p:cNvPr id="10" name="任意多边形: 形状 9">
                <a:extLst>
                  <a:ext uri="{FF2B5EF4-FFF2-40B4-BE49-F238E27FC236}">
                    <a16:creationId xmlns:a16="http://schemas.microsoft.com/office/drawing/2014/main" id="{7271C5AC-7F7D-8BEC-B16A-F7EA020A26BB}"/>
                  </a:ext>
                </a:extLst>
              </p:cNvPr>
              <p:cNvSpPr/>
              <p:nvPr/>
            </p:nvSpPr>
            <p:spPr>
              <a:xfrm>
                <a:off x="7367534" y="4212340"/>
                <a:ext cx="124659" cy="314606"/>
              </a:xfrm>
              <a:custGeom>
                <a:avLst/>
                <a:gdLst>
                  <a:gd name="connsiteX0" fmla="*/ 14251 w 124659"/>
                  <a:gd name="connsiteY0" fmla="*/ 313577 h 314606"/>
                  <a:gd name="connsiteX1" fmla="*/ 9679 w 124659"/>
                  <a:gd name="connsiteY1" fmla="*/ 312909 h 314606"/>
                  <a:gd name="connsiteX2" fmla="*/ 630 w 124659"/>
                  <a:gd name="connsiteY2" fmla="*/ 294813 h 314606"/>
                  <a:gd name="connsiteX3" fmla="*/ 97023 w 124659"/>
                  <a:gd name="connsiteY3" fmla="*/ 7920 h 314606"/>
                  <a:gd name="connsiteX4" fmla="*/ 115607 w 124659"/>
                  <a:gd name="connsiteY4" fmla="*/ 13 h 314606"/>
                  <a:gd name="connsiteX5" fmla="*/ 124074 w 124659"/>
                  <a:gd name="connsiteY5" fmla="*/ 16968 h 314606"/>
                  <a:gd name="connsiteX6" fmla="*/ 27777 w 124659"/>
                  <a:gd name="connsiteY6" fmla="*/ 303861 h 314606"/>
                  <a:gd name="connsiteX7" fmla="*/ 14251 w 124659"/>
                  <a:gd name="connsiteY7" fmla="*/ 313577 h 31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4659" h="314606">
                    <a:moveTo>
                      <a:pt x="14251" y="313577"/>
                    </a:moveTo>
                    <a:cubicBezTo>
                      <a:pt x="12698" y="313577"/>
                      <a:pt x="11155" y="313386"/>
                      <a:pt x="9679" y="312909"/>
                    </a:cubicBezTo>
                    <a:cubicBezTo>
                      <a:pt x="2212" y="310339"/>
                      <a:pt x="-1827" y="302337"/>
                      <a:pt x="630" y="294813"/>
                    </a:cubicBezTo>
                    <a:lnTo>
                      <a:pt x="97023" y="7920"/>
                    </a:lnTo>
                    <a:cubicBezTo>
                      <a:pt x="99967" y="585"/>
                      <a:pt x="108291" y="-2939"/>
                      <a:pt x="115607" y="13"/>
                    </a:cubicBezTo>
                    <a:cubicBezTo>
                      <a:pt x="122322" y="2681"/>
                      <a:pt x="125960" y="10015"/>
                      <a:pt x="124074" y="16968"/>
                    </a:cubicBezTo>
                    <a:lnTo>
                      <a:pt x="27777" y="303861"/>
                    </a:lnTo>
                    <a:cubicBezTo>
                      <a:pt x="25814" y="309671"/>
                      <a:pt x="20376" y="313577"/>
                      <a:pt x="14251" y="313577"/>
                    </a:cubicBezTo>
                    <a:close/>
                  </a:path>
                </a:pathLst>
              </a:custGeom>
              <a:solidFill>
                <a:srgbClr val="282425"/>
              </a:solidFill>
              <a:ln w="9525" cap="flat">
                <a:no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7ED30E53-A8B7-911B-FA34-3E5874EA8D27}"/>
                  </a:ext>
                </a:extLst>
              </p:cNvPr>
              <p:cNvSpPr/>
              <p:nvPr/>
            </p:nvSpPr>
            <p:spPr>
              <a:xfrm>
                <a:off x="4535512" y="3752945"/>
                <a:ext cx="960888" cy="1476088"/>
              </a:xfrm>
              <a:custGeom>
                <a:avLst/>
                <a:gdLst>
                  <a:gd name="connsiteX0" fmla="*/ 960799 w 960888"/>
                  <a:gd name="connsiteY0" fmla="*/ 1378571 h 1476088"/>
                  <a:gd name="connsiteX1" fmla="*/ 800970 w 960888"/>
                  <a:gd name="connsiteY1" fmla="*/ 1435721 h 1476088"/>
                  <a:gd name="connsiteX2" fmla="*/ 684193 w 960888"/>
                  <a:gd name="connsiteY2" fmla="*/ 1475059 h 1476088"/>
                  <a:gd name="connsiteX3" fmla="*/ 127076 w 960888"/>
                  <a:gd name="connsiteY3" fmla="*/ 1097869 h 1476088"/>
                  <a:gd name="connsiteX4" fmla="*/ 18586 w 960888"/>
                  <a:gd name="connsiteY4" fmla="*/ 1097869 h 1476088"/>
                  <a:gd name="connsiteX5" fmla="*/ 62592 w 960888"/>
                  <a:gd name="connsiteY5" fmla="*/ 574566 h 1476088"/>
                  <a:gd name="connsiteX6" fmla="*/ 449307 w 960888"/>
                  <a:gd name="connsiteY6" fmla="*/ 117366 h 1476088"/>
                  <a:gd name="connsiteX7" fmla="*/ 709625 w 960888"/>
                  <a:gd name="connsiteY7" fmla="*/ -1030 h 1476088"/>
                  <a:gd name="connsiteX8" fmla="*/ 832116 w 960888"/>
                  <a:gd name="connsiteY8" fmla="*/ 1044625 h 1476088"/>
                  <a:gd name="connsiteX9" fmla="*/ 960799 w 960888"/>
                  <a:gd name="connsiteY9" fmla="*/ 1378571 h 1476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0888" h="1476088">
                    <a:moveTo>
                      <a:pt x="960799" y="1378571"/>
                    </a:moveTo>
                    <a:cubicBezTo>
                      <a:pt x="915365" y="1395526"/>
                      <a:pt x="861358" y="1414957"/>
                      <a:pt x="800970" y="1435721"/>
                    </a:cubicBezTo>
                    <a:cubicBezTo>
                      <a:pt x="759631" y="1449818"/>
                      <a:pt x="720960" y="1462962"/>
                      <a:pt x="684193" y="1475059"/>
                    </a:cubicBezTo>
                    <a:cubicBezTo>
                      <a:pt x="612184" y="1365808"/>
                      <a:pt x="420065" y="1120920"/>
                      <a:pt x="127076" y="1097869"/>
                    </a:cubicBezTo>
                    <a:cubicBezTo>
                      <a:pt x="90967" y="1095107"/>
                      <a:pt x="54695" y="1095107"/>
                      <a:pt x="18586" y="1097869"/>
                    </a:cubicBezTo>
                    <a:cubicBezTo>
                      <a:pt x="-16885" y="922800"/>
                      <a:pt x="-1616" y="741254"/>
                      <a:pt x="62592" y="574566"/>
                    </a:cubicBezTo>
                    <a:cubicBezTo>
                      <a:pt x="170224" y="299674"/>
                      <a:pt x="377774" y="163181"/>
                      <a:pt x="449307" y="117366"/>
                    </a:cubicBezTo>
                    <a:cubicBezTo>
                      <a:pt x="530031" y="65740"/>
                      <a:pt x="617680" y="25925"/>
                      <a:pt x="709625" y="-1030"/>
                    </a:cubicBezTo>
                    <a:cubicBezTo>
                      <a:pt x="716578" y="268718"/>
                      <a:pt x="763060" y="584853"/>
                      <a:pt x="832116" y="1044625"/>
                    </a:cubicBezTo>
                    <a:cubicBezTo>
                      <a:pt x="852595" y="1181022"/>
                      <a:pt x="872312" y="1299037"/>
                      <a:pt x="960799" y="1378571"/>
                    </a:cubicBezTo>
                    <a:close/>
                  </a:path>
                </a:pathLst>
              </a:custGeom>
              <a:solidFill>
                <a:srgbClr val="8E5F6F"/>
              </a:solidFill>
              <a:ln w="9525" cap="flat">
                <a:no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3B2B28FF-D1E5-0E5D-9806-A27BB960887F}"/>
                  </a:ext>
                </a:extLst>
              </p:cNvPr>
              <p:cNvSpPr/>
              <p:nvPr/>
            </p:nvSpPr>
            <p:spPr>
              <a:xfrm>
                <a:off x="5067002" y="4261200"/>
                <a:ext cx="368034" cy="640114"/>
              </a:xfrm>
              <a:custGeom>
                <a:avLst/>
                <a:gdLst>
                  <a:gd name="connsiteX0" fmla="*/ 353681 w 368034"/>
                  <a:gd name="connsiteY0" fmla="*/ 639049 h 640114"/>
                  <a:gd name="connsiteX1" fmla="*/ 340155 w 368034"/>
                  <a:gd name="connsiteY1" fmla="*/ 629524 h 640114"/>
                  <a:gd name="connsiteX2" fmla="*/ 3256 w 368034"/>
                  <a:gd name="connsiteY2" fmla="*/ 22495 h 640114"/>
                  <a:gd name="connsiteX3" fmla="*/ 4970 w 368034"/>
                  <a:gd name="connsiteY3" fmla="*/ 2398 h 640114"/>
                  <a:gd name="connsiteX4" fmla="*/ 24849 w 368034"/>
                  <a:gd name="connsiteY4" fmla="*/ 3826 h 640114"/>
                  <a:gd name="connsiteX5" fmla="*/ 25068 w 368034"/>
                  <a:gd name="connsiteY5" fmla="*/ 4113 h 640114"/>
                  <a:gd name="connsiteX6" fmla="*/ 231761 w 368034"/>
                  <a:gd name="connsiteY6" fmla="*/ 305674 h 640114"/>
                  <a:gd name="connsiteX7" fmla="*/ 367301 w 368034"/>
                  <a:gd name="connsiteY7" fmla="*/ 620761 h 640114"/>
                  <a:gd name="connsiteX8" fmla="*/ 357814 w 368034"/>
                  <a:gd name="connsiteY8" fmla="*/ 638763 h 640114"/>
                  <a:gd name="connsiteX9" fmla="*/ 357776 w 368034"/>
                  <a:gd name="connsiteY9" fmla="*/ 638763 h 640114"/>
                  <a:gd name="connsiteX10" fmla="*/ 353681 w 368034"/>
                  <a:gd name="connsiteY10" fmla="*/ 639049 h 64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034" h="640114">
                    <a:moveTo>
                      <a:pt x="353681" y="639049"/>
                    </a:moveTo>
                    <a:cubicBezTo>
                      <a:pt x="347604" y="639049"/>
                      <a:pt x="342184" y="635239"/>
                      <a:pt x="340155" y="629524"/>
                    </a:cubicBezTo>
                    <a:cubicBezTo>
                      <a:pt x="268394" y="407210"/>
                      <a:pt x="153951" y="200994"/>
                      <a:pt x="3256" y="22495"/>
                    </a:cubicBezTo>
                    <a:cubicBezTo>
                      <a:pt x="-1802" y="16494"/>
                      <a:pt x="-1040" y="7446"/>
                      <a:pt x="4970" y="2398"/>
                    </a:cubicBezTo>
                    <a:cubicBezTo>
                      <a:pt x="10866" y="-2651"/>
                      <a:pt x="19763" y="-2079"/>
                      <a:pt x="24849" y="3826"/>
                    </a:cubicBezTo>
                    <a:cubicBezTo>
                      <a:pt x="24925" y="3922"/>
                      <a:pt x="25001" y="4017"/>
                      <a:pt x="25068" y="4113"/>
                    </a:cubicBezTo>
                    <a:cubicBezTo>
                      <a:pt x="103878" y="97457"/>
                      <a:pt x="173125" y="198518"/>
                      <a:pt x="231761" y="305674"/>
                    </a:cubicBezTo>
                    <a:cubicBezTo>
                      <a:pt x="286777" y="406162"/>
                      <a:pt x="332154" y="511699"/>
                      <a:pt x="367301" y="620761"/>
                    </a:cubicBezTo>
                    <a:cubicBezTo>
                      <a:pt x="369645" y="628380"/>
                      <a:pt x="365396" y="636382"/>
                      <a:pt x="357814" y="638763"/>
                    </a:cubicBezTo>
                    <a:cubicBezTo>
                      <a:pt x="357805" y="638763"/>
                      <a:pt x="357786" y="638763"/>
                      <a:pt x="357776" y="638763"/>
                    </a:cubicBezTo>
                    <a:cubicBezTo>
                      <a:pt x="356433" y="639049"/>
                      <a:pt x="355052" y="639144"/>
                      <a:pt x="353681" y="639049"/>
                    </a:cubicBezTo>
                    <a:close/>
                  </a:path>
                </a:pathLst>
              </a:custGeom>
              <a:solidFill>
                <a:srgbClr val="282425"/>
              </a:solidFill>
              <a:ln w="9525" cap="flat">
                <a:noFill/>
                <a:prstDash val="solid"/>
                <a:miter/>
              </a:ln>
            </p:spPr>
            <p:txBody>
              <a:bodyPr rtlCol="0" anchor="ctr"/>
              <a:lstStyle/>
              <a:p>
                <a:endParaRPr lang="zh-CN" altLang="en-US"/>
              </a:p>
            </p:txBody>
          </p:sp>
          <p:sp>
            <p:nvSpPr>
              <p:cNvPr id="13" name="任意多边形: 形状 12">
                <a:extLst>
                  <a:ext uri="{FF2B5EF4-FFF2-40B4-BE49-F238E27FC236}">
                    <a16:creationId xmlns:a16="http://schemas.microsoft.com/office/drawing/2014/main" id="{183471E1-76A0-9568-10A4-C32122ECA66E}"/>
                  </a:ext>
                </a:extLst>
              </p:cNvPr>
              <p:cNvSpPr/>
              <p:nvPr/>
            </p:nvSpPr>
            <p:spPr>
              <a:xfrm>
                <a:off x="6975919" y="1592850"/>
                <a:ext cx="303089" cy="361489"/>
              </a:xfrm>
              <a:custGeom>
                <a:avLst/>
                <a:gdLst>
                  <a:gd name="connsiteX0" fmla="*/ 213556 w 303089"/>
                  <a:gd name="connsiteY0" fmla="*/ 301024 h 361489"/>
                  <a:gd name="connsiteX1" fmla="*/ 133547 w 303089"/>
                  <a:gd name="connsiteY1" fmla="*/ 360460 h 361489"/>
                  <a:gd name="connsiteX2" fmla="*/ 134023 w 303089"/>
                  <a:gd name="connsiteY2" fmla="*/ 353316 h 361489"/>
                  <a:gd name="connsiteX3" fmla="*/ 126593 w 303089"/>
                  <a:gd name="connsiteY3" fmla="*/ 253874 h 361489"/>
                  <a:gd name="connsiteX4" fmla="*/ 185839 w 303089"/>
                  <a:gd name="connsiteY4" fmla="*/ 185295 h 361489"/>
                  <a:gd name="connsiteX5" fmla="*/ 190125 w 303089"/>
                  <a:gd name="connsiteY5" fmla="*/ 91474 h 361489"/>
                  <a:gd name="connsiteX6" fmla="*/ 102305 w 303089"/>
                  <a:gd name="connsiteY6" fmla="*/ 133955 h 361489"/>
                  <a:gd name="connsiteX7" fmla="*/ 86207 w 303089"/>
                  <a:gd name="connsiteY7" fmla="*/ 188628 h 361489"/>
                  <a:gd name="connsiteX8" fmla="*/ -89 w 303089"/>
                  <a:gd name="connsiteY8" fmla="*/ 149290 h 361489"/>
                  <a:gd name="connsiteX9" fmla="*/ 67157 w 303089"/>
                  <a:gd name="connsiteY9" fmla="*/ 59279 h 361489"/>
                  <a:gd name="connsiteX10" fmla="*/ 276707 w 303089"/>
                  <a:gd name="connsiteY10" fmla="*/ 16797 h 361489"/>
                  <a:gd name="connsiteX11" fmla="*/ 213556 w 303089"/>
                  <a:gd name="connsiteY11" fmla="*/ 301024 h 36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3089" h="361489">
                    <a:moveTo>
                      <a:pt x="213556" y="301024"/>
                    </a:moveTo>
                    <a:cubicBezTo>
                      <a:pt x="190573" y="325407"/>
                      <a:pt x="163493" y="345505"/>
                      <a:pt x="133547" y="360460"/>
                    </a:cubicBezTo>
                    <a:cubicBezTo>
                      <a:pt x="133547" y="357983"/>
                      <a:pt x="133547" y="355602"/>
                      <a:pt x="134023" y="353316"/>
                    </a:cubicBezTo>
                    <a:cubicBezTo>
                      <a:pt x="137719" y="319978"/>
                      <a:pt x="135194" y="286259"/>
                      <a:pt x="126593" y="253874"/>
                    </a:cubicBezTo>
                    <a:cubicBezTo>
                      <a:pt x="152435" y="237110"/>
                      <a:pt x="172980" y="213298"/>
                      <a:pt x="185839" y="185295"/>
                    </a:cubicBezTo>
                    <a:cubicBezTo>
                      <a:pt x="198317" y="156720"/>
                      <a:pt x="210604" y="106141"/>
                      <a:pt x="190125" y="91474"/>
                    </a:cubicBezTo>
                    <a:cubicBezTo>
                      <a:pt x="169646" y="76805"/>
                      <a:pt x="124403" y="100999"/>
                      <a:pt x="102305" y="133955"/>
                    </a:cubicBezTo>
                    <a:cubicBezTo>
                      <a:pt x="91903" y="150338"/>
                      <a:pt x="86331" y="169292"/>
                      <a:pt x="86207" y="188628"/>
                    </a:cubicBezTo>
                    <a:cubicBezTo>
                      <a:pt x="61766" y="167578"/>
                      <a:pt x="31829" y="153957"/>
                      <a:pt x="-89" y="149290"/>
                    </a:cubicBezTo>
                    <a:cubicBezTo>
                      <a:pt x="14884" y="114428"/>
                      <a:pt x="37935" y="83567"/>
                      <a:pt x="67157" y="59279"/>
                    </a:cubicBezTo>
                    <a:cubicBezTo>
                      <a:pt x="127736" y="9653"/>
                      <a:pt x="230797" y="-23112"/>
                      <a:pt x="276707" y="16797"/>
                    </a:cubicBezTo>
                    <a:cubicBezTo>
                      <a:pt x="332429" y="65565"/>
                      <a:pt x="294043" y="215965"/>
                      <a:pt x="213556" y="301024"/>
                    </a:cubicBezTo>
                    <a:close/>
                  </a:path>
                </a:pathLst>
              </a:custGeom>
              <a:solidFill>
                <a:srgbClr val="8E5F6F"/>
              </a:solidFill>
              <a:ln w="9525" cap="flat">
                <a:no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C8DC36EC-7FB9-200F-7ADD-5A751F3177BF}"/>
                  </a:ext>
                </a:extLst>
              </p:cNvPr>
              <p:cNvSpPr/>
              <p:nvPr/>
            </p:nvSpPr>
            <p:spPr>
              <a:xfrm>
                <a:off x="7062215" y="1680849"/>
                <a:ext cx="114527" cy="166905"/>
              </a:xfrm>
              <a:custGeom>
                <a:avLst/>
                <a:gdLst>
                  <a:gd name="connsiteX0" fmla="*/ 99542 w 114527"/>
                  <a:gd name="connsiteY0" fmla="*/ 97296 h 166905"/>
                  <a:gd name="connsiteX1" fmla="*/ 40297 w 114527"/>
                  <a:gd name="connsiteY1" fmla="*/ 165875 h 166905"/>
                  <a:gd name="connsiteX2" fmla="*/ 8674 w 114527"/>
                  <a:gd name="connsiteY2" fmla="*/ 108725 h 166905"/>
                  <a:gd name="connsiteX3" fmla="*/ -89 w 114527"/>
                  <a:gd name="connsiteY3" fmla="*/ 100248 h 166905"/>
                  <a:gd name="connsiteX4" fmla="*/ 16008 w 114527"/>
                  <a:gd name="connsiteY4" fmla="*/ 45574 h 166905"/>
                  <a:gd name="connsiteX5" fmla="*/ 103829 w 114527"/>
                  <a:gd name="connsiteY5" fmla="*/ 3093 h 166905"/>
                  <a:gd name="connsiteX6" fmla="*/ 99542 w 114527"/>
                  <a:gd name="connsiteY6" fmla="*/ 97296 h 166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527" h="166905">
                    <a:moveTo>
                      <a:pt x="99542" y="97296"/>
                    </a:moveTo>
                    <a:cubicBezTo>
                      <a:pt x="86684" y="125299"/>
                      <a:pt x="66138" y="149111"/>
                      <a:pt x="40297" y="165875"/>
                    </a:cubicBezTo>
                    <a:cubicBezTo>
                      <a:pt x="34277" y="144635"/>
                      <a:pt x="23457" y="125108"/>
                      <a:pt x="8674" y="108725"/>
                    </a:cubicBezTo>
                    <a:cubicBezTo>
                      <a:pt x="5950" y="105678"/>
                      <a:pt x="3016" y="102915"/>
                      <a:pt x="-89" y="100248"/>
                    </a:cubicBezTo>
                    <a:cubicBezTo>
                      <a:pt x="35" y="80913"/>
                      <a:pt x="5607" y="61957"/>
                      <a:pt x="16008" y="45574"/>
                    </a:cubicBezTo>
                    <a:cubicBezTo>
                      <a:pt x="38106" y="12237"/>
                      <a:pt x="84112" y="-10813"/>
                      <a:pt x="103829" y="3093"/>
                    </a:cubicBezTo>
                    <a:cubicBezTo>
                      <a:pt x="123545" y="16999"/>
                      <a:pt x="112020" y="69196"/>
                      <a:pt x="99542" y="97296"/>
                    </a:cubicBezTo>
                    <a:close/>
                  </a:path>
                </a:pathLst>
              </a:custGeom>
              <a:solidFill>
                <a:srgbClr val="543E45"/>
              </a:solidFill>
              <a:ln w="9525"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5A81BF51-3A5F-D41B-1F4D-07ED2C711CAD}"/>
                  </a:ext>
                </a:extLst>
              </p:cNvPr>
              <p:cNvSpPr/>
              <p:nvPr/>
            </p:nvSpPr>
            <p:spPr>
              <a:xfrm>
                <a:off x="5589094" y="1514681"/>
                <a:ext cx="326501" cy="304879"/>
              </a:xfrm>
              <a:custGeom>
                <a:avLst/>
                <a:gdLst>
                  <a:gd name="connsiteX0" fmla="*/ 326413 w 326501"/>
                  <a:gd name="connsiteY0" fmla="*/ 172500 h 304879"/>
                  <a:gd name="connsiteX1" fmla="*/ 265548 w 326501"/>
                  <a:gd name="connsiteY1" fmla="*/ 201075 h 304879"/>
                  <a:gd name="connsiteX2" fmla="*/ 225829 w 326501"/>
                  <a:gd name="connsiteY2" fmla="*/ 128876 h 304879"/>
                  <a:gd name="connsiteX3" fmla="*/ 108671 w 326501"/>
                  <a:gd name="connsiteY3" fmla="*/ 89823 h 304879"/>
                  <a:gd name="connsiteX4" fmla="*/ 99146 w 326501"/>
                  <a:gd name="connsiteY4" fmla="*/ 183644 h 304879"/>
                  <a:gd name="connsiteX5" fmla="*/ 184871 w 326501"/>
                  <a:gd name="connsiteY5" fmla="*/ 261654 h 304879"/>
                  <a:gd name="connsiteX6" fmla="*/ 149057 w 326501"/>
                  <a:gd name="connsiteY6" fmla="*/ 303850 h 304879"/>
                  <a:gd name="connsiteX7" fmla="*/ 1134 w 326501"/>
                  <a:gd name="connsiteY7" fmla="*/ 160212 h 304879"/>
                  <a:gd name="connsiteX8" fmla="*/ 79334 w 326501"/>
                  <a:gd name="connsiteY8" fmla="*/ 5812 h 304879"/>
                  <a:gd name="connsiteX9" fmla="*/ 264786 w 326501"/>
                  <a:gd name="connsiteY9" fmla="*/ 82012 h 304879"/>
                  <a:gd name="connsiteX10" fmla="*/ 326413 w 326501"/>
                  <a:gd name="connsiteY10" fmla="*/ 172500 h 304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6501" h="304879">
                    <a:moveTo>
                      <a:pt x="326413" y="172500"/>
                    </a:moveTo>
                    <a:cubicBezTo>
                      <a:pt x="305372" y="180311"/>
                      <a:pt x="285008" y="189931"/>
                      <a:pt x="265548" y="201075"/>
                    </a:cubicBezTo>
                    <a:cubicBezTo>
                      <a:pt x="259128" y="173833"/>
                      <a:pt x="245393" y="148878"/>
                      <a:pt x="225829" y="128876"/>
                    </a:cubicBezTo>
                    <a:cubicBezTo>
                      <a:pt x="195920" y="98967"/>
                      <a:pt x="138389" y="67725"/>
                      <a:pt x="108671" y="89823"/>
                    </a:cubicBezTo>
                    <a:cubicBezTo>
                      <a:pt x="84192" y="108111"/>
                      <a:pt x="88574" y="155450"/>
                      <a:pt x="99146" y="183644"/>
                    </a:cubicBezTo>
                    <a:cubicBezTo>
                      <a:pt x="115434" y="227650"/>
                      <a:pt x="155439" y="250319"/>
                      <a:pt x="184871" y="261654"/>
                    </a:cubicBezTo>
                    <a:cubicBezTo>
                      <a:pt x="171794" y="274703"/>
                      <a:pt x="159811" y="288800"/>
                      <a:pt x="149057" y="303850"/>
                    </a:cubicBezTo>
                    <a:cubicBezTo>
                      <a:pt x="68857" y="286704"/>
                      <a:pt x="10088" y="227650"/>
                      <a:pt x="1134" y="160212"/>
                    </a:cubicBezTo>
                    <a:cubicBezTo>
                      <a:pt x="-6676" y="100587"/>
                      <a:pt x="23327" y="28100"/>
                      <a:pt x="79334" y="5812"/>
                    </a:cubicBezTo>
                    <a:cubicBezTo>
                      <a:pt x="157344" y="-25430"/>
                      <a:pt x="241831" y="59152"/>
                      <a:pt x="264786" y="82012"/>
                    </a:cubicBezTo>
                    <a:cubicBezTo>
                      <a:pt x="290837" y="108015"/>
                      <a:pt x="311744" y="138687"/>
                      <a:pt x="326413" y="172500"/>
                    </a:cubicBezTo>
                    <a:close/>
                  </a:path>
                </a:pathLst>
              </a:custGeom>
              <a:solidFill>
                <a:srgbClr val="8E5F6F"/>
              </a:solidFill>
              <a:ln w="9525"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9A032AB9-7924-4B86-15A1-F719B07FD72B}"/>
                  </a:ext>
                </a:extLst>
              </p:cNvPr>
              <p:cNvSpPr/>
              <p:nvPr/>
            </p:nvSpPr>
            <p:spPr>
              <a:xfrm>
                <a:off x="5680184" y="1597940"/>
                <a:ext cx="174547" cy="179233"/>
              </a:xfrm>
              <a:custGeom>
                <a:avLst/>
                <a:gdLst>
                  <a:gd name="connsiteX0" fmla="*/ 174458 w 174547"/>
                  <a:gd name="connsiteY0" fmla="*/ 117625 h 179233"/>
                  <a:gd name="connsiteX1" fmla="*/ 95782 w 174547"/>
                  <a:gd name="connsiteY1" fmla="*/ 176395 h 179233"/>
                  <a:gd name="connsiteX2" fmla="*/ 93877 w 174547"/>
                  <a:gd name="connsiteY2" fmla="*/ 178204 h 179233"/>
                  <a:gd name="connsiteX3" fmla="*/ 8152 w 174547"/>
                  <a:gd name="connsiteY3" fmla="*/ 100195 h 179233"/>
                  <a:gd name="connsiteX4" fmla="*/ 17677 w 174547"/>
                  <a:gd name="connsiteY4" fmla="*/ 6374 h 179233"/>
                  <a:gd name="connsiteX5" fmla="*/ 134834 w 174547"/>
                  <a:gd name="connsiteY5" fmla="*/ 45426 h 179233"/>
                  <a:gd name="connsiteX6" fmla="*/ 174458 w 174547"/>
                  <a:gd name="connsiteY6" fmla="*/ 117625 h 179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547" h="179233">
                    <a:moveTo>
                      <a:pt x="174458" y="117625"/>
                    </a:moveTo>
                    <a:cubicBezTo>
                      <a:pt x="145683" y="133532"/>
                      <a:pt x="119223" y="153344"/>
                      <a:pt x="95782" y="176395"/>
                    </a:cubicBezTo>
                    <a:lnTo>
                      <a:pt x="93877" y="178204"/>
                    </a:lnTo>
                    <a:cubicBezTo>
                      <a:pt x="64063" y="167060"/>
                      <a:pt x="24058" y="144200"/>
                      <a:pt x="8152" y="100195"/>
                    </a:cubicBezTo>
                    <a:cubicBezTo>
                      <a:pt x="-2135" y="71620"/>
                      <a:pt x="-6517" y="24661"/>
                      <a:pt x="17677" y="6374"/>
                    </a:cubicBezTo>
                    <a:cubicBezTo>
                      <a:pt x="47395" y="-15725"/>
                      <a:pt x="104925" y="15899"/>
                      <a:pt x="134834" y="45426"/>
                    </a:cubicBezTo>
                    <a:cubicBezTo>
                      <a:pt x="154360" y="65428"/>
                      <a:pt x="168067" y="90384"/>
                      <a:pt x="174458" y="117625"/>
                    </a:cubicBezTo>
                    <a:close/>
                  </a:path>
                </a:pathLst>
              </a:custGeom>
              <a:solidFill>
                <a:srgbClr val="543E45"/>
              </a:solidFill>
              <a:ln w="9525"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932040CC-AFC7-A5F6-6B32-908A579561BB}"/>
                  </a:ext>
                </a:extLst>
              </p:cNvPr>
              <p:cNvSpPr/>
              <p:nvPr/>
            </p:nvSpPr>
            <p:spPr>
              <a:xfrm>
                <a:off x="5243712" y="1652003"/>
                <a:ext cx="2228182" cy="3538800"/>
              </a:xfrm>
              <a:custGeom>
                <a:avLst/>
                <a:gdLst>
                  <a:gd name="connsiteX0" fmla="*/ 2219513 w 2228182"/>
                  <a:gd name="connsiteY0" fmla="*/ 3231958 h 3538800"/>
                  <a:gd name="connsiteX1" fmla="*/ 2170935 w 2228182"/>
                  <a:gd name="connsiteY1" fmla="*/ 3333400 h 3538800"/>
                  <a:gd name="connsiteX2" fmla="*/ 2090734 w 2228182"/>
                  <a:gd name="connsiteY2" fmla="*/ 3397503 h 3538800"/>
                  <a:gd name="connsiteX3" fmla="*/ 1792031 w 2228182"/>
                  <a:gd name="connsiteY3" fmla="*/ 3473703 h 3538800"/>
                  <a:gd name="connsiteX4" fmla="*/ 1471800 w 2228182"/>
                  <a:gd name="connsiteY4" fmla="*/ 3426745 h 3538800"/>
                  <a:gd name="connsiteX5" fmla="*/ 1478563 w 2228182"/>
                  <a:gd name="connsiteY5" fmla="*/ 3343686 h 3538800"/>
                  <a:gd name="connsiteX6" fmla="*/ 1510757 w 2228182"/>
                  <a:gd name="connsiteY6" fmla="*/ 3231483 h 3538800"/>
                  <a:gd name="connsiteX7" fmla="*/ 1553810 w 2228182"/>
                  <a:gd name="connsiteY7" fmla="*/ 3047841 h 3538800"/>
                  <a:gd name="connsiteX8" fmla="*/ 1410935 w 2228182"/>
                  <a:gd name="connsiteY8" fmla="*/ 1555558 h 3538800"/>
                  <a:gd name="connsiteX9" fmla="*/ 1176525 w 2228182"/>
                  <a:gd name="connsiteY9" fmla="*/ 1303527 h 3538800"/>
                  <a:gd name="connsiteX10" fmla="*/ 971452 w 2228182"/>
                  <a:gd name="connsiteY10" fmla="*/ 1485168 h 3538800"/>
                  <a:gd name="connsiteX11" fmla="*/ 807431 w 2228182"/>
                  <a:gd name="connsiteY11" fmla="*/ 2334895 h 3538800"/>
                  <a:gd name="connsiteX12" fmla="*/ 819052 w 2228182"/>
                  <a:gd name="connsiteY12" fmla="*/ 2868295 h 3538800"/>
                  <a:gd name="connsiteX13" fmla="*/ 971452 w 2228182"/>
                  <a:gd name="connsiteY13" fmla="*/ 3202336 h 3538800"/>
                  <a:gd name="connsiteX14" fmla="*/ 1041746 w 2228182"/>
                  <a:gd name="connsiteY14" fmla="*/ 3325399 h 3538800"/>
                  <a:gd name="connsiteX15" fmla="*/ 1047556 w 2228182"/>
                  <a:gd name="connsiteY15" fmla="*/ 3345401 h 3538800"/>
                  <a:gd name="connsiteX16" fmla="*/ 1041746 w 2228182"/>
                  <a:gd name="connsiteY16" fmla="*/ 3477608 h 3538800"/>
                  <a:gd name="connsiteX17" fmla="*/ 836673 w 2228182"/>
                  <a:gd name="connsiteY17" fmla="*/ 3536187 h 3538800"/>
                  <a:gd name="connsiteX18" fmla="*/ 264411 w 2228182"/>
                  <a:gd name="connsiteY18" fmla="*/ 3489419 h 3538800"/>
                  <a:gd name="connsiteX19" fmla="*/ 252409 w 2228182"/>
                  <a:gd name="connsiteY19" fmla="*/ 3479228 h 3538800"/>
                  <a:gd name="connsiteX20" fmla="*/ 123727 w 2228182"/>
                  <a:gd name="connsiteY20" fmla="*/ 3145853 h 3538800"/>
                  <a:gd name="connsiteX21" fmla="*/ 1235 w 2228182"/>
                  <a:gd name="connsiteY21" fmla="*/ 2100198 h 3538800"/>
                  <a:gd name="connsiteX22" fmla="*/ 29810 w 2228182"/>
                  <a:gd name="connsiteY22" fmla="*/ 1669192 h 3538800"/>
                  <a:gd name="connsiteX23" fmla="*/ 225168 w 2228182"/>
                  <a:gd name="connsiteY23" fmla="*/ 1169130 h 3538800"/>
                  <a:gd name="connsiteX24" fmla="*/ 309369 w 2228182"/>
                  <a:gd name="connsiteY24" fmla="*/ 1072165 h 3538800"/>
                  <a:gd name="connsiteX25" fmla="*/ 428241 w 2228182"/>
                  <a:gd name="connsiteY25" fmla="*/ 310165 h 3538800"/>
                  <a:gd name="connsiteX26" fmla="*/ 494154 w 2228182"/>
                  <a:gd name="connsiteY26" fmla="*/ 166719 h 3538800"/>
                  <a:gd name="connsiteX27" fmla="*/ 529968 w 2228182"/>
                  <a:gd name="connsiteY27" fmla="*/ 124522 h 3538800"/>
                  <a:gd name="connsiteX28" fmla="*/ 531873 w 2228182"/>
                  <a:gd name="connsiteY28" fmla="*/ 122713 h 3538800"/>
                  <a:gd name="connsiteX29" fmla="*/ 610549 w 2228182"/>
                  <a:gd name="connsiteY29" fmla="*/ 63943 h 3538800"/>
                  <a:gd name="connsiteX30" fmla="*/ 671414 w 2228182"/>
                  <a:gd name="connsiteY30" fmla="*/ 35368 h 3538800"/>
                  <a:gd name="connsiteX31" fmla="*/ 776189 w 2228182"/>
                  <a:gd name="connsiteY31" fmla="*/ 6793 h 3538800"/>
                  <a:gd name="connsiteX32" fmla="*/ 936400 w 2228182"/>
                  <a:gd name="connsiteY32" fmla="*/ 983 h 3538800"/>
                  <a:gd name="connsiteX33" fmla="*/ 1411031 w 2228182"/>
                  <a:gd name="connsiteY33" fmla="*/ 48036 h 3538800"/>
                  <a:gd name="connsiteX34" fmla="*/ 1676683 w 2228182"/>
                  <a:gd name="connsiteY34" fmla="*/ 83089 h 3538800"/>
                  <a:gd name="connsiteX35" fmla="*/ 1709925 w 2228182"/>
                  <a:gd name="connsiteY35" fmla="*/ 86994 h 3538800"/>
                  <a:gd name="connsiteX36" fmla="*/ 1732023 w 2228182"/>
                  <a:gd name="connsiteY36" fmla="*/ 90042 h 3538800"/>
                  <a:gd name="connsiteX37" fmla="*/ 1818320 w 2228182"/>
                  <a:gd name="connsiteY37" fmla="*/ 129380 h 3538800"/>
                  <a:gd name="connsiteX38" fmla="*/ 1827082 w 2228182"/>
                  <a:gd name="connsiteY38" fmla="*/ 137858 h 3538800"/>
                  <a:gd name="connsiteX39" fmla="*/ 1858706 w 2228182"/>
                  <a:gd name="connsiteY39" fmla="*/ 195008 h 3538800"/>
                  <a:gd name="connsiteX40" fmla="*/ 1866135 w 2228182"/>
                  <a:gd name="connsiteY40" fmla="*/ 294448 h 3538800"/>
                  <a:gd name="connsiteX41" fmla="*/ 1865659 w 2228182"/>
                  <a:gd name="connsiteY41" fmla="*/ 301592 h 3538800"/>
                  <a:gd name="connsiteX42" fmla="*/ 1865659 w 2228182"/>
                  <a:gd name="connsiteY42" fmla="*/ 301592 h 3538800"/>
                  <a:gd name="connsiteX43" fmla="*/ 1857467 w 2228182"/>
                  <a:gd name="connsiteY43" fmla="*/ 1072260 h 3538800"/>
                  <a:gd name="connsiteX44" fmla="*/ 1916903 w 2228182"/>
                  <a:gd name="connsiteY44" fmla="*/ 1204372 h 3538800"/>
                  <a:gd name="connsiteX45" fmla="*/ 2061588 w 2228182"/>
                  <a:gd name="connsiteY45" fmla="*/ 1989709 h 3538800"/>
                  <a:gd name="connsiteX46" fmla="*/ 2115214 w 2228182"/>
                  <a:gd name="connsiteY46" fmla="*/ 2279078 h 3538800"/>
                  <a:gd name="connsiteX47" fmla="*/ 2155219 w 2228182"/>
                  <a:gd name="connsiteY47" fmla="*/ 2505391 h 3538800"/>
                  <a:gd name="connsiteX48" fmla="*/ 2219513 w 2228182"/>
                  <a:gd name="connsiteY48" fmla="*/ 3231958 h 353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228182" h="3538800">
                    <a:moveTo>
                      <a:pt x="2219513" y="3231958"/>
                    </a:moveTo>
                    <a:cubicBezTo>
                      <a:pt x="2213407" y="3269772"/>
                      <a:pt x="2196538" y="3304920"/>
                      <a:pt x="2170935" y="3333400"/>
                    </a:cubicBezTo>
                    <a:cubicBezTo>
                      <a:pt x="2148046" y="3359212"/>
                      <a:pt x="2120919" y="3380834"/>
                      <a:pt x="2090734" y="3397503"/>
                    </a:cubicBezTo>
                    <a:cubicBezTo>
                      <a:pt x="2006533" y="3445128"/>
                      <a:pt x="1900234" y="3459320"/>
                      <a:pt x="1792031" y="3473703"/>
                    </a:cubicBezTo>
                    <a:cubicBezTo>
                      <a:pt x="1729070" y="3482276"/>
                      <a:pt x="1514758" y="3511803"/>
                      <a:pt x="1471800" y="3426745"/>
                    </a:cubicBezTo>
                    <a:cubicBezTo>
                      <a:pt x="1461608" y="3406933"/>
                      <a:pt x="1465132" y="3389312"/>
                      <a:pt x="1478563" y="3343686"/>
                    </a:cubicBezTo>
                    <a:cubicBezTo>
                      <a:pt x="1486183" y="3317493"/>
                      <a:pt x="1497137" y="3281965"/>
                      <a:pt x="1510757" y="3231483"/>
                    </a:cubicBezTo>
                    <a:cubicBezTo>
                      <a:pt x="1527045" y="3170713"/>
                      <a:pt x="1538475" y="3108896"/>
                      <a:pt x="1553810" y="3047841"/>
                    </a:cubicBezTo>
                    <a:cubicBezTo>
                      <a:pt x="1575051" y="2962116"/>
                      <a:pt x="1737357" y="2213260"/>
                      <a:pt x="1410935" y="1555558"/>
                    </a:cubicBezTo>
                    <a:cubicBezTo>
                      <a:pt x="1304827" y="1341913"/>
                      <a:pt x="1229960" y="1304098"/>
                      <a:pt x="1176525" y="1303527"/>
                    </a:cubicBezTo>
                    <a:cubicBezTo>
                      <a:pt x="1084704" y="1302860"/>
                      <a:pt x="1015362" y="1413255"/>
                      <a:pt x="971452" y="1485168"/>
                    </a:cubicBezTo>
                    <a:cubicBezTo>
                      <a:pt x="882203" y="1631472"/>
                      <a:pt x="847627" y="1774919"/>
                      <a:pt x="807431" y="2334895"/>
                    </a:cubicBezTo>
                    <a:cubicBezTo>
                      <a:pt x="781714" y="2695891"/>
                      <a:pt x="786572" y="2774092"/>
                      <a:pt x="819052" y="2868295"/>
                    </a:cubicBezTo>
                    <a:cubicBezTo>
                      <a:pt x="879345" y="3042411"/>
                      <a:pt x="909444" y="3129469"/>
                      <a:pt x="971452" y="3202336"/>
                    </a:cubicBezTo>
                    <a:cubicBezTo>
                      <a:pt x="1003360" y="3237864"/>
                      <a:pt x="1027325" y="3279869"/>
                      <a:pt x="1041746" y="3325399"/>
                    </a:cubicBezTo>
                    <a:cubicBezTo>
                      <a:pt x="1043175" y="3330542"/>
                      <a:pt x="1045366" y="3337305"/>
                      <a:pt x="1047556" y="3345401"/>
                    </a:cubicBezTo>
                    <a:cubicBezTo>
                      <a:pt x="1057082" y="3379691"/>
                      <a:pt x="1067273" y="3436746"/>
                      <a:pt x="1041746" y="3477608"/>
                    </a:cubicBezTo>
                    <a:cubicBezTo>
                      <a:pt x="1007551" y="3532853"/>
                      <a:pt x="922017" y="3534758"/>
                      <a:pt x="836673" y="3536187"/>
                    </a:cubicBezTo>
                    <a:cubicBezTo>
                      <a:pt x="499012" y="3539997"/>
                      <a:pt x="328800" y="3541045"/>
                      <a:pt x="264411" y="3489419"/>
                    </a:cubicBezTo>
                    <a:cubicBezTo>
                      <a:pt x="260220" y="3486086"/>
                      <a:pt x="256219" y="3482752"/>
                      <a:pt x="252409" y="3479228"/>
                    </a:cubicBezTo>
                    <a:cubicBezTo>
                      <a:pt x="163636" y="3399693"/>
                      <a:pt x="144205" y="3281679"/>
                      <a:pt x="123727" y="3145853"/>
                    </a:cubicBezTo>
                    <a:cubicBezTo>
                      <a:pt x="54670" y="2686081"/>
                      <a:pt x="8188" y="2369946"/>
                      <a:pt x="1235" y="2100198"/>
                    </a:cubicBezTo>
                    <a:cubicBezTo>
                      <a:pt x="-3851" y="1955894"/>
                      <a:pt x="5721" y="1811495"/>
                      <a:pt x="29810" y="1669192"/>
                    </a:cubicBezTo>
                    <a:cubicBezTo>
                      <a:pt x="60100" y="1492884"/>
                      <a:pt x="105439" y="1327815"/>
                      <a:pt x="225168" y="1169130"/>
                    </a:cubicBezTo>
                    <a:cubicBezTo>
                      <a:pt x="250943" y="1134840"/>
                      <a:pt x="279080" y="1102455"/>
                      <a:pt x="309369" y="1072165"/>
                    </a:cubicBezTo>
                    <a:cubicBezTo>
                      <a:pt x="323180" y="903668"/>
                      <a:pt x="358518" y="546004"/>
                      <a:pt x="428241" y="310165"/>
                    </a:cubicBezTo>
                    <a:cubicBezTo>
                      <a:pt x="441662" y="258825"/>
                      <a:pt x="463969" y="210343"/>
                      <a:pt x="494154" y="166719"/>
                    </a:cubicBezTo>
                    <a:cubicBezTo>
                      <a:pt x="504908" y="151668"/>
                      <a:pt x="516890" y="137572"/>
                      <a:pt x="529968" y="124522"/>
                    </a:cubicBezTo>
                    <a:lnTo>
                      <a:pt x="531873" y="122713"/>
                    </a:lnTo>
                    <a:cubicBezTo>
                      <a:pt x="555314" y="99662"/>
                      <a:pt x="581774" y="79851"/>
                      <a:pt x="610549" y="63943"/>
                    </a:cubicBezTo>
                    <a:cubicBezTo>
                      <a:pt x="630019" y="52799"/>
                      <a:pt x="650373" y="43178"/>
                      <a:pt x="671414" y="35368"/>
                    </a:cubicBezTo>
                    <a:cubicBezTo>
                      <a:pt x="705371" y="22605"/>
                      <a:pt x="740442" y="12985"/>
                      <a:pt x="776189" y="6793"/>
                    </a:cubicBezTo>
                    <a:cubicBezTo>
                      <a:pt x="822957" y="-1589"/>
                      <a:pt x="860676" y="-2732"/>
                      <a:pt x="936400" y="983"/>
                    </a:cubicBezTo>
                    <a:cubicBezTo>
                      <a:pt x="1122804" y="9175"/>
                      <a:pt x="1271584" y="29558"/>
                      <a:pt x="1411031" y="48036"/>
                    </a:cubicBezTo>
                    <a:cubicBezTo>
                      <a:pt x="1461989" y="54800"/>
                      <a:pt x="1555525" y="67086"/>
                      <a:pt x="1676683" y="83089"/>
                    </a:cubicBezTo>
                    <a:lnTo>
                      <a:pt x="1709925" y="86994"/>
                    </a:lnTo>
                    <a:cubicBezTo>
                      <a:pt x="1716688" y="87661"/>
                      <a:pt x="1724022" y="88518"/>
                      <a:pt x="1732023" y="90042"/>
                    </a:cubicBezTo>
                    <a:cubicBezTo>
                      <a:pt x="1763941" y="94709"/>
                      <a:pt x="1793878" y="108330"/>
                      <a:pt x="1818320" y="129380"/>
                    </a:cubicBezTo>
                    <a:cubicBezTo>
                      <a:pt x="1821425" y="132047"/>
                      <a:pt x="1824349" y="134809"/>
                      <a:pt x="1827082" y="137858"/>
                    </a:cubicBezTo>
                    <a:cubicBezTo>
                      <a:pt x="1841865" y="154240"/>
                      <a:pt x="1852686" y="173767"/>
                      <a:pt x="1858706" y="195008"/>
                    </a:cubicBezTo>
                    <a:cubicBezTo>
                      <a:pt x="1867306" y="227393"/>
                      <a:pt x="1869831" y="261111"/>
                      <a:pt x="1866135" y="294448"/>
                    </a:cubicBezTo>
                    <a:cubicBezTo>
                      <a:pt x="1866135" y="296734"/>
                      <a:pt x="1866135" y="299115"/>
                      <a:pt x="1865659" y="301592"/>
                    </a:cubicBezTo>
                    <a:lnTo>
                      <a:pt x="1865659" y="301592"/>
                    </a:lnTo>
                    <a:cubicBezTo>
                      <a:pt x="1857467" y="423226"/>
                      <a:pt x="1856134" y="696879"/>
                      <a:pt x="1857467" y="1072260"/>
                    </a:cubicBezTo>
                    <a:cubicBezTo>
                      <a:pt x="1875470" y="1107788"/>
                      <a:pt x="1896234" y="1152461"/>
                      <a:pt x="1916903" y="1204372"/>
                    </a:cubicBezTo>
                    <a:cubicBezTo>
                      <a:pt x="2025869" y="1477740"/>
                      <a:pt x="2020345" y="1673096"/>
                      <a:pt x="2061588" y="1989709"/>
                    </a:cubicBezTo>
                    <a:cubicBezTo>
                      <a:pt x="2080638" y="2140012"/>
                      <a:pt x="2087496" y="2136679"/>
                      <a:pt x="2115214" y="2279078"/>
                    </a:cubicBezTo>
                    <a:cubicBezTo>
                      <a:pt x="2124739" y="2330703"/>
                      <a:pt x="2137883" y="2401474"/>
                      <a:pt x="2155219" y="2505391"/>
                    </a:cubicBezTo>
                    <a:cubicBezTo>
                      <a:pt x="2227323" y="2940303"/>
                      <a:pt x="2239420" y="3131089"/>
                      <a:pt x="2219513" y="3231958"/>
                    </a:cubicBezTo>
                    <a:close/>
                  </a:path>
                </a:pathLst>
              </a:custGeom>
              <a:solidFill>
                <a:srgbClr val="D394A9"/>
              </a:solidFill>
              <a:ln w="9525"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4AA9D8D7-3F3C-0A7F-1038-CE8DB8790B4C}"/>
                  </a:ext>
                </a:extLst>
              </p:cNvPr>
              <p:cNvSpPr/>
              <p:nvPr/>
            </p:nvSpPr>
            <p:spPr>
              <a:xfrm>
                <a:off x="6034972" y="2956843"/>
                <a:ext cx="821700" cy="2041952"/>
              </a:xfrm>
              <a:custGeom>
                <a:avLst/>
                <a:gdLst>
                  <a:gd name="connsiteX0" fmla="*/ 762550 w 821700"/>
                  <a:gd name="connsiteY0" fmla="*/ 1743382 h 2041952"/>
                  <a:gd name="connsiteX1" fmla="*/ 719497 w 821700"/>
                  <a:gd name="connsiteY1" fmla="*/ 1927023 h 2041952"/>
                  <a:gd name="connsiteX2" fmla="*/ 687302 w 821700"/>
                  <a:gd name="connsiteY2" fmla="*/ 2039228 h 2041952"/>
                  <a:gd name="connsiteX3" fmla="*/ 256486 w 821700"/>
                  <a:gd name="connsiteY3" fmla="*/ 2040847 h 2041952"/>
                  <a:gd name="connsiteX4" fmla="*/ 250676 w 821700"/>
                  <a:gd name="connsiteY4" fmla="*/ 2020844 h 2041952"/>
                  <a:gd name="connsiteX5" fmla="*/ 180382 w 821700"/>
                  <a:gd name="connsiteY5" fmla="*/ 1897782 h 2041952"/>
                  <a:gd name="connsiteX6" fmla="*/ 27982 w 821700"/>
                  <a:gd name="connsiteY6" fmla="*/ 1563739 h 2041952"/>
                  <a:gd name="connsiteX7" fmla="*/ 16361 w 821700"/>
                  <a:gd name="connsiteY7" fmla="*/ 1030339 h 2041952"/>
                  <a:gd name="connsiteX8" fmla="*/ 180382 w 821700"/>
                  <a:gd name="connsiteY8" fmla="*/ 180614 h 2041952"/>
                  <a:gd name="connsiteX9" fmla="*/ 385455 w 821700"/>
                  <a:gd name="connsiteY9" fmla="*/ -1027 h 2041952"/>
                  <a:gd name="connsiteX10" fmla="*/ 619865 w 821700"/>
                  <a:gd name="connsiteY10" fmla="*/ 251004 h 2041952"/>
                  <a:gd name="connsiteX11" fmla="*/ 762550 w 821700"/>
                  <a:gd name="connsiteY11" fmla="*/ 1743382 h 2041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1700" h="2041952">
                    <a:moveTo>
                      <a:pt x="762550" y="1743382"/>
                    </a:moveTo>
                    <a:cubicBezTo>
                      <a:pt x="747214" y="1804436"/>
                      <a:pt x="735784" y="1866253"/>
                      <a:pt x="719497" y="1927023"/>
                    </a:cubicBezTo>
                    <a:cubicBezTo>
                      <a:pt x="705876" y="1977506"/>
                      <a:pt x="694922" y="2012748"/>
                      <a:pt x="687302" y="2039228"/>
                    </a:cubicBezTo>
                    <a:cubicBezTo>
                      <a:pt x="571955" y="2040085"/>
                      <a:pt x="382026" y="2041227"/>
                      <a:pt x="256486" y="2040847"/>
                    </a:cubicBezTo>
                    <a:cubicBezTo>
                      <a:pt x="254296" y="2032750"/>
                      <a:pt x="252105" y="2025988"/>
                      <a:pt x="250676" y="2020844"/>
                    </a:cubicBezTo>
                    <a:cubicBezTo>
                      <a:pt x="236255" y="1975315"/>
                      <a:pt x="212290" y="1933310"/>
                      <a:pt x="180382" y="1897782"/>
                    </a:cubicBezTo>
                    <a:cubicBezTo>
                      <a:pt x="118374" y="1824915"/>
                      <a:pt x="88275" y="1737856"/>
                      <a:pt x="27982" y="1563739"/>
                    </a:cubicBezTo>
                    <a:cubicBezTo>
                      <a:pt x="-4499" y="1469632"/>
                      <a:pt x="-9357" y="1391432"/>
                      <a:pt x="16361" y="1030339"/>
                    </a:cubicBezTo>
                    <a:cubicBezTo>
                      <a:pt x="56080" y="470365"/>
                      <a:pt x="91132" y="326918"/>
                      <a:pt x="180382" y="180614"/>
                    </a:cubicBezTo>
                    <a:cubicBezTo>
                      <a:pt x="224292" y="108700"/>
                      <a:pt x="293634" y="-1694"/>
                      <a:pt x="385455" y="-1027"/>
                    </a:cubicBezTo>
                    <a:cubicBezTo>
                      <a:pt x="438795" y="-456"/>
                      <a:pt x="513757" y="37073"/>
                      <a:pt x="619865" y="251004"/>
                    </a:cubicBezTo>
                    <a:cubicBezTo>
                      <a:pt x="946097" y="908800"/>
                      <a:pt x="783790" y="1657561"/>
                      <a:pt x="762550" y="1743382"/>
                    </a:cubicBezTo>
                    <a:close/>
                  </a:path>
                </a:pathLst>
              </a:custGeom>
              <a:solidFill>
                <a:srgbClr val="FFFFFF"/>
              </a:solidFill>
              <a:ln w="9525"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7B4D65AA-1A15-AB44-E2FD-FFAF4DA10823}"/>
                  </a:ext>
                </a:extLst>
              </p:cNvPr>
              <p:cNvSpPr/>
              <p:nvPr/>
            </p:nvSpPr>
            <p:spPr>
              <a:xfrm>
                <a:off x="4185630" y="4849391"/>
                <a:ext cx="1034164" cy="492256"/>
              </a:xfrm>
              <a:custGeom>
                <a:avLst/>
                <a:gdLst>
                  <a:gd name="connsiteX0" fmla="*/ 1034075 w 1034164"/>
                  <a:gd name="connsiteY0" fmla="*/ 378898 h 492256"/>
                  <a:gd name="connsiteX1" fmla="*/ 605450 w 1034164"/>
                  <a:gd name="connsiteY1" fmla="*/ 480244 h 492256"/>
                  <a:gd name="connsiteX2" fmla="*/ 242167 w 1034164"/>
                  <a:gd name="connsiteY2" fmla="*/ 456813 h 492256"/>
                  <a:gd name="connsiteX3" fmla="*/ -54 w 1034164"/>
                  <a:gd name="connsiteY3" fmla="*/ 247263 h 492256"/>
                  <a:gd name="connsiteX4" fmla="*/ 58620 w 1034164"/>
                  <a:gd name="connsiteY4" fmla="*/ 130105 h 492256"/>
                  <a:gd name="connsiteX5" fmla="*/ 368183 w 1034164"/>
                  <a:gd name="connsiteY5" fmla="*/ 1041 h 492256"/>
                  <a:gd name="connsiteX6" fmla="*/ 476672 w 1034164"/>
                  <a:gd name="connsiteY6" fmla="*/ 1041 h 492256"/>
                  <a:gd name="connsiteX7" fmla="*/ 1034075 w 1034164"/>
                  <a:gd name="connsiteY7" fmla="*/ 378898 h 49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164" h="492256">
                    <a:moveTo>
                      <a:pt x="1034075" y="378898"/>
                    </a:moveTo>
                    <a:cubicBezTo>
                      <a:pt x="876722" y="430904"/>
                      <a:pt x="755469" y="464623"/>
                      <a:pt x="605450" y="480244"/>
                    </a:cubicBezTo>
                    <a:cubicBezTo>
                      <a:pt x="477625" y="493484"/>
                      <a:pt x="369897" y="503295"/>
                      <a:pt x="242167" y="456813"/>
                    </a:cubicBezTo>
                    <a:cubicBezTo>
                      <a:pt x="210353" y="445192"/>
                      <a:pt x="3089" y="369755"/>
                      <a:pt x="-54" y="247263"/>
                    </a:cubicBezTo>
                    <a:cubicBezTo>
                      <a:pt x="-1387" y="194970"/>
                      <a:pt x="35379" y="154965"/>
                      <a:pt x="58620" y="130105"/>
                    </a:cubicBezTo>
                    <a:cubicBezTo>
                      <a:pt x="147584" y="35426"/>
                      <a:pt x="276362" y="7900"/>
                      <a:pt x="368183" y="1041"/>
                    </a:cubicBezTo>
                    <a:cubicBezTo>
                      <a:pt x="404292" y="-1720"/>
                      <a:pt x="440563" y="-1720"/>
                      <a:pt x="476672" y="1041"/>
                    </a:cubicBezTo>
                    <a:cubicBezTo>
                      <a:pt x="769947" y="24283"/>
                      <a:pt x="962066" y="269170"/>
                      <a:pt x="1034075" y="378898"/>
                    </a:cubicBezTo>
                    <a:close/>
                  </a:path>
                </a:pathLst>
              </a:custGeom>
              <a:solidFill>
                <a:srgbClr val="543E45"/>
              </a:solidFill>
              <a:ln w="9525"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517F78E5-7936-1C53-4F7F-CA386AF4BC8B}"/>
                  </a:ext>
                </a:extLst>
              </p:cNvPr>
              <p:cNvSpPr/>
              <p:nvPr/>
            </p:nvSpPr>
            <p:spPr>
              <a:xfrm>
                <a:off x="7334535" y="4713645"/>
                <a:ext cx="672425" cy="385606"/>
              </a:xfrm>
              <a:custGeom>
                <a:avLst/>
                <a:gdLst>
                  <a:gd name="connsiteX0" fmla="*/ 615321 w 672425"/>
                  <a:gd name="connsiteY0" fmla="*/ 260041 h 385606"/>
                  <a:gd name="connsiteX1" fmla="*/ -89 w 672425"/>
                  <a:gd name="connsiteY1" fmla="*/ 336241 h 385606"/>
                  <a:gd name="connsiteX2" fmla="*/ 80111 w 672425"/>
                  <a:gd name="connsiteY2" fmla="*/ 272138 h 385606"/>
                  <a:gd name="connsiteX3" fmla="*/ 128689 w 672425"/>
                  <a:gd name="connsiteY3" fmla="*/ 170697 h 385606"/>
                  <a:gd name="connsiteX4" fmla="*/ 308711 w 672425"/>
                  <a:gd name="connsiteY4" fmla="*/ 51348 h 385606"/>
                  <a:gd name="connsiteX5" fmla="*/ 562076 w 672425"/>
                  <a:gd name="connsiteY5" fmla="*/ -87 h 385606"/>
                  <a:gd name="connsiteX6" fmla="*/ 654374 w 672425"/>
                  <a:gd name="connsiteY6" fmla="*/ 41728 h 385606"/>
                  <a:gd name="connsiteX7" fmla="*/ 615321 w 672425"/>
                  <a:gd name="connsiteY7" fmla="*/ 260041 h 385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2425" h="385606">
                    <a:moveTo>
                      <a:pt x="615321" y="260041"/>
                    </a:moveTo>
                    <a:cubicBezTo>
                      <a:pt x="513023" y="395296"/>
                      <a:pt x="271659" y="419871"/>
                      <a:pt x="-89" y="336241"/>
                    </a:cubicBezTo>
                    <a:cubicBezTo>
                      <a:pt x="30096" y="319573"/>
                      <a:pt x="57223" y="297951"/>
                      <a:pt x="80111" y="272138"/>
                    </a:cubicBezTo>
                    <a:cubicBezTo>
                      <a:pt x="105714" y="243659"/>
                      <a:pt x="122583" y="208511"/>
                      <a:pt x="128689" y="170697"/>
                    </a:cubicBezTo>
                    <a:cubicBezTo>
                      <a:pt x="180810" y="120119"/>
                      <a:pt x="241846" y="79637"/>
                      <a:pt x="308711" y="51348"/>
                    </a:cubicBezTo>
                    <a:cubicBezTo>
                      <a:pt x="371767" y="24964"/>
                      <a:pt x="480161" y="-6945"/>
                      <a:pt x="562076" y="-87"/>
                    </a:cubicBezTo>
                    <a:cubicBezTo>
                      <a:pt x="601701" y="3057"/>
                      <a:pt x="635228" y="15344"/>
                      <a:pt x="654374" y="41728"/>
                    </a:cubicBezTo>
                    <a:cubicBezTo>
                      <a:pt x="694569" y="96497"/>
                      <a:pt x="661041" y="199747"/>
                      <a:pt x="615321" y="260041"/>
                    </a:cubicBezTo>
                    <a:close/>
                  </a:path>
                </a:pathLst>
              </a:custGeom>
              <a:solidFill>
                <a:srgbClr val="543E45"/>
              </a:solidFill>
              <a:ln w="9525"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4C66C4AD-93A0-2F21-F48D-61CD8AAB8078}"/>
                  </a:ext>
                </a:extLst>
              </p:cNvPr>
              <p:cNvSpPr/>
              <p:nvPr/>
            </p:nvSpPr>
            <p:spPr>
              <a:xfrm>
                <a:off x="6139382" y="2085862"/>
                <a:ext cx="456056" cy="618173"/>
              </a:xfrm>
              <a:custGeom>
                <a:avLst/>
                <a:gdLst>
                  <a:gd name="connsiteX0" fmla="*/ 1867 w 456056"/>
                  <a:gd name="connsiteY0" fmla="*/ 397419 h 618173"/>
                  <a:gd name="connsiteX1" fmla="*/ 54636 w 456056"/>
                  <a:gd name="connsiteY1" fmla="*/ 186440 h 618173"/>
                  <a:gd name="connsiteX2" fmla="*/ 203035 w 456056"/>
                  <a:gd name="connsiteY2" fmla="*/ -1012 h 618173"/>
                  <a:gd name="connsiteX3" fmla="*/ 347625 w 456056"/>
                  <a:gd name="connsiteY3" fmla="*/ 159103 h 618173"/>
                  <a:gd name="connsiteX4" fmla="*/ 423825 w 456056"/>
                  <a:gd name="connsiteY4" fmla="*/ 549628 h 618173"/>
                  <a:gd name="connsiteX5" fmla="*/ 70352 w 456056"/>
                  <a:gd name="connsiteY5" fmla="*/ 549628 h 618173"/>
                  <a:gd name="connsiteX6" fmla="*/ 1867 w 456056"/>
                  <a:gd name="connsiteY6" fmla="*/ 397419 h 618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6056" h="618173">
                    <a:moveTo>
                      <a:pt x="1867" y="397419"/>
                    </a:moveTo>
                    <a:cubicBezTo>
                      <a:pt x="-7658" y="319981"/>
                      <a:pt x="18822" y="262354"/>
                      <a:pt x="54636" y="186440"/>
                    </a:cubicBezTo>
                    <a:cubicBezTo>
                      <a:pt x="99499" y="91190"/>
                      <a:pt x="142361" y="417"/>
                      <a:pt x="203035" y="-1012"/>
                    </a:cubicBezTo>
                    <a:cubicBezTo>
                      <a:pt x="263710" y="-2441"/>
                      <a:pt x="307810" y="83856"/>
                      <a:pt x="347625" y="159103"/>
                    </a:cubicBezTo>
                    <a:cubicBezTo>
                      <a:pt x="420777" y="298834"/>
                      <a:pt x="502597" y="454949"/>
                      <a:pt x="423825" y="549628"/>
                    </a:cubicBezTo>
                    <a:cubicBezTo>
                      <a:pt x="350578" y="637735"/>
                      <a:pt x="164935" y="641544"/>
                      <a:pt x="70352" y="549628"/>
                    </a:cubicBezTo>
                    <a:cubicBezTo>
                      <a:pt x="13393" y="494478"/>
                      <a:pt x="4439" y="419898"/>
                      <a:pt x="1867" y="397419"/>
                    </a:cubicBezTo>
                    <a:close/>
                  </a:path>
                </a:pathLst>
              </a:custGeom>
              <a:solidFill>
                <a:srgbClr val="FFFFFF"/>
              </a:solidFill>
              <a:ln w="9525"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B3C9A97A-5F4E-CC8D-4E4B-AFF246228ECD}"/>
                  </a:ext>
                </a:extLst>
              </p:cNvPr>
              <p:cNvSpPr/>
              <p:nvPr/>
            </p:nvSpPr>
            <p:spPr>
              <a:xfrm>
                <a:off x="6279192" y="2064479"/>
                <a:ext cx="168691" cy="147643"/>
              </a:xfrm>
              <a:custGeom>
                <a:avLst/>
                <a:gdLst>
                  <a:gd name="connsiteX0" fmla="*/ 25030 w 168691"/>
                  <a:gd name="connsiteY0" fmla="*/ 9607 h 147643"/>
                  <a:gd name="connsiteX1" fmla="*/ 646 w 168691"/>
                  <a:gd name="connsiteY1" fmla="*/ 76282 h 147643"/>
                  <a:gd name="connsiteX2" fmla="*/ 87515 w 168691"/>
                  <a:gd name="connsiteY2" fmla="*/ 146576 h 147643"/>
                  <a:gd name="connsiteX3" fmla="*/ 168572 w 168691"/>
                  <a:gd name="connsiteY3" fmla="*/ 74377 h 147643"/>
                  <a:gd name="connsiteX4" fmla="*/ 25030 w 168691"/>
                  <a:gd name="connsiteY4" fmla="*/ 9607 h 147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691" h="147643">
                    <a:moveTo>
                      <a:pt x="25030" y="9607"/>
                    </a:moveTo>
                    <a:cubicBezTo>
                      <a:pt x="4742" y="24180"/>
                      <a:pt x="-2592" y="53137"/>
                      <a:pt x="646" y="76282"/>
                    </a:cubicBezTo>
                    <a:cubicBezTo>
                      <a:pt x="8257" y="118001"/>
                      <a:pt x="45166" y="147815"/>
                      <a:pt x="87515" y="146576"/>
                    </a:cubicBezTo>
                    <a:cubicBezTo>
                      <a:pt x="132663" y="145052"/>
                      <a:pt x="169810" y="106286"/>
                      <a:pt x="168572" y="74377"/>
                    </a:cubicBezTo>
                    <a:cubicBezTo>
                      <a:pt x="166858" y="23894"/>
                      <a:pt x="69988" y="-22588"/>
                      <a:pt x="25030" y="9607"/>
                    </a:cubicBezTo>
                    <a:close/>
                  </a:path>
                </a:pathLst>
              </a:custGeom>
              <a:solidFill>
                <a:srgbClr val="282425"/>
              </a:solidFill>
              <a:ln w="9525"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08918A62-CB66-A78D-85BD-842052B9EE09}"/>
                  </a:ext>
                </a:extLst>
              </p:cNvPr>
              <p:cNvSpPr/>
              <p:nvPr/>
            </p:nvSpPr>
            <p:spPr>
              <a:xfrm>
                <a:off x="6323902" y="2206533"/>
                <a:ext cx="35959" cy="282076"/>
              </a:xfrm>
              <a:custGeom>
                <a:avLst/>
                <a:gdLst>
                  <a:gd name="connsiteX0" fmla="*/ 4228 w 35959"/>
                  <a:gd name="connsiteY0" fmla="*/ 281034 h 282076"/>
                  <a:gd name="connsiteX1" fmla="*/ 4228 w 35959"/>
                  <a:gd name="connsiteY1" fmla="*/ 281034 h 282076"/>
                  <a:gd name="connsiteX2" fmla="*/ -68 w 35959"/>
                  <a:gd name="connsiteY2" fmla="*/ 275794 h 282076"/>
                  <a:gd name="connsiteX3" fmla="*/ -58 w 35959"/>
                  <a:gd name="connsiteY3" fmla="*/ 275794 h 282076"/>
                  <a:gd name="connsiteX4" fmla="*/ 26326 w 35959"/>
                  <a:gd name="connsiteY4" fmla="*/ 3284 h 282076"/>
                  <a:gd name="connsiteX5" fmla="*/ 31517 w 35959"/>
                  <a:gd name="connsiteY5" fmla="*/ -1002 h 282076"/>
                  <a:gd name="connsiteX6" fmla="*/ 35851 w 35959"/>
                  <a:gd name="connsiteY6" fmla="*/ 4141 h 282076"/>
                  <a:gd name="connsiteX7" fmla="*/ 9467 w 35959"/>
                  <a:gd name="connsiteY7" fmla="*/ 276748 h 282076"/>
                  <a:gd name="connsiteX8" fmla="*/ 4466 w 35959"/>
                  <a:gd name="connsiteY8" fmla="*/ 281034 h 282076"/>
                  <a:gd name="connsiteX9" fmla="*/ 4228 w 35959"/>
                  <a:gd name="connsiteY9" fmla="*/ 281034 h 282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59" h="282076">
                    <a:moveTo>
                      <a:pt x="4228" y="281034"/>
                    </a:moveTo>
                    <a:lnTo>
                      <a:pt x="4228" y="281034"/>
                    </a:lnTo>
                    <a:cubicBezTo>
                      <a:pt x="1609" y="280748"/>
                      <a:pt x="-315" y="278462"/>
                      <a:pt x="-68" y="275794"/>
                    </a:cubicBezTo>
                    <a:cubicBezTo>
                      <a:pt x="-58" y="275794"/>
                      <a:pt x="-58" y="275794"/>
                      <a:pt x="-58" y="275794"/>
                    </a:cubicBezTo>
                    <a:lnTo>
                      <a:pt x="26326" y="3284"/>
                    </a:lnTo>
                    <a:cubicBezTo>
                      <a:pt x="26564" y="617"/>
                      <a:pt x="28888" y="-1288"/>
                      <a:pt x="31517" y="-1002"/>
                    </a:cubicBezTo>
                    <a:cubicBezTo>
                      <a:pt x="34146" y="-811"/>
                      <a:pt x="36089" y="1475"/>
                      <a:pt x="35851" y="4141"/>
                    </a:cubicBezTo>
                    <a:lnTo>
                      <a:pt x="9467" y="276748"/>
                    </a:lnTo>
                    <a:cubicBezTo>
                      <a:pt x="9276" y="279319"/>
                      <a:pt x="7038" y="281224"/>
                      <a:pt x="4466" y="281034"/>
                    </a:cubicBezTo>
                    <a:cubicBezTo>
                      <a:pt x="4390" y="281034"/>
                      <a:pt x="4304" y="281034"/>
                      <a:pt x="4228" y="281034"/>
                    </a:cubicBezTo>
                    <a:close/>
                  </a:path>
                </a:pathLst>
              </a:custGeom>
              <a:solidFill>
                <a:srgbClr val="282425"/>
              </a:solidFill>
              <a:ln w="9525"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F051813A-EEB0-7030-2491-F233716947BD}"/>
                  </a:ext>
                </a:extLst>
              </p:cNvPr>
              <p:cNvSpPr/>
              <p:nvPr/>
            </p:nvSpPr>
            <p:spPr>
              <a:xfrm>
                <a:off x="6213399" y="2480022"/>
                <a:ext cx="244125" cy="144876"/>
              </a:xfrm>
              <a:custGeom>
                <a:avLst/>
                <a:gdLst>
                  <a:gd name="connsiteX0" fmla="*/ 239318 w 244125"/>
                  <a:gd name="connsiteY0" fmla="*/ 143752 h 144876"/>
                  <a:gd name="connsiteX1" fmla="*/ 234650 w 244125"/>
                  <a:gd name="connsiteY1" fmla="*/ 140132 h 144876"/>
                  <a:gd name="connsiteX2" fmla="*/ 135305 w 244125"/>
                  <a:gd name="connsiteY2" fmla="*/ 13926 h 144876"/>
                  <a:gd name="connsiteX3" fmla="*/ 73678 w 244125"/>
                  <a:gd name="connsiteY3" fmla="*/ 12497 h 144876"/>
                  <a:gd name="connsiteX4" fmla="*/ 9194 w 244125"/>
                  <a:gd name="connsiteY4" fmla="*/ 70695 h 144876"/>
                  <a:gd name="connsiteX5" fmla="*/ 3174 w 244125"/>
                  <a:gd name="connsiteY5" fmla="*/ 73742 h 144876"/>
                  <a:gd name="connsiteX6" fmla="*/ 155 w 244125"/>
                  <a:gd name="connsiteY6" fmla="*/ 67742 h 144876"/>
                  <a:gd name="connsiteX7" fmla="*/ 621 w 244125"/>
                  <a:gd name="connsiteY7" fmla="*/ 66694 h 144876"/>
                  <a:gd name="connsiteX8" fmla="*/ 70916 w 244125"/>
                  <a:gd name="connsiteY8" fmla="*/ 3352 h 144876"/>
                  <a:gd name="connsiteX9" fmla="*/ 138162 w 244125"/>
                  <a:gd name="connsiteY9" fmla="*/ 4781 h 144876"/>
                  <a:gd name="connsiteX10" fmla="*/ 243890 w 244125"/>
                  <a:gd name="connsiteY10" fmla="*/ 138131 h 144876"/>
                  <a:gd name="connsiteX11" fmla="*/ 240527 w 244125"/>
                  <a:gd name="connsiteY11" fmla="*/ 143846 h 144876"/>
                  <a:gd name="connsiteX12" fmla="*/ 240365 w 244125"/>
                  <a:gd name="connsiteY12" fmla="*/ 143846 h 14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125" h="144876">
                    <a:moveTo>
                      <a:pt x="239318" y="143752"/>
                    </a:moveTo>
                    <a:cubicBezTo>
                      <a:pt x="237099" y="143846"/>
                      <a:pt x="235146" y="142323"/>
                      <a:pt x="234650" y="140132"/>
                    </a:cubicBezTo>
                    <a:cubicBezTo>
                      <a:pt x="232174" y="129559"/>
                      <a:pt x="208742" y="36596"/>
                      <a:pt x="135305" y="13926"/>
                    </a:cubicBezTo>
                    <a:cubicBezTo>
                      <a:pt x="115388" y="7163"/>
                      <a:pt x="93890" y="6687"/>
                      <a:pt x="73678" y="12497"/>
                    </a:cubicBezTo>
                    <a:cubicBezTo>
                      <a:pt x="45065" y="22118"/>
                      <a:pt x="21719" y="43263"/>
                      <a:pt x="9194" y="70695"/>
                    </a:cubicBezTo>
                    <a:cubicBezTo>
                      <a:pt x="8365" y="73171"/>
                      <a:pt x="5670" y="74505"/>
                      <a:pt x="3174" y="73742"/>
                    </a:cubicBezTo>
                    <a:cubicBezTo>
                      <a:pt x="678" y="72885"/>
                      <a:pt x="-674" y="70218"/>
                      <a:pt x="155" y="67742"/>
                    </a:cubicBezTo>
                    <a:cubicBezTo>
                      <a:pt x="269" y="67361"/>
                      <a:pt x="431" y="66980"/>
                      <a:pt x="621" y="66694"/>
                    </a:cubicBezTo>
                    <a:cubicBezTo>
                      <a:pt x="14280" y="36785"/>
                      <a:pt x="39731" y="13831"/>
                      <a:pt x="70916" y="3352"/>
                    </a:cubicBezTo>
                    <a:cubicBezTo>
                      <a:pt x="92966" y="-2933"/>
                      <a:pt x="116398" y="-2458"/>
                      <a:pt x="138162" y="4781"/>
                    </a:cubicBezTo>
                    <a:cubicBezTo>
                      <a:pt x="216553" y="29071"/>
                      <a:pt x="241318" y="126893"/>
                      <a:pt x="243890" y="138131"/>
                    </a:cubicBezTo>
                    <a:cubicBezTo>
                      <a:pt x="244528" y="140608"/>
                      <a:pt x="243023" y="143180"/>
                      <a:pt x="240527" y="143846"/>
                    </a:cubicBezTo>
                    <a:cubicBezTo>
                      <a:pt x="240470" y="143846"/>
                      <a:pt x="240423" y="143846"/>
                      <a:pt x="240365" y="143846"/>
                    </a:cubicBezTo>
                    <a:close/>
                  </a:path>
                </a:pathLst>
              </a:custGeom>
              <a:solidFill>
                <a:srgbClr val="282425"/>
              </a:solidFill>
              <a:ln w="9525"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54801D12-B44B-3B97-B8E0-16C08B99F63A}"/>
                  </a:ext>
                </a:extLst>
              </p:cNvPr>
              <p:cNvSpPr/>
              <p:nvPr/>
            </p:nvSpPr>
            <p:spPr>
              <a:xfrm>
                <a:off x="6061410" y="2032980"/>
                <a:ext cx="104003" cy="100828"/>
              </a:xfrm>
              <a:custGeom>
                <a:avLst/>
                <a:gdLst>
                  <a:gd name="connsiteX0" fmla="*/ 100223 w 104003"/>
                  <a:gd name="connsiteY0" fmla="*/ 6912 h 100828"/>
                  <a:gd name="connsiteX1" fmla="*/ 32881 w 104003"/>
                  <a:gd name="connsiteY1" fmla="*/ 13769 h 100828"/>
                  <a:gd name="connsiteX2" fmla="*/ 3544 w 104003"/>
                  <a:gd name="connsiteY2" fmla="*/ 83112 h 100828"/>
                  <a:gd name="connsiteX3" fmla="*/ 38691 w 104003"/>
                  <a:gd name="connsiteY3" fmla="*/ 99685 h 100828"/>
                  <a:gd name="connsiteX4" fmla="*/ 100223 w 104003"/>
                  <a:gd name="connsiteY4" fmla="*/ 6912 h 100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03" h="100828">
                    <a:moveTo>
                      <a:pt x="100223" y="6912"/>
                    </a:moveTo>
                    <a:cubicBezTo>
                      <a:pt x="89936" y="-6899"/>
                      <a:pt x="54789" y="-1470"/>
                      <a:pt x="32881" y="13769"/>
                    </a:cubicBezTo>
                    <a:cubicBezTo>
                      <a:pt x="10973" y="29009"/>
                      <a:pt x="-8362" y="62537"/>
                      <a:pt x="3544" y="83112"/>
                    </a:cubicBezTo>
                    <a:cubicBezTo>
                      <a:pt x="11526" y="94446"/>
                      <a:pt x="24871" y="100733"/>
                      <a:pt x="38691" y="99685"/>
                    </a:cubicBezTo>
                    <a:cubicBezTo>
                      <a:pt x="80792" y="97590"/>
                      <a:pt x="115558" y="27486"/>
                      <a:pt x="100223" y="6912"/>
                    </a:cubicBezTo>
                    <a:close/>
                  </a:path>
                </a:pathLst>
              </a:custGeom>
              <a:solidFill>
                <a:srgbClr val="282425"/>
              </a:solidFill>
              <a:ln w="9525"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C89F42F8-3D4F-BF01-50A0-F8EA29B629E4}"/>
                  </a:ext>
                </a:extLst>
              </p:cNvPr>
              <p:cNvSpPr/>
              <p:nvPr/>
            </p:nvSpPr>
            <p:spPr>
              <a:xfrm>
                <a:off x="6627899" y="2071845"/>
                <a:ext cx="107296" cy="89207"/>
              </a:xfrm>
              <a:custGeom>
                <a:avLst/>
                <a:gdLst>
                  <a:gd name="connsiteX0" fmla="*/ 106091 w 107296"/>
                  <a:gd name="connsiteY0" fmla="*/ 66725 h 89207"/>
                  <a:gd name="connsiteX1" fmla="*/ 72372 w 107296"/>
                  <a:gd name="connsiteY1" fmla="*/ 13957 h 89207"/>
                  <a:gd name="connsiteX2" fmla="*/ 10841 w 107296"/>
                  <a:gd name="connsiteY2" fmla="*/ 5194 h 89207"/>
                  <a:gd name="connsiteX3" fmla="*/ 13794 w 107296"/>
                  <a:gd name="connsiteY3" fmla="*/ 71107 h 89207"/>
                  <a:gd name="connsiteX4" fmla="*/ 106091 w 107296"/>
                  <a:gd name="connsiteY4" fmla="*/ 66725 h 89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96" h="89207">
                    <a:moveTo>
                      <a:pt x="106091" y="66725"/>
                    </a:moveTo>
                    <a:cubicBezTo>
                      <a:pt x="112472" y="50057"/>
                      <a:pt x="90184" y="25483"/>
                      <a:pt x="72372" y="13957"/>
                    </a:cubicBezTo>
                    <a:cubicBezTo>
                      <a:pt x="68943" y="11766"/>
                      <a:pt x="31224" y="-12046"/>
                      <a:pt x="10841" y="5194"/>
                    </a:cubicBezTo>
                    <a:cubicBezTo>
                      <a:pt x="-5828" y="19196"/>
                      <a:pt x="-2304" y="52819"/>
                      <a:pt x="13794" y="71107"/>
                    </a:cubicBezTo>
                    <a:cubicBezTo>
                      <a:pt x="39320" y="99586"/>
                      <a:pt x="97709" y="88443"/>
                      <a:pt x="106091" y="66725"/>
                    </a:cubicBezTo>
                    <a:close/>
                  </a:path>
                </a:pathLst>
              </a:custGeom>
              <a:solidFill>
                <a:srgbClr val="282425"/>
              </a:solidFill>
              <a:ln w="9525"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43AB3036-1D1C-A993-4007-15CBC575F594}"/>
                  </a:ext>
                </a:extLst>
              </p:cNvPr>
              <p:cNvSpPr/>
              <p:nvPr/>
            </p:nvSpPr>
            <p:spPr>
              <a:xfrm>
                <a:off x="6020854" y="1931558"/>
                <a:ext cx="181070" cy="150510"/>
              </a:xfrm>
              <a:custGeom>
                <a:avLst/>
                <a:gdLst>
                  <a:gd name="connsiteX0" fmla="*/ 14287 w 181070"/>
                  <a:gd name="connsiteY0" fmla="*/ 149481 h 150510"/>
                  <a:gd name="connsiteX1" fmla="*/ 8858 w 181070"/>
                  <a:gd name="connsiteY1" fmla="*/ 148433 h 150510"/>
                  <a:gd name="connsiteX2" fmla="*/ 952 w 181070"/>
                  <a:gd name="connsiteY2" fmla="*/ 129860 h 150510"/>
                  <a:gd name="connsiteX3" fmla="*/ 1143 w 181070"/>
                  <a:gd name="connsiteY3" fmla="*/ 129383 h 150510"/>
                  <a:gd name="connsiteX4" fmla="*/ 34099 w 181070"/>
                  <a:gd name="connsiteY4" fmla="*/ 74424 h 150510"/>
                  <a:gd name="connsiteX5" fmla="*/ 163829 w 181070"/>
                  <a:gd name="connsiteY5" fmla="*/ -727 h 150510"/>
                  <a:gd name="connsiteX6" fmla="*/ 180689 w 181070"/>
                  <a:gd name="connsiteY6" fmla="*/ 10416 h 150510"/>
                  <a:gd name="connsiteX7" fmla="*/ 169544 w 181070"/>
                  <a:gd name="connsiteY7" fmla="*/ 27276 h 150510"/>
                  <a:gd name="connsiteX8" fmla="*/ 56102 w 181070"/>
                  <a:gd name="connsiteY8" fmla="*/ 92712 h 150510"/>
                  <a:gd name="connsiteX9" fmla="*/ 27527 w 181070"/>
                  <a:gd name="connsiteY9" fmla="*/ 140337 h 150510"/>
                  <a:gd name="connsiteX10" fmla="*/ 14287 w 181070"/>
                  <a:gd name="connsiteY10" fmla="*/ 149481 h 150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070" h="150510">
                    <a:moveTo>
                      <a:pt x="14287" y="149481"/>
                    </a:moveTo>
                    <a:cubicBezTo>
                      <a:pt x="12430" y="149481"/>
                      <a:pt x="10591" y="149101"/>
                      <a:pt x="8858" y="148433"/>
                    </a:cubicBezTo>
                    <a:cubicBezTo>
                      <a:pt x="1543" y="145481"/>
                      <a:pt x="-2001" y="137194"/>
                      <a:pt x="952" y="129860"/>
                    </a:cubicBezTo>
                    <a:cubicBezTo>
                      <a:pt x="1009" y="129669"/>
                      <a:pt x="1076" y="129574"/>
                      <a:pt x="1143" y="129383"/>
                    </a:cubicBezTo>
                    <a:cubicBezTo>
                      <a:pt x="9248" y="109476"/>
                      <a:pt x="20364" y="90903"/>
                      <a:pt x="34099" y="74424"/>
                    </a:cubicBezTo>
                    <a:cubicBezTo>
                      <a:pt x="67665" y="35467"/>
                      <a:pt x="113366" y="8987"/>
                      <a:pt x="163829" y="-727"/>
                    </a:cubicBezTo>
                    <a:cubicBezTo>
                      <a:pt x="171564" y="-2347"/>
                      <a:pt x="179108" y="2702"/>
                      <a:pt x="180689" y="10416"/>
                    </a:cubicBezTo>
                    <a:cubicBezTo>
                      <a:pt x="182270" y="18132"/>
                      <a:pt x="177279" y="25656"/>
                      <a:pt x="169544" y="27276"/>
                    </a:cubicBezTo>
                    <a:cubicBezTo>
                      <a:pt x="125463" y="35753"/>
                      <a:pt x="85505" y="58804"/>
                      <a:pt x="56102" y="92712"/>
                    </a:cubicBezTo>
                    <a:cubicBezTo>
                      <a:pt x="44176" y="107000"/>
                      <a:pt x="34537" y="123098"/>
                      <a:pt x="27527" y="140337"/>
                    </a:cubicBezTo>
                    <a:cubicBezTo>
                      <a:pt x="25412" y="145861"/>
                      <a:pt x="20164" y="149481"/>
                      <a:pt x="14287" y="149481"/>
                    </a:cubicBezTo>
                    <a:close/>
                  </a:path>
                </a:pathLst>
              </a:custGeom>
              <a:solidFill>
                <a:srgbClr val="282425"/>
              </a:solidFill>
              <a:ln w="9525" cap="flat">
                <a:noFill/>
                <a:prstDash val="solid"/>
                <a:miter/>
              </a:ln>
            </p:spPr>
            <p:txBody>
              <a:bodyPr rtlCol="0" anchor="ctr"/>
              <a:lstStyle/>
              <a:p>
                <a:endParaRPr lang="zh-CN" altLang="en-US"/>
              </a:p>
            </p:txBody>
          </p:sp>
          <p:sp>
            <p:nvSpPr>
              <p:cNvPr id="28" name="任意多边形: 形状 27">
                <a:extLst>
                  <a:ext uri="{FF2B5EF4-FFF2-40B4-BE49-F238E27FC236}">
                    <a16:creationId xmlns:a16="http://schemas.microsoft.com/office/drawing/2014/main" id="{7D15BC0E-1CD9-DBFB-5487-C142FC50BE86}"/>
                  </a:ext>
                </a:extLst>
              </p:cNvPr>
              <p:cNvSpPr/>
              <p:nvPr/>
            </p:nvSpPr>
            <p:spPr>
              <a:xfrm>
                <a:off x="6590950" y="1984673"/>
                <a:ext cx="189765" cy="112067"/>
              </a:xfrm>
              <a:custGeom>
                <a:avLst/>
                <a:gdLst>
                  <a:gd name="connsiteX0" fmla="*/ 14072 w 189765"/>
                  <a:gd name="connsiteY0" fmla="*/ 111035 h 112067"/>
                  <a:gd name="connsiteX1" fmla="*/ 7500 w 189765"/>
                  <a:gd name="connsiteY1" fmla="*/ 109415 h 112067"/>
                  <a:gd name="connsiteX2" fmla="*/ 1403 w 189765"/>
                  <a:gd name="connsiteY2" fmla="*/ 90365 h 112067"/>
                  <a:gd name="connsiteX3" fmla="*/ 177330 w 189765"/>
                  <a:gd name="connsiteY3" fmla="*/ 831 h 112067"/>
                  <a:gd name="connsiteX4" fmla="*/ 189522 w 189765"/>
                  <a:gd name="connsiteY4" fmla="*/ 17214 h 112067"/>
                  <a:gd name="connsiteX5" fmla="*/ 173139 w 189765"/>
                  <a:gd name="connsiteY5" fmla="*/ 29406 h 112067"/>
                  <a:gd name="connsiteX6" fmla="*/ 26740 w 189765"/>
                  <a:gd name="connsiteY6" fmla="*/ 103986 h 112067"/>
                  <a:gd name="connsiteX7" fmla="*/ 14072 w 189765"/>
                  <a:gd name="connsiteY7" fmla="*/ 111035 h 11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765" h="112067">
                    <a:moveTo>
                      <a:pt x="14072" y="111035"/>
                    </a:moveTo>
                    <a:cubicBezTo>
                      <a:pt x="11786" y="111035"/>
                      <a:pt x="9538" y="110464"/>
                      <a:pt x="7500" y="109415"/>
                    </a:cubicBezTo>
                    <a:cubicBezTo>
                      <a:pt x="661" y="105795"/>
                      <a:pt x="-2035" y="97319"/>
                      <a:pt x="1403" y="90365"/>
                    </a:cubicBezTo>
                    <a:cubicBezTo>
                      <a:pt x="34989" y="26071"/>
                      <a:pt x="105598" y="-9837"/>
                      <a:pt x="177330" y="831"/>
                    </a:cubicBezTo>
                    <a:cubicBezTo>
                      <a:pt x="185217" y="1974"/>
                      <a:pt x="190675" y="9307"/>
                      <a:pt x="189522" y="17214"/>
                    </a:cubicBezTo>
                    <a:cubicBezTo>
                      <a:pt x="188360" y="25119"/>
                      <a:pt x="181026" y="30549"/>
                      <a:pt x="173139" y="29406"/>
                    </a:cubicBezTo>
                    <a:cubicBezTo>
                      <a:pt x="113427" y="20452"/>
                      <a:pt x="54639" y="50456"/>
                      <a:pt x="26740" y="103986"/>
                    </a:cubicBezTo>
                    <a:cubicBezTo>
                      <a:pt x="24111" y="108463"/>
                      <a:pt x="19263" y="111130"/>
                      <a:pt x="14072" y="111035"/>
                    </a:cubicBezTo>
                    <a:close/>
                  </a:path>
                </a:pathLst>
              </a:custGeom>
              <a:solidFill>
                <a:srgbClr val="282425"/>
              </a:solidFill>
              <a:ln w="9525" cap="flat">
                <a:noFill/>
                <a:prstDash val="solid"/>
                <a:miter/>
              </a:ln>
            </p:spPr>
            <p:txBody>
              <a:bodyPr rtlCol="0" anchor="ctr"/>
              <a:lstStyle/>
              <a:p>
                <a:endParaRPr lang="zh-CN" altLang="en-US"/>
              </a:p>
            </p:txBody>
          </p:sp>
          <p:sp>
            <p:nvSpPr>
              <p:cNvPr id="29" name="任意多边形: 形状 28">
                <a:extLst>
                  <a:ext uri="{FF2B5EF4-FFF2-40B4-BE49-F238E27FC236}">
                    <a16:creationId xmlns:a16="http://schemas.microsoft.com/office/drawing/2014/main" id="{D9E56BCD-749A-9296-BC6C-126C858060A9}"/>
                  </a:ext>
                </a:extLst>
              </p:cNvPr>
              <p:cNvSpPr/>
              <p:nvPr/>
            </p:nvSpPr>
            <p:spPr>
              <a:xfrm>
                <a:off x="5830851" y="2122353"/>
                <a:ext cx="235103" cy="152921"/>
              </a:xfrm>
              <a:custGeom>
                <a:avLst/>
                <a:gdLst>
                  <a:gd name="connsiteX0" fmla="*/ 234198 w 235103"/>
                  <a:gd name="connsiteY0" fmla="*/ 69938 h 152921"/>
                  <a:gd name="connsiteX1" fmla="*/ 175620 w 235103"/>
                  <a:gd name="connsiteY1" fmla="*/ 34696 h 152921"/>
                  <a:gd name="connsiteX2" fmla="*/ 23220 w 235103"/>
                  <a:gd name="connsiteY2" fmla="*/ 7358 h 152921"/>
                  <a:gd name="connsiteX3" fmla="*/ 1788 w 235103"/>
                  <a:gd name="connsiteY3" fmla="*/ 77748 h 152921"/>
                  <a:gd name="connsiteX4" fmla="*/ 175620 w 235103"/>
                  <a:gd name="connsiteY4" fmla="*/ 142137 h 152921"/>
                  <a:gd name="connsiteX5" fmla="*/ 234198 w 235103"/>
                  <a:gd name="connsiteY5" fmla="*/ 69938 h 15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103" h="152921">
                    <a:moveTo>
                      <a:pt x="234198" y="69938"/>
                    </a:moveTo>
                    <a:cubicBezTo>
                      <a:pt x="231436" y="59175"/>
                      <a:pt x="221721" y="51555"/>
                      <a:pt x="175620" y="34696"/>
                    </a:cubicBezTo>
                    <a:cubicBezTo>
                      <a:pt x="90561" y="3740"/>
                      <a:pt x="47985" y="-11786"/>
                      <a:pt x="23220" y="7358"/>
                    </a:cubicBezTo>
                    <a:cubicBezTo>
                      <a:pt x="3122" y="22980"/>
                      <a:pt x="-3831" y="54031"/>
                      <a:pt x="1788" y="77748"/>
                    </a:cubicBezTo>
                    <a:cubicBezTo>
                      <a:pt x="15695" y="136899"/>
                      <a:pt x="112659" y="169379"/>
                      <a:pt x="175620" y="142137"/>
                    </a:cubicBezTo>
                    <a:cubicBezTo>
                      <a:pt x="207433" y="128327"/>
                      <a:pt x="240675" y="94894"/>
                      <a:pt x="234198" y="69938"/>
                    </a:cubicBezTo>
                    <a:close/>
                  </a:path>
                </a:pathLst>
              </a:custGeom>
              <a:solidFill>
                <a:srgbClr val="FFFFFF"/>
              </a:solidFill>
              <a:ln w="9525" cap="flat">
                <a:noFill/>
                <a:prstDash val="solid"/>
                <a:miter/>
              </a:ln>
            </p:spPr>
            <p:txBody>
              <a:bodyPr rtlCol="0" anchor="ctr"/>
              <a:lstStyle/>
              <a:p>
                <a:endParaRPr lang="zh-CN" altLang="en-US"/>
              </a:p>
            </p:txBody>
          </p:sp>
          <p:sp>
            <p:nvSpPr>
              <p:cNvPr id="30" name="任意多边形: 形状 29">
                <a:extLst>
                  <a:ext uri="{FF2B5EF4-FFF2-40B4-BE49-F238E27FC236}">
                    <a16:creationId xmlns:a16="http://schemas.microsoft.com/office/drawing/2014/main" id="{4ACFC822-396F-19B0-228B-12E74F6DEBBE}"/>
                  </a:ext>
                </a:extLst>
              </p:cNvPr>
              <p:cNvSpPr/>
              <p:nvPr/>
            </p:nvSpPr>
            <p:spPr>
              <a:xfrm>
                <a:off x="6687559" y="2157620"/>
                <a:ext cx="268994" cy="152997"/>
              </a:xfrm>
              <a:custGeom>
                <a:avLst/>
                <a:gdLst>
                  <a:gd name="connsiteX0" fmla="*/ 2426 w 268994"/>
                  <a:gd name="connsiteY0" fmla="*/ 60008 h 152997"/>
                  <a:gd name="connsiteX1" fmla="*/ 127489 w 268994"/>
                  <a:gd name="connsiteY1" fmla="*/ 20955 h 152997"/>
                  <a:gd name="connsiteX2" fmla="*/ 231026 w 268994"/>
                  <a:gd name="connsiteY2" fmla="*/ 3429 h 152997"/>
                  <a:gd name="connsiteX3" fmla="*/ 260267 w 268994"/>
                  <a:gd name="connsiteY3" fmla="*/ 108872 h 152997"/>
                  <a:gd name="connsiteX4" fmla="*/ 168447 w 268994"/>
                  <a:gd name="connsiteY4" fmla="*/ 142018 h 152997"/>
                  <a:gd name="connsiteX5" fmla="*/ 39573 w 268994"/>
                  <a:gd name="connsiteY5" fmla="*/ 138113 h 152997"/>
                  <a:gd name="connsiteX6" fmla="*/ 2426 w 268994"/>
                  <a:gd name="connsiteY6" fmla="*/ 60008 h 152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994" h="152997">
                    <a:moveTo>
                      <a:pt x="2426" y="60008"/>
                    </a:moveTo>
                    <a:cubicBezTo>
                      <a:pt x="11379" y="38767"/>
                      <a:pt x="38144" y="43435"/>
                      <a:pt x="127489" y="20955"/>
                    </a:cubicBezTo>
                    <a:cubicBezTo>
                      <a:pt x="197783" y="3238"/>
                      <a:pt x="211118" y="-7620"/>
                      <a:pt x="231026" y="3429"/>
                    </a:cubicBezTo>
                    <a:cubicBezTo>
                      <a:pt x="263697" y="20670"/>
                      <a:pt x="280175" y="76582"/>
                      <a:pt x="260267" y="108872"/>
                    </a:cubicBezTo>
                    <a:cubicBezTo>
                      <a:pt x="248266" y="127922"/>
                      <a:pt x="221501" y="133255"/>
                      <a:pt x="168447" y="142018"/>
                    </a:cubicBezTo>
                    <a:cubicBezTo>
                      <a:pt x="101772" y="153162"/>
                      <a:pt x="68910" y="158687"/>
                      <a:pt x="39573" y="138113"/>
                    </a:cubicBezTo>
                    <a:cubicBezTo>
                      <a:pt x="14237" y="120396"/>
                      <a:pt x="-7671" y="84201"/>
                      <a:pt x="2426" y="60008"/>
                    </a:cubicBezTo>
                    <a:close/>
                  </a:path>
                </a:pathLst>
              </a:custGeom>
              <a:solidFill>
                <a:srgbClr val="FFFFFF"/>
              </a:solidFill>
              <a:ln w="9525" cap="flat">
                <a:noFill/>
                <a:prstDash val="solid"/>
                <a:miter/>
              </a:ln>
            </p:spPr>
            <p:txBody>
              <a:bodyPr rtlCol="0" anchor="ctr"/>
              <a:lstStyle/>
              <a:p>
                <a:endParaRPr lang="zh-CN" altLang="en-US"/>
              </a:p>
            </p:txBody>
          </p:sp>
          <p:sp>
            <p:nvSpPr>
              <p:cNvPr id="31" name="任意多边形: 形状 30">
                <a:extLst>
                  <a:ext uri="{FF2B5EF4-FFF2-40B4-BE49-F238E27FC236}">
                    <a16:creationId xmlns:a16="http://schemas.microsoft.com/office/drawing/2014/main" id="{2C9B55BA-D51D-8F36-585B-2FB734E6943A}"/>
                  </a:ext>
                </a:extLst>
              </p:cNvPr>
              <p:cNvSpPr/>
              <p:nvPr/>
            </p:nvSpPr>
            <p:spPr>
              <a:xfrm>
                <a:off x="4181477" y="4943365"/>
                <a:ext cx="213404" cy="284339"/>
              </a:xfrm>
              <a:custGeom>
                <a:avLst/>
                <a:gdLst>
                  <a:gd name="connsiteX0" fmla="*/ 203648 w 213404"/>
                  <a:gd name="connsiteY0" fmla="*/ 280353 h 284339"/>
                  <a:gd name="connsiteX1" fmla="*/ 76775 w 213404"/>
                  <a:gd name="connsiteY1" fmla="*/ 200247 h 284339"/>
                  <a:gd name="connsiteX2" fmla="*/ 9338 w 213404"/>
                  <a:gd name="connsiteY2" fmla="*/ 2032 h 284339"/>
                  <a:gd name="connsiteX3" fmla="*/ 107445 w 213404"/>
                  <a:gd name="connsiteY3" fmla="*/ 50324 h 284339"/>
                  <a:gd name="connsiteX4" fmla="*/ 203648 w 213404"/>
                  <a:gd name="connsiteY4" fmla="*/ 280353 h 284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404" h="284339">
                    <a:moveTo>
                      <a:pt x="203648" y="280353"/>
                    </a:moveTo>
                    <a:cubicBezTo>
                      <a:pt x="180502" y="296640"/>
                      <a:pt x="113351" y="242253"/>
                      <a:pt x="76775" y="200247"/>
                    </a:cubicBezTo>
                    <a:cubicBezTo>
                      <a:pt x="13719" y="127096"/>
                      <a:pt x="-16951" y="20606"/>
                      <a:pt x="9338" y="2032"/>
                    </a:cubicBezTo>
                    <a:cubicBezTo>
                      <a:pt x="33436" y="-15018"/>
                      <a:pt x="100873" y="44418"/>
                      <a:pt x="107445" y="50324"/>
                    </a:cubicBezTo>
                    <a:cubicBezTo>
                      <a:pt x="194694" y="128239"/>
                      <a:pt x="232794" y="259874"/>
                      <a:pt x="203648" y="280353"/>
                    </a:cubicBezTo>
                    <a:close/>
                  </a:path>
                </a:pathLst>
              </a:custGeom>
              <a:solidFill>
                <a:srgbClr val="8E5F6F"/>
              </a:solidFill>
              <a:ln w="9525" cap="flat">
                <a:noFill/>
                <a:prstDash val="solid"/>
                <a:miter/>
              </a:ln>
            </p:spPr>
            <p:txBody>
              <a:bodyPr rtlCol="0" anchor="ctr"/>
              <a:lstStyle/>
              <a:p>
                <a:endParaRPr lang="zh-CN" altLang="en-US"/>
              </a:p>
            </p:txBody>
          </p:sp>
          <p:sp>
            <p:nvSpPr>
              <p:cNvPr id="32" name="任意多边形: 形状 31">
                <a:extLst>
                  <a:ext uri="{FF2B5EF4-FFF2-40B4-BE49-F238E27FC236}">
                    <a16:creationId xmlns:a16="http://schemas.microsoft.com/office/drawing/2014/main" id="{A85AC419-4E86-61DB-21BE-40E8DDA760B5}"/>
                  </a:ext>
                </a:extLst>
              </p:cNvPr>
              <p:cNvSpPr/>
              <p:nvPr/>
            </p:nvSpPr>
            <p:spPr>
              <a:xfrm>
                <a:off x="4363925" y="4835414"/>
                <a:ext cx="122738" cy="263510"/>
              </a:xfrm>
              <a:custGeom>
                <a:avLst/>
                <a:gdLst>
                  <a:gd name="connsiteX0" fmla="*/ 96448 w 122738"/>
                  <a:gd name="connsiteY0" fmla="*/ 262288 h 263510"/>
                  <a:gd name="connsiteX1" fmla="*/ 37869 w 122738"/>
                  <a:gd name="connsiteY1" fmla="*/ 183230 h 263510"/>
                  <a:gd name="connsiteX2" fmla="*/ 11485 w 122738"/>
                  <a:gd name="connsiteY2" fmla="*/ 65 h 263510"/>
                  <a:gd name="connsiteX3" fmla="*/ 109592 w 122738"/>
                  <a:gd name="connsiteY3" fmla="*/ 105601 h 263510"/>
                  <a:gd name="connsiteX4" fmla="*/ 96448 w 122738"/>
                  <a:gd name="connsiteY4" fmla="*/ 262288 h 2635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738" h="263510">
                    <a:moveTo>
                      <a:pt x="96448" y="262288"/>
                    </a:moveTo>
                    <a:cubicBezTo>
                      <a:pt x="75588" y="266288"/>
                      <a:pt x="48823" y="206852"/>
                      <a:pt x="37869" y="183230"/>
                    </a:cubicBezTo>
                    <a:cubicBezTo>
                      <a:pt x="5579" y="112269"/>
                      <a:pt x="-13757" y="11780"/>
                      <a:pt x="11485" y="65"/>
                    </a:cubicBezTo>
                    <a:cubicBezTo>
                      <a:pt x="32916" y="-9460"/>
                      <a:pt x="87685" y="44641"/>
                      <a:pt x="109592" y="105601"/>
                    </a:cubicBezTo>
                    <a:cubicBezTo>
                      <a:pt x="134643" y="174753"/>
                      <a:pt x="119974" y="257906"/>
                      <a:pt x="96448" y="262288"/>
                    </a:cubicBezTo>
                    <a:close/>
                  </a:path>
                </a:pathLst>
              </a:custGeom>
              <a:solidFill>
                <a:srgbClr val="8E5F6F"/>
              </a:solidFill>
              <a:ln w="9525" cap="flat">
                <a:noFill/>
                <a:prstDash val="solid"/>
                <a:miter/>
              </a:ln>
            </p:spPr>
            <p:txBody>
              <a:bodyPr rtlCol="0" anchor="ctr"/>
              <a:lstStyle/>
              <a:p>
                <a:endParaRPr lang="zh-CN" altLang="en-US"/>
              </a:p>
            </p:txBody>
          </p:sp>
          <p:sp>
            <p:nvSpPr>
              <p:cNvPr id="33" name="任意多边形: 形状 32">
                <a:extLst>
                  <a:ext uri="{FF2B5EF4-FFF2-40B4-BE49-F238E27FC236}">
                    <a16:creationId xmlns:a16="http://schemas.microsoft.com/office/drawing/2014/main" id="{3662A6E9-4930-016B-80DE-8C3304A151E6}"/>
                  </a:ext>
                </a:extLst>
              </p:cNvPr>
              <p:cNvSpPr/>
              <p:nvPr/>
            </p:nvSpPr>
            <p:spPr>
              <a:xfrm>
                <a:off x="4539497" y="4791068"/>
                <a:ext cx="97049" cy="215580"/>
              </a:xfrm>
              <a:custGeom>
                <a:avLst/>
                <a:gdLst>
                  <a:gd name="connsiteX0" fmla="*/ 32223 w 97049"/>
                  <a:gd name="connsiteY0" fmla="*/ 214337 h 215580"/>
                  <a:gd name="connsiteX1" fmla="*/ -67 w 97049"/>
                  <a:gd name="connsiteY1" fmla="*/ 123563 h 215580"/>
                  <a:gd name="connsiteX2" fmla="*/ 48321 w 97049"/>
                  <a:gd name="connsiteY2" fmla="*/ -1024 h 215580"/>
                  <a:gd name="connsiteX3" fmla="*/ 95183 w 97049"/>
                  <a:gd name="connsiteY3" fmla="*/ 124992 h 215580"/>
                  <a:gd name="connsiteX4" fmla="*/ 32223 w 97049"/>
                  <a:gd name="connsiteY4" fmla="*/ 214337 h 215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049" h="215580">
                    <a:moveTo>
                      <a:pt x="32223" y="214337"/>
                    </a:moveTo>
                    <a:cubicBezTo>
                      <a:pt x="9268" y="210241"/>
                      <a:pt x="505" y="154996"/>
                      <a:pt x="-67" y="123563"/>
                    </a:cubicBezTo>
                    <a:cubicBezTo>
                      <a:pt x="-924" y="67651"/>
                      <a:pt x="22603" y="-262"/>
                      <a:pt x="48321" y="-1024"/>
                    </a:cubicBezTo>
                    <a:cubicBezTo>
                      <a:pt x="74038" y="-1785"/>
                      <a:pt x="104708" y="65651"/>
                      <a:pt x="95183" y="124992"/>
                    </a:cubicBezTo>
                    <a:cubicBezTo>
                      <a:pt x="87849" y="170522"/>
                      <a:pt x="55179" y="218147"/>
                      <a:pt x="32223" y="214337"/>
                    </a:cubicBezTo>
                    <a:close/>
                  </a:path>
                </a:pathLst>
              </a:custGeom>
              <a:solidFill>
                <a:srgbClr val="8E5F6F"/>
              </a:solidFill>
              <a:ln w="9525" cap="flat">
                <a:noFill/>
                <a:prstDash val="solid"/>
                <a:miter/>
              </a:ln>
            </p:spPr>
            <p:txBody>
              <a:bodyPr rtlCol="0" anchor="ctr"/>
              <a:lstStyle/>
              <a:p>
                <a:endParaRPr lang="zh-CN" altLang="en-US"/>
              </a:p>
            </p:txBody>
          </p:sp>
          <p:sp>
            <p:nvSpPr>
              <p:cNvPr id="34" name="任意多边形: 形状 33">
                <a:extLst>
                  <a:ext uri="{FF2B5EF4-FFF2-40B4-BE49-F238E27FC236}">
                    <a16:creationId xmlns:a16="http://schemas.microsoft.com/office/drawing/2014/main" id="{AB88F371-A2B5-DAFB-8900-CF1E535C6743}"/>
                  </a:ext>
                </a:extLst>
              </p:cNvPr>
              <p:cNvSpPr/>
              <p:nvPr/>
            </p:nvSpPr>
            <p:spPr>
              <a:xfrm>
                <a:off x="5718991" y="1753516"/>
                <a:ext cx="186568" cy="343520"/>
              </a:xfrm>
              <a:custGeom>
                <a:avLst/>
                <a:gdLst>
                  <a:gd name="connsiteX0" fmla="*/ 4302 w 186568"/>
                  <a:gd name="connsiteY0" fmla="*/ 342478 h 343520"/>
                  <a:gd name="connsiteX1" fmla="*/ 4302 w 186568"/>
                  <a:gd name="connsiteY1" fmla="*/ 342478 h 343520"/>
                  <a:gd name="connsiteX2" fmla="*/ -80 w 186568"/>
                  <a:gd name="connsiteY2" fmla="*/ 337334 h 343520"/>
                  <a:gd name="connsiteX3" fmla="*/ 117744 w 186568"/>
                  <a:gd name="connsiteY3" fmla="*/ 54346 h 343520"/>
                  <a:gd name="connsiteX4" fmla="*/ 178895 w 186568"/>
                  <a:gd name="connsiteY4" fmla="*/ -136 h 343520"/>
                  <a:gd name="connsiteX5" fmla="*/ 185562 w 186568"/>
                  <a:gd name="connsiteY5" fmla="*/ 911 h 343520"/>
                  <a:gd name="connsiteX6" fmla="*/ 184515 w 186568"/>
                  <a:gd name="connsiteY6" fmla="*/ 7578 h 343520"/>
                  <a:gd name="connsiteX7" fmla="*/ 124698 w 186568"/>
                  <a:gd name="connsiteY7" fmla="*/ 60727 h 343520"/>
                  <a:gd name="connsiteX8" fmla="*/ 9445 w 186568"/>
                  <a:gd name="connsiteY8" fmla="*/ 338095 h 343520"/>
                  <a:gd name="connsiteX9" fmla="*/ 4302 w 186568"/>
                  <a:gd name="connsiteY9" fmla="*/ 342478 h 34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6568" h="343520">
                    <a:moveTo>
                      <a:pt x="4302" y="342478"/>
                    </a:moveTo>
                    <a:lnTo>
                      <a:pt x="4302" y="342478"/>
                    </a:lnTo>
                    <a:cubicBezTo>
                      <a:pt x="1692" y="342192"/>
                      <a:pt x="-242" y="339906"/>
                      <a:pt x="-80" y="337334"/>
                    </a:cubicBezTo>
                    <a:cubicBezTo>
                      <a:pt x="6492" y="259325"/>
                      <a:pt x="32210" y="146834"/>
                      <a:pt x="117744" y="54346"/>
                    </a:cubicBezTo>
                    <a:cubicBezTo>
                      <a:pt x="136290" y="34249"/>
                      <a:pt x="156769" y="15960"/>
                      <a:pt x="178895" y="-136"/>
                    </a:cubicBezTo>
                    <a:cubicBezTo>
                      <a:pt x="181029" y="-1661"/>
                      <a:pt x="184010" y="-1185"/>
                      <a:pt x="185562" y="911"/>
                    </a:cubicBezTo>
                    <a:cubicBezTo>
                      <a:pt x="187115" y="3006"/>
                      <a:pt x="186648" y="6054"/>
                      <a:pt x="184515" y="7578"/>
                    </a:cubicBezTo>
                    <a:cubicBezTo>
                      <a:pt x="162902" y="23295"/>
                      <a:pt x="142871" y="41106"/>
                      <a:pt x="124698" y="60727"/>
                    </a:cubicBezTo>
                    <a:cubicBezTo>
                      <a:pt x="41068" y="151406"/>
                      <a:pt x="15827" y="261610"/>
                      <a:pt x="9445" y="338095"/>
                    </a:cubicBezTo>
                    <a:cubicBezTo>
                      <a:pt x="9198" y="340667"/>
                      <a:pt x="6921" y="342668"/>
                      <a:pt x="4302" y="342478"/>
                    </a:cubicBezTo>
                    <a:close/>
                  </a:path>
                </a:pathLst>
              </a:custGeom>
              <a:solidFill>
                <a:srgbClr val="543E45"/>
              </a:solidFill>
              <a:ln w="9525" cap="flat">
                <a:noFill/>
                <a:prstDash val="solid"/>
                <a:miter/>
              </a:ln>
            </p:spPr>
            <p:txBody>
              <a:bodyPr rtlCol="0" anchor="ctr"/>
              <a:lstStyle/>
              <a:p>
                <a:endParaRPr lang="zh-CN" altLang="en-US"/>
              </a:p>
            </p:txBody>
          </p:sp>
          <p:sp>
            <p:nvSpPr>
              <p:cNvPr id="35" name="任意多边形: 形状 34">
                <a:extLst>
                  <a:ext uri="{FF2B5EF4-FFF2-40B4-BE49-F238E27FC236}">
                    <a16:creationId xmlns:a16="http://schemas.microsoft.com/office/drawing/2014/main" id="{E46470BE-6E4F-E664-B7BA-134AD44CAEF6}"/>
                  </a:ext>
                </a:extLst>
              </p:cNvPr>
              <p:cNvSpPr/>
              <p:nvPr/>
            </p:nvSpPr>
            <p:spPr>
              <a:xfrm>
                <a:off x="6979229" y="1851546"/>
                <a:ext cx="55558" cy="460075"/>
              </a:xfrm>
              <a:custGeom>
                <a:avLst/>
                <a:gdLst>
                  <a:gd name="connsiteX0" fmla="*/ 34986 w 55558"/>
                  <a:gd name="connsiteY0" fmla="*/ 459046 h 460075"/>
                  <a:gd name="connsiteX1" fmla="*/ 34986 w 55558"/>
                  <a:gd name="connsiteY1" fmla="*/ 459046 h 460075"/>
                  <a:gd name="connsiteX2" fmla="*/ 30414 w 55558"/>
                  <a:gd name="connsiteY2" fmla="*/ 454188 h 460075"/>
                  <a:gd name="connsiteX3" fmla="*/ 43844 w 55558"/>
                  <a:gd name="connsiteY3" fmla="*/ 156246 h 460075"/>
                  <a:gd name="connsiteX4" fmla="*/ 43844 w 55558"/>
                  <a:gd name="connsiteY4" fmla="*/ 154817 h 460075"/>
                  <a:gd name="connsiteX5" fmla="*/ 30605 w 55558"/>
                  <a:gd name="connsiteY5" fmla="*/ 51089 h 460075"/>
                  <a:gd name="connsiteX6" fmla="*/ 1173 w 55558"/>
                  <a:gd name="connsiteY6" fmla="*/ 6989 h 460075"/>
                  <a:gd name="connsiteX7" fmla="*/ 1458 w 55558"/>
                  <a:gd name="connsiteY7" fmla="*/ 226 h 460075"/>
                  <a:gd name="connsiteX8" fmla="*/ 8221 w 55558"/>
                  <a:gd name="connsiteY8" fmla="*/ 512 h 460075"/>
                  <a:gd name="connsiteX9" fmla="*/ 39273 w 55558"/>
                  <a:gd name="connsiteY9" fmla="*/ 47184 h 460075"/>
                  <a:gd name="connsiteX10" fmla="*/ 53274 w 55558"/>
                  <a:gd name="connsiteY10" fmla="*/ 155769 h 460075"/>
                  <a:gd name="connsiteX11" fmla="*/ 53274 w 55558"/>
                  <a:gd name="connsiteY11" fmla="*/ 157198 h 460075"/>
                  <a:gd name="connsiteX12" fmla="*/ 39844 w 55558"/>
                  <a:gd name="connsiteY12" fmla="*/ 454378 h 460075"/>
                  <a:gd name="connsiteX13" fmla="*/ 34986 w 55558"/>
                  <a:gd name="connsiteY13" fmla="*/ 459046 h 460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558" h="460075">
                    <a:moveTo>
                      <a:pt x="34986" y="459046"/>
                    </a:moveTo>
                    <a:lnTo>
                      <a:pt x="34986" y="459046"/>
                    </a:lnTo>
                    <a:cubicBezTo>
                      <a:pt x="32395" y="458951"/>
                      <a:pt x="30357" y="456759"/>
                      <a:pt x="30414" y="454188"/>
                    </a:cubicBezTo>
                    <a:cubicBezTo>
                      <a:pt x="33558" y="321886"/>
                      <a:pt x="37082" y="220540"/>
                      <a:pt x="43844" y="156246"/>
                    </a:cubicBezTo>
                    <a:lnTo>
                      <a:pt x="43844" y="154817"/>
                    </a:lnTo>
                    <a:cubicBezTo>
                      <a:pt x="49055" y="119670"/>
                      <a:pt x="44473" y="83761"/>
                      <a:pt x="30605" y="51089"/>
                    </a:cubicBezTo>
                    <a:cubicBezTo>
                      <a:pt x="23194" y="34897"/>
                      <a:pt x="13260" y="20038"/>
                      <a:pt x="1173" y="6989"/>
                    </a:cubicBezTo>
                    <a:cubicBezTo>
                      <a:pt x="-618" y="5084"/>
                      <a:pt x="-485" y="2035"/>
                      <a:pt x="1458" y="226"/>
                    </a:cubicBezTo>
                    <a:cubicBezTo>
                      <a:pt x="3402" y="-1584"/>
                      <a:pt x="6430" y="-1393"/>
                      <a:pt x="8221" y="512"/>
                    </a:cubicBezTo>
                    <a:cubicBezTo>
                      <a:pt x="20956" y="14323"/>
                      <a:pt x="31443" y="30135"/>
                      <a:pt x="39273" y="47184"/>
                    </a:cubicBezTo>
                    <a:cubicBezTo>
                      <a:pt x="53912" y="81379"/>
                      <a:pt x="58761" y="119003"/>
                      <a:pt x="53274" y="155769"/>
                    </a:cubicBezTo>
                    <a:lnTo>
                      <a:pt x="53274" y="157198"/>
                    </a:lnTo>
                    <a:cubicBezTo>
                      <a:pt x="46511" y="221206"/>
                      <a:pt x="42987" y="322266"/>
                      <a:pt x="39844" y="454378"/>
                    </a:cubicBezTo>
                    <a:cubicBezTo>
                      <a:pt x="39739" y="456950"/>
                      <a:pt x="37596" y="459046"/>
                      <a:pt x="34986" y="459046"/>
                    </a:cubicBezTo>
                    <a:close/>
                  </a:path>
                </a:pathLst>
              </a:custGeom>
              <a:solidFill>
                <a:srgbClr val="543E45"/>
              </a:solidFill>
              <a:ln w="9525" cap="flat">
                <a:noFill/>
                <a:prstDash val="solid"/>
                <a:miter/>
              </a:ln>
            </p:spPr>
            <p:txBody>
              <a:bodyPr rtlCol="0" anchor="ctr"/>
              <a:lstStyle/>
              <a:p>
                <a:endParaRPr lang="zh-CN" altLang="en-US"/>
              </a:p>
            </p:txBody>
          </p:sp>
          <p:sp>
            <p:nvSpPr>
              <p:cNvPr id="36" name="任意多边形: 形状 35">
                <a:extLst>
                  <a:ext uri="{FF2B5EF4-FFF2-40B4-BE49-F238E27FC236}">
                    <a16:creationId xmlns:a16="http://schemas.microsoft.com/office/drawing/2014/main" id="{A241C5DA-BB5A-1A65-952C-48CAFDC4096A}"/>
                  </a:ext>
                </a:extLst>
              </p:cNvPr>
              <p:cNvSpPr/>
              <p:nvPr/>
            </p:nvSpPr>
            <p:spPr>
              <a:xfrm>
                <a:off x="5393657" y="2677072"/>
                <a:ext cx="345672" cy="415027"/>
              </a:xfrm>
              <a:custGeom>
                <a:avLst/>
                <a:gdLst>
                  <a:gd name="connsiteX0" fmla="*/ 4642 w 345672"/>
                  <a:gd name="connsiteY0" fmla="*/ 413998 h 415027"/>
                  <a:gd name="connsiteX1" fmla="*/ 3404 w 345672"/>
                  <a:gd name="connsiteY1" fmla="*/ 413998 h 415027"/>
                  <a:gd name="connsiteX2" fmla="*/ 70 w 345672"/>
                  <a:gd name="connsiteY2" fmla="*/ 408188 h 415027"/>
                  <a:gd name="connsiteX3" fmla="*/ 269151 w 345672"/>
                  <a:gd name="connsiteY3" fmla="*/ 28712 h 415027"/>
                  <a:gd name="connsiteX4" fmla="*/ 339351 w 345672"/>
                  <a:gd name="connsiteY4" fmla="*/ -816 h 415027"/>
                  <a:gd name="connsiteX5" fmla="*/ 345332 w 345672"/>
                  <a:gd name="connsiteY5" fmla="*/ 2232 h 415027"/>
                  <a:gd name="connsiteX6" fmla="*/ 345351 w 345672"/>
                  <a:gd name="connsiteY6" fmla="*/ 2328 h 415027"/>
                  <a:gd name="connsiteX7" fmla="*/ 342360 w 345672"/>
                  <a:gd name="connsiteY7" fmla="*/ 8233 h 415027"/>
                  <a:gd name="connsiteX8" fmla="*/ 342303 w 345672"/>
                  <a:gd name="connsiteY8" fmla="*/ 8233 h 415027"/>
                  <a:gd name="connsiteX9" fmla="*/ 273533 w 345672"/>
                  <a:gd name="connsiteY9" fmla="*/ 36808 h 415027"/>
                  <a:gd name="connsiteX10" fmla="*/ 9214 w 345672"/>
                  <a:gd name="connsiteY10" fmla="*/ 410283 h 415027"/>
                  <a:gd name="connsiteX11" fmla="*/ 4642 w 345672"/>
                  <a:gd name="connsiteY11" fmla="*/ 413998 h 41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5672" h="415027">
                    <a:moveTo>
                      <a:pt x="4642" y="413998"/>
                    </a:moveTo>
                    <a:lnTo>
                      <a:pt x="3404" y="413998"/>
                    </a:lnTo>
                    <a:cubicBezTo>
                      <a:pt x="889" y="413332"/>
                      <a:pt x="-597" y="410664"/>
                      <a:pt x="70" y="408188"/>
                    </a:cubicBezTo>
                    <a:cubicBezTo>
                      <a:pt x="26740" y="305317"/>
                      <a:pt x="97130" y="119200"/>
                      <a:pt x="269151" y="28712"/>
                    </a:cubicBezTo>
                    <a:cubicBezTo>
                      <a:pt x="291640" y="16806"/>
                      <a:pt x="315129" y="6995"/>
                      <a:pt x="339351" y="-816"/>
                    </a:cubicBezTo>
                    <a:cubicBezTo>
                      <a:pt x="341856" y="-1578"/>
                      <a:pt x="344532" y="-244"/>
                      <a:pt x="345332" y="2232"/>
                    </a:cubicBezTo>
                    <a:cubicBezTo>
                      <a:pt x="345342" y="2328"/>
                      <a:pt x="345342" y="2328"/>
                      <a:pt x="345351" y="2328"/>
                    </a:cubicBezTo>
                    <a:cubicBezTo>
                      <a:pt x="346151" y="4804"/>
                      <a:pt x="344818" y="7376"/>
                      <a:pt x="342360" y="8233"/>
                    </a:cubicBezTo>
                    <a:cubicBezTo>
                      <a:pt x="342341" y="8233"/>
                      <a:pt x="342322" y="8233"/>
                      <a:pt x="342303" y="8233"/>
                    </a:cubicBezTo>
                    <a:cubicBezTo>
                      <a:pt x="318615" y="15852"/>
                      <a:pt x="295612" y="25377"/>
                      <a:pt x="273533" y="36808"/>
                    </a:cubicBezTo>
                    <a:cubicBezTo>
                      <a:pt x="104845" y="125581"/>
                      <a:pt x="35408" y="308937"/>
                      <a:pt x="9214" y="410283"/>
                    </a:cubicBezTo>
                    <a:cubicBezTo>
                      <a:pt x="8766" y="412474"/>
                      <a:pt x="6852" y="413998"/>
                      <a:pt x="4642" y="413998"/>
                    </a:cubicBezTo>
                    <a:close/>
                  </a:path>
                </a:pathLst>
              </a:custGeom>
              <a:solidFill>
                <a:srgbClr val="543E45"/>
              </a:solidFill>
              <a:ln w="9525"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350BC31F-9265-72E1-0F81-FE91CAC8E69B}"/>
                  </a:ext>
                </a:extLst>
              </p:cNvPr>
              <p:cNvSpPr/>
              <p:nvPr/>
            </p:nvSpPr>
            <p:spPr>
              <a:xfrm>
                <a:off x="6995891" y="2714815"/>
                <a:ext cx="204273" cy="677608"/>
              </a:xfrm>
              <a:custGeom>
                <a:avLst/>
                <a:gdLst>
                  <a:gd name="connsiteX0" fmla="*/ 199871 w 204273"/>
                  <a:gd name="connsiteY0" fmla="*/ 676579 h 677608"/>
                  <a:gd name="connsiteX1" fmla="*/ 195109 w 204273"/>
                  <a:gd name="connsiteY1" fmla="*/ 672197 h 677608"/>
                  <a:gd name="connsiteX2" fmla="*/ 141388 w 204273"/>
                  <a:gd name="connsiteY2" fmla="*/ 300722 h 677608"/>
                  <a:gd name="connsiteX3" fmla="*/ 81285 w 204273"/>
                  <a:gd name="connsiteY3" fmla="*/ 122700 h 677608"/>
                  <a:gd name="connsiteX4" fmla="*/ 1275 w 204273"/>
                  <a:gd name="connsiteY4" fmla="*/ 7066 h 677608"/>
                  <a:gd name="connsiteX5" fmla="*/ 1275 w 204273"/>
                  <a:gd name="connsiteY5" fmla="*/ 399 h 677608"/>
                  <a:gd name="connsiteX6" fmla="*/ 8009 w 204273"/>
                  <a:gd name="connsiteY6" fmla="*/ 399 h 677608"/>
                  <a:gd name="connsiteX7" fmla="*/ 8038 w 204273"/>
                  <a:gd name="connsiteY7" fmla="*/ 399 h 677608"/>
                  <a:gd name="connsiteX8" fmla="*/ 89381 w 204273"/>
                  <a:gd name="connsiteY8" fmla="*/ 117842 h 677608"/>
                  <a:gd name="connsiteX9" fmla="*/ 150342 w 204273"/>
                  <a:gd name="connsiteY9" fmla="*/ 298817 h 677608"/>
                  <a:gd name="connsiteX10" fmla="*/ 204158 w 204273"/>
                  <a:gd name="connsiteY10" fmla="*/ 671340 h 677608"/>
                  <a:gd name="connsiteX11" fmla="*/ 199919 w 204273"/>
                  <a:gd name="connsiteY11" fmla="*/ 676579 h 677608"/>
                  <a:gd name="connsiteX12" fmla="*/ 199871 w 204273"/>
                  <a:gd name="connsiteY12" fmla="*/ 676579 h 677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73" h="677608">
                    <a:moveTo>
                      <a:pt x="199871" y="676579"/>
                    </a:moveTo>
                    <a:cubicBezTo>
                      <a:pt x="197385" y="676579"/>
                      <a:pt x="195309" y="674673"/>
                      <a:pt x="195109" y="672197"/>
                    </a:cubicBezTo>
                    <a:cubicBezTo>
                      <a:pt x="184355" y="547419"/>
                      <a:pt x="166420" y="423404"/>
                      <a:pt x="141388" y="300722"/>
                    </a:cubicBezTo>
                    <a:cubicBezTo>
                      <a:pt x="130320" y="238715"/>
                      <a:pt x="110060" y="178707"/>
                      <a:pt x="81285" y="122700"/>
                    </a:cubicBezTo>
                    <a:cubicBezTo>
                      <a:pt x="59349" y="81076"/>
                      <a:pt x="32479" y="42310"/>
                      <a:pt x="1275" y="7066"/>
                    </a:cubicBezTo>
                    <a:cubicBezTo>
                      <a:pt x="-544" y="5257"/>
                      <a:pt x="-544" y="2208"/>
                      <a:pt x="1275" y="399"/>
                    </a:cubicBezTo>
                    <a:cubicBezTo>
                      <a:pt x="3123" y="-1506"/>
                      <a:pt x="6143" y="-1506"/>
                      <a:pt x="8009" y="399"/>
                    </a:cubicBezTo>
                    <a:cubicBezTo>
                      <a:pt x="8019" y="399"/>
                      <a:pt x="8028" y="399"/>
                      <a:pt x="8038" y="399"/>
                    </a:cubicBezTo>
                    <a:cubicBezTo>
                      <a:pt x="39728" y="36213"/>
                      <a:pt x="67036" y="75552"/>
                      <a:pt x="89381" y="117842"/>
                    </a:cubicBezTo>
                    <a:cubicBezTo>
                      <a:pt x="118633" y="174801"/>
                      <a:pt x="139188" y="235762"/>
                      <a:pt x="150342" y="298817"/>
                    </a:cubicBezTo>
                    <a:cubicBezTo>
                      <a:pt x="175449" y="421881"/>
                      <a:pt x="193414" y="546276"/>
                      <a:pt x="204158" y="671340"/>
                    </a:cubicBezTo>
                    <a:cubicBezTo>
                      <a:pt x="204434" y="673912"/>
                      <a:pt x="202538" y="676293"/>
                      <a:pt x="199919" y="676579"/>
                    </a:cubicBezTo>
                    <a:cubicBezTo>
                      <a:pt x="199900" y="676579"/>
                      <a:pt x="199891" y="676579"/>
                      <a:pt x="199871" y="676579"/>
                    </a:cubicBezTo>
                    <a:close/>
                  </a:path>
                </a:pathLst>
              </a:custGeom>
              <a:solidFill>
                <a:srgbClr val="543E45"/>
              </a:solidFill>
              <a:ln w="9525" cap="flat">
                <a:noFill/>
                <a:prstDash val="solid"/>
                <a:miter/>
              </a:ln>
            </p:spPr>
            <p:txBody>
              <a:bodyPr rtlCol="0" anchor="ctr"/>
              <a:lstStyle/>
              <a:p>
                <a:endParaRPr lang="zh-CN" altLang="en-US"/>
              </a:p>
            </p:txBody>
          </p:sp>
          <p:sp>
            <p:nvSpPr>
              <p:cNvPr id="38" name="任意多边形: 形状 37">
                <a:extLst>
                  <a:ext uri="{FF2B5EF4-FFF2-40B4-BE49-F238E27FC236}">
                    <a16:creationId xmlns:a16="http://schemas.microsoft.com/office/drawing/2014/main" id="{92218EFE-A770-547E-03DB-DDB76E12A4F2}"/>
                  </a:ext>
                </a:extLst>
              </p:cNvPr>
              <p:cNvSpPr/>
              <p:nvPr/>
            </p:nvSpPr>
            <p:spPr>
              <a:xfrm>
                <a:off x="6121860" y="4998085"/>
                <a:ext cx="95244" cy="184467"/>
              </a:xfrm>
              <a:custGeom>
                <a:avLst/>
                <a:gdLst>
                  <a:gd name="connsiteX0" fmla="*/ 79873 w 95244"/>
                  <a:gd name="connsiteY0" fmla="*/ 183437 h 184467"/>
                  <a:gd name="connsiteX1" fmla="*/ 78444 w 95244"/>
                  <a:gd name="connsiteY1" fmla="*/ 183437 h 184467"/>
                  <a:gd name="connsiteX2" fmla="*/ 65681 w 95244"/>
                  <a:gd name="connsiteY2" fmla="*/ 167816 h 184467"/>
                  <a:gd name="connsiteX3" fmla="*/ 5959 w 95244"/>
                  <a:gd name="connsiteY3" fmla="*/ 24941 h 184467"/>
                  <a:gd name="connsiteX4" fmla="*/ 2530 w 95244"/>
                  <a:gd name="connsiteY4" fmla="*/ 5034 h 184467"/>
                  <a:gd name="connsiteX5" fmla="*/ 22447 w 95244"/>
                  <a:gd name="connsiteY5" fmla="*/ 1605 h 184467"/>
                  <a:gd name="connsiteX6" fmla="*/ 23866 w 95244"/>
                  <a:gd name="connsiteY6" fmla="*/ 2748 h 184467"/>
                  <a:gd name="connsiteX7" fmla="*/ 94160 w 95244"/>
                  <a:gd name="connsiteY7" fmla="*/ 171055 h 184467"/>
                  <a:gd name="connsiteX8" fmla="*/ 79873 w 95244"/>
                  <a:gd name="connsiteY8" fmla="*/ 183437 h 184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44" h="184467">
                    <a:moveTo>
                      <a:pt x="79873" y="183437"/>
                    </a:moveTo>
                    <a:lnTo>
                      <a:pt x="78444" y="183437"/>
                    </a:lnTo>
                    <a:cubicBezTo>
                      <a:pt x="70615" y="182676"/>
                      <a:pt x="64909" y="175627"/>
                      <a:pt x="65681" y="167816"/>
                    </a:cubicBezTo>
                    <a:cubicBezTo>
                      <a:pt x="71310" y="113143"/>
                      <a:pt x="48821" y="59327"/>
                      <a:pt x="5959" y="24941"/>
                    </a:cubicBezTo>
                    <a:cubicBezTo>
                      <a:pt x="-490" y="20369"/>
                      <a:pt x="-2023" y="11512"/>
                      <a:pt x="2530" y="5034"/>
                    </a:cubicBezTo>
                    <a:cubicBezTo>
                      <a:pt x="7083" y="-1442"/>
                      <a:pt x="15998" y="-2967"/>
                      <a:pt x="22447" y="1605"/>
                    </a:cubicBezTo>
                    <a:cubicBezTo>
                      <a:pt x="22942" y="1987"/>
                      <a:pt x="23418" y="2367"/>
                      <a:pt x="23866" y="2748"/>
                    </a:cubicBezTo>
                    <a:cubicBezTo>
                      <a:pt x="74291" y="43325"/>
                      <a:pt x="100752" y="106666"/>
                      <a:pt x="94160" y="171055"/>
                    </a:cubicBezTo>
                    <a:cubicBezTo>
                      <a:pt x="93160" y="178199"/>
                      <a:pt x="87064" y="183437"/>
                      <a:pt x="79873" y="183437"/>
                    </a:cubicBezTo>
                    <a:close/>
                  </a:path>
                </a:pathLst>
              </a:custGeom>
              <a:solidFill>
                <a:srgbClr val="282425"/>
              </a:solidFill>
              <a:ln w="9525"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1FD57F19-15FF-0B5F-7E70-9EA9E2680D60}"/>
                  </a:ext>
                </a:extLst>
              </p:cNvPr>
              <p:cNvSpPr/>
              <p:nvPr/>
            </p:nvSpPr>
            <p:spPr>
              <a:xfrm>
                <a:off x="5873998" y="5033875"/>
                <a:ext cx="88336" cy="147820"/>
              </a:xfrm>
              <a:custGeom>
                <a:avLst/>
                <a:gdLst>
                  <a:gd name="connsiteX0" fmla="*/ 73417 w 88336"/>
                  <a:gd name="connsiteY0" fmla="*/ 146790 h 147820"/>
                  <a:gd name="connsiteX1" fmla="*/ 72084 w 88336"/>
                  <a:gd name="connsiteY1" fmla="*/ 146790 h 147820"/>
                  <a:gd name="connsiteX2" fmla="*/ 59130 w 88336"/>
                  <a:gd name="connsiteY2" fmla="*/ 131264 h 147820"/>
                  <a:gd name="connsiteX3" fmla="*/ 59130 w 88336"/>
                  <a:gd name="connsiteY3" fmla="*/ 131264 h 147820"/>
                  <a:gd name="connsiteX4" fmla="*/ 43318 w 88336"/>
                  <a:gd name="connsiteY4" fmla="*/ 61637 h 147820"/>
                  <a:gd name="connsiteX5" fmla="*/ 7600 w 88336"/>
                  <a:gd name="connsiteY5" fmla="*/ 25918 h 147820"/>
                  <a:gd name="connsiteX6" fmla="*/ 1532 w 88336"/>
                  <a:gd name="connsiteY6" fmla="*/ 6678 h 147820"/>
                  <a:gd name="connsiteX7" fmla="*/ 20801 w 88336"/>
                  <a:gd name="connsiteY7" fmla="*/ 582 h 147820"/>
                  <a:gd name="connsiteX8" fmla="*/ 22649 w 88336"/>
                  <a:gd name="connsiteY8" fmla="*/ 1725 h 147820"/>
                  <a:gd name="connsiteX9" fmla="*/ 67607 w 88336"/>
                  <a:gd name="connsiteY9" fmla="*/ 46682 h 147820"/>
                  <a:gd name="connsiteX10" fmla="*/ 87610 w 88336"/>
                  <a:gd name="connsiteY10" fmla="*/ 133932 h 147820"/>
                  <a:gd name="connsiteX11" fmla="*/ 73417 w 88336"/>
                  <a:gd name="connsiteY11" fmla="*/ 146790 h 14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8336" h="147820">
                    <a:moveTo>
                      <a:pt x="73417" y="146790"/>
                    </a:moveTo>
                    <a:lnTo>
                      <a:pt x="72084" y="146790"/>
                    </a:lnTo>
                    <a:cubicBezTo>
                      <a:pt x="64226" y="146124"/>
                      <a:pt x="58425" y="139170"/>
                      <a:pt x="59130" y="131264"/>
                    </a:cubicBezTo>
                    <a:cubicBezTo>
                      <a:pt x="59130" y="131264"/>
                      <a:pt x="59130" y="131264"/>
                      <a:pt x="59130" y="131264"/>
                    </a:cubicBezTo>
                    <a:cubicBezTo>
                      <a:pt x="61425" y="106975"/>
                      <a:pt x="55891" y="82592"/>
                      <a:pt x="43318" y="61637"/>
                    </a:cubicBezTo>
                    <a:cubicBezTo>
                      <a:pt x="34279" y="47159"/>
                      <a:pt x="22068" y="34967"/>
                      <a:pt x="7600" y="25918"/>
                    </a:cubicBezTo>
                    <a:cubicBezTo>
                      <a:pt x="599" y="22299"/>
                      <a:pt x="-2116" y="13631"/>
                      <a:pt x="1532" y="6678"/>
                    </a:cubicBezTo>
                    <a:cubicBezTo>
                      <a:pt x="5180" y="-371"/>
                      <a:pt x="13810" y="-3038"/>
                      <a:pt x="20801" y="582"/>
                    </a:cubicBezTo>
                    <a:cubicBezTo>
                      <a:pt x="21449" y="868"/>
                      <a:pt x="22068" y="1248"/>
                      <a:pt x="22649" y="1725"/>
                    </a:cubicBezTo>
                    <a:cubicBezTo>
                      <a:pt x="40889" y="13059"/>
                      <a:pt x="56272" y="28394"/>
                      <a:pt x="67607" y="46682"/>
                    </a:cubicBezTo>
                    <a:cubicBezTo>
                      <a:pt x="83485" y="72876"/>
                      <a:pt x="90505" y="103451"/>
                      <a:pt x="87610" y="133932"/>
                    </a:cubicBezTo>
                    <a:cubicBezTo>
                      <a:pt x="86876" y="141266"/>
                      <a:pt x="80742" y="146790"/>
                      <a:pt x="73417" y="146790"/>
                    </a:cubicBezTo>
                    <a:close/>
                  </a:path>
                </a:pathLst>
              </a:custGeom>
              <a:solidFill>
                <a:srgbClr val="282425"/>
              </a:solidFill>
              <a:ln w="9525" cap="flat">
                <a:noFill/>
                <a:prstDash val="solid"/>
                <a:miter/>
              </a:ln>
            </p:spPr>
            <p:txBody>
              <a:bodyPr rtlCol="0" anchor="ctr"/>
              <a:lstStyle/>
              <a:p>
                <a:endParaRPr lang="zh-CN" altLang="en-US"/>
              </a:p>
            </p:txBody>
          </p:sp>
          <p:sp>
            <p:nvSpPr>
              <p:cNvPr id="40" name="任意多边形: 形状 39">
                <a:extLst>
                  <a:ext uri="{FF2B5EF4-FFF2-40B4-BE49-F238E27FC236}">
                    <a16:creationId xmlns:a16="http://schemas.microsoft.com/office/drawing/2014/main" id="{A33F3EF5-8CA1-376D-261B-2B1CDA86EDFB}"/>
                  </a:ext>
                </a:extLst>
              </p:cNvPr>
              <p:cNvSpPr/>
              <p:nvPr/>
            </p:nvSpPr>
            <p:spPr>
              <a:xfrm>
                <a:off x="5632209" y="5049444"/>
                <a:ext cx="49556" cy="121869"/>
              </a:xfrm>
              <a:custGeom>
                <a:avLst/>
                <a:gdLst>
                  <a:gd name="connsiteX0" fmla="*/ 35076 w 49556"/>
                  <a:gd name="connsiteY0" fmla="*/ 120839 h 121869"/>
                  <a:gd name="connsiteX1" fmla="*/ 34409 w 49556"/>
                  <a:gd name="connsiteY1" fmla="*/ 120839 h 121869"/>
                  <a:gd name="connsiteX2" fmla="*/ 20788 w 49556"/>
                  <a:gd name="connsiteY2" fmla="*/ 105980 h 121869"/>
                  <a:gd name="connsiteX3" fmla="*/ 15550 w 49556"/>
                  <a:gd name="connsiteY3" fmla="*/ 56355 h 121869"/>
                  <a:gd name="connsiteX4" fmla="*/ 1167 w 49556"/>
                  <a:gd name="connsiteY4" fmla="*/ 19112 h 121869"/>
                  <a:gd name="connsiteX5" fmla="*/ 8349 w 49556"/>
                  <a:gd name="connsiteY5" fmla="*/ 252 h 121869"/>
                  <a:gd name="connsiteX6" fmla="*/ 26313 w 49556"/>
                  <a:gd name="connsiteY6" fmla="*/ 5681 h 121869"/>
                  <a:gd name="connsiteX7" fmla="*/ 43267 w 49556"/>
                  <a:gd name="connsiteY7" fmla="*/ 49211 h 121869"/>
                  <a:gd name="connsiteX8" fmla="*/ 49268 w 49556"/>
                  <a:gd name="connsiteY8" fmla="*/ 107218 h 121869"/>
                  <a:gd name="connsiteX9" fmla="*/ 35076 w 49556"/>
                  <a:gd name="connsiteY9" fmla="*/ 120839 h 121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556" h="121869">
                    <a:moveTo>
                      <a:pt x="35076" y="120839"/>
                    </a:moveTo>
                    <a:lnTo>
                      <a:pt x="34409" y="120839"/>
                    </a:lnTo>
                    <a:cubicBezTo>
                      <a:pt x="26551" y="120458"/>
                      <a:pt x="20464" y="113791"/>
                      <a:pt x="20788" y="105980"/>
                    </a:cubicBezTo>
                    <a:cubicBezTo>
                      <a:pt x="21484" y="89311"/>
                      <a:pt x="19722" y="72547"/>
                      <a:pt x="15550" y="56355"/>
                    </a:cubicBezTo>
                    <a:cubicBezTo>
                      <a:pt x="12273" y="43401"/>
                      <a:pt x="7444" y="30923"/>
                      <a:pt x="1167" y="19112"/>
                    </a:cubicBezTo>
                    <a:cubicBezTo>
                      <a:pt x="-2062" y="11873"/>
                      <a:pt x="1148" y="3491"/>
                      <a:pt x="8349" y="252"/>
                    </a:cubicBezTo>
                    <a:cubicBezTo>
                      <a:pt x="14864" y="-2701"/>
                      <a:pt x="22531" y="-414"/>
                      <a:pt x="26313" y="5681"/>
                    </a:cubicBezTo>
                    <a:cubicBezTo>
                      <a:pt x="33685" y="19493"/>
                      <a:pt x="39372" y="34067"/>
                      <a:pt x="43267" y="49211"/>
                    </a:cubicBezTo>
                    <a:cubicBezTo>
                      <a:pt x="48125" y="68166"/>
                      <a:pt x="50144" y="87692"/>
                      <a:pt x="49268" y="107218"/>
                    </a:cubicBezTo>
                    <a:cubicBezTo>
                      <a:pt x="48916" y="114838"/>
                      <a:pt x="42677" y="120839"/>
                      <a:pt x="35076" y="120839"/>
                    </a:cubicBezTo>
                    <a:close/>
                  </a:path>
                </a:pathLst>
              </a:custGeom>
              <a:solidFill>
                <a:srgbClr val="282425"/>
              </a:solidFill>
              <a:ln w="9525" cap="flat">
                <a:noFill/>
                <a:prstDash val="solid"/>
                <a:miter/>
              </a:ln>
            </p:spPr>
            <p:txBody>
              <a:bodyPr rtlCol="0" anchor="ctr"/>
              <a:lstStyle/>
              <a:p>
                <a:endParaRPr lang="zh-CN" altLang="en-US"/>
              </a:p>
            </p:txBody>
          </p:sp>
          <p:sp>
            <p:nvSpPr>
              <p:cNvPr id="41" name="任意多边形: 形状 40">
                <a:extLst>
                  <a:ext uri="{FF2B5EF4-FFF2-40B4-BE49-F238E27FC236}">
                    <a16:creationId xmlns:a16="http://schemas.microsoft.com/office/drawing/2014/main" id="{6796FEEB-F7FA-3E4B-9015-EB030A3C0C4A}"/>
                  </a:ext>
                </a:extLst>
              </p:cNvPr>
              <p:cNvSpPr/>
              <p:nvPr/>
            </p:nvSpPr>
            <p:spPr>
              <a:xfrm>
                <a:off x="6845329" y="4908805"/>
                <a:ext cx="82924" cy="202024"/>
              </a:xfrm>
              <a:custGeom>
                <a:avLst/>
                <a:gdLst>
                  <a:gd name="connsiteX0" fmla="*/ 14201 w 82924"/>
                  <a:gd name="connsiteY0" fmla="*/ 200994 h 202024"/>
                  <a:gd name="connsiteX1" fmla="*/ -87 w 82924"/>
                  <a:gd name="connsiteY1" fmla="*/ 186707 h 202024"/>
                  <a:gd name="connsiteX2" fmla="*/ 57063 w 82924"/>
                  <a:gd name="connsiteY2" fmla="*/ 4779 h 202024"/>
                  <a:gd name="connsiteX3" fmla="*/ 77046 w 82924"/>
                  <a:gd name="connsiteY3" fmla="*/ 1826 h 202024"/>
                  <a:gd name="connsiteX4" fmla="*/ 80399 w 82924"/>
                  <a:gd name="connsiteY4" fmla="*/ 21257 h 202024"/>
                  <a:gd name="connsiteX5" fmla="*/ 28107 w 82924"/>
                  <a:gd name="connsiteY5" fmla="*/ 186707 h 202024"/>
                  <a:gd name="connsiteX6" fmla="*/ 13819 w 82924"/>
                  <a:gd name="connsiteY6" fmla="*/ 200994 h 202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924" h="202024">
                    <a:moveTo>
                      <a:pt x="14201" y="200994"/>
                    </a:moveTo>
                    <a:cubicBezTo>
                      <a:pt x="6314" y="200994"/>
                      <a:pt x="-87" y="194612"/>
                      <a:pt x="-87" y="186707"/>
                    </a:cubicBezTo>
                    <a:cubicBezTo>
                      <a:pt x="-335" y="121650"/>
                      <a:pt x="19630" y="58024"/>
                      <a:pt x="57063" y="4779"/>
                    </a:cubicBezTo>
                    <a:cubicBezTo>
                      <a:pt x="61759" y="-1602"/>
                      <a:pt x="70703" y="-2936"/>
                      <a:pt x="77046" y="1826"/>
                    </a:cubicBezTo>
                    <a:cubicBezTo>
                      <a:pt x="83190" y="6303"/>
                      <a:pt x="84667" y="14876"/>
                      <a:pt x="80399" y="21257"/>
                    </a:cubicBezTo>
                    <a:cubicBezTo>
                      <a:pt x="46204" y="69644"/>
                      <a:pt x="27926" y="127461"/>
                      <a:pt x="28107" y="186707"/>
                    </a:cubicBezTo>
                    <a:cubicBezTo>
                      <a:pt x="28107" y="194612"/>
                      <a:pt x="21706" y="200994"/>
                      <a:pt x="13819" y="200994"/>
                    </a:cubicBezTo>
                    <a:close/>
                  </a:path>
                </a:pathLst>
              </a:custGeom>
              <a:solidFill>
                <a:srgbClr val="282425"/>
              </a:solidFill>
              <a:ln w="9525" cap="flat">
                <a:noFill/>
                <a:prstDash val="solid"/>
                <a:miter/>
              </a:ln>
            </p:spPr>
            <p:txBody>
              <a:bodyPr rtlCol="0" anchor="ctr"/>
              <a:lstStyle/>
              <a:p>
                <a:endParaRPr lang="zh-CN" altLang="en-US"/>
              </a:p>
            </p:txBody>
          </p:sp>
          <p:sp>
            <p:nvSpPr>
              <p:cNvPr id="42" name="任意多边形: 形状 41">
                <a:extLst>
                  <a:ext uri="{FF2B5EF4-FFF2-40B4-BE49-F238E27FC236}">
                    <a16:creationId xmlns:a16="http://schemas.microsoft.com/office/drawing/2014/main" id="{FAECBC8B-DC77-24B3-67F2-0206DF6BE9A5}"/>
                  </a:ext>
                </a:extLst>
              </p:cNvPr>
              <p:cNvSpPr/>
              <p:nvPr/>
            </p:nvSpPr>
            <p:spPr>
              <a:xfrm>
                <a:off x="7049000" y="4919699"/>
                <a:ext cx="60255" cy="192272"/>
              </a:xfrm>
              <a:custGeom>
                <a:avLst/>
                <a:gdLst>
                  <a:gd name="connsiteX0" fmla="*/ 16746 w 60255"/>
                  <a:gd name="connsiteY0" fmla="*/ 191243 h 192272"/>
                  <a:gd name="connsiteX1" fmla="*/ 2554 w 60255"/>
                  <a:gd name="connsiteY1" fmla="*/ 178860 h 192272"/>
                  <a:gd name="connsiteX2" fmla="*/ 2554 w 60255"/>
                  <a:gd name="connsiteY2" fmla="*/ 101040 h 192272"/>
                  <a:gd name="connsiteX3" fmla="*/ 33224 w 60255"/>
                  <a:gd name="connsiteY3" fmla="*/ 6553 h 192272"/>
                  <a:gd name="connsiteX4" fmla="*/ 52608 w 60255"/>
                  <a:gd name="connsiteY4" fmla="*/ 648 h 192272"/>
                  <a:gd name="connsiteX5" fmla="*/ 58466 w 60255"/>
                  <a:gd name="connsiteY5" fmla="*/ 20078 h 192272"/>
                  <a:gd name="connsiteX6" fmla="*/ 30843 w 60255"/>
                  <a:gd name="connsiteY6" fmla="*/ 104946 h 192272"/>
                  <a:gd name="connsiteX7" fmla="*/ 30843 w 60255"/>
                  <a:gd name="connsiteY7" fmla="*/ 174954 h 192272"/>
                  <a:gd name="connsiteX8" fmla="*/ 18823 w 60255"/>
                  <a:gd name="connsiteY8" fmla="*/ 191052 h 192272"/>
                  <a:gd name="connsiteX9" fmla="*/ 18651 w 60255"/>
                  <a:gd name="connsiteY9" fmla="*/ 191052 h 192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255" h="192272">
                    <a:moveTo>
                      <a:pt x="16746" y="191243"/>
                    </a:moveTo>
                    <a:cubicBezTo>
                      <a:pt x="9593" y="191243"/>
                      <a:pt x="3545" y="185908"/>
                      <a:pt x="2554" y="178860"/>
                    </a:cubicBezTo>
                    <a:cubicBezTo>
                      <a:pt x="-970" y="153048"/>
                      <a:pt x="-970" y="126854"/>
                      <a:pt x="2554" y="101040"/>
                    </a:cubicBezTo>
                    <a:cubicBezTo>
                      <a:pt x="7155" y="67989"/>
                      <a:pt x="17537" y="35985"/>
                      <a:pt x="33224" y="6553"/>
                    </a:cubicBezTo>
                    <a:cubicBezTo>
                      <a:pt x="36958" y="-400"/>
                      <a:pt x="45635" y="-3067"/>
                      <a:pt x="52608" y="648"/>
                    </a:cubicBezTo>
                    <a:cubicBezTo>
                      <a:pt x="59580" y="4457"/>
                      <a:pt x="62199" y="13125"/>
                      <a:pt x="58466" y="20078"/>
                    </a:cubicBezTo>
                    <a:cubicBezTo>
                      <a:pt x="44350" y="46558"/>
                      <a:pt x="34996" y="75228"/>
                      <a:pt x="30843" y="104946"/>
                    </a:cubicBezTo>
                    <a:cubicBezTo>
                      <a:pt x="27700" y="128187"/>
                      <a:pt x="27700" y="151714"/>
                      <a:pt x="30843" y="174954"/>
                    </a:cubicBezTo>
                    <a:cubicBezTo>
                      <a:pt x="31967" y="182670"/>
                      <a:pt x="26585" y="189909"/>
                      <a:pt x="18823" y="191052"/>
                    </a:cubicBezTo>
                    <a:cubicBezTo>
                      <a:pt x="18765" y="191052"/>
                      <a:pt x="18708" y="191052"/>
                      <a:pt x="18651" y="191052"/>
                    </a:cubicBezTo>
                    <a:close/>
                  </a:path>
                </a:pathLst>
              </a:custGeom>
              <a:solidFill>
                <a:srgbClr val="282425"/>
              </a:solidFill>
              <a:ln w="9525" cap="flat">
                <a:noFill/>
                <a:prstDash val="solid"/>
                <a:miter/>
              </a:ln>
            </p:spPr>
            <p:txBody>
              <a:bodyPr rtlCol="0" anchor="ctr"/>
              <a:lstStyle/>
              <a:p>
                <a:endParaRPr lang="zh-CN" altLang="en-US"/>
              </a:p>
            </p:txBody>
          </p:sp>
          <p:sp>
            <p:nvSpPr>
              <p:cNvPr id="43" name="任意多边形: 形状 42">
                <a:extLst>
                  <a:ext uri="{FF2B5EF4-FFF2-40B4-BE49-F238E27FC236}">
                    <a16:creationId xmlns:a16="http://schemas.microsoft.com/office/drawing/2014/main" id="{60D378FA-9A08-1F8E-8C5B-8C8EB2B67E30}"/>
                  </a:ext>
                </a:extLst>
              </p:cNvPr>
              <p:cNvSpPr/>
              <p:nvPr/>
            </p:nvSpPr>
            <p:spPr>
              <a:xfrm>
                <a:off x="7265210" y="4931121"/>
                <a:ext cx="42424" cy="126176"/>
              </a:xfrm>
              <a:custGeom>
                <a:avLst/>
                <a:gdLst>
                  <a:gd name="connsiteX0" fmla="*/ 14563 w 42424"/>
                  <a:gd name="connsiteY0" fmla="*/ 124862 h 126176"/>
                  <a:gd name="connsiteX1" fmla="*/ 275 w 42424"/>
                  <a:gd name="connsiteY1" fmla="*/ 111336 h 126176"/>
                  <a:gd name="connsiteX2" fmla="*/ 14467 w 42424"/>
                  <a:gd name="connsiteY2" fmla="*/ 8560 h 126176"/>
                  <a:gd name="connsiteX3" fmla="*/ 32755 w 42424"/>
                  <a:gd name="connsiteY3" fmla="*/ -202 h 126176"/>
                  <a:gd name="connsiteX4" fmla="*/ 41518 w 42424"/>
                  <a:gd name="connsiteY4" fmla="*/ 18085 h 126176"/>
                  <a:gd name="connsiteX5" fmla="*/ 28850 w 42424"/>
                  <a:gd name="connsiteY5" fmla="*/ 84760 h 126176"/>
                  <a:gd name="connsiteX6" fmla="*/ 28850 w 42424"/>
                  <a:gd name="connsiteY6" fmla="*/ 110193 h 126176"/>
                  <a:gd name="connsiteX7" fmla="*/ 15325 w 42424"/>
                  <a:gd name="connsiteY7" fmla="*/ 125146 h 126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424" h="126176">
                    <a:moveTo>
                      <a:pt x="14563" y="124862"/>
                    </a:moveTo>
                    <a:cubicBezTo>
                      <a:pt x="6962" y="124862"/>
                      <a:pt x="685" y="118956"/>
                      <a:pt x="275" y="111336"/>
                    </a:cubicBezTo>
                    <a:cubicBezTo>
                      <a:pt x="-1515" y="76474"/>
                      <a:pt x="3304" y="41613"/>
                      <a:pt x="14467" y="8560"/>
                    </a:cubicBezTo>
                    <a:cubicBezTo>
                      <a:pt x="17096" y="1132"/>
                      <a:pt x="25288" y="-2869"/>
                      <a:pt x="32755" y="-202"/>
                    </a:cubicBezTo>
                    <a:cubicBezTo>
                      <a:pt x="40223" y="2465"/>
                      <a:pt x="44147" y="10657"/>
                      <a:pt x="41518" y="18085"/>
                    </a:cubicBezTo>
                    <a:cubicBezTo>
                      <a:pt x="34318" y="39612"/>
                      <a:pt x="30060" y="62091"/>
                      <a:pt x="28850" y="84760"/>
                    </a:cubicBezTo>
                    <a:cubicBezTo>
                      <a:pt x="28374" y="93238"/>
                      <a:pt x="28374" y="101715"/>
                      <a:pt x="28850" y="110193"/>
                    </a:cubicBezTo>
                    <a:cubicBezTo>
                      <a:pt x="29231" y="118098"/>
                      <a:pt x="23183" y="124766"/>
                      <a:pt x="15325" y="125146"/>
                    </a:cubicBezTo>
                    <a:close/>
                  </a:path>
                </a:pathLst>
              </a:custGeom>
              <a:solidFill>
                <a:srgbClr val="282425"/>
              </a:solidFill>
              <a:ln w="9525" cap="flat">
                <a:noFill/>
                <a:prstDash val="solid"/>
                <a:miter/>
              </a:ln>
            </p:spPr>
            <p:txBody>
              <a:bodyPr rtlCol="0" anchor="ctr"/>
              <a:lstStyle/>
              <a:p>
                <a:endParaRPr lang="zh-CN" altLang="en-US"/>
              </a:p>
            </p:txBody>
          </p:sp>
        </p:grpSp>
      </p:grpSp>
      <p:pic>
        <p:nvPicPr>
          <p:cNvPr id="45" name="图片 44" descr="图标&#10;&#10;描述已自动生成">
            <a:extLst>
              <a:ext uri="{FF2B5EF4-FFF2-40B4-BE49-F238E27FC236}">
                <a16:creationId xmlns:a16="http://schemas.microsoft.com/office/drawing/2014/main" id="{17741077-B517-744A-B7DA-9C798FE1AA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07488108-3250-4F26-87C0-936C5D009524}"/>
              </a:ext>
            </a:extLst>
          </p:cNvPr>
          <p:cNvSpPr>
            <a:spLocks noGrp="1" noChangeArrowheads="1"/>
          </p:cNvSpPr>
          <p:nvPr>
            <p:ph type="title"/>
          </p:nvPr>
        </p:nvSpPr>
        <p:spPr/>
        <p:txBody>
          <a:bodyPr/>
          <a:lstStyle/>
          <a:p>
            <a:pPr eaLnBrk="1" hangingPunct="1"/>
            <a:r>
              <a:rPr lang="en-US" altLang="zh-CN"/>
              <a:t>5.5.3 </a:t>
            </a:r>
            <a:r>
              <a:rPr lang="zh-CN" altLang="en-US"/>
              <a:t>记录类型</a:t>
            </a:r>
          </a:p>
        </p:txBody>
      </p:sp>
      <p:sp>
        <p:nvSpPr>
          <p:cNvPr id="44035" name="Rectangle 3">
            <a:extLst>
              <a:ext uri="{FF2B5EF4-FFF2-40B4-BE49-F238E27FC236}">
                <a16:creationId xmlns:a16="http://schemas.microsoft.com/office/drawing/2014/main" id="{7DEAB107-12DF-4E2D-86D6-39978BB585D5}"/>
              </a:ext>
            </a:extLst>
          </p:cNvPr>
          <p:cNvSpPr>
            <a:spLocks noGrp="1" noChangeArrowheads="1"/>
          </p:cNvSpPr>
          <p:nvPr>
            <p:ph idx="1"/>
          </p:nvPr>
        </p:nvSpPr>
        <p:spPr/>
        <p:txBody>
          <a:bodyPr/>
          <a:lstStyle/>
          <a:p>
            <a:pPr algn="just" eaLnBrk="1" hangingPunct="1">
              <a:lnSpc>
                <a:spcPct val="90000"/>
              </a:lnSpc>
              <a:spcBef>
                <a:spcPct val="11000"/>
              </a:spcBef>
              <a:buFont typeface="Wingdings" panose="05000000000000000000" pitchFamily="2" charset="2"/>
              <a:buNone/>
            </a:pPr>
            <a:r>
              <a:rPr lang="en-US" altLang="zh-CN" sz="2800" b="1"/>
              <a:t>(Type Record)</a:t>
            </a:r>
          </a:p>
          <a:p>
            <a:pPr algn="just" eaLnBrk="1" hangingPunct="1">
              <a:lnSpc>
                <a:spcPct val="90000"/>
              </a:lnSpc>
              <a:spcBef>
                <a:spcPct val="11000"/>
              </a:spcBef>
              <a:buFont typeface="Wingdings" panose="05000000000000000000" pitchFamily="2" charset="2"/>
              <a:buNone/>
            </a:pPr>
            <a:r>
              <a:rPr lang="en-US" altLang="zh-CN" sz="2800" b="1"/>
              <a:t>(</a:t>
            </a:r>
            <a:r>
              <a:rPr lang="en-US" altLang="zh-CN" sz="2800" b="1" i="1"/>
              <a:t>l</a:t>
            </a:r>
            <a:r>
              <a:rPr lang="en-US" altLang="zh-CN" sz="2800" b="1" i="1" baseline="-30000"/>
              <a:t>i</a:t>
            </a:r>
            <a:r>
              <a:rPr lang="zh-CN" altLang="en-US" sz="2800"/>
              <a:t>是有区别的</a:t>
            </a:r>
            <a:r>
              <a:rPr lang="en-US" altLang="zh-CN" sz="2800" b="1"/>
              <a:t>)</a:t>
            </a:r>
          </a:p>
          <a:p>
            <a:pPr algn="just" eaLnBrk="1" hangingPunct="1">
              <a:lnSpc>
                <a:spcPct val="90000"/>
              </a:lnSpc>
              <a:spcBef>
                <a:spcPct val="11000"/>
              </a:spcBef>
              <a:buFont typeface="Wingdings" panose="05000000000000000000" pitchFamily="2" charset="2"/>
              <a:buNone/>
            </a:pPr>
            <a:endParaRPr lang="en-US" altLang="zh-CN" sz="2800" b="1"/>
          </a:p>
          <a:p>
            <a:pPr algn="just" eaLnBrk="1" hangingPunct="1">
              <a:lnSpc>
                <a:spcPct val="90000"/>
              </a:lnSpc>
              <a:spcBef>
                <a:spcPct val="11000"/>
              </a:spcBef>
              <a:buFont typeface="Wingdings" panose="05000000000000000000" pitchFamily="2" charset="2"/>
              <a:buNone/>
            </a:pPr>
            <a:r>
              <a:rPr lang="en-US" altLang="zh-CN" sz="2800" b="1"/>
              <a:t>(Val Record) (</a:t>
            </a:r>
            <a:r>
              <a:rPr lang="en-US" altLang="zh-CN" sz="2800" b="1" i="1"/>
              <a:t>l</a:t>
            </a:r>
            <a:r>
              <a:rPr lang="en-US" altLang="zh-CN" sz="2800" b="1" i="1" baseline="-30000"/>
              <a:t>i</a:t>
            </a:r>
            <a:r>
              <a:rPr lang="zh-CN" altLang="en-US" sz="2800"/>
              <a:t>是有区别的</a:t>
            </a:r>
            <a:r>
              <a:rPr lang="en-US" altLang="zh-CN" sz="2800" b="1"/>
              <a:t>)</a:t>
            </a:r>
          </a:p>
          <a:p>
            <a:pPr algn="just" eaLnBrk="1" hangingPunct="1">
              <a:lnSpc>
                <a:spcPct val="90000"/>
              </a:lnSpc>
              <a:spcBef>
                <a:spcPct val="11000"/>
              </a:spcBef>
              <a:buFont typeface="Wingdings" panose="05000000000000000000" pitchFamily="2" charset="2"/>
              <a:buNone/>
            </a:pPr>
            <a:r>
              <a:rPr lang="en-US" altLang="zh-CN" sz="2800" b="1"/>
              <a:t> </a:t>
            </a:r>
          </a:p>
          <a:p>
            <a:pPr algn="just" eaLnBrk="1" hangingPunct="1">
              <a:lnSpc>
                <a:spcPct val="90000"/>
              </a:lnSpc>
              <a:spcBef>
                <a:spcPct val="11000"/>
              </a:spcBef>
              <a:buFont typeface="Symbol" panose="05050102010706020507" pitchFamily="18" charset="2"/>
              <a:buNone/>
            </a:pPr>
            <a:endParaRPr lang="en-US" altLang="zh-CN" sz="2800" b="1">
              <a:sym typeface="Symbol" panose="05050102010706020507" pitchFamily="18" charset="2"/>
            </a:endParaRPr>
          </a:p>
          <a:p>
            <a:pPr algn="just" eaLnBrk="1" hangingPunct="1">
              <a:lnSpc>
                <a:spcPct val="90000"/>
              </a:lnSpc>
              <a:spcBef>
                <a:spcPct val="11000"/>
              </a:spcBef>
              <a:buFont typeface="Symbol" panose="05050102010706020507" pitchFamily="18" charset="2"/>
              <a:buNone/>
            </a:pPr>
            <a:r>
              <a:rPr lang="en-US" altLang="zh-CN" sz="2800" b="1"/>
              <a:t> </a:t>
            </a:r>
          </a:p>
          <a:p>
            <a:pPr algn="just" eaLnBrk="1" hangingPunct="1">
              <a:lnSpc>
                <a:spcPct val="90000"/>
              </a:lnSpc>
              <a:spcBef>
                <a:spcPct val="11000"/>
              </a:spcBef>
              <a:buFont typeface="Wingdings" panose="05000000000000000000" pitchFamily="2" charset="2"/>
              <a:buNone/>
            </a:pPr>
            <a:r>
              <a:rPr lang="en-US" altLang="zh-CN" sz="2800" b="1"/>
              <a:t>(Val Record Select) (1</a:t>
            </a:r>
            <a:r>
              <a:rPr lang="en-US" altLang="zh-CN" sz="2800" b="1">
                <a:sym typeface="Symbol" panose="05050102010706020507" pitchFamily="18" charset="2"/>
              </a:rPr>
              <a:t> </a:t>
            </a:r>
            <a:r>
              <a:rPr lang="en-US" altLang="zh-CN" sz="2800" b="1" i="1"/>
              <a:t>j </a:t>
            </a:r>
            <a:r>
              <a:rPr lang="en-US" altLang="zh-CN" sz="2800" b="1">
                <a:sym typeface="Symbol" panose="05050102010706020507" pitchFamily="18" charset="2"/>
              </a:rPr>
              <a:t></a:t>
            </a:r>
            <a:r>
              <a:rPr lang="en-US" altLang="zh-CN" sz="2800" b="1" i="1">
                <a:sym typeface="Symbol" panose="05050102010706020507" pitchFamily="18" charset="2"/>
              </a:rPr>
              <a:t> </a:t>
            </a:r>
            <a:r>
              <a:rPr lang="en-US" altLang="zh-CN" sz="2800" b="1" i="1"/>
              <a:t>n</a:t>
            </a:r>
            <a:r>
              <a:rPr lang="en-US" altLang="zh-CN" sz="2800" b="1"/>
              <a:t>)</a:t>
            </a:r>
          </a:p>
          <a:p>
            <a:pPr eaLnBrk="1" hangingPunct="1">
              <a:lnSpc>
                <a:spcPct val="90000"/>
              </a:lnSpc>
            </a:pPr>
            <a:endParaRPr lang="en-US" altLang="zh-CN" sz="2800"/>
          </a:p>
        </p:txBody>
      </p:sp>
      <p:grpSp>
        <p:nvGrpSpPr>
          <p:cNvPr id="44036" name="Group 4">
            <a:extLst>
              <a:ext uri="{FF2B5EF4-FFF2-40B4-BE49-F238E27FC236}">
                <a16:creationId xmlns:a16="http://schemas.microsoft.com/office/drawing/2014/main" id="{C36D0D8B-F12E-4743-8766-C60A7515D846}"/>
              </a:ext>
            </a:extLst>
          </p:cNvPr>
          <p:cNvGrpSpPr>
            <a:grpSpLocks/>
          </p:cNvGrpSpPr>
          <p:nvPr/>
        </p:nvGrpSpPr>
        <p:grpSpPr bwMode="auto">
          <a:xfrm>
            <a:off x="3449844" y="1309268"/>
            <a:ext cx="4537075" cy="762000"/>
            <a:chOff x="2971" y="3702"/>
            <a:chExt cx="2404" cy="480"/>
          </a:xfrm>
        </p:grpSpPr>
        <p:sp>
          <p:nvSpPr>
            <p:cNvPr id="44043" name="Rectangle 5" descr="Green marble">
              <a:extLst>
                <a:ext uri="{FF2B5EF4-FFF2-40B4-BE49-F238E27FC236}">
                  <a16:creationId xmlns:a16="http://schemas.microsoft.com/office/drawing/2014/main" id="{99DB68C8-7274-4A68-8AE3-8E1C95F07357}"/>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buClrTx/>
                <a:buSzTx/>
                <a:buFontTx/>
                <a:buNone/>
              </a:pPr>
              <a:r>
                <a:rPr lang="en-US" altLang="zh-CN" sz="2800" b="1" dirty="0">
                  <a:ea typeface="宋体" panose="02010600030101010101" pitchFamily="2" charset="-122"/>
                  <a:sym typeface="Symbol" panose="05050102010706020507" pitchFamily="18" charset="2"/>
                </a:rPr>
                <a:t> </a:t>
              </a:r>
              <a:r>
                <a:rPr lang="en-US" altLang="zh-CN" sz="2800" b="1" dirty="0">
                  <a:ea typeface="宋体" panose="02010600030101010101" pitchFamily="2" charset="-122"/>
                </a:rPr>
                <a:t> |</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 </a:t>
              </a:r>
              <a:r>
                <a:rPr lang="en-US" altLang="zh-CN" sz="2800" b="1" i="1" dirty="0">
                  <a:ea typeface="宋体" panose="02010600030101010101" pitchFamily="2" charset="-122"/>
                </a:rPr>
                <a:t>T</a:t>
              </a:r>
              <a:r>
                <a:rPr lang="en-US" altLang="zh-CN" sz="2800" b="1" baseline="-25000" dirty="0">
                  <a:ea typeface="宋体" panose="02010600030101010101" pitchFamily="2" charset="-122"/>
                </a:rPr>
                <a:t>1</a:t>
              </a:r>
              <a:r>
                <a:rPr lang="en-US" altLang="zh-CN" sz="2800" b="1" dirty="0">
                  <a:ea typeface="宋体" panose="02010600030101010101" pitchFamily="2" charset="-122"/>
                </a:rPr>
                <a:t>, …, </a:t>
              </a:r>
              <a:r>
                <a:rPr lang="en-US" altLang="zh-CN" sz="2800" b="1" dirty="0">
                  <a:ea typeface="宋体" panose="02010600030101010101" pitchFamily="2" charset="-122"/>
                  <a:sym typeface="Symbol" panose="05050102010706020507" pitchFamily="18" charset="2"/>
                </a:rPr>
                <a:t> </a:t>
              </a:r>
              <a:r>
                <a:rPr lang="en-US" altLang="zh-CN" sz="2800" b="1" dirty="0">
                  <a:ea typeface="宋体" panose="02010600030101010101" pitchFamily="2" charset="-122"/>
                </a:rPr>
                <a:t>|</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 </a:t>
              </a:r>
              <a:r>
                <a:rPr lang="en-US" altLang="zh-CN" sz="2800" b="1" i="1" dirty="0">
                  <a:ea typeface="宋体" panose="02010600030101010101" pitchFamily="2" charset="-122"/>
                </a:rPr>
                <a:t>T</a:t>
              </a:r>
              <a:r>
                <a:rPr lang="en-US" altLang="zh-CN" sz="2800" b="1" i="1" baseline="-25000" dirty="0">
                  <a:ea typeface="宋体" panose="02010600030101010101" pitchFamily="2" charset="-122"/>
                </a:rPr>
                <a:t>n</a:t>
              </a:r>
            </a:p>
            <a:p>
              <a:pPr algn="ctr">
                <a:buClrTx/>
                <a:buSzTx/>
                <a:buFontTx/>
                <a:buNone/>
              </a:pP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 |</a:t>
              </a:r>
              <a:r>
                <a:rPr lang="en-US" altLang="zh-CN" sz="2800" b="1" dirty="0">
                  <a:ea typeface="宋体" panose="02010600030101010101" pitchFamily="2" charset="-122"/>
                  <a:sym typeface="Symbol" panose="05050102010706020507" pitchFamily="18" charset="2"/>
                </a:rPr>
                <a:t></a:t>
              </a:r>
              <a:r>
                <a:rPr lang="en-US" altLang="zh-CN" sz="2800" b="1" dirty="0">
                  <a:ea typeface="宋体" panose="02010600030101010101" pitchFamily="2" charset="-122"/>
                </a:rPr>
                <a:t> </a:t>
              </a:r>
              <a:r>
                <a:rPr lang="en-US" altLang="zh-CN" sz="2800" b="1" i="1" dirty="0">
                  <a:ea typeface="宋体" panose="02010600030101010101" pitchFamily="2" charset="-122"/>
                </a:rPr>
                <a:t>record</a:t>
              </a:r>
              <a:r>
                <a:rPr lang="en-US" altLang="zh-CN" sz="2800" b="1" dirty="0">
                  <a:ea typeface="宋体" panose="02010600030101010101" pitchFamily="2" charset="-122"/>
                </a:rPr>
                <a:t>(</a:t>
              </a:r>
              <a:r>
                <a:rPr lang="en-US" altLang="zh-CN" sz="2800" b="1" i="1" dirty="0">
                  <a:ea typeface="宋体" panose="02010600030101010101" pitchFamily="2" charset="-122"/>
                </a:rPr>
                <a:t>l</a:t>
              </a:r>
              <a:r>
                <a:rPr lang="en-US" altLang="zh-CN" sz="2800" b="1" baseline="-25000" dirty="0">
                  <a:ea typeface="宋体" panose="02010600030101010101" pitchFamily="2" charset="-122"/>
                </a:rPr>
                <a:t>1</a:t>
              </a:r>
              <a:r>
                <a:rPr lang="en-US" altLang="zh-CN" sz="2800" b="1" dirty="0">
                  <a:ea typeface="宋体" panose="02010600030101010101" pitchFamily="2" charset="-122"/>
                </a:rPr>
                <a:t>:</a:t>
              </a:r>
              <a:r>
                <a:rPr lang="en-US" altLang="zh-CN" sz="2800" b="1" i="1" dirty="0">
                  <a:ea typeface="宋体" panose="02010600030101010101" pitchFamily="2" charset="-122"/>
                </a:rPr>
                <a:t>T</a:t>
              </a:r>
              <a:r>
                <a:rPr lang="en-US" altLang="zh-CN" sz="2800" b="1" baseline="-25000" dirty="0">
                  <a:ea typeface="宋体" panose="02010600030101010101" pitchFamily="2" charset="-122"/>
                </a:rPr>
                <a:t>1</a:t>
              </a:r>
              <a:r>
                <a:rPr lang="en-US" altLang="zh-CN" sz="2800" b="1" dirty="0">
                  <a:ea typeface="宋体" panose="02010600030101010101" pitchFamily="2" charset="-122"/>
                </a:rPr>
                <a:t>, …, </a:t>
              </a:r>
              <a:r>
                <a:rPr lang="en-US" altLang="zh-CN" sz="2800" b="1" i="1" dirty="0" err="1">
                  <a:ea typeface="宋体" panose="02010600030101010101" pitchFamily="2" charset="-122"/>
                </a:rPr>
                <a:t>l</a:t>
              </a:r>
              <a:r>
                <a:rPr lang="en-US" altLang="zh-CN" sz="2800" b="1" i="1" baseline="-25000" dirty="0" err="1">
                  <a:ea typeface="宋体" panose="02010600030101010101" pitchFamily="2" charset="-122"/>
                </a:rPr>
                <a:t>n</a:t>
              </a:r>
              <a:r>
                <a:rPr lang="en-US" altLang="zh-CN" sz="2800" b="1" dirty="0" err="1">
                  <a:ea typeface="宋体" panose="02010600030101010101" pitchFamily="2" charset="-122"/>
                </a:rPr>
                <a:t>:</a:t>
              </a:r>
              <a:r>
                <a:rPr lang="en-US" altLang="zh-CN" sz="2800" b="1" i="1" dirty="0" err="1">
                  <a:ea typeface="宋体" panose="02010600030101010101" pitchFamily="2" charset="-122"/>
                </a:rPr>
                <a:t>T</a:t>
              </a:r>
              <a:r>
                <a:rPr lang="en-US" altLang="zh-CN" sz="2800" b="1" i="1" baseline="-25000" dirty="0" err="1">
                  <a:ea typeface="宋体" panose="02010600030101010101" pitchFamily="2" charset="-122"/>
                </a:rPr>
                <a:t>n</a:t>
              </a:r>
              <a:r>
                <a:rPr lang="en-US" altLang="zh-CN" sz="2800" b="1" dirty="0">
                  <a:ea typeface="宋体" panose="02010600030101010101" pitchFamily="2" charset="-122"/>
                </a:rPr>
                <a:t>)</a:t>
              </a:r>
            </a:p>
          </p:txBody>
        </p:sp>
        <p:sp>
          <p:nvSpPr>
            <p:cNvPr id="44044" name="Line 6">
              <a:extLst>
                <a:ext uri="{FF2B5EF4-FFF2-40B4-BE49-F238E27FC236}">
                  <a16:creationId xmlns:a16="http://schemas.microsoft.com/office/drawing/2014/main" id="{A5CCA821-E94E-41DD-B652-A258C29E7ECC}"/>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4037" name="Group 7">
            <a:extLst>
              <a:ext uri="{FF2B5EF4-FFF2-40B4-BE49-F238E27FC236}">
                <a16:creationId xmlns:a16="http://schemas.microsoft.com/office/drawing/2014/main" id="{DBB34A56-CBE2-4F69-9457-E90EEEB86B33}"/>
              </a:ext>
            </a:extLst>
          </p:cNvPr>
          <p:cNvGrpSpPr>
            <a:grpSpLocks/>
          </p:cNvGrpSpPr>
          <p:nvPr/>
        </p:nvGrpSpPr>
        <p:grpSpPr bwMode="auto">
          <a:xfrm>
            <a:off x="0" y="3196430"/>
            <a:ext cx="9144000" cy="762000"/>
            <a:chOff x="2971" y="3702"/>
            <a:chExt cx="2404" cy="480"/>
          </a:xfrm>
        </p:grpSpPr>
        <p:sp>
          <p:nvSpPr>
            <p:cNvPr id="44041" name="Rectangle 8" descr="Green marble">
              <a:extLst>
                <a:ext uri="{FF2B5EF4-FFF2-40B4-BE49-F238E27FC236}">
                  <a16:creationId xmlns:a16="http://schemas.microsoft.com/office/drawing/2014/main" id="{587393EC-5D60-4A77-8BEC-2666D772E402}"/>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buClrTx/>
                <a:buSzTx/>
                <a:buFontTx/>
                <a:buNone/>
              </a:pPr>
              <a:r>
                <a:rPr lang="en-US" altLang="zh-CN" sz="2800" b="1">
                  <a:ea typeface="宋体" panose="02010600030101010101" pitchFamily="2" charset="-122"/>
                  <a:sym typeface="Symbol" panose="05050102010706020507" pitchFamily="18" charset="2"/>
                </a:rPr>
                <a:t> </a:t>
              </a:r>
              <a:r>
                <a:rPr lang="en-US" altLang="zh-CN" sz="2800" b="1">
                  <a:ea typeface="宋体" panose="02010600030101010101" pitchFamily="2" charset="-122"/>
                </a:rPr>
                <a:t> |</a:t>
              </a:r>
              <a:r>
                <a:rPr lang="en-US" altLang="zh-CN" sz="2800" b="1">
                  <a:ea typeface="宋体" panose="02010600030101010101" pitchFamily="2" charset="-122"/>
                  <a:sym typeface="Symbol" panose="05050102010706020507" pitchFamily="18" charset="2"/>
                </a:rPr>
                <a:t></a:t>
              </a:r>
              <a:r>
                <a:rPr lang="en-US" altLang="zh-CN" sz="2800" b="1">
                  <a:ea typeface="宋体" panose="02010600030101010101" pitchFamily="2" charset="-122"/>
                </a:rPr>
                <a:t> </a:t>
              </a:r>
              <a:r>
                <a:rPr lang="en-US" altLang="zh-CN" sz="2800" b="1" i="1">
                  <a:ea typeface="宋体" panose="02010600030101010101" pitchFamily="2" charset="-122"/>
                </a:rPr>
                <a:t>M</a:t>
              </a:r>
              <a:r>
                <a:rPr lang="en-US" altLang="zh-CN" sz="2800" b="1" baseline="-25000">
                  <a:ea typeface="宋体" panose="02010600030101010101" pitchFamily="2" charset="-122"/>
                </a:rPr>
                <a:t>1</a:t>
              </a:r>
              <a:r>
                <a:rPr lang="en-US" altLang="zh-CN" sz="2800" b="1">
                  <a:ea typeface="宋体" panose="02010600030101010101" pitchFamily="2" charset="-122"/>
                </a:rPr>
                <a:t>:</a:t>
              </a:r>
              <a:r>
                <a:rPr lang="en-US" altLang="zh-CN" sz="2800" b="1" i="1">
                  <a:ea typeface="宋体" panose="02010600030101010101" pitchFamily="2" charset="-122"/>
                </a:rPr>
                <a:t>T</a:t>
              </a:r>
              <a:r>
                <a:rPr lang="en-US" altLang="zh-CN" sz="2800" b="1" baseline="-25000">
                  <a:ea typeface="宋体" panose="02010600030101010101" pitchFamily="2" charset="-122"/>
                </a:rPr>
                <a:t>1</a:t>
              </a:r>
              <a:r>
                <a:rPr lang="en-US" altLang="zh-CN" sz="2800" b="1">
                  <a:ea typeface="宋体" panose="02010600030101010101" pitchFamily="2" charset="-122"/>
                </a:rPr>
                <a:t>,…, </a:t>
              </a:r>
              <a:r>
                <a:rPr lang="en-US" altLang="zh-CN" sz="2800" b="1">
                  <a:ea typeface="宋体" panose="02010600030101010101" pitchFamily="2" charset="-122"/>
                  <a:sym typeface="Symbol" panose="05050102010706020507" pitchFamily="18" charset="2"/>
                </a:rPr>
                <a:t></a:t>
              </a:r>
              <a:r>
                <a:rPr lang="en-US" altLang="zh-CN" sz="2800" b="1">
                  <a:ea typeface="宋体" panose="02010600030101010101" pitchFamily="2" charset="-122"/>
                </a:rPr>
                <a:t> |</a:t>
              </a:r>
              <a:r>
                <a:rPr lang="en-US" altLang="zh-CN" sz="2800" b="1">
                  <a:ea typeface="宋体" panose="02010600030101010101" pitchFamily="2" charset="-122"/>
                  <a:sym typeface="Symbol" panose="05050102010706020507" pitchFamily="18" charset="2"/>
                </a:rPr>
                <a:t></a:t>
              </a:r>
              <a:r>
                <a:rPr lang="en-US" altLang="zh-CN" sz="2800" b="1">
                  <a:ea typeface="宋体" panose="02010600030101010101" pitchFamily="2" charset="-122"/>
                </a:rPr>
                <a:t> </a:t>
              </a:r>
              <a:r>
                <a:rPr lang="en-US" altLang="zh-CN" sz="2800" b="1" i="1">
                  <a:ea typeface="宋体" panose="02010600030101010101" pitchFamily="2" charset="-122"/>
                </a:rPr>
                <a:t>M</a:t>
              </a:r>
              <a:r>
                <a:rPr lang="en-US" altLang="zh-CN" sz="2800" b="1" i="1" baseline="-25000">
                  <a:ea typeface="宋体" panose="02010600030101010101" pitchFamily="2" charset="-122"/>
                </a:rPr>
                <a:t>n</a:t>
              </a:r>
              <a:r>
                <a:rPr lang="en-US" altLang="zh-CN" sz="2800" b="1">
                  <a:ea typeface="宋体" panose="02010600030101010101" pitchFamily="2" charset="-122"/>
                </a:rPr>
                <a:t>: </a:t>
              </a:r>
              <a:r>
                <a:rPr lang="en-US" altLang="zh-CN" sz="2800" b="1" i="1">
                  <a:ea typeface="宋体" panose="02010600030101010101" pitchFamily="2" charset="-122"/>
                </a:rPr>
                <a:t>T</a:t>
              </a:r>
              <a:r>
                <a:rPr lang="en-US" altLang="zh-CN" sz="2800" b="1" i="1" baseline="-25000">
                  <a:ea typeface="宋体" panose="02010600030101010101" pitchFamily="2" charset="-122"/>
                </a:rPr>
                <a:t>n</a:t>
              </a:r>
            </a:p>
            <a:p>
              <a:pPr algn="ctr">
                <a:buClrTx/>
                <a:buSzTx/>
                <a:buFontTx/>
                <a:buNone/>
              </a:pPr>
              <a:r>
                <a:rPr lang="en-US" altLang="zh-CN" sz="2800" b="1">
                  <a:ea typeface="宋体" panose="02010600030101010101" pitchFamily="2" charset="-122"/>
                  <a:sym typeface="Symbol" panose="05050102010706020507" pitchFamily="18" charset="2"/>
                </a:rPr>
                <a:t> </a:t>
              </a:r>
              <a:r>
                <a:rPr lang="en-US" altLang="zh-CN" sz="2800" b="1">
                  <a:ea typeface="宋体" panose="02010600030101010101" pitchFamily="2" charset="-122"/>
                </a:rPr>
                <a:t>|</a:t>
              </a:r>
              <a:r>
                <a:rPr lang="en-US" altLang="zh-CN" sz="2800" b="1">
                  <a:ea typeface="宋体" panose="02010600030101010101" pitchFamily="2" charset="-122"/>
                  <a:sym typeface="Symbol" panose="05050102010706020507" pitchFamily="18" charset="2"/>
                </a:rPr>
                <a:t> </a:t>
              </a:r>
              <a:r>
                <a:rPr lang="en-US" altLang="zh-CN" sz="2800" b="1">
                  <a:ea typeface="宋体" panose="02010600030101010101" pitchFamily="2" charset="-122"/>
                </a:rPr>
                <a:t>record</a:t>
              </a:r>
              <a:r>
                <a:rPr lang="en-US" altLang="zh-CN" sz="2800" b="1" i="1">
                  <a:ea typeface="宋体" panose="02010600030101010101" pitchFamily="2" charset="-122"/>
                </a:rPr>
                <a:t> </a:t>
              </a:r>
              <a:r>
                <a:rPr lang="en-US" altLang="zh-CN" sz="2800" b="1">
                  <a:ea typeface="宋体" panose="02010600030101010101" pitchFamily="2" charset="-122"/>
                </a:rPr>
                <a:t>(</a:t>
              </a:r>
              <a:r>
                <a:rPr lang="en-US" altLang="zh-CN" sz="2800" b="1" i="1">
                  <a:ea typeface="宋体" panose="02010600030101010101" pitchFamily="2" charset="-122"/>
                </a:rPr>
                <a:t>l</a:t>
              </a:r>
              <a:r>
                <a:rPr lang="en-US" altLang="zh-CN" sz="2800" b="1" baseline="-25000">
                  <a:ea typeface="宋体" panose="02010600030101010101" pitchFamily="2" charset="-122"/>
                </a:rPr>
                <a:t>1</a:t>
              </a:r>
              <a:r>
                <a:rPr lang="en-US" altLang="zh-CN" sz="2800" b="1">
                  <a:ea typeface="宋体" panose="02010600030101010101" pitchFamily="2" charset="-122"/>
                </a:rPr>
                <a:t>=</a:t>
              </a:r>
              <a:r>
                <a:rPr lang="en-US" altLang="zh-CN" sz="2800" b="1" i="1">
                  <a:ea typeface="宋体" panose="02010600030101010101" pitchFamily="2" charset="-122"/>
                </a:rPr>
                <a:t>M</a:t>
              </a:r>
              <a:r>
                <a:rPr lang="en-US" altLang="zh-CN" sz="2800" b="1" baseline="-25000">
                  <a:ea typeface="宋体" panose="02010600030101010101" pitchFamily="2" charset="-122"/>
                </a:rPr>
                <a:t>1</a:t>
              </a:r>
              <a:r>
                <a:rPr lang="en-US" altLang="zh-CN" sz="2800" b="1">
                  <a:ea typeface="宋体" panose="02010600030101010101" pitchFamily="2" charset="-122"/>
                </a:rPr>
                <a:t>, …, </a:t>
              </a:r>
              <a:r>
                <a:rPr lang="en-US" altLang="zh-CN" sz="2800" b="1" i="1">
                  <a:ea typeface="宋体" panose="02010600030101010101" pitchFamily="2" charset="-122"/>
                </a:rPr>
                <a:t>l</a:t>
              </a:r>
              <a:r>
                <a:rPr lang="en-US" altLang="zh-CN" sz="2800" b="1" i="1" baseline="-25000">
                  <a:ea typeface="宋体" panose="02010600030101010101" pitchFamily="2" charset="-122"/>
                </a:rPr>
                <a:t>n</a:t>
              </a:r>
              <a:r>
                <a:rPr lang="en-US" altLang="zh-CN" sz="2800" b="1">
                  <a:ea typeface="宋体" panose="02010600030101010101" pitchFamily="2" charset="-122"/>
                </a:rPr>
                <a:t>=</a:t>
              </a:r>
              <a:r>
                <a:rPr lang="en-US" altLang="zh-CN" sz="2800" b="1" i="1">
                  <a:ea typeface="宋体" panose="02010600030101010101" pitchFamily="2" charset="-122"/>
                </a:rPr>
                <a:t>M</a:t>
              </a:r>
              <a:r>
                <a:rPr lang="en-US" altLang="zh-CN" sz="2800" b="1" i="1" baseline="-25000">
                  <a:ea typeface="宋体" panose="02010600030101010101" pitchFamily="2" charset="-122"/>
                </a:rPr>
                <a:t>n</a:t>
              </a:r>
              <a:r>
                <a:rPr lang="en-US" altLang="zh-CN" sz="2800" b="1">
                  <a:ea typeface="宋体" panose="02010600030101010101" pitchFamily="2" charset="-122"/>
                </a:rPr>
                <a:t>) : </a:t>
              </a:r>
              <a:r>
                <a:rPr lang="en-US" altLang="zh-CN" sz="2800" b="1" i="1">
                  <a:ea typeface="宋体" panose="02010600030101010101" pitchFamily="2" charset="-122"/>
                </a:rPr>
                <a:t>record</a:t>
              </a:r>
              <a:r>
                <a:rPr lang="en-US" altLang="zh-CN" sz="2800" b="1">
                  <a:ea typeface="宋体" panose="02010600030101010101" pitchFamily="2" charset="-122"/>
                </a:rPr>
                <a:t> (</a:t>
              </a:r>
              <a:r>
                <a:rPr lang="en-US" altLang="zh-CN" sz="2800" b="1" i="1">
                  <a:ea typeface="宋体" panose="02010600030101010101" pitchFamily="2" charset="-122"/>
                </a:rPr>
                <a:t>l</a:t>
              </a:r>
              <a:r>
                <a:rPr lang="en-US" altLang="zh-CN" sz="2800" b="1" baseline="-25000">
                  <a:ea typeface="宋体" panose="02010600030101010101" pitchFamily="2" charset="-122"/>
                </a:rPr>
                <a:t>1</a:t>
              </a:r>
              <a:r>
                <a:rPr lang="en-US" altLang="zh-CN" sz="2800" b="1">
                  <a:ea typeface="宋体" panose="02010600030101010101" pitchFamily="2" charset="-122"/>
                </a:rPr>
                <a:t>:</a:t>
              </a:r>
              <a:r>
                <a:rPr lang="en-US" altLang="zh-CN" sz="2800" b="1" i="1">
                  <a:ea typeface="宋体" panose="02010600030101010101" pitchFamily="2" charset="-122"/>
                </a:rPr>
                <a:t>T</a:t>
              </a:r>
              <a:r>
                <a:rPr lang="en-US" altLang="zh-CN" sz="2800" b="1" baseline="-25000">
                  <a:ea typeface="宋体" panose="02010600030101010101" pitchFamily="2" charset="-122"/>
                </a:rPr>
                <a:t>1</a:t>
              </a:r>
              <a:r>
                <a:rPr lang="en-US" altLang="zh-CN" sz="2800" b="1">
                  <a:ea typeface="宋体" panose="02010600030101010101" pitchFamily="2" charset="-122"/>
                </a:rPr>
                <a:t>, …, </a:t>
              </a:r>
              <a:r>
                <a:rPr lang="en-US" altLang="zh-CN" sz="2800" b="1" i="1">
                  <a:ea typeface="宋体" panose="02010600030101010101" pitchFamily="2" charset="-122"/>
                </a:rPr>
                <a:t>l</a:t>
              </a:r>
              <a:r>
                <a:rPr lang="en-US" altLang="zh-CN" sz="2800" b="1" i="1" baseline="-25000">
                  <a:ea typeface="宋体" panose="02010600030101010101" pitchFamily="2" charset="-122"/>
                </a:rPr>
                <a:t>n</a:t>
              </a:r>
              <a:r>
                <a:rPr lang="en-US" altLang="zh-CN" sz="2800" b="1">
                  <a:ea typeface="宋体" panose="02010600030101010101" pitchFamily="2" charset="-122"/>
                </a:rPr>
                <a:t>:</a:t>
              </a:r>
              <a:r>
                <a:rPr lang="en-US" altLang="zh-CN" sz="2800" b="1" i="1">
                  <a:ea typeface="宋体" panose="02010600030101010101" pitchFamily="2" charset="-122"/>
                </a:rPr>
                <a:t>T</a:t>
              </a:r>
              <a:r>
                <a:rPr lang="en-US" altLang="zh-CN" sz="2800" b="1" i="1" baseline="-25000">
                  <a:ea typeface="宋体" panose="02010600030101010101" pitchFamily="2" charset="-122"/>
                </a:rPr>
                <a:t>n</a:t>
              </a:r>
              <a:r>
                <a:rPr lang="en-US" altLang="zh-CN" sz="2800" b="1">
                  <a:ea typeface="宋体" panose="02010600030101010101" pitchFamily="2" charset="-122"/>
                </a:rPr>
                <a:t>)</a:t>
              </a:r>
            </a:p>
          </p:txBody>
        </p:sp>
        <p:sp>
          <p:nvSpPr>
            <p:cNvPr id="44042" name="Line 9">
              <a:extLst>
                <a:ext uri="{FF2B5EF4-FFF2-40B4-BE49-F238E27FC236}">
                  <a16:creationId xmlns:a16="http://schemas.microsoft.com/office/drawing/2014/main" id="{5F663B3B-50A2-44A1-981A-78FC71A9C604}"/>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grpSp>
        <p:nvGrpSpPr>
          <p:cNvPr id="44038" name="Group 10">
            <a:extLst>
              <a:ext uri="{FF2B5EF4-FFF2-40B4-BE49-F238E27FC236}">
                <a16:creationId xmlns:a16="http://schemas.microsoft.com/office/drawing/2014/main" id="{17128B92-5B06-42FD-BC07-7ED867104A57}"/>
              </a:ext>
            </a:extLst>
          </p:cNvPr>
          <p:cNvGrpSpPr>
            <a:grpSpLocks/>
          </p:cNvGrpSpPr>
          <p:nvPr/>
        </p:nvGrpSpPr>
        <p:grpSpPr bwMode="auto">
          <a:xfrm>
            <a:off x="3449844" y="5142331"/>
            <a:ext cx="5256212" cy="762000"/>
            <a:chOff x="2971" y="3702"/>
            <a:chExt cx="2404" cy="480"/>
          </a:xfrm>
        </p:grpSpPr>
        <p:sp>
          <p:nvSpPr>
            <p:cNvPr id="44039" name="Rectangle 11" descr="Green marble">
              <a:extLst>
                <a:ext uri="{FF2B5EF4-FFF2-40B4-BE49-F238E27FC236}">
                  <a16:creationId xmlns:a16="http://schemas.microsoft.com/office/drawing/2014/main" id="{3F36719F-6F0C-4B99-B248-45ABF8886308}"/>
                </a:ext>
              </a:extLst>
            </p:cNvPr>
            <p:cNvSpPr>
              <a:spLocks noChangeArrowheads="1"/>
            </p:cNvSpPr>
            <p:nvPr/>
          </p:nvSpPr>
          <p:spPr bwMode="auto">
            <a:xfrm>
              <a:off x="2971" y="3702"/>
              <a:ext cx="24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type="none" w="sm" len="sm"/>
                  <a:tailEnd type="none" w="sm" len="sm"/>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buClrTx/>
                <a:buSzTx/>
                <a:buFontTx/>
                <a:buNone/>
              </a:pPr>
              <a:r>
                <a:rPr lang="en-US" altLang="zh-CN" sz="2800" b="1">
                  <a:ea typeface="宋体" panose="02010600030101010101" pitchFamily="2" charset="-122"/>
                  <a:sym typeface="Symbol" panose="05050102010706020507" pitchFamily="18" charset="2"/>
                </a:rPr>
                <a:t> </a:t>
              </a:r>
              <a:r>
                <a:rPr lang="en-US" altLang="zh-CN" sz="2800" b="1">
                  <a:ea typeface="宋体" panose="02010600030101010101" pitchFamily="2" charset="-122"/>
                </a:rPr>
                <a:t>|</a:t>
              </a:r>
              <a:r>
                <a:rPr lang="en-US" altLang="zh-CN" sz="2800" b="1">
                  <a:ea typeface="宋体" panose="02010600030101010101" pitchFamily="2" charset="-122"/>
                  <a:sym typeface="Symbol" panose="05050102010706020507" pitchFamily="18" charset="2"/>
                </a:rPr>
                <a:t> </a:t>
              </a:r>
              <a:r>
                <a:rPr lang="en-US" altLang="zh-CN" sz="2800" b="1" i="1">
                  <a:ea typeface="宋体" panose="02010600030101010101" pitchFamily="2" charset="-122"/>
                </a:rPr>
                <a:t>M </a:t>
              </a:r>
              <a:r>
                <a:rPr lang="en-US" altLang="zh-CN" sz="2800" b="1">
                  <a:ea typeface="宋体" panose="02010600030101010101" pitchFamily="2" charset="-122"/>
                </a:rPr>
                <a:t>: </a:t>
              </a:r>
              <a:r>
                <a:rPr lang="en-US" altLang="zh-CN" sz="2800" b="1" i="1">
                  <a:ea typeface="宋体" panose="02010600030101010101" pitchFamily="2" charset="-122"/>
                </a:rPr>
                <a:t>record</a:t>
              </a:r>
              <a:r>
                <a:rPr lang="en-US" altLang="zh-CN" sz="2800" b="1">
                  <a:ea typeface="宋体" panose="02010600030101010101" pitchFamily="2" charset="-122"/>
                </a:rPr>
                <a:t>(</a:t>
              </a:r>
              <a:r>
                <a:rPr lang="en-US" altLang="zh-CN" sz="2800" b="1" i="1">
                  <a:ea typeface="宋体" panose="02010600030101010101" pitchFamily="2" charset="-122"/>
                </a:rPr>
                <a:t>l</a:t>
              </a:r>
              <a:r>
                <a:rPr lang="en-US" altLang="zh-CN" sz="2800" b="1" baseline="-25000">
                  <a:ea typeface="宋体" panose="02010600030101010101" pitchFamily="2" charset="-122"/>
                </a:rPr>
                <a:t>1</a:t>
              </a:r>
              <a:r>
                <a:rPr lang="en-US" altLang="zh-CN" sz="2800" b="1">
                  <a:ea typeface="宋体" panose="02010600030101010101" pitchFamily="2" charset="-122"/>
                </a:rPr>
                <a:t>:</a:t>
              </a:r>
              <a:r>
                <a:rPr lang="en-US" altLang="zh-CN" sz="2800" b="1" i="1">
                  <a:ea typeface="宋体" panose="02010600030101010101" pitchFamily="2" charset="-122"/>
                </a:rPr>
                <a:t>T</a:t>
              </a:r>
              <a:r>
                <a:rPr lang="en-US" altLang="zh-CN" sz="2800" b="1" baseline="-25000">
                  <a:ea typeface="宋体" panose="02010600030101010101" pitchFamily="2" charset="-122"/>
                </a:rPr>
                <a:t>1</a:t>
              </a:r>
              <a:r>
                <a:rPr lang="en-US" altLang="zh-CN" sz="2800" b="1">
                  <a:ea typeface="宋体" panose="02010600030101010101" pitchFamily="2" charset="-122"/>
                </a:rPr>
                <a:t>, …, </a:t>
              </a:r>
              <a:r>
                <a:rPr lang="en-US" altLang="zh-CN" sz="2800" b="1" i="1">
                  <a:ea typeface="宋体" panose="02010600030101010101" pitchFamily="2" charset="-122"/>
                </a:rPr>
                <a:t>l</a:t>
              </a:r>
              <a:r>
                <a:rPr lang="en-US" altLang="zh-CN" sz="2800" b="1" i="1" baseline="-25000">
                  <a:ea typeface="宋体" panose="02010600030101010101" pitchFamily="2" charset="-122"/>
                </a:rPr>
                <a:t>n</a:t>
              </a:r>
              <a:r>
                <a:rPr lang="en-US" altLang="zh-CN" sz="2800" b="1">
                  <a:ea typeface="宋体" panose="02010600030101010101" pitchFamily="2" charset="-122"/>
                </a:rPr>
                <a:t>:</a:t>
              </a:r>
              <a:r>
                <a:rPr lang="en-US" altLang="zh-CN" sz="2800" b="1" i="1">
                  <a:ea typeface="宋体" panose="02010600030101010101" pitchFamily="2" charset="-122"/>
                </a:rPr>
                <a:t>T</a:t>
              </a:r>
              <a:r>
                <a:rPr lang="en-US" altLang="zh-CN" sz="2800" b="1" i="1" baseline="-25000">
                  <a:ea typeface="宋体" panose="02010600030101010101" pitchFamily="2" charset="-122"/>
                </a:rPr>
                <a:t>n</a:t>
              </a:r>
              <a:r>
                <a:rPr lang="en-US" altLang="zh-CN" sz="2800" b="1">
                  <a:ea typeface="宋体" panose="02010600030101010101" pitchFamily="2" charset="-122"/>
                </a:rPr>
                <a:t>)</a:t>
              </a:r>
              <a:endParaRPr lang="en-US" altLang="zh-CN" sz="2800" b="1" i="1" baseline="-25000">
                <a:ea typeface="宋体" panose="02010600030101010101" pitchFamily="2" charset="-122"/>
              </a:endParaRPr>
            </a:p>
            <a:p>
              <a:pPr algn="ctr">
                <a:buClrTx/>
                <a:buSzTx/>
                <a:buFontTx/>
                <a:buNone/>
              </a:pPr>
              <a:r>
                <a:rPr lang="en-US" altLang="zh-CN" sz="2800" b="1">
                  <a:ea typeface="宋体" panose="02010600030101010101" pitchFamily="2" charset="-122"/>
                  <a:sym typeface="Symbol" panose="05050102010706020507" pitchFamily="18" charset="2"/>
                </a:rPr>
                <a:t></a:t>
              </a:r>
              <a:r>
                <a:rPr lang="en-US" altLang="zh-CN" sz="2800" b="1">
                  <a:ea typeface="宋体" panose="02010600030101010101" pitchFamily="2" charset="-122"/>
                </a:rPr>
                <a:t> |</a:t>
              </a:r>
              <a:r>
                <a:rPr lang="en-US" altLang="zh-CN" sz="2800" b="1">
                  <a:ea typeface="宋体" panose="02010600030101010101" pitchFamily="2" charset="-122"/>
                  <a:sym typeface="Symbol" panose="05050102010706020507" pitchFamily="18" charset="2"/>
                </a:rPr>
                <a:t> </a:t>
              </a:r>
              <a:r>
                <a:rPr lang="en-US" altLang="zh-CN" sz="2800" b="1" i="1">
                  <a:ea typeface="宋体" panose="02010600030101010101" pitchFamily="2" charset="-122"/>
                </a:rPr>
                <a:t>M</a:t>
              </a:r>
              <a:r>
                <a:rPr lang="en-US" altLang="zh-CN" sz="2800" b="1">
                  <a:ea typeface="宋体" panose="02010600030101010101" pitchFamily="2" charset="-122"/>
                </a:rPr>
                <a:t>.</a:t>
              </a:r>
              <a:r>
                <a:rPr lang="en-US" altLang="zh-CN" sz="2800" b="1" i="1">
                  <a:ea typeface="宋体" panose="02010600030101010101" pitchFamily="2" charset="-122"/>
                </a:rPr>
                <a:t>l</a:t>
              </a:r>
              <a:r>
                <a:rPr lang="en-US" altLang="zh-CN" sz="2800" b="1" i="1" baseline="-25000">
                  <a:ea typeface="宋体" panose="02010600030101010101" pitchFamily="2" charset="-122"/>
                </a:rPr>
                <a:t>j</a:t>
              </a:r>
              <a:r>
                <a:rPr lang="en-US" altLang="zh-CN" sz="2800" b="1" i="1">
                  <a:ea typeface="宋体" panose="02010600030101010101" pitchFamily="2" charset="-122"/>
                </a:rPr>
                <a:t> </a:t>
              </a:r>
              <a:r>
                <a:rPr lang="en-US" altLang="zh-CN" sz="2800" b="1">
                  <a:ea typeface="宋体" panose="02010600030101010101" pitchFamily="2" charset="-122"/>
                </a:rPr>
                <a:t>: </a:t>
              </a:r>
              <a:r>
                <a:rPr lang="en-US" altLang="zh-CN" sz="2800" b="1" i="1">
                  <a:ea typeface="宋体" panose="02010600030101010101" pitchFamily="2" charset="-122"/>
                </a:rPr>
                <a:t>T</a:t>
              </a:r>
              <a:r>
                <a:rPr lang="en-US" altLang="zh-CN" sz="2800" b="1" i="1" baseline="-25000">
                  <a:ea typeface="宋体" panose="02010600030101010101" pitchFamily="2" charset="-122"/>
                </a:rPr>
                <a:t>j</a:t>
              </a:r>
              <a:endParaRPr lang="en-US" altLang="zh-CN" sz="2800" b="1">
                <a:ea typeface="宋体" panose="02010600030101010101" pitchFamily="2" charset="-122"/>
              </a:endParaRPr>
            </a:p>
          </p:txBody>
        </p:sp>
        <p:sp>
          <p:nvSpPr>
            <p:cNvPr id="44040" name="Line 12">
              <a:extLst>
                <a:ext uri="{FF2B5EF4-FFF2-40B4-BE49-F238E27FC236}">
                  <a16:creationId xmlns:a16="http://schemas.microsoft.com/office/drawing/2014/main" id="{5570A2F9-CF8B-4783-BF56-A9269DE507B2}"/>
                </a:ext>
              </a:extLst>
            </p:cNvPr>
            <p:cNvSpPr>
              <a:spLocks noChangeShapeType="1"/>
            </p:cNvSpPr>
            <p:nvPr/>
          </p:nvSpPr>
          <p:spPr bwMode="auto">
            <a:xfrm>
              <a:off x="3101" y="3942"/>
              <a:ext cx="2209"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369BC935-FCFD-B43A-54C9-99907120BD86}"/>
              </a:ext>
            </a:extLst>
          </p:cNvPr>
          <p:cNvSpPr>
            <a:spLocks noGrp="1"/>
          </p:cNvSpPr>
          <p:nvPr>
            <p:ph type="dt" sz="half" idx="10"/>
          </p:nvPr>
        </p:nvSpPr>
        <p:spPr/>
        <p:txBody>
          <a:bodyPr/>
          <a:lstStyle/>
          <a:p>
            <a:fld id="{436D2A3C-F7BC-4D36-B738-E6A0D4E29C31}"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9C66793C-D840-05A1-76B1-C60E52709A1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07AE770E-91EE-9359-05F3-C8CA6959F518}"/>
              </a:ext>
            </a:extLst>
          </p:cNvPr>
          <p:cNvSpPr>
            <a:spLocks noGrp="1"/>
          </p:cNvSpPr>
          <p:nvPr>
            <p:ph type="sldNum" sz="quarter" idx="12"/>
          </p:nvPr>
        </p:nvSpPr>
        <p:spPr/>
        <p:txBody>
          <a:bodyPr/>
          <a:lstStyle/>
          <a:p>
            <a:fld id="{094DEB03-EFC6-4C20-8FC8-295189A5386F}" type="slidenum">
              <a:rPr lang="zh-CN" altLang="en-US" smtClean="0"/>
              <a:pPr/>
              <a:t>39</a:t>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1DD0C1F3-18BB-46C1-AE5F-55E3C9DCEAF5}"/>
              </a:ext>
            </a:extLst>
          </p:cNvPr>
          <p:cNvSpPr>
            <a:spLocks noGrp="1" noChangeArrowheads="1"/>
          </p:cNvSpPr>
          <p:nvPr>
            <p:ph type="title"/>
          </p:nvPr>
        </p:nvSpPr>
        <p:spPr/>
        <p:txBody>
          <a:bodyPr/>
          <a:lstStyle/>
          <a:p>
            <a:pPr eaLnBrk="1" hangingPunct="1"/>
            <a:r>
              <a:rPr lang="en-US" altLang="zh-CN" dirty="0"/>
              <a:t>5.5.3 </a:t>
            </a:r>
            <a:r>
              <a:rPr lang="zh-CN" altLang="en-US" dirty="0"/>
              <a:t>记录类型</a:t>
            </a:r>
          </a:p>
        </p:txBody>
      </p:sp>
      <p:sp>
        <p:nvSpPr>
          <p:cNvPr id="46083" name="Rectangle 3">
            <a:extLst>
              <a:ext uri="{FF2B5EF4-FFF2-40B4-BE49-F238E27FC236}">
                <a16:creationId xmlns:a16="http://schemas.microsoft.com/office/drawing/2014/main" id="{1C5A820F-505B-41B9-9019-268512CD05EC}"/>
              </a:ext>
            </a:extLst>
          </p:cNvPr>
          <p:cNvSpPr>
            <a:spLocks noGrp="1" noChangeArrowheads="1"/>
          </p:cNvSpPr>
          <p:nvPr>
            <p:ph idx="1"/>
          </p:nvPr>
        </p:nvSpPr>
        <p:spPr/>
        <p:txBody>
          <a:bodyPr/>
          <a:lstStyle/>
          <a:p>
            <a:pPr eaLnBrk="1" hangingPunct="1">
              <a:buFont typeface="Wingdings" panose="05000000000000000000" pitchFamily="2" charset="2"/>
              <a:buNone/>
            </a:pPr>
            <a:r>
              <a:rPr lang="en-US" altLang="zh-CN" b="1"/>
              <a:t>typedef struct {</a:t>
            </a:r>
          </a:p>
          <a:p>
            <a:pPr eaLnBrk="1" hangingPunct="1">
              <a:buFont typeface="Wingdings" panose="05000000000000000000" pitchFamily="2" charset="2"/>
              <a:buNone/>
            </a:pPr>
            <a:r>
              <a:rPr lang="en-US" altLang="zh-CN" b="1"/>
              <a:t>        int address;</a:t>
            </a:r>
          </a:p>
          <a:p>
            <a:pPr eaLnBrk="1" hangingPunct="1">
              <a:buFont typeface="Wingdings" panose="05000000000000000000" pitchFamily="2" charset="2"/>
              <a:buNone/>
            </a:pPr>
            <a:r>
              <a:rPr lang="en-US" altLang="zh-CN" b="1"/>
              <a:t>        char lexeme[15];</a:t>
            </a:r>
          </a:p>
          <a:p>
            <a:pPr eaLnBrk="1" hangingPunct="1">
              <a:buFont typeface="Wingdings" panose="05000000000000000000" pitchFamily="2" charset="2"/>
              <a:buNone/>
            </a:pPr>
            <a:r>
              <a:rPr lang="en-US" altLang="zh-CN" b="1"/>
              <a:t>} row;</a:t>
            </a:r>
          </a:p>
          <a:p>
            <a:pPr eaLnBrk="1" hangingPunct="1">
              <a:buFont typeface="Wingdings" panose="05000000000000000000" pitchFamily="2" charset="2"/>
              <a:buNone/>
            </a:pPr>
            <a:r>
              <a:rPr lang="zh-CN" altLang="en-US"/>
              <a:t>定义类型名</a:t>
            </a:r>
            <a:r>
              <a:rPr lang="en-US" altLang="zh-CN" b="1"/>
              <a:t>row</a:t>
            </a:r>
            <a:r>
              <a:rPr lang="zh-CN" altLang="en-US"/>
              <a:t>代表类型表达式：</a:t>
            </a:r>
          </a:p>
          <a:p>
            <a:pPr eaLnBrk="1" hangingPunct="1">
              <a:buFont typeface="Wingdings" panose="05000000000000000000" pitchFamily="2" charset="2"/>
              <a:buNone/>
            </a:pPr>
            <a:r>
              <a:rPr lang="en-US" altLang="zh-CN" b="1" i="1"/>
              <a:t>record</a:t>
            </a:r>
            <a:r>
              <a:rPr lang="en-US" altLang="zh-CN" b="1"/>
              <a:t>(address:</a:t>
            </a:r>
            <a:r>
              <a:rPr lang="en-US" altLang="zh-CN" b="1" i="1"/>
              <a:t>integer</a:t>
            </a:r>
            <a:r>
              <a:rPr lang="en-US" altLang="zh-CN" b="1"/>
              <a:t>, lexeme:</a:t>
            </a:r>
            <a:r>
              <a:rPr lang="en-US" altLang="zh-CN" b="1" i="1"/>
              <a:t> array</a:t>
            </a:r>
            <a:r>
              <a:rPr lang="en-US" altLang="zh-CN" b="1"/>
              <a:t>(15, </a:t>
            </a:r>
            <a:r>
              <a:rPr lang="en-US" altLang="zh-CN" b="1" i="1"/>
              <a:t>char</a:t>
            </a:r>
            <a:r>
              <a:rPr lang="en-US" altLang="zh-CN" b="1"/>
              <a:t>))</a:t>
            </a:r>
            <a:r>
              <a:rPr lang="en-US" altLang="zh-CN"/>
              <a:t> </a:t>
            </a:r>
          </a:p>
        </p:txBody>
      </p:sp>
      <p:sp>
        <p:nvSpPr>
          <p:cNvPr id="2" name="日期占位符 1">
            <a:extLst>
              <a:ext uri="{FF2B5EF4-FFF2-40B4-BE49-F238E27FC236}">
                <a16:creationId xmlns:a16="http://schemas.microsoft.com/office/drawing/2014/main" id="{CAB72AEC-68CC-0CD5-6FC6-92F11B11BD32}"/>
              </a:ext>
            </a:extLst>
          </p:cNvPr>
          <p:cNvSpPr>
            <a:spLocks noGrp="1"/>
          </p:cNvSpPr>
          <p:nvPr>
            <p:ph type="dt" sz="half" idx="10"/>
          </p:nvPr>
        </p:nvSpPr>
        <p:spPr/>
        <p:txBody>
          <a:bodyPr/>
          <a:lstStyle/>
          <a:p>
            <a:fld id="{3A8B3034-8DEF-4E58-BF07-AA994A14AF65}"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5FA28B5E-6C90-CCFA-E80C-A5B8351847D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BB13BD1C-3F27-92F0-B2A6-C01501F2E90E}"/>
              </a:ext>
            </a:extLst>
          </p:cNvPr>
          <p:cNvSpPr>
            <a:spLocks noGrp="1"/>
          </p:cNvSpPr>
          <p:nvPr>
            <p:ph type="sldNum" sz="quarter" idx="12"/>
          </p:nvPr>
        </p:nvSpPr>
        <p:spPr/>
        <p:txBody>
          <a:bodyPr/>
          <a:lstStyle/>
          <a:p>
            <a:fld id="{094DEB03-EFC6-4C20-8FC8-295189A5386F}" type="slidenum">
              <a:rPr lang="zh-CN" altLang="en-US" smtClean="0"/>
              <a:pPr/>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306AC333-5786-4155-B2EE-EF6519658B0E}"/>
              </a:ext>
            </a:extLst>
          </p:cNvPr>
          <p:cNvSpPr>
            <a:spLocks noGrp="1" noChangeArrowheads="1"/>
          </p:cNvSpPr>
          <p:nvPr>
            <p:ph type="title"/>
          </p:nvPr>
        </p:nvSpPr>
        <p:spPr/>
        <p:txBody>
          <a:bodyPr/>
          <a:lstStyle/>
          <a:p>
            <a:pPr eaLnBrk="1" hangingPunct="1"/>
            <a:r>
              <a:rPr lang="en-US" altLang="zh-CN"/>
              <a:t>5.5.4 </a:t>
            </a:r>
            <a:r>
              <a:rPr lang="zh-CN" altLang="en-US"/>
              <a:t>类型表示中的环</a:t>
            </a:r>
          </a:p>
        </p:txBody>
      </p:sp>
      <p:sp>
        <p:nvSpPr>
          <p:cNvPr id="47107" name="Rectangle 3">
            <a:extLst>
              <a:ext uri="{FF2B5EF4-FFF2-40B4-BE49-F238E27FC236}">
                <a16:creationId xmlns:a16="http://schemas.microsoft.com/office/drawing/2014/main" id="{5AD3FF0F-90FC-4E86-9F3F-4B95CB093685}"/>
              </a:ext>
            </a:extLst>
          </p:cNvPr>
          <p:cNvSpPr>
            <a:spLocks noGrp="1" noChangeArrowheads="1"/>
          </p:cNvSpPr>
          <p:nvPr>
            <p:ph idx="1"/>
          </p:nvPr>
        </p:nvSpPr>
        <p:spPr/>
        <p:txBody>
          <a:bodyPr/>
          <a:lstStyle/>
          <a:p>
            <a:pPr eaLnBrk="1" hangingPunct="1">
              <a:spcBef>
                <a:spcPct val="11000"/>
              </a:spcBef>
              <a:buFont typeface="Wingdings" panose="05000000000000000000" pitchFamily="2" charset="2"/>
              <a:buNone/>
            </a:pPr>
            <a:r>
              <a:rPr lang="en-US" altLang="zh-CN" sz="2800" b="1"/>
              <a:t>typedef  struct _cell {</a:t>
            </a:r>
          </a:p>
          <a:p>
            <a:pPr eaLnBrk="1" hangingPunct="1">
              <a:spcBef>
                <a:spcPct val="11000"/>
              </a:spcBef>
              <a:buFont typeface="Wingdings" panose="05000000000000000000" pitchFamily="2" charset="2"/>
              <a:buNone/>
            </a:pPr>
            <a:r>
              <a:rPr lang="en-US" altLang="zh-CN" sz="2800" b="1"/>
              <a:t>	 int info; </a:t>
            </a:r>
          </a:p>
          <a:p>
            <a:pPr eaLnBrk="1" hangingPunct="1">
              <a:spcBef>
                <a:spcPct val="11000"/>
              </a:spcBef>
              <a:buFont typeface="Wingdings" panose="05000000000000000000" pitchFamily="2" charset="2"/>
              <a:buNone/>
            </a:pPr>
            <a:r>
              <a:rPr lang="en-US" altLang="zh-CN" sz="2800" b="1"/>
              <a:t>	 struct _cell *next;</a:t>
            </a:r>
          </a:p>
          <a:p>
            <a:pPr eaLnBrk="1" hangingPunct="1">
              <a:spcBef>
                <a:spcPct val="11000"/>
              </a:spcBef>
              <a:buFont typeface="Wingdings" panose="05000000000000000000" pitchFamily="2" charset="2"/>
              <a:buNone/>
            </a:pPr>
            <a:r>
              <a:rPr lang="en-US" altLang="zh-CN" sz="2800" b="1"/>
              <a:t>} cell;</a:t>
            </a:r>
          </a:p>
          <a:p>
            <a:pPr eaLnBrk="1" hangingPunct="1"/>
            <a:endParaRPr lang="en-US" altLang="zh-CN"/>
          </a:p>
        </p:txBody>
      </p:sp>
      <p:grpSp>
        <p:nvGrpSpPr>
          <p:cNvPr id="47108" name="Group 4">
            <a:extLst>
              <a:ext uri="{FF2B5EF4-FFF2-40B4-BE49-F238E27FC236}">
                <a16:creationId xmlns:a16="http://schemas.microsoft.com/office/drawing/2014/main" id="{26CBE23D-6A22-4E39-9A42-4DDBBDEA0C86}"/>
              </a:ext>
            </a:extLst>
          </p:cNvPr>
          <p:cNvGrpSpPr>
            <a:grpSpLocks/>
          </p:cNvGrpSpPr>
          <p:nvPr/>
        </p:nvGrpSpPr>
        <p:grpSpPr bwMode="auto">
          <a:xfrm>
            <a:off x="3797300" y="2297112"/>
            <a:ext cx="4654550" cy="3303588"/>
            <a:chOff x="2256" y="1872"/>
            <a:chExt cx="2932" cy="2081"/>
          </a:xfrm>
        </p:grpSpPr>
        <p:sp>
          <p:nvSpPr>
            <p:cNvPr id="47109" name="Rectangle 5">
              <a:extLst>
                <a:ext uri="{FF2B5EF4-FFF2-40B4-BE49-F238E27FC236}">
                  <a16:creationId xmlns:a16="http://schemas.microsoft.com/office/drawing/2014/main" id="{202D0143-1154-4260-BCF2-0BA0DBD1BE4E}"/>
                </a:ext>
              </a:extLst>
            </p:cNvPr>
            <p:cNvSpPr>
              <a:spLocks noChangeArrowheads="1"/>
            </p:cNvSpPr>
            <p:nvPr/>
          </p:nvSpPr>
          <p:spPr bwMode="auto">
            <a:xfrm>
              <a:off x="2790" y="1872"/>
              <a:ext cx="132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cell = </a:t>
              </a:r>
              <a:r>
                <a:rPr lang="en-US" altLang="zh-CN" sz="2800" b="1" i="1" dirty="0">
                  <a:ea typeface="宋体" panose="02010600030101010101" pitchFamily="2" charset="-122"/>
                </a:rPr>
                <a:t>record</a:t>
              </a:r>
              <a:endParaRPr lang="en-US" altLang="zh-CN" sz="2800" b="1" dirty="0">
                <a:ea typeface="宋体" panose="02010600030101010101" pitchFamily="2" charset="-122"/>
              </a:endParaRPr>
            </a:p>
          </p:txBody>
        </p:sp>
        <p:sp>
          <p:nvSpPr>
            <p:cNvPr id="47110" name="Rectangle 6">
              <a:extLst>
                <a:ext uri="{FF2B5EF4-FFF2-40B4-BE49-F238E27FC236}">
                  <a16:creationId xmlns:a16="http://schemas.microsoft.com/office/drawing/2014/main" id="{7992D86C-A879-4972-B529-3EADC25681BA}"/>
                </a:ext>
              </a:extLst>
            </p:cNvPr>
            <p:cNvSpPr>
              <a:spLocks noChangeArrowheads="1"/>
            </p:cNvSpPr>
            <p:nvPr/>
          </p:nvSpPr>
          <p:spPr bwMode="auto">
            <a:xfrm>
              <a:off x="3444" y="2233"/>
              <a:ext cx="40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47111" name="Rectangle 7">
              <a:extLst>
                <a:ext uri="{FF2B5EF4-FFF2-40B4-BE49-F238E27FC236}">
                  <a16:creationId xmlns:a16="http://schemas.microsoft.com/office/drawing/2014/main" id="{09478C5C-C73B-4ABC-A72D-EDB57CBC5E40}"/>
                </a:ext>
              </a:extLst>
            </p:cNvPr>
            <p:cNvSpPr>
              <a:spLocks noChangeArrowheads="1"/>
            </p:cNvSpPr>
            <p:nvPr/>
          </p:nvSpPr>
          <p:spPr bwMode="auto">
            <a:xfrm>
              <a:off x="2819" y="2642"/>
              <a:ext cx="40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7112" name="Rectangle 8">
              <a:extLst>
                <a:ext uri="{FF2B5EF4-FFF2-40B4-BE49-F238E27FC236}">
                  <a16:creationId xmlns:a16="http://schemas.microsoft.com/office/drawing/2014/main" id="{1A0D7AF5-A474-460A-8418-CE2C780B1AA4}"/>
                </a:ext>
              </a:extLst>
            </p:cNvPr>
            <p:cNvSpPr>
              <a:spLocks noChangeArrowheads="1"/>
            </p:cNvSpPr>
            <p:nvPr/>
          </p:nvSpPr>
          <p:spPr bwMode="auto">
            <a:xfrm>
              <a:off x="4111" y="2642"/>
              <a:ext cx="40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7113" name="Line 9">
              <a:extLst>
                <a:ext uri="{FF2B5EF4-FFF2-40B4-BE49-F238E27FC236}">
                  <a16:creationId xmlns:a16="http://schemas.microsoft.com/office/drawing/2014/main" id="{B49B5661-0604-400C-8FA4-34B8A00229C4}"/>
                </a:ext>
              </a:extLst>
            </p:cNvPr>
            <p:cNvSpPr>
              <a:spLocks noChangeShapeType="1"/>
            </p:cNvSpPr>
            <p:nvPr/>
          </p:nvSpPr>
          <p:spPr bwMode="auto">
            <a:xfrm>
              <a:off x="3552" y="2112"/>
              <a:ext cx="2" cy="19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14" name="Line 10">
              <a:extLst>
                <a:ext uri="{FF2B5EF4-FFF2-40B4-BE49-F238E27FC236}">
                  <a16:creationId xmlns:a16="http://schemas.microsoft.com/office/drawing/2014/main" id="{E2317162-4D2B-4B57-976E-92AB1427953E}"/>
                </a:ext>
              </a:extLst>
            </p:cNvPr>
            <p:cNvSpPr>
              <a:spLocks noChangeShapeType="1"/>
            </p:cNvSpPr>
            <p:nvPr/>
          </p:nvSpPr>
          <p:spPr bwMode="auto">
            <a:xfrm>
              <a:off x="4320" y="2880"/>
              <a:ext cx="288"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15" name="Line 11">
              <a:extLst>
                <a:ext uri="{FF2B5EF4-FFF2-40B4-BE49-F238E27FC236}">
                  <a16:creationId xmlns:a16="http://schemas.microsoft.com/office/drawing/2014/main" id="{73289FC9-3FBF-4882-BE2B-2DF751448AA2}"/>
                </a:ext>
              </a:extLst>
            </p:cNvPr>
            <p:cNvSpPr>
              <a:spLocks noChangeShapeType="1"/>
            </p:cNvSpPr>
            <p:nvPr/>
          </p:nvSpPr>
          <p:spPr bwMode="auto">
            <a:xfrm>
              <a:off x="3024" y="2880"/>
              <a:ext cx="288"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16" name="Line 12">
              <a:extLst>
                <a:ext uri="{FF2B5EF4-FFF2-40B4-BE49-F238E27FC236}">
                  <a16:creationId xmlns:a16="http://schemas.microsoft.com/office/drawing/2014/main" id="{88CBAA05-CD34-47E9-99FA-D7455E1F8A12}"/>
                </a:ext>
              </a:extLst>
            </p:cNvPr>
            <p:cNvSpPr>
              <a:spLocks noChangeShapeType="1"/>
            </p:cNvSpPr>
            <p:nvPr/>
          </p:nvSpPr>
          <p:spPr bwMode="auto">
            <a:xfrm flipH="1">
              <a:off x="2544" y="2880"/>
              <a:ext cx="288"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17" name="Line 13">
              <a:extLst>
                <a:ext uri="{FF2B5EF4-FFF2-40B4-BE49-F238E27FC236}">
                  <a16:creationId xmlns:a16="http://schemas.microsoft.com/office/drawing/2014/main" id="{B72474B1-B554-4E4C-9557-1860930C899F}"/>
                </a:ext>
              </a:extLst>
            </p:cNvPr>
            <p:cNvSpPr>
              <a:spLocks noChangeShapeType="1"/>
            </p:cNvSpPr>
            <p:nvPr/>
          </p:nvSpPr>
          <p:spPr bwMode="auto">
            <a:xfrm flipH="1">
              <a:off x="3840" y="2880"/>
              <a:ext cx="289"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18" name="Line 14">
              <a:extLst>
                <a:ext uri="{FF2B5EF4-FFF2-40B4-BE49-F238E27FC236}">
                  <a16:creationId xmlns:a16="http://schemas.microsoft.com/office/drawing/2014/main" id="{A48832F3-5161-451B-AB0D-FAD2B7A5E850}"/>
                </a:ext>
              </a:extLst>
            </p:cNvPr>
            <p:cNvSpPr>
              <a:spLocks noChangeShapeType="1"/>
            </p:cNvSpPr>
            <p:nvPr/>
          </p:nvSpPr>
          <p:spPr bwMode="auto">
            <a:xfrm flipH="1">
              <a:off x="2976" y="2496"/>
              <a:ext cx="489" cy="2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19" name="Line 15">
              <a:extLst>
                <a:ext uri="{FF2B5EF4-FFF2-40B4-BE49-F238E27FC236}">
                  <a16:creationId xmlns:a16="http://schemas.microsoft.com/office/drawing/2014/main" id="{B408935D-9562-4F95-8A91-AEA241BC697C}"/>
                </a:ext>
              </a:extLst>
            </p:cNvPr>
            <p:cNvSpPr>
              <a:spLocks noChangeShapeType="1"/>
            </p:cNvSpPr>
            <p:nvPr/>
          </p:nvSpPr>
          <p:spPr bwMode="auto">
            <a:xfrm>
              <a:off x="3696" y="2496"/>
              <a:ext cx="490" cy="2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7120" name="Rectangle 16">
              <a:extLst>
                <a:ext uri="{FF2B5EF4-FFF2-40B4-BE49-F238E27FC236}">
                  <a16:creationId xmlns:a16="http://schemas.microsoft.com/office/drawing/2014/main" id="{D9C2E678-15E5-4588-9E4F-E9151361F4BB}"/>
                </a:ext>
              </a:extLst>
            </p:cNvPr>
            <p:cNvSpPr>
              <a:spLocks noChangeArrowheads="1"/>
            </p:cNvSpPr>
            <p:nvPr/>
          </p:nvSpPr>
          <p:spPr bwMode="auto">
            <a:xfrm>
              <a:off x="2256" y="3061"/>
              <a:ext cx="57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info</a:t>
              </a:r>
            </a:p>
          </p:txBody>
        </p:sp>
        <p:sp>
          <p:nvSpPr>
            <p:cNvPr id="47121" name="Rectangle 17">
              <a:extLst>
                <a:ext uri="{FF2B5EF4-FFF2-40B4-BE49-F238E27FC236}">
                  <a16:creationId xmlns:a16="http://schemas.microsoft.com/office/drawing/2014/main" id="{99BF7CC4-0F01-4E09-94F5-C0418C49D822}"/>
                </a:ext>
              </a:extLst>
            </p:cNvPr>
            <p:cNvSpPr>
              <a:spLocks noChangeArrowheads="1"/>
            </p:cNvSpPr>
            <p:nvPr/>
          </p:nvSpPr>
          <p:spPr bwMode="auto">
            <a:xfrm>
              <a:off x="4138" y="3061"/>
              <a:ext cx="105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dirty="0">
                  <a:ea typeface="宋体" panose="02010600030101010101" pitchFamily="2" charset="-122"/>
                </a:rPr>
                <a:t>pointer</a:t>
              </a:r>
            </a:p>
          </p:txBody>
        </p:sp>
        <p:sp>
          <p:nvSpPr>
            <p:cNvPr id="47122" name="Rectangle 18">
              <a:extLst>
                <a:ext uri="{FF2B5EF4-FFF2-40B4-BE49-F238E27FC236}">
                  <a16:creationId xmlns:a16="http://schemas.microsoft.com/office/drawing/2014/main" id="{4CBF49C7-07DF-48E4-9114-75D0610605D1}"/>
                </a:ext>
              </a:extLst>
            </p:cNvPr>
            <p:cNvSpPr>
              <a:spLocks noChangeArrowheads="1"/>
            </p:cNvSpPr>
            <p:nvPr/>
          </p:nvSpPr>
          <p:spPr bwMode="auto">
            <a:xfrm>
              <a:off x="3620" y="3061"/>
              <a:ext cx="57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next</a:t>
              </a:r>
            </a:p>
          </p:txBody>
        </p:sp>
        <p:sp>
          <p:nvSpPr>
            <p:cNvPr id="47123" name="Rectangle 19">
              <a:extLst>
                <a:ext uri="{FF2B5EF4-FFF2-40B4-BE49-F238E27FC236}">
                  <a16:creationId xmlns:a16="http://schemas.microsoft.com/office/drawing/2014/main" id="{4B85204B-801E-41C5-9017-FF3AFECF421F}"/>
                </a:ext>
              </a:extLst>
            </p:cNvPr>
            <p:cNvSpPr>
              <a:spLocks noChangeArrowheads="1"/>
            </p:cNvSpPr>
            <p:nvPr/>
          </p:nvSpPr>
          <p:spPr bwMode="auto">
            <a:xfrm>
              <a:off x="2821" y="3061"/>
              <a:ext cx="775"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integer</a:t>
              </a:r>
            </a:p>
          </p:txBody>
        </p:sp>
        <p:sp>
          <p:nvSpPr>
            <p:cNvPr id="47124" name="Rectangle 20">
              <a:extLst>
                <a:ext uri="{FF2B5EF4-FFF2-40B4-BE49-F238E27FC236}">
                  <a16:creationId xmlns:a16="http://schemas.microsoft.com/office/drawing/2014/main" id="{5C1ACBE1-44E9-4F32-BEC1-1A1A96E8610E}"/>
                </a:ext>
              </a:extLst>
            </p:cNvPr>
            <p:cNvSpPr>
              <a:spLocks noChangeArrowheads="1"/>
            </p:cNvSpPr>
            <p:nvPr/>
          </p:nvSpPr>
          <p:spPr bwMode="auto">
            <a:xfrm>
              <a:off x="4320" y="3696"/>
              <a:ext cx="524"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cell</a:t>
              </a:r>
            </a:p>
          </p:txBody>
        </p:sp>
        <p:sp>
          <p:nvSpPr>
            <p:cNvPr id="47125" name="Line 21">
              <a:extLst>
                <a:ext uri="{FF2B5EF4-FFF2-40B4-BE49-F238E27FC236}">
                  <a16:creationId xmlns:a16="http://schemas.microsoft.com/office/drawing/2014/main" id="{F1B9FB1C-F39D-45F8-81BB-DEE531013897}"/>
                </a:ext>
              </a:extLst>
            </p:cNvPr>
            <p:cNvSpPr>
              <a:spLocks noChangeShapeType="1"/>
            </p:cNvSpPr>
            <p:nvPr/>
          </p:nvSpPr>
          <p:spPr bwMode="auto">
            <a:xfrm>
              <a:off x="4560" y="3360"/>
              <a:ext cx="1" cy="3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b="1"/>
            </a:p>
          </p:txBody>
        </p:sp>
      </p:grpSp>
      <p:sp>
        <p:nvSpPr>
          <p:cNvPr id="2" name="日期占位符 1">
            <a:extLst>
              <a:ext uri="{FF2B5EF4-FFF2-40B4-BE49-F238E27FC236}">
                <a16:creationId xmlns:a16="http://schemas.microsoft.com/office/drawing/2014/main" id="{1FD259D4-C871-E167-010F-B0CD4B60EED6}"/>
              </a:ext>
            </a:extLst>
          </p:cNvPr>
          <p:cNvSpPr>
            <a:spLocks noGrp="1"/>
          </p:cNvSpPr>
          <p:nvPr>
            <p:ph type="dt" sz="half" idx="10"/>
          </p:nvPr>
        </p:nvSpPr>
        <p:spPr/>
        <p:txBody>
          <a:bodyPr/>
          <a:lstStyle/>
          <a:p>
            <a:fld id="{BAB154C2-CF4E-412C-8120-8F7A5FB20D77}"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AB2503BE-44FA-27CA-F526-57F99FE0634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C8266E16-A1EC-E16F-7E14-FE6C7E7E7080}"/>
              </a:ext>
            </a:extLst>
          </p:cNvPr>
          <p:cNvSpPr>
            <a:spLocks noGrp="1"/>
          </p:cNvSpPr>
          <p:nvPr>
            <p:ph type="sldNum" sz="quarter" idx="12"/>
          </p:nvPr>
        </p:nvSpPr>
        <p:spPr/>
        <p:txBody>
          <a:bodyPr/>
          <a:lstStyle/>
          <a:p>
            <a:fld id="{094DEB03-EFC6-4C20-8FC8-295189A5386F}" type="slidenum">
              <a:rPr lang="zh-CN" altLang="en-US" smtClean="0"/>
              <a:pPr/>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82D6C64-93CB-4AB5-A705-FB8C99388627}"/>
              </a:ext>
            </a:extLst>
          </p:cNvPr>
          <p:cNvSpPr>
            <a:spLocks noGrp="1" noChangeArrowheads="1"/>
          </p:cNvSpPr>
          <p:nvPr>
            <p:ph type="title"/>
          </p:nvPr>
        </p:nvSpPr>
        <p:spPr/>
        <p:txBody>
          <a:bodyPr/>
          <a:lstStyle/>
          <a:p>
            <a:pPr eaLnBrk="1" hangingPunct="1"/>
            <a:r>
              <a:rPr lang="en-US" altLang="zh-CN"/>
              <a:t>5.5.4 </a:t>
            </a:r>
            <a:r>
              <a:rPr lang="zh-CN" altLang="en-US"/>
              <a:t>类型表示中的环</a:t>
            </a:r>
          </a:p>
        </p:txBody>
      </p:sp>
      <p:sp>
        <p:nvSpPr>
          <p:cNvPr id="48131" name="Rectangle 3">
            <a:extLst>
              <a:ext uri="{FF2B5EF4-FFF2-40B4-BE49-F238E27FC236}">
                <a16:creationId xmlns:a16="http://schemas.microsoft.com/office/drawing/2014/main" id="{9BA883B5-3626-4660-9F22-0C337EC29EE2}"/>
              </a:ext>
            </a:extLst>
          </p:cNvPr>
          <p:cNvSpPr>
            <a:spLocks noGrp="1" noChangeArrowheads="1"/>
          </p:cNvSpPr>
          <p:nvPr>
            <p:ph idx="1"/>
          </p:nvPr>
        </p:nvSpPr>
        <p:spPr/>
        <p:txBody>
          <a:bodyPr/>
          <a:lstStyle/>
          <a:p>
            <a:pPr eaLnBrk="1" hangingPunct="1">
              <a:spcBef>
                <a:spcPct val="11000"/>
              </a:spcBef>
              <a:buFont typeface="Wingdings" panose="05000000000000000000" pitchFamily="2" charset="2"/>
              <a:buNone/>
            </a:pPr>
            <a:r>
              <a:rPr lang="en-US" altLang="zh-CN" sz="2800" b="1" dirty="0"/>
              <a:t>typedef  struct _cell {</a:t>
            </a:r>
          </a:p>
          <a:p>
            <a:pPr eaLnBrk="1" hangingPunct="1">
              <a:spcBef>
                <a:spcPct val="11000"/>
              </a:spcBef>
              <a:buFont typeface="Wingdings" panose="05000000000000000000" pitchFamily="2" charset="2"/>
              <a:buNone/>
            </a:pPr>
            <a:r>
              <a:rPr lang="en-US" altLang="zh-CN" sz="2800" b="1" dirty="0"/>
              <a:t>	 int info; </a:t>
            </a:r>
          </a:p>
          <a:p>
            <a:pPr eaLnBrk="1" hangingPunct="1">
              <a:spcBef>
                <a:spcPct val="11000"/>
              </a:spcBef>
              <a:buFont typeface="Wingdings" panose="05000000000000000000" pitchFamily="2" charset="2"/>
              <a:buNone/>
            </a:pPr>
            <a:r>
              <a:rPr lang="en-US" altLang="zh-CN" sz="2800" b="1" dirty="0"/>
              <a:t>	 struct _cell *next;</a:t>
            </a:r>
          </a:p>
          <a:p>
            <a:pPr eaLnBrk="1" hangingPunct="1">
              <a:spcBef>
                <a:spcPct val="11000"/>
              </a:spcBef>
              <a:buFont typeface="Wingdings" panose="05000000000000000000" pitchFamily="2" charset="2"/>
              <a:buNone/>
            </a:pPr>
            <a:r>
              <a:rPr lang="en-US" altLang="zh-CN" sz="2800" b="1" dirty="0"/>
              <a:t>} cell;</a:t>
            </a:r>
          </a:p>
          <a:p>
            <a:pPr eaLnBrk="1" hangingPunct="1">
              <a:spcBef>
                <a:spcPct val="11000"/>
              </a:spcBef>
              <a:buFont typeface="Wingdings" panose="05000000000000000000" pitchFamily="2" charset="2"/>
              <a:buNone/>
            </a:pPr>
            <a:endParaRPr lang="en-US" altLang="zh-CN" sz="2800" b="1" dirty="0"/>
          </a:p>
          <a:p>
            <a:pPr eaLnBrk="1" hangingPunct="1"/>
            <a:endParaRPr lang="en-US" altLang="zh-CN" sz="2800" dirty="0"/>
          </a:p>
        </p:txBody>
      </p:sp>
      <p:grpSp>
        <p:nvGrpSpPr>
          <p:cNvPr id="48132" name="Group 22">
            <a:extLst>
              <a:ext uri="{FF2B5EF4-FFF2-40B4-BE49-F238E27FC236}">
                <a16:creationId xmlns:a16="http://schemas.microsoft.com/office/drawing/2014/main" id="{D8047F2E-84F3-47BD-AFEC-A00F8DBE9B21}"/>
              </a:ext>
            </a:extLst>
          </p:cNvPr>
          <p:cNvGrpSpPr>
            <a:grpSpLocks/>
          </p:cNvGrpSpPr>
          <p:nvPr/>
        </p:nvGrpSpPr>
        <p:grpSpPr bwMode="auto">
          <a:xfrm>
            <a:off x="3798888" y="2297112"/>
            <a:ext cx="5154612" cy="2789238"/>
            <a:chOff x="2256" y="1872"/>
            <a:chExt cx="3247" cy="1757"/>
          </a:xfrm>
        </p:grpSpPr>
        <p:sp>
          <p:nvSpPr>
            <p:cNvPr id="48133" name="Rectangle 23">
              <a:extLst>
                <a:ext uri="{FF2B5EF4-FFF2-40B4-BE49-F238E27FC236}">
                  <a16:creationId xmlns:a16="http://schemas.microsoft.com/office/drawing/2014/main" id="{3621377A-E2C4-4CD9-B094-BF4A1F7064C6}"/>
                </a:ext>
              </a:extLst>
            </p:cNvPr>
            <p:cNvSpPr>
              <a:spLocks noChangeArrowheads="1"/>
            </p:cNvSpPr>
            <p:nvPr/>
          </p:nvSpPr>
          <p:spPr bwMode="auto">
            <a:xfrm>
              <a:off x="2790" y="1872"/>
              <a:ext cx="133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ea typeface="宋体" panose="02010600030101010101" pitchFamily="2" charset="-122"/>
                </a:rPr>
                <a:t>cell = </a:t>
              </a:r>
              <a:r>
                <a:rPr lang="en-US" altLang="zh-CN" sz="2800" b="1" i="1" dirty="0">
                  <a:ea typeface="宋体" panose="02010600030101010101" pitchFamily="2" charset="-122"/>
                </a:rPr>
                <a:t>record</a:t>
              </a:r>
              <a:endParaRPr lang="en-US" altLang="zh-CN" sz="2800" b="1" dirty="0">
                <a:ea typeface="宋体" panose="02010600030101010101" pitchFamily="2" charset="-122"/>
              </a:endParaRPr>
            </a:p>
          </p:txBody>
        </p:sp>
        <p:sp>
          <p:nvSpPr>
            <p:cNvPr id="48134" name="Rectangle 24">
              <a:extLst>
                <a:ext uri="{FF2B5EF4-FFF2-40B4-BE49-F238E27FC236}">
                  <a16:creationId xmlns:a16="http://schemas.microsoft.com/office/drawing/2014/main" id="{83A352DE-1DA8-463A-B787-83C2CA35F6F3}"/>
                </a:ext>
              </a:extLst>
            </p:cNvPr>
            <p:cNvSpPr>
              <a:spLocks noChangeArrowheads="1"/>
            </p:cNvSpPr>
            <p:nvPr/>
          </p:nvSpPr>
          <p:spPr bwMode="auto">
            <a:xfrm>
              <a:off x="3444" y="2233"/>
              <a:ext cx="404"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48135" name="Rectangle 25">
              <a:extLst>
                <a:ext uri="{FF2B5EF4-FFF2-40B4-BE49-F238E27FC236}">
                  <a16:creationId xmlns:a16="http://schemas.microsoft.com/office/drawing/2014/main" id="{459C5768-BD13-4740-ACD4-46F080430B89}"/>
                </a:ext>
              </a:extLst>
            </p:cNvPr>
            <p:cNvSpPr>
              <a:spLocks noChangeArrowheads="1"/>
            </p:cNvSpPr>
            <p:nvPr/>
          </p:nvSpPr>
          <p:spPr bwMode="auto">
            <a:xfrm>
              <a:off x="2819" y="2642"/>
              <a:ext cx="404"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8136" name="Rectangle 26">
              <a:extLst>
                <a:ext uri="{FF2B5EF4-FFF2-40B4-BE49-F238E27FC236}">
                  <a16:creationId xmlns:a16="http://schemas.microsoft.com/office/drawing/2014/main" id="{2CBAD021-E318-455F-BE0C-565BFD76880C}"/>
                </a:ext>
              </a:extLst>
            </p:cNvPr>
            <p:cNvSpPr>
              <a:spLocks noChangeArrowheads="1"/>
            </p:cNvSpPr>
            <p:nvPr/>
          </p:nvSpPr>
          <p:spPr bwMode="auto">
            <a:xfrm>
              <a:off x="4111" y="2642"/>
              <a:ext cx="404"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8137" name="Line 27">
              <a:extLst>
                <a:ext uri="{FF2B5EF4-FFF2-40B4-BE49-F238E27FC236}">
                  <a16:creationId xmlns:a16="http://schemas.microsoft.com/office/drawing/2014/main" id="{2BC2DB47-0027-4877-91F2-69042F3FE25D}"/>
                </a:ext>
              </a:extLst>
            </p:cNvPr>
            <p:cNvSpPr>
              <a:spLocks noChangeShapeType="1"/>
            </p:cNvSpPr>
            <p:nvPr/>
          </p:nvSpPr>
          <p:spPr bwMode="auto">
            <a:xfrm>
              <a:off x="3552" y="2112"/>
              <a:ext cx="2" cy="19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8138" name="Line 28">
              <a:extLst>
                <a:ext uri="{FF2B5EF4-FFF2-40B4-BE49-F238E27FC236}">
                  <a16:creationId xmlns:a16="http://schemas.microsoft.com/office/drawing/2014/main" id="{D2CBCD03-6D8E-4E45-85F0-5CA68AB550A3}"/>
                </a:ext>
              </a:extLst>
            </p:cNvPr>
            <p:cNvSpPr>
              <a:spLocks noChangeShapeType="1"/>
            </p:cNvSpPr>
            <p:nvPr/>
          </p:nvSpPr>
          <p:spPr bwMode="auto">
            <a:xfrm>
              <a:off x="4320" y="2880"/>
              <a:ext cx="290"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8139" name="Line 29">
              <a:extLst>
                <a:ext uri="{FF2B5EF4-FFF2-40B4-BE49-F238E27FC236}">
                  <a16:creationId xmlns:a16="http://schemas.microsoft.com/office/drawing/2014/main" id="{7B2530DF-336C-4F43-83AA-BA121DAD4443}"/>
                </a:ext>
              </a:extLst>
            </p:cNvPr>
            <p:cNvSpPr>
              <a:spLocks noChangeShapeType="1"/>
            </p:cNvSpPr>
            <p:nvPr/>
          </p:nvSpPr>
          <p:spPr bwMode="auto">
            <a:xfrm>
              <a:off x="3024" y="2880"/>
              <a:ext cx="290"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8140" name="Line 30">
              <a:extLst>
                <a:ext uri="{FF2B5EF4-FFF2-40B4-BE49-F238E27FC236}">
                  <a16:creationId xmlns:a16="http://schemas.microsoft.com/office/drawing/2014/main" id="{5B64FEB3-1F49-4159-AD3D-E2FF6E2524A2}"/>
                </a:ext>
              </a:extLst>
            </p:cNvPr>
            <p:cNvSpPr>
              <a:spLocks noChangeShapeType="1"/>
            </p:cNvSpPr>
            <p:nvPr/>
          </p:nvSpPr>
          <p:spPr bwMode="auto">
            <a:xfrm flipH="1">
              <a:off x="2544" y="2880"/>
              <a:ext cx="290"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8141" name="Line 31">
              <a:extLst>
                <a:ext uri="{FF2B5EF4-FFF2-40B4-BE49-F238E27FC236}">
                  <a16:creationId xmlns:a16="http://schemas.microsoft.com/office/drawing/2014/main" id="{A7A0CEAC-60C6-42E3-B095-E432323FD38E}"/>
                </a:ext>
              </a:extLst>
            </p:cNvPr>
            <p:cNvSpPr>
              <a:spLocks noChangeShapeType="1"/>
            </p:cNvSpPr>
            <p:nvPr/>
          </p:nvSpPr>
          <p:spPr bwMode="auto">
            <a:xfrm flipH="1">
              <a:off x="3840" y="2880"/>
              <a:ext cx="291"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8142" name="Line 32">
              <a:extLst>
                <a:ext uri="{FF2B5EF4-FFF2-40B4-BE49-F238E27FC236}">
                  <a16:creationId xmlns:a16="http://schemas.microsoft.com/office/drawing/2014/main" id="{F129A66E-2DCC-4344-BAAB-B27077C308F4}"/>
                </a:ext>
              </a:extLst>
            </p:cNvPr>
            <p:cNvSpPr>
              <a:spLocks noChangeShapeType="1"/>
            </p:cNvSpPr>
            <p:nvPr/>
          </p:nvSpPr>
          <p:spPr bwMode="auto">
            <a:xfrm flipH="1">
              <a:off x="2976" y="2496"/>
              <a:ext cx="493" cy="2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8143" name="Line 33">
              <a:extLst>
                <a:ext uri="{FF2B5EF4-FFF2-40B4-BE49-F238E27FC236}">
                  <a16:creationId xmlns:a16="http://schemas.microsoft.com/office/drawing/2014/main" id="{E3D3CAD2-D26F-41E5-B105-45AA06AD4015}"/>
                </a:ext>
              </a:extLst>
            </p:cNvPr>
            <p:cNvSpPr>
              <a:spLocks noChangeShapeType="1"/>
            </p:cNvSpPr>
            <p:nvPr/>
          </p:nvSpPr>
          <p:spPr bwMode="auto">
            <a:xfrm>
              <a:off x="3696" y="2496"/>
              <a:ext cx="494" cy="2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8144" name="Rectangle 34">
              <a:extLst>
                <a:ext uri="{FF2B5EF4-FFF2-40B4-BE49-F238E27FC236}">
                  <a16:creationId xmlns:a16="http://schemas.microsoft.com/office/drawing/2014/main" id="{EB0C257D-7749-4E96-AB30-5DD79F352B7C}"/>
                </a:ext>
              </a:extLst>
            </p:cNvPr>
            <p:cNvSpPr>
              <a:spLocks noChangeArrowheads="1"/>
            </p:cNvSpPr>
            <p:nvPr/>
          </p:nvSpPr>
          <p:spPr bwMode="auto">
            <a:xfrm>
              <a:off x="2256" y="3061"/>
              <a:ext cx="57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info</a:t>
              </a:r>
            </a:p>
          </p:txBody>
        </p:sp>
        <p:sp>
          <p:nvSpPr>
            <p:cNvPr id="48145" name="Rectangle 35">
              <a:extLst>
                <a:ext uri="{FF2B5EF4-FFF2-40B4-BE49-F238E27FC236}">
                  <a16:creationId xmlns:a16="http://schemas.microsoft.com/office/drawing/2014/main" id="{D9AE4C15-6DF1-4EB5-97B9-6F7AE3519F0F}"/>
                </a:ext>
              </a:extLst>
            </p:cNvPr>
            <p:cNvSpPr>
              <a:spLocks noChangeArrowheads="1"/>
            </p:cNvSpPr>
            <p:nvPr/>
          </p:nvSpPr>
          <p:spPr bwMode="auto">
            <a:xfrm>
              <a:off x="4138" y="3061"/>
              <a:ext cx="105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pointer</a:t>
              </a:r>
            </a:p>
          </p:txBody>
        </p:sp>
        <p:sp>
          <p:nvSpPr>
            <p:cNvPr id="48146" name="Rectangle 36">
              <a:extLst>
                <a:ext uri="{FF2B5EF4-FFF2-40B4-BE49-F238E27FC236}">
                  <a16:creationId xmlns:a16="http://schemas.microsoft.com/office/drawing/2014/main" id="{CCAC2AED-2E55-4067-80B3-BE5C14893D2A}"/>
                </a:ext>
              </a:extLst>
            </p:cNvPr>
            <p:cNvSpPr>
              <a:spLocks noChangeArrowheads="1"/>
            </p:cNvSpPr>
            <p:nvPr/>
          </p:nvSpPr>
          <p:spPr bwMode="auto">
            <a:xfrm>
              <a:off x="3620" y="3061"/>
              <a:ext cx="57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next</a:t>
              </a:r>
            </a:p>
          </p:txBody>
        </p:sp>
        <p:sp>
          <p:nvSpPr>
            <p:cNvPr id="48147" name="Rectangle 37">
              <a:extLst>
                <a:ext uri="{FF2B5EF4-FFF2-40B4-BE49-F238E27FC236}">
                  <a16:creationId xmlns:a16="http://schemas.microsoft.com/office/drawing/2014/main" id="{5A9EE1DA-03F9-401D-9594-1ABCC4B5845C}"/>
                </a:ext>
              </a:extLst>
            </p:cNvPr>
            <p:cNvSpPr>
              <a:spLocks noChangeArrowheads="1"/>
            </p:cNvSpPr>
            <p:nvPr/>
          </p:nvSpPr>
          <p:spPr bwMode="auto">
            <a:xfrm>
              <a:off x="2821" y="3061"/>
              <a:ext cx="78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integer</a:t>
              </a:r>
            </a:p>
          </p:txBody>
        </p:sp>
        <p:sp>
          <p:nvSpPr>
            <p:cNvPr id="48148" name="Freeform 38">
              <a:extLst>
                <a:ext uri="{FF2B5EF4-FFF2-40B4-BE49-F238E27FC236}">
                  <a16:creationId xmlns:a16="http://schemas.microsoft.com/office/drawing/2014/main" id="{FD9EE385-D360-4C3C-AEA9-3B5EBA35A6D0}"/>
                </a:ext>
              </a:extLst>
            </p:cNvPr>
            <p:cNvSpPr>
              <a:spLocks/>
            </p:cNvSpPr>
            <p:nvPr/>
          </p:nvSpPr>
          <p:spPr bwMode="auto">
            <a:xfrm>
              <a:off x="4065" y="2000"/>
              <a:ext cx="1438" cy="1629"/>
            </a:xfrm>
            <a:custGeom>
              <a:avLst/>
              <a:gdLst>
                <a:gd name="T0" fmla="*/ 741 w 1438"/>
                <a:gd name="T1" fmla="*/ 1321 h 1629"/>
                <a:gd name="T2" fmla="*/ 951 w 1438"/>
                <a:gd name="T3" fmla="*/ 1519 h 1629"/>
                <a:gd name="T4" fmla="*/ 1234 w 1438"/>
                <a:gd name="T5" fmla="*/ 1582 h 1629"/>
                <a:gd name="T6" fmla="*/ 1412 w 1438"/>
                <a:gd name="T7" fmla="*/ 1236 h 1629"/>
                <a:gd name="T8" fmla="*/ 1391 w 1438"/>
                <a:gd name="T9" fmla="*/ 430 h 1629"/>
                <a:gd name="T10" fmla="*/ 1234 w 1438"/>
                <a:gd name="T11" fmla="*/ 95 h 1629"/>
                <a:gd name="T12" fmla="*/ 868 w 1438"/>
                <a:gd name="T13" fmla="*/ 11 h 1629"/>
                <a:gd name="T14" fmla="*/ 0 w 1438"/>
                <a:gd name="T15" fmla="*/ 26 h 1629"/>
                <a:gd name="T16" fmla="*/ 0 60000 65536"/>
                <a:gd name="T17" fmla="*/ 0 60000 65536"/>
                <a:gd name="T18" fmla="*/ 0 60000 65536"/>
                <a:gd name="T19" fmla="*/ 0 60000 65536"/>
                <a:gd name="T20" fmla="*/ 0 60000 65536"/>
                <a:gd name="T21" fmla="*/ 0 60000 65536"/>
                <a:gd name="T22" fmla="*/ 0 60000 65536"/>
                <a:gd name="T23" fmla="*/ 0 60000 65536"/>
                <a:gd name="T24" fmla="*/ 0 w 1438"/>
                <a:gd name="T25" fmla="*/ 0 h 1629"/>
                <a:gd name="T26" fmla="*/ 1438 w 1438"/>
                <a:gd name="T27" fmla="*/ 1629 h 162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38" h="1629">
                  <a:moveTo>
                    <a:pt x="741" y="1321"/>
                  </a:moveTo>
                  <a:cubicBezTo>
                    <a:pt x="776" y="1354"/>
                    <a:pt x="869" y="1476"/>
                    <a:pt x="951" y="1519"/>
                  </a:cubicBezTo>
                  <a:cubicBezTo>
                    <a:pt x="1033" y="1562"/>
                    <a:pt x="1157" y="1629"/>
                    <a:pt x="1234" y="1582"/>
                  </a:cubicBezTo>
                  <a:cubicBezTo>
                    <a:pt x="1311" y="1535"/>
                    <a:pt x="1386" y="1428"/>
                    <a:pt x="1412" y="1236"/>
                  </a:cubicBezTo>
                  <a:cubicBezTo>
                    <a:pt x="1438" y="1044"/>
                    <a:pt x="1421" y="620"/>
                    <a:pt x="1391" y="430"/>
                  </a:cubicBezTo>
                  <a:cubicBezTo>
                    <a:pt x="1361" y="240"/>
                    <a:pt x="1321" y="165"/>
                    <a:pt x="1234" y="95"/>
                  </a:cubicBezTo>
                  <a:cubicBezTo>
                    <a:pt x="1147" y="25"/>
                    <a:pt x="1074" y="22"/>
                    <a:pt x="868" y="11"/>
                  </a:cubicBezTo>
                  <a:cubicBezTo>
                    <a:pt x="662" y="0"/>
                    <a:pt x="181" y="23"/>
                    <a:pt x="0" y="26"/>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7FB6627F-10A8-EBC3-873D-891F7A596479}"/>
              </a:ext>
            </a:extLst>
          </p:cNvPr>
          <p:cNvSpPr>
            <a:spLocks noGrp="1"/>
          </p:cNvSpPr>
          <p:nvPr>
            <p:ph type="dt" sz="half" idx="10"/>
          </p:nvPr>
        </p:nvSpPr>
        <p:spPr/>
        <p:txBody>
          <a:bodyPr/>
          <a:lstStyle/>
          <a:p>
            <a:fld id="{C5A3181D-37BA-4693-9CD5-E42347E3C0D1}"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1459A353-6DD0-0E29-2281-4EC34CA5616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9CD07AF9-BFA2-9464-1B94-55839FA0F112}"/>
              </a:ext>
            </a:extLst>
          </p:cNvPr>
          <p:cNvSpPr>
            <a:spLocks noGrp="1"/>
          </p:cNvSpPr>
          <p:nvPr>
            <p:ph type="sldNum" sz="quarter" idx="12"/>
          </p:nvPr>
        </p:nvSpPr>
        <p:spPr/>
        <p:txBody>
          <a:bodyPr/>
          <a:lstStyle/>
          <a:p>
            <a:fld id="{094DEB03-EFC6-4C20-8FC8-295189A5386F}" type="slidenum">
              <a:rPr lang="zh-CN" altLang="en-US" smtClean="0"/>
              <a:pPr/>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DD20FC88-840F-4F92-9F6F-FF73F8C01B88}"/>
              </a:ext>
            </a:extLst>
          </p:cNvPr>
          <p:cNvSpPr>
            <a:spLocks noGrp="1" noChangeArrowheads="1"/>
          </p:cNvSpPr>
          <p:nvPr>
            <p:ph type="title"/>
          </p:nvPr>
        </p:nvSpPr>
        <p:spPr/>
        <p:txBody>
          <a:bodyPr/>
          <a:lstStyle/>
          <a:p>
            <a:pPr eaLnBrk="1" hangingPunct="1"/>
            <a:r>
              <a:rPr lang="en-US" altLang="zh-CN" dirty="0"/>
              <a:t>5.5.4 </a:t>
            </a:r>
            <a:r>
              <a:rPr lang="zh-CN" altLang="en-US" dirty="0"/>
              <a:t>类型表示中的环</a:t>
            </a:r>
          </a:p>
        </p:txBody>
      </p:sp>
      <p:sp>
        <p:nvSpPr>
          <p:cNvPr id="49155" name="Rectangle 3">
            <a:extLst>
              <a:ext uri="{FF2B5EF4-FFF2-40B4-BE49-F238E27FC236}">
                <a16:creationId xmlns:a16="http://schemas.microsoft.com/office/drawing/2014/main" id="{AA4AACBF-3074-4337-B3BA-D3BE95CBD8AA}"/>
              </a:ext>
            </a:extLst>
          </p:cNvPr>
          <p:cNvSpPr>
            <a:spLocks noGrp="1" noChangeArrowheads="1"/>
          </p:cNvSpPr>
          <p:nvPr>
            <p:ph idx="1"/>
          </p:nvPr>
        </p:nvSpPr>
        <p:spPr/>
        <p:txBody>
          <a:bodyPr/>
          <a:lstStyle/>
          <a:p>
            <a:pPr eaLnBrk="1" hangingPunct="1"/>
            <a:r>
              <a:rPr lang="en-US" altLang="zh-CN" b="1" dirty="0"/>
              <a:t>C</a:t>
            </a:r>
            <a:r>
              <a:rPr lang="zh-CN" altLang="en-US" dirty="0">
                <a:latin typeface="宋体" panose="02010600030101010101" pitchFamily="2" charset="-122"/>
              </a:rPr>
              <a:t>语言对除</a:t>
            </a:r>
            <a:r>
              <a:rPr lang="zh-CN" altLang="en-US" dirty="0">
                <a:solidFill>
                  <a:srgbClr val="C00000"/>
                </a:solidFill>
                <a:latin typeface="宋体" panose="02010600030101010101" pitchFamily="2" charset="-122"/>
              </a:rPr>
              <a:t>记录</a:t>
            </a:r>
            <a:r>
              <a:rPr lang="zh-CN" altLang="en-US" dirty="0">
                <a:latin typeface="宋体" panose="02010600030101010101" pitchFamily="2" charset="-122"/>
              </a:rPr>
              <a:t>（结构）以外的所有类型使用</a:t>
            </a:r>
            <a:r>
              <a:rPr lang="zh-CN" altLang="en-US" dirty="0">
                <a:solidFill>
                  <a:srgbClr val="C00000"/>
                </a:solidFill>
                <a:latin typeface="宋体" panose="02010600030101010101" pitchFamily="2" charset="-122"/>
              </a:rPr>
              <a:t>结构等价</a:t>
            </a:r>
            <a:r>
              <a:rPr lang="zh-CN" altLang="en-US" dirty="0">
                <a:latin typeface="宋体" panose="02010600030101010101" pitchFamily="2" charset="-122"/>
              </a:rPr>
              <a:t>，而记录类型用的是名字等价，以避免类型图中的环。</a:t>
            </a:r>
          </a:p>
        </p:txBody>
      </p:sp>
      <p:grpSp>
        <p:nvGrpSpPr>
          <p:cNvPr id="49156" name="Group 4">
            <a:extLst>
              <a:ext uri="{FF2B5EF4-FFF2-40B4-BE49-F238E27FC236}">
                <a16:creationId xmlns:a16="http://schemas.microsoft.com/office/drawing/2014/main" id="{F48977C3-8BF5-4F5F-9345-3494F7E962D5}"/>
              </a:ext>
            </a:extLst>
          </p:cNvPr>
          <p:cNvGrpSpPr>
            <a:grpSpLocks/>
          </p:cNvGrpSpPr>
          <p:nvPr/>
        </p:nvGrpSpPr>
        <p:grpSpPr bwMode="auto">
          <a:xfrm>
            <a:off x="3860800" y="3059113"/>
            <a:ext cx="4654550" cy="3303587"/>
            <a:chOff x="2256" y="1872"/>
            <a:chExt cx="2932" cy="2081"/>
          </a:xfrm>
        </p:grpSpPr>
        <p:sp>
          <p:nvSpPr>
            <p:cNvPr id="49157" name="Rectangle 5">
              <a:extLst>
                <a:ext uri="{FF2B5EF4-FFF2-40B4-BE49-F238E27FC236}">
                  <a16:creationId xmlns:a16="http://schemas.microsoft.com/office/drawing/2014/main" id="{8A6F90FA-51C1-402F-9C04-1B04F7661095}"/>
                </a:ext>
              </a:extLst>
            </p:cNvPr>
            <p:cNvSpPr>
              <a:spLocks noChangeArrowheads="1"/>
            </p:cNvSpPr>
            <p:nvPr/>
          </p:nvSpPr>
          <p:spPr bwMode="auto">
            <a:xfrm>
              <a:off x="2790" y="1872"/>
              <a:ext cx="132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cell = </a:t>
              </a:r>
              <a:r>
                <a:rPr lang="en-US" altLang="zh-CN" sz="2800" b="1" i="1">
                  <a:ea typeface="宋体" panose="02010600030101010101" pitchFamily="2" charset="-122"/>
                </a:rPr>
                <a:t>record</a:t>
              </a:r>
              <a:endParaRPr lang="en-US" altLang="zh-CN" sz="2800" b="1">
                <a:ea typeface="宋体" panose="02010600030101010101" pitchFamily="2" charset="-122"/>
              </a:endParaRPr>
            </a:p>
          </p:txBody>
        </p:sp>
        <p:sp>
          <p:nvSpPr>
            <p:cNvPr id="49158" name="Rectangle 6">
              <a:extLst>
                <a:ext uri="{FF2B5EF4-FFF2-40B4-BE49-F238E27FC236}">
                  <a16:creationId xmlns:a16="http://schemas.microsoft.com/office/drawing/2014/main" id="{DF4EBBC6-0785-4AC8-B8E1-08BA6CF0A10A}"/>
                </a:ext>
              </a:extLst>
            </p:cNvPr>
            <p:cNvSpPr>
              <a:spLocks noChangeArrowheads="1"/>
            </p:cNvSpPr>
            <p:nvPr/>
          </p:nvSpPr>
          <p:spPr bwMode="auto">
            <a:xfrm>
              <a:off x="3444" y="2233"/>
              <a:ext cx="40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sym typeface="Symbol" panose="05050102010706020507" pitchFamily="18" charset="2"/>
                </a:rPr>
                <a:t>,</a:t>
              </a:r>
              <a:endParaRPr lang="en-US" altLang="zh-CN" sz="2800" b="1">
                <a:ea typeface="宋体" panose="02010600030101010101" pitchFamily="2" charset="-122"/>
              </a:endParaRPr>
            </a:p>
          </p:txBody>
        </p:sp>
        <p:sp>
          <p:nvSpPr>
            <p:cNvPr id="49159" name="Rectangle 7">
              <a:extLst>
                <a:ext uri="{FF2B5EF4-FFF2-40B4-BE49-F238E27FC236}">
                  <a16:creationId xmlns:a16="http://schemas.microsoft.com/office/drawing/2014/main" id="{53F9EE0D-DD04-4C77-8EE7-A563FFC068C3}"/>
                </a:ext>
              </a:extLst>
            </p:cNvPr>
            <p:cNvSpPr>
              <a:spLocks noChangeArrowheads="1"/>
            </p:cNvSpPr>
            <p:nvPr/>
          </p:nvSpPr>
          <p:spPr bwMode="auto">
            <a:xfrm>
              <a:off x="2819" y="2642"/>
              <a:ext cx="40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9160" name="Rectangle 8">
              <a:extLst>
                <a:ext uri="{FF2B5EF4-FFF2-40B4-BE49-F238E27FC236}">
                  <a16:creationId xmlns:a16="http://schemas.microsoft.com/office/drawing/2014/main" id="{6108D4B4-1A7E-42CD-BA37-7AE322C67320}"/>
                </a:ext>
              </a:extLst>
            </p:cNvPr>
            <p:cNvSpPr>
              <a:spLocks noChangeArrowheads="1"/>
            </p:cNvSpPr>
            <p:nvPr/>
          </p:nvSpPr>
          <p:spPr bwMode="auto">
            <a:xfrm>
              <a:off x="4111" y="2642"/>
              <a:ext cx="401"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a:t>
              </a:r>
            </a:p>
          </p:txBody>
        </p:sp>
        <p:sp>
          <p:nvSpPr>
            <p:cNvPr id="49161" name="Line 9">
              <a:extLst>
                <a:ext uri="{FF2B5EF4-FFF2-40B4-BE49-F238E27FC236}">
                  <a16:creationId xmlns:a16="http://schemas.microsoft.com/office/drawing/2014/main" id="{C19BDC53-C54E-4222-B203-9D3629FF536F}"/>
                </a:ext>
              </a:extLst>
            </p:cNvPr>
            <p:cNvSpPr>
              <a:spLocks noChangeShapeType="1"/>
            </p:cNvSpPr>
            <p:nvPr/>
          </p:nvSpPr>
          <p:spPr bwMode="auto">
            <a:xfrm>
              <a:off x="3552" y="2112"/>
              <a:ext cx="2" cy="19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62" name="Line 10">
              <a:extLst>
                <a:ext uri="{FF2B5EF4-FFF2-40B4-BE49-F238E27FC236}">
                  <a16:creationId xmlns:a16="http://schemas.microsoft.com/office/drawing/2014/main" id="{79EA8757-378F-4AB8-AB28-C95A3F39E5EC}"/>
                </a:ext>
              </a:extLst>
            </p:cNvPr>
            <p:cNvSpPr>
              <a:spLocks noChangeShapeType="1"/>
            </p:cNvSpPr>
            <p:nvPr/>
          </p:nvSpPr>
          <p:spPr bwMode="auto">
            <a:xfrm>
              <a:off x="4320" y="2880"/>
              <a:ext cx="288"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63" name="Line 11">
              <a:extLst>
                <a:ext uri="{FF2B5EF4-FFF2-40B4-BE49-F238E27FC236}">
                  <a16:creationId xmlns:a16="http://schemas.microsoft.com/office/drawing/2014/main" id="{CE5322A0-55A0-480A-8BDC-1E31CE4F182A}"/>
                </a:ext>
              </a:extLst>
            </p:cNvPr>
            <p:cNvSpPr>
              <a:spLocks noChangeShapeType="1"/>
            </p:cNvSpPr>
            <p:nvPr/>
          </p:nvSpPr>
          <p:spPr bwMode="auto">
            <a:xfrm>
              <a:off x="3024" y="2880"/>
              <a:ext cx="288"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64" name="Line 12">
              <a:extLst>
                <a:ext uri="{FF2B5EF4-FFF2-40B4-BE49-F238E27FC236}">
                  <a16:creationId xmlns:a16="http://schemas.microsoft.com/office/drawing/2014/main" id="{36298088-9D58-46AB-9E93-713B6E07BC65}"/>
                </a:ext>
              </a:extLst>
            </p:cNvPr>
            <p:cNvSpPr>
              <a:spLocks noChangeShapeType="1"/>
            </p:cNvSpPr>
            <p:nvPr/>
          </p:nvSpPr>
          <p:spPr bwMode="auto">
            <a:xfrm flipH="1">
              <a:off x="2544" y="2880"/>
              <a:ext cx="288"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65" name="Line 13">
              <a:extLst>
                <a:ext uri="{FF2B5EF4-FFF2-40B4-BE49-F238E27FC236}">
                  <a16:creationId xmlns:a16="http://schemas.microsoft.com/office/drawing/2014/main" id="{A726ED01-8C53-4F5D-A4F0-F96B5AD9A809}"/>
                </a:ext>
              </a:extLst>
            </p:cNvPr>
            <p:cNvSpPr>
              <a:spLocks noChangeShapeType="1"/>
            </p:cNvSpPr>
            <p:nvPr/>
          </p:nvSpPr>
          <p:spPr bwMode="auto">
            <a:xfrm flipH="1">
              <a:off x="3840" y="2880"/>
              <a:ext cx="289" cy="23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66" name="Line 14">
              <a:extLst>
                <a:ext uri="{FF2B5EF4-FFF2-40B4-BE49-F238E27FC236}">
                  <a16:creationId xmlns:a16="http://schemas.microsoft.com/office/drawing/2014/main" id="{999CAD30-5214-42EA-9F4D-5573578508E7}"/>
                </a:ext>
              </a:extLst>
            </p:cNvPr>
            <p:cNvSpPr>
              <a:spLocks noChangeShapeType="1"/>
            </p:cNvSpPr>
            <p:nvPr/>
          </p:nvSpPr>
          <p:spPr bwMode="auto">
            <a:xfrm flipH="1">
              <a:off x="2976" y="2496"/>
              <a:ext cx="489" cy="2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67" name="Line 15">
              <a:extLst>
                <a:ext uri="{FF2B5EF4-FFF2-40B4-BE49-F238E27FC236}">
                  <a16:creationId xmlns:a16="http://schemas.microsoft.com/office/drawing/2014/main" id="{2641530C-7CBD-4D7D-87A1-4004250B3F72}"/>
                </a:ext>
              </a:extLst>
            </p:cNvPr>
            <p:cNvSpPr>
              <a:spLocks noChangeShapeType="1"/>
            </p:cNvSpPr>
            <p:nvPr/>
          </p:nvSpPr>
          <p:spPr bwMode="auto">
            <a:xfrm>
              <a:off x="3696" y="2496"/>
              <a:ext cx="490" cy="2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68" name="Rectangle 16">
              <a:extLst>
                <a:ext uri="{FF2B5EF4-FFF2-40B4-BE49-F238E27FC236}">
                  <a16:creationId xmlns:a16="http://schemas.microsoft.com/office/drawing/2014/main" id="{97678362-7306-4E7C-AEC0-13D45A7CBE8F}"/>
                </a:ext>
              </a:extLst>
            </p:cNvPr>
            <p:cNvSpPr>
              <a:spLocks noChangeArrowheads="1"/>
            </p:cNvSpPr>
            <p:nvPr/>
          </p:nvSpPr>
          <p:spPr bwMode="auto">
            <a:xfrm>
              <a:off x="2256" y="3061"/>
              <a:ext cx="57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info</a:t>
              </a:r>
            </a:p>
          </p:txBody>
        </p:sp>
        <p:sp>
          <p:nvSpPr>
            <p:cNvPr id="49169" name="Rectangle 17">
              <a:extLst>
                <a:ext uri="{FF2B5EF4-FFF2-40B4-BE49-F238E27FC236}">
                  <a16:creationId xmlns:a16="http://schemas.microsoft.com/office/drawing/2014/main" id="{D8363930-D3B8-4E8D-B32A-DF6D76D0FAE0}"/>
                </a:ext>
              </a:extLst>
            </p:cNvPr>
            <p:cNvSpPr>
              <a:spLocks noChangeArrowheads="1"/>
            </p:cNvSpPr>
            <p:nvPr/>
          </p:nvSpPr>
          <p:spPr bwMode="auto">
            <a:xfrm>
              <a:off x="4138" y="3061"/>
              <a:ext cx="105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pointer</a:t>
              </a:r>
            </a:p>
          </p:txBody>
        </p:sp>
        <p:sp>
          <p:nvSpPr>
            <p:cNvPr id="49170" name="Rectangle 18">
              <a:extLst>
                <a:ext uri="{FF2B5EF4-FFF2-40B4-BE49-F238E27FC236}">
                  <a16:creationId xmlns:a16="http://schemas.microsoft.com/office/drawing/2014/main" id="{866C667F-6AA1-4CEF-A416-2A6344E27F4F}"/>
                </a:ext>
              </a:extLst>
            </p:cNvPr>
            <p:cNvSpPr>
              <a:spLocks noChangeArrowheads="1"/>
            </p:cNvSpPr>
            <p:nvPr/>
          </p:nvSpPr>
          <p:spPr bwMode="auto">
            <a:xfrm>
              <a:off x="3620" y="3061"/>
              <a:ext cx="574"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next</a:t>
              </a:r>
            </a:p>
          </p:txBody>
        </p:sp>
        <p:sp>
          <p:nvSpPr>
            <p:cNvPr id="49171" name="Rectangle 19">
              <a:extLst>
                <a:ext uri="{FF2B5EF4-FFF2-40B4-BE49-F238E27FC236}">
                  <a16:creationId xmlns:a16="http://schemas.microsoft.com/office/drawing/2014/main" id="{7AC84754-E6E4-4697-8557-F8BB621AFB39}"/>
                </a:ext>
              </a:extLst>
            </p:cNvPr>
            <p:cNvSpPr>
              <a:spLocks noChangeArrowheads="1"/>
            </p:cNvSpPr>
            <p:nvPr/>
          </p:nvSpPr>
          <p:spPr bwMode="auto">
            <a:xfrm>
              <a:off x="2821" y="3061"/>
              <a:ext cx="775"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i="1">
                  <a:ea typeface="宋体" panose="02010600030101010101" pitchFamily="2" charset="-122"/>
                </a:rPr>
                <a:t>integer</a:t>
              </a:r>
            </a:p>
          </p:txBody>
        </p:sp>
        <p:sp>
          <p:nvSpPr>
            <p:cNvPr id="49172" name="Rectangle 20">
              <a:extLst>
                <a:ext uri="{FF2B5EF4-FFF2-40B4-BE49-F238E27FC236}">
                  <a16:creationId xmlns:a16="http://schemas.microsoft.com/office/drawing/2014/main" id="{7AF6EEA2-23F4-4AAD-9F0E-9E4267677196}"/>
                </a:ext>
              </a:extLst>
            </p:cNvPr>
            <p:cNvSpPr>
              <a:spLocks noChangeArrowheads="1"/>
            </p:cNvSpPr>
            <p:nvPr/>
          </p:nvSpPr>
          <p:spPr bwMode="auto">
            <a:xfrm>
              <a:off x="4320" y="3696"/>
              <a:ext cx="524"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0800" rIns="18000" bIns="10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ea typeface="宋体" panose="02010600030101010101" pitchFamily="2" charset="-122"/>
                </a:rPr>
                <a:t>cell</a:t>
              </a:r>
            </a:p>
          </p:txBody>
        </p:sp>
        <p:sp>
          <p:nvSpPr>
            <p:cNvPr id="49173" name="Line 21">
              <a:extLst>
                <a:ext uri="{FF2B5EF4-FFF2-40B4-BE49-F238E27FC236}">
                  <a16:creationId xmlns:a16="http://schemas.microsoft.com/office/drawing/2014/main" id="{3CECEA72-F66A-47C3-B6E9-65694F093BA0}"/>
                </a:ext>
              </a:extLst>
            </p:cNvPr>
            <p:cNvSpPr>
              <a:spLocks noChangeShapeType="1"/>
            </p:cNvSpPr>
            <p:nvPr/>
          </p:nvSpPr>
          <p:spPr bwMode="auto">
            <a:xfrm>
              <a:off x="4560" y="3360"/>
              <a:ext cx="1" cy="3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b="1"/>
            </a:p>
          </p:txBody>
        </p:sp>
      </p:grpSp>
      <p:sp>
        <p:nvSpPr>
          <p:cNvPr id="2" name="日期占位符 1">
            <a:extLst>
              <a:ext uri="{FF2B5EF4-FFF2-40B4-BE49-F238E27FC236}">
                <a16:creationId xmlns:a16="http://schemas.microsoft.com/office/drawing/2014/main" id="{6E987E1D-9BF4-9533-0254-BFCB8C132BF6}"/>
              </a:ext>
            </a:extLst>
          </p:cNvPr>
          <p:cNvSpPr>
            <a:spLocks noGrp="1"/>
          </p:cNvSpPr>
          <p:nvPr>
            <p:ph type="dt" sz="half" idx="10"/>
          </p:nvPr>
        </p:nvSpPr>
        <p:spPr/>
        <p:txBody>
          <a:bodyPr/>
          <a:lstStyle/>
          <a:p>
            <a:fld id="{4401E285-90F6-43EE-A3E1-DA8377633258}"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FC4908BB-235A-3D19-3CEB-ADA834FF7D7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1D88FCC4-BF52-1B3C-25C6-65CA0664BDBD}"/>
              </a:ext>
            </a:extLst>
          </p:cNvPr>
          <p:cNvSpPr>
            <a:spLocks noGrp="1"/>
          </p:cNvSpPr>
          <p:nvPr>
            <p:ph type="sldNum" sz="quarter" idx="12"/>
          </p:nvPr>
        </p:nvSpPr>
        <p:spPr/>
        <p:txBody>
          <a:bodyPr/>
          <a:lstStyle/>
          <a:p>
            <a:fld id="{094DEB03-EFC6-4C20-8FC8-295189A5386F}" type="slidenum">
              <a:rPr lang="zh-CN" altLang="en-US" smtClean="0"/>
              <a:pPr/>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81F5AA56-B5E4-9758-9C2B-78A69A8D3247}"/>
              </a:ext>
            </a:extLst>
          </p:cNvPr>
          <p:cNvSpPr>
            <a:spLocks noGrp="1"/>
          </p:cNvSpPr>
          <p:nvPr>
            <p:ph type="dt" sz="half" idx="4294967295"/>
          </p:nvPr>
        </p:nvSpPr>
        <p:spPr>
          <a:xfrm>
            <a:off x="0" y="11113"/>
            <a:ext cx="3086100" cy="179387"/>
          </a:xfrm>
        </p:spPr>
        <p:txBody>
          <a:bodyPr/>
          <a:lstStyle/>
          <a:p>
            <a:fld id="{BB3CF05F-6465-4EB0-8146-BAE37349DAEA}"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4B7B5468-704A-6AC3-98B3-C681595D9538}"/>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6" name="灯片编号占位符 5">
            <a:extLst>
              <a:ext uri="{FF2B5EF4-FFF2-40B4-BE49-F238E27FC236}">
                <a16:creationId xmlns:a16="http://schemas.microsoft.com/office/drawing/2014/main" id="{5C95498D-9F4F-BD6C-760C-0324382FFE6D}"/>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44</a:t>
            </a:fld>
            <a:endParaRPr lang="zh-CN" altLang="en-US"/>
          </a:p>
        </p:txBody>
      </p:sp>
      <p:sp>
        <p:nvSpPr>
          <p:cNvPr id="9" name="文本框 8">
            <a:extLst>
              <a:ext uri="{FF2B5EF4-FFF2-40B4-BE49-F238E27FC236}">
                <a16:creationId xmlns:a16="http://schemas.microsoft.com/office/drawing/2014/main" id="{B5B87AFE-58EB-4354-1351-1961A138183A}"/>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pPr lvl="0" algn="just"/>
            <a:r>
              <a:rPr lang="en-US" altLang="zh-CN" sz="2800" kern="100" dirty="0">
                <a:effectLst/>
                <a:cs typeface="Times New Roman" panose="02020603050405020304" pitchFamily="18" charset="0"/>
              </a:rPr>
              <a:t>C</a:t>
            </a:r>
            <a:r>
              <a:rPr lang="zh-CN" altLang="zh-CN" sz="2800" kern="100" dirty="0">
                <a:effectLst/>
                <a:cs typeface="Times New Roman" panose="02020603050405020304" pitchFamily="18" charset="0"/>
              </a:rPr>
              <a:t>语言中可以使用</a:t>
            </a:r>
            <a:r>
              <a:rPr lang="en-US" altLang="zh-CN" sz="2800" b="1" kern="100" dirty="0">
                <a:effectLst/>
                <a:cs typeface="Times New Roman" panose="02020603050405020304" pitchFamily="18" charset="0"/>
              </a:rPr>
              <a:t>struct</a:t>
            </a:r>
            <a:r>
              <a:rPr lang="zh-CN" altLang="zh-CN" sz="2800" kern="100" dirty="0">
                <a:effectLst/>
                <a:cs typeface="Times New Roman" panose="02020603050405020304" pitchFamily="18" charset="0"/>
              </a:rPr>
              <a:t>类型来构造链表，类型检查的时候，检查这种结构类型会使用（     ）等价的方式检查。</a:t>
            </a:r>
          </a:p>
        </p:txBody>
      </p:sp>
      <p:sp>
        <p:nvSpPr>
          <p:cNvPr id="10" name="文本框 9">
            <a:extLst>
              <a:ext uri="{FF2B5EF4-FFF2-40B4-BE49-F238E27FC236}">
                <a16:creationId xmlns:a16="http://schemas.microsoft.com/office/drawing/2014/main" id="{BDCDBDF9-0BC7-FDDB-E28A-CB3E7ECB7AA8}"/>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记录</a:t>
            </a:r>
          </a:p>
        </p:txBody>
      </p:sp>
      <p:sp>
        <p:nvSpPr>
          <p:cNvPr id="11" name="文本框 10">
            <a:extLst>
              <a:ext uri="{FF2B5EF4-FFF2-40B4-BE49-F238E27FC236}">
                <a16:creationId xmlns:a16="http://schemas.microsoft.com/office/drawing/2014/main" id="{4F8B299A-65B7-6577-44BB-D0C5C67D1668}"/>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名字</a:t>
            </a:r>
          </a:p>
        </p:txBody>
      </p:sp>
      <p:sp>
        <p:nvSpPr>
          <p:cNvPr id="12" name="文本框 11">
            <a:extLst>
              <a:ext uri="{FF2B5EF4-FFF2-40B4-BE49-F238E27FC236}">
                <a16:creationId xmlns:a16="http://schemas.microsoft.com/office/drawing/2014/main" id="{9453A140-6703-E881-1BA9-168CA3FE36A5}"/>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环</a:t>
            </a:r>
          </a:p>
        </p:txBody>
      </p:sp>
      <p:sp>
        <p:nvSpPr>
          <p:cNvPr id="13" name="文本框 12">
            <a:extLst>
              <a:ext uri="{FF2B5EF4-FFF2-40B4-BE49-F238E27FC236}">
                <a16:creationId xmlns:a16="http://schemas.microsoft.com/office/drawing/2014/main" id="{E9351979-398C-A6D8-EDB2-ECBECB0F0D03}"/>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结构</a:t>
            </a:r>
          </a:p>
        </p:txBody>
      </p:sp>
      <p:sp>
        <p:nvSpPr>
          <p:cNvPr id="14" name="椭圆 13">
            <a:extLst>
              <a:ext uri="{FF2B5EF4-FFF2-40B4-BE49-F238E27FC236}">
                <a16:creationId xmlns:a16="http://schemas.microsoft.com/office/drawing/2014/main" id="{86037CF3-EB4E-6948-0657-72BEA8477294}"/>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58C43041-8E7D-3669-8FED-68DBE29FE7BC}"/>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8A6486B7-DECB-A0CC-D6AA-2981521D8D44}"/>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18290B05-16B1-958D-28BC-C66D840AF28B}"/>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FAEAAAC4-4283-8CE5-90E8-AD13E2914208}"/>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3" name="组合 22">
            <a:extLst>
              <a:ext uri="{FF2B5EF4-FFF2-40B4-BE49-F238E27FC236}">
                <a16:creationId xmlns:a16="http://schemas.microsoft.com/office/drawing/2014/main" id="{8DB6C5D7-339E-B8F3-58B8-18050F7FE0BF}"/>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C2467B7E-A26E-138F-0967-701A4D7B0F56}"/>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C0101BC6-BBAB-C254-9614-4DC41B636D03}"/>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2ACD18CF-84AA-5264-DA89-364A1AA4592F}"/>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2CB969BA-119D-DCDA-8A45-E93CA160560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189031E9-63E6-9982-8464-F68FEF14F07C}"/>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9508763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8C538C6-B140-D4C4-0D3C-5671CCE3917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18771" y="705702"/>
            <a:ext cx="7506456" cy="5841316"/>
          </a:xfrm>
          <a:prstGeom prst="rect">
            <a:avLst/>
          </a:prstGeom>
        </p:spPr>
      </p:pic>
      <p:sp>
        <p:nvSpPr>
          <p:cNvPr id="12290" name="Rectangle 2">
            <a:extLst>
              <a:ext uri="{FF2B5EF4-FFF2-40B4-BE49-F238E27FC236}">
                <a16:creationId xmlns:a16="http://schemas.microsoft.com/office/drawing/2014/main" id="{403D6949-9ABC-4F75-979E-A65C60F8174E}"/>
              </a:ext>
            </a:extLst>
          </p:cNvPr>
          <p:cNvSpPr>
            <a:spLocks noGrp="1" noChangeArrowheads="1"/>
          </p:cNvSpPr>
          <p:nvPr>
            <p:ph type="title"/>
          </p:nvPr>
        </p:nvSpPr>
        <p:spPr/>
        <p:txBody>
          <a:bodyPr/>
          <a:lstStyle/>
          <a:p>
            <a:pPr eaLnBrk="1" hangingPunct="1"/>
            <a:r>
              <a:rPr lang="zh-CN" altLang="en-US" dirty="0"/>
              <a:t>本节小结</a:t>
            </a:r>
          </a:p>
        </p:txBody>
      </p:sp>
      <p:sp>
        <p:nvSpPr>
          <p:cNvPr id="2" name="日期占位符 1">
            <a:extLst>
              <a:ext uri="{FF2B5EF4-FFF2-40B4-BE49-F238E27FC236}">
                <a16:creationId xmlns:a16="http://schemas.microsoft.com/office/drawing/2014/main" id="{18F8A4EC-6AA2-D6E9-B69A-392BA43BE60E}"/>
              </a:ext>
            </a:extLst>
          </p:cNvPr>
          <p:cNvSpPr>
            <a:spLocks noGrp="1"/>
          </p:cNvSpPr>
          <p:nvPr>
            <p:ph type="dt" sz="half" idx="10"/>
          </p:nvPr>
        </p:nvSpPr>
        <p:spPr/>
        <p:txBody>
          <a:bodyPr/>
          <a:lstStyle/>
          <a:p>
            <a:fld id="{189B9566-772D-4261-81C2-8E1ABB638C87}"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54623F5E-79C4-C717-5005-64012E222D6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FFB06024-28CC-E46D-8C12-5A57AAF22CE8}"/>
              </a:ext>
            </a:extLst>
          </p:cNvPr>
          <p:cNvSpPr>
            <a:spLocks noGrp="1"/>
          </p:cNvSpPr>
          <p:nvPr>
            <p:ph type="sldNum" sz="quarter" idx="12"/>
          </p:nvPr>
        </p:nvSpPr>
        <p:spPr/>
        <p:txBody>
          <a:bodyPr/>
          <a:lstStyle/>
          <a:p>
            <a:fld id="{094DEB03-EFC6-4C20-8FC8-295189A5386F}" type="slidenum">
              <a:rPr lang="zh-CN" altLang="en-US" smtClean="0"/>
              <a:pPr/>
              <a:t>45</a:t>
            </a:fld>
            <a:endParaRPr lang="zh-CN" altLang="en-US"/>
          </a:p>
        </p:txBody>
      </p:sp>
      <p:graphicFrame>
        <p:nvGraphicFramePr>
          <p:cNvPr id="5" name="对象 4">
            <a:extLst>
              <a:ext uri="{FF2B5EF4-FFF2-40B4-BE49-F238E27FC236}">
                <a16:creationId xmlns:a16="http://schemas.microsoft.com/office/drawing/2014/main" id="{805B0055-A65D-DB1C-604E-A5E68D4DD34A}"/>
              </a:ext>
            </a:extLst>
          </p:cNvPr>
          <p:cNvGraphicFramePr>
            <a:graphicFrameLocks noChangeAspect="1"/>
          </p:cNvGraphicFramePr>
          <p:nvPr>
            <p:extLst>
              <p:ext uri="{D42A27DB-BD31-4B8C-83A1-F6EECF244321}">
                <p14:modId xmlns:p14="http://schemas.microsoft.com/office/powerpoint/2010/main" val="2913199935"/>
              </p:ext>
            </p:extLst>
          </p:nvPr>
        </p:nvGraphicFramePr>
        <p:xfrm>
          <a:off x="6145643" y="5774048"/>
          <a:ext cx="2665242" cy="953133"/>
        </p:xfrm>
        <a:graphic>
          <a:graphicData uri="http://schemas.openxmlformats.org/presentationml/2006/ole">
            <mc:AlternateContent xmlns:mc="http://schemas.openxmlformats.org/markup-compatibility/2006">
              <mc:Choice xmlns:v="urn:schemas-microsoft-com:vml" Requires="v">
                <p:oleObj name="包装程序外壳对象" showAsIcon="1" r:id="rId4" imgW="1438315" imgH="514564" progId="Package">
                  <p:embed/>
                </p:oleObj>
              </mc:Choice>
              <mc:Fallback>
                <p:oleObj name="包装程序外壳对象" showAsIcon="1" r:id="rId4" imgW="1438315" imgH="514564" progId="Package">
                  <p:embed/>
                  <p:pic>
                    <p:nvPicPr>
                      <p:cNvPr id="5" name="对象 4">
                        <a:extLst>
                          <a:ext uri="{FF2B5EF4-FFF2-40B4-BE49-F238E27FC236}">
                            <a16:creationId xmlns:a16="http://schemas.microsoft.com/office/drawing/2014/main" id="{805B0055-A65D-DB1C-604E-A5E68D4DD34A}"/>
                          </a:ext>
                        </a:extLst>
                      </p:cNvPr>
                      <p:cNvPicPr/>
                      <p:nvPr/>
                    </p:nvPicPr>
                    <p:blipFill>
                      <a:blip r:embed="rId5"/>
                      <a:stretch>
                        <a:fillRect/>
                      </a:stretch>
                    </p:blipFill>
                    <p:spPr>
                      <a:xfrm>
                        <a:off x="6145643" y="5774048"/>
                        <a:ext cx="2665242" cy="953133"/>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0D69F1D4-018F-6B74-E7E5-688A5E4E8B7B}"/>
              </a:ext>
            </a:extLst>
          </p:cNvPr>
          <p:cNvGraphicFramePr>
            <a:graphicFrameLocks noChangeAspect="1"/>
          </p:cNvGraphicFramePr>
          <p:nvPr>
            <p:extLst>
              <p:ext uri="{D42A27DB-BD31-4B8C-83A1-F6EECF244321}">
                <p14:modId xmlns:p14="http://schemas.microsoft.com/office/powerpoint/2010/main" val="1657558300"/>
              </p:ext>
            </p:extLst>
          </p:nvPr>
        </p:nvGraphicFramePr>
        <p:xfrm>
          <a:off x="6004144" y="4920402"/>
          <a:ext cx="2948240" cy="853646"/>
        </p:xfrm>
        <a:graphic>
          <a:graphicData uri="http://schemas.openxmlformats.org/presentationml/2006/ole">
            <mc:AlternateContent xmlns:mc="http://schemas.openxmlformats.org/markup-compatibility/2006">
              <mc:Choice xmlns:v="urn:schemas-microsoft-com:vml" Requires="v">
                <p:oleObj name="包装程序外壳对象" showAsIcon="1" r:id="rId6" imgW="1776366" imgH="514564" progId="Package">
                  <p:embed/>
                </p:oleObj>
              </mc:Choice>
              <mc:Fallback>
                <p:oleObj name="包装程序外壳对象" showAsIcon="1" r:id="rId6" imgW="1776366" imgH="514564" progId="Package">
                  <p:embed/>
                  <p:pic>
                    <p:nvPicPr>
                      <p:cNvPr id="6" name="对象 5">
                        <a:extLst>
                          <a:ext uri="{FF2B5EF4-FFF2-40B4-BE49-F238E27FC236}">
                            <a16:creationId xmlns:a16="http://schemas.microsoft.com/office/drawing/2014/main" id="{0D69F1D4-018F-6B74-E7E5-688A5E4E8B7B}"/>
                          </a:ext>
                        </a:extLst>
                      </p:cNvPr>
                      <p:cNvPicPr/>
                      <p:nvPr/>
                    </p:nvPicPr>
                    <p:blipFill>
                      <a:blip r:embed="rId7"/>
                      <a:stretch>
                        <a:fillRect/>
                      </a:stretch>
                    </p:blipFill>
                    <p:spPr>
                      <a:xfrm>
                        <a:off x="6004144" y="4920402"/>
                        <a:ext cx="2948240" cy="853646"/>
                      </a:xfrm>
                      <a:prstGeom prst="rect">
                        <a:avLst/>
                      </a:prstGeom>
                    </p:spPr>
                  </p:pic>
                </p:oleObj>
              </mc:Fallback>
            </mc:AlternateContent>
          </a:graphicData>
        </a:graphic>
      </p:graphicFrame>
    </p:spTree>
    <p:extLst>
      <p:ext uri="{BB962C8B-B14F-4D97-AF65-F5344CB8AC3E}">
        <p14:creationId xmlns:p14="http://schemas.microsoft.com/office/powerpoint/2010/main" val="33567714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C53B87C1-00E5-481D-AA8D-3507DAA4EB22}"/>
              </a:ext>
            </a:extLst>
          </p:cNvPr>
          <p:cNvSpPr>
            <a:spLocks noGrp="1" noChangeArrowheads="1"/>
          </p:cNvSpPr>
          <p:nvPr>
            <p:ph type="title"/>
          </p:nvPr>
        </p:nvSpPr>
        <p:spPr/>
        <p:txBody>
          <a:bodyPr/>
          <a:lstStyle/>
          <a:p>
            <a:pPr eaLnBrk="1" hangingPunct="1"/>
            <a:r>
              <a:rPr lang="zh-CN" altLang="en-US"/>
              <a:t>本章要点</a:t>
            </a:r>
          </a:p>
        </p:txBody>
      </p:sp>
      <p:sp>
        <p:nvSpPr>
          <p:cNvPr id="52227" name="Rectangle 3">
            <a:extLst>
              <a:ext uri="{FF2B5EF4-FFF2-40B4-BE49-F238E27FC236}">
                <a16:creationId xmlns:a16="http://schemas.microsoft.com/office/drawing/2014/main" id="{4D6F2CE7-9D5F-4D7D-BDC0-27A7C9A0BF4D}"/>
              </a:ext>
            </a:extLst>
          </p:cNvPr>
          <p:cNvSpPr>
            <a:spLocks noGrp="1" noChangeArrowheads="1"/>
          </p:cNvSpPr>
          <p:nvPr>
            <p:ph idx="1"/>
          </p:nvPr>
        </p:nvSpPr>
        <p:spPr/>
        <p:txBody>
          <a:bodyPr/>
          <a:lstStyle/>
          <a:p>
            <a:pPr eaLnBrk="1" hangingPunct="1">
              <a:spcBef>
                <a:spcPct val="11000"/>
              </a:spcBef>
            </a:pPr>
            <a:r>
              <a:rPr lang="zh-CN" altLang="en-US" dirty="0">
                <a:latin typeface="+mj-lt"/>
              </a:rPr>
              <a:t>理解</a:t>
            </a:r>
            <a:r>
              <a:rPr lang="en-US" altLang="zh-CN" dirty="0">
                <a:latin typeface="+mj-lt"/>
              </a:rPr>
              <a:t>P135-138</a:t>
            </a:r>
            <a:r>
              <a:rPr lang="zh-CN" altLang="en-US" dirty="0">
                <a:latin typeface="+mj-lt"/>
              </a:rPr>
              <a:t>所有粗体名词的含义，能判断对这些名词描述的真假</a:t>
            </a:r>
            <a:endParaRPr lang="en-US" altLang="zh-CN" dirty="0">
              <a:latin typeface="+mj-lt"/>
            </a:endParaRPr>
          </a:p>
          <a:p>
            <a:pPr eaLnBrk="1" hangingPunct="1">
              <a:spcBef>
                <a:spcPct val="11000"/>
              </a:spcBef>
            </a:pPr>
            <a:r>
              <a:rPr lang="zh-CN" altLang="en-US" dirty="0">
                <a:latin typeface="+mj-lt"/>
              </a:rPr>
              <a:t>能根据代码、文法写出类型表达式</a:t>
            </a:r>
            <a:endParaRPr lang="en-US" altLang="zh-CN" dirty="0">
              <a:latin typeface="+mj-lt"/>
            </a:endParaRPr>
          </a:p>
          <a:p>
            <a:pPr eaLnBrk="1" hangingPunct="1">
              <a:spcBef>
                <a:spcPct val="11000"/>
              </a:spcBef>
            </a:pPr>
            <a:r>
              <a:rPr lang="zh-CN" altLang="en-US" dirty="0">
                <a:latin typeface="+mj-lt"/>
              </a:rPr>
              <a:t>能看懂类型系统（断言、定型规则与演绎推理、类型检查与推断）</a:t>
            </a:r>
          </a:p>
          <a:p>
            <a:pPr eaLnBrk="1" hangingPunct="1">
              <a:spcBef>
                <a:spcPct val="11000"/>
              </a:spcBef>
            </a:pPr>
            <a:r>
              <a:rPr lang="zh-CN" altLang="en-US" dirty="0">
                <a:latin typeface="+mj-lt"/>
              </a:rPr>
              <a:t>能设计出类似</a:t>
            </a:r>
            <a:r>
              <a:rPr lang="en-US" altLang="zh-CN" dirty="0">
                <a:latin typeface="+mj-lt"/>
              </a:rPr>
              <a:t>5.3</a:t>
            </a:r>
            <a:r>
              <a:rPr lang="zh-CN" altLang="en-US" dirty="0">
                <a:latin typeface="+mj-lt"/>
              </a:rPr>
              <a:t>中类型检查的翻译方案</a:t>
            </a:r>
          </a:p>
          <a:p>
            <a:pPr eaLnBrk="1" hangingPunct="1">
              <a:spcBef>
                <a:spcPct val="11000"/>
              </a:spcBef>
            </a:pPr>
            <a:r>
              <a:rPr lang="zh-CN" altLang="en-US" dirty="0">
                <a:latin typeface="+mj-lt"/>
              </a:rPr>
              <a:t>理解类型表达式的等价</a:t>
            </a:r>
          </a:p>
        </p:txBody>
      </p:sp>
      <p:sp>
        <p:nvSpPr>
          <p:cNvPr id="2" name="日期占位符 1">
            <a:extLst>
              <a:ext uri="{FF2B5EF4-FFF2-40B4-BE49-F238E27FC236}">
                <a16:creationId xmlns:a16="http://schemas.microsoft.com/office/drawing/2014/main" id="{26643E05-8E39-39E4-1A45-F606B061705B}"/>
              </a:ext>
            </a:extLst>
          </p:cNvPr>
          <p:cNvSpPr>
            <a:spLocks noGrp="1"/>
          </p:cNvSpPr>
          <p:nvPr>
            <p:ph type="dt" sz="half" idx="10"/>
          </p:nvPr>
        </p:nvSpPr>
        <p:spPr/>
        <p:txBody>
          <a:bodyPr/>
          <a:lstStyle/>
          <a:p>
            <a:fld id="{6BC17FC0-85C9-49DD-927A-E33EBECAC29E}" type="datetime2">
              <a:rPr lang="zh-CN" altLang="en-US" smtClean="0"/>
              <a:t>2025年4月30日</a:t>
            </a:fld>
            <a:endParaRPr lang="zh-CN" altLang="en-US" dirty="0"/>
          </a:p>
        </p:txBody>
      </p:sp>
      <p:sp>
        <p:nvSpPr>
          <p:cNvPr id="3" name="页脚占位符 2">
            <a:extLst>
              <a:ext uri="{FF2B5EF4-FFF2-40B4-BE49-F238E27FC236}">
                <a16:creationId xmlns:a16="http://schemas.microsoft.com/office/drawing/2014/main" id="{011FC186-9B11-E56F-4F35-32C3E14920A2}"/>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4" name="灯片编号占位符 3">
            <a:extLst>
              <a:ext uri="{FF2B5EF4-FFF2-40B4-BE49-F238E27FC236}">
                <a16:creationId xmlns:a16="http://schemas.microsoft.com/office/drawing/2014/main" id="{C31D3782-AC36-9D89-EC19-EDD44BCC4224}"/>
              </a:ext>
            </a:extLst>
          </p:cNvPr>
          <p:cNvSpPr>
            <a:spLocks noGrp="1"/>
          </p:cNvSpPr>
          <p:nvPr>
            <p:ph type="sldNum" sz="quarter" idx="12"/>
          </p:nvPr>
        </p:nvSpPr>
        <p:spPr/>
        <p:txBody>
          <a:bodyPr/>
          <a:lstStyle/>
          <a:p>
            <a:fld id="{094DEB03-EFC6-4C20-8FC8-295189A5386F}" type="slidenum">
              <a:rPr lang="zh-CN" altLang="en-US" smtClean="0"/>
              <a:pPr/>
              <a:t>46</a:t>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D9CA4D-C163-6076-B008-F66258A60546}"/>
              </a:ext>
            </a:extLst>
          </p:cNvPr>
          <p:cNvSpPr>
            <a:spLocks noGrp="1"/>
          </p:cNvSpPr>
          <p:nvPr>
            <p:ph type="title"/>
          </p:nvPr>
        </p:nvSpPr>
        <p:spPr/>
        <p:txBody>
          <a:bodyPr/>
          <a:lstStyle/>
          <a:p>
            <a:r>
              <a:rPr lang="zh-CN" altLang="en-US" dirty="0"/>
              <a:t>课后思考</a:t>
            </a:r>
          </a:p>
        </p:txBody>
      </p:sp>
      <p:sp>
        <p:nvSpPr>
          <p:cNvPr id="3" name="内容占位符 2">
            <a:extLst>
              <a:ext uri="{FF2B5EF4-FFF2-40B4-BE49-F238E27FC236}">
                <a16:creationId xmlns:a16="http://schemas.microsoft.com/office/drawing/2014/main" id="{7CFED6A9-59F4-ECFE-E2B6-B2A1D04EE177}"/>
              </a:ext>
            </a:extLst>
          </p:cNvPr>
          <p:cNvSpPr>
            <a:spLocks noGrp="1"/>
          </p:cNvSpPr>
          <p:nvPr>
            <p:ph idx="1"/>
          </p:nvPr>
        </p:nvSpPr>
        <p:spPr/>
        <p:txBody>
          <a:bodyPr/>
          <a:lstStyle/>
          <a:p>
            <a:r>
              <a:rPr lang="zh-CN" altLang="en-US" dirty="0"/>
              <a:t>分析下列</a:t>
            </a:r>
            <a:r>
              <a:rPr lang="en-US" altLang="zh-CN" dirty="0"/>
              <a:t>C</a:t>
            </a:r>
            <a:r>
              <a:rPr lang="zh-CN" altLang="en-US" dirty="0"/>
              <a:t>语言程序的输出结果。</a:t>
            </a:r>
          </a:p>
        </p:txBody>
      </p:sp>
      <p:sp>
        <p:nvSpPr>
          <p:cNvPr id="4" name="日期占位符 3">
            <a:extLst>
              <a:ext uri="{FF2B5EF4-FFF2-40B4-BE49-F238E27FC236}">
                <a16:creationId xmlns:a16="http://schemas.microsoft.com/office/drawing/2014/main" id="{35B38F68-2D6B-6C75-6A23-F15FBF24047D}"/>
              </a:ext>
            </a:extLst>
          </p:cNvPr>
          <p:cNvSpPr>
            <a:spLocks noGrp="1"/>
          </p:cNvSpPr>
          <p:nvPr>
            <p:ph type="dt" sz="half" idx="10"/>
          </p:nvPr>
        </p:nvSpPr>
        <p:spPr>
          <a:ln>
            <a:solidFill>
              <a:schemeClr val="accent2"/>
            </a:solidFill>
          </a:ln>
        </p:spPr>
        <p:txBody>
          <a:bodyPr/>
          <a:lstStyle/>
          <a:p>
            <a:fld id="{BB3CF05F-6465-4EB0-8146-BAE37349DAEA}" type="datetime2">
              <a:rPr lang="zh-CN" altLang="en-US" smtClean="0"/>
              <a:t>2025年4月30日</a:t>
            </a:fld>
            <a:endParaRPr lang="zh-CN" altLang="en-US" dirty="0"/>
          </a:p>
        </p:txBody>
      </p:sp>
      <p:sp>
        <p:nvSpPr>
          <p:cNvPr id="5" name="页脚占位符 4">
            <a:extLst>
              <a:ext uri="{FF2B5EF4-FFF2-40B4-BE49-F238E27FC236}">
                <a16:creationId xmlns:a16="http://schemas.microsoft.com/office/drawing/2014/main" id="{05370736-A9E5-F888-9059-629162AD1CF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a:t>
            </a:r>
            <a:r>
              <a:rPr lang="en-US" altLang="zh-CN"/>
              <a:t>5</a:t>
            </a:r>
            <a:r>
              <a:rPr lang="zh-CN" altLang="en-US"/>
              <a:t>章 类型检查</a:t>
            </a:r>
            <a:r>
              <a:rPr lang="en-US" altLang="zh-CN"/>
              <a:t>(2)</a:t>
            </a:r>
            <a:endParaRPr lang="zh-CN" altLang="en-US" dirty="0"/>
          </a:p>
        </p:txBody>
      </p:sp>
      <p:sp>
        <p:nvSpPr>
          <p:cNvPr id="6" name="灯片编号占位符 5">
            <a:extLst>
              <a:ext uri="{FF2B5EF4-FFF2-40B4-BE49-F238E27FC236}">
                <a16:creationId xmlns:a16="http://schemas.microsoft.com/office/drawing/2014/main" id="{07489931-B291-2D30-2626-2E14571E7B2D}"/>
              </a:ext>
            </a:extLst>
          </p:cNvPr>
          <p:cNvSpPr>
            <a:spLocks noGrp="1"/>
          </p:cNvSpPr>
          <p:nvPr>
            <p:ph type="sldNum" sz="quarter" idx="12"/>
          </p:nvPr>
        </p:nvSpPr>
        <p:spPr/>
        <p:txBody>
          <a:bodyPr/>
          <a:lstStyle/>
          <a:p>
            <a:fld id="{094DEB03-EFC6-4C20-8FC8-295189A5386F}" type="slidenum">
              <a:rPr lang="zh-CN" altLang="en-US" smtClean="0"/>
              <a:pPr/>
              <a:t>47</a:t>
            </a:fld>
            <a:endParaRPr lang="zh-CN" altLang="en-US"/>
          </a:p>
        </p:txBody>
      </p:sp>
      <p:sp>
        <p:nvSpPr>
          <p:cNvPr id="8" name="文本框 7">
            <a:extLst>
              <a:ext uri="{FF2B5EF4-FFF2-40B4-BE49-F238E27FC236}">
                <a16:creationId xmlns:a16="http://schemas.microsoft.com/office/drawing/2014/main" id="{E48B28D3-AD31-52A0-B316-B399449BAB9C}"/>
              </a:ext>
            </a:extLst>
          </p:cNvPr>
          <p:cNvSpPr txBox="1"/>
          <p:nvPr/>
        </p:nvSpPr>
        <p:spPr>
          <a:xfrm>
            <a:off x="495986" y="2004677"/>
            <a:ext cx="3384073" cy="4247317"/>
          </a:xfrm>
          <a:prstGeom prst="rect">
            <a:avLst/>
          </a:prstGeom>
          <a:solidFill>
            <a:schemeClr val="accent4">
              <a:lumMod val="20000"/>
              <a:lumOff val="80000"/>
            </a:schemeClr>
          </a:solidFill>
          <a:ln>
            <a:solidFill>
              <a:schemeClr val="tx1"/>
            </a:solidFill>
          </a:ln>
        </p:spPr>
        <p:txBody>
          <a:bodyPr wrap="square">
            <a:spAutoFit/>
          </a:bodyPr>
          <a:lstStyle/>
          <a:p>
            <a:r>
              <a:rPr lang="en-US" altLang="zh-CN" sz="1800" b="1" dirty="0">
                <a:solidFill>
                  <a:srgbClr val="808080"/>
                </a:solidFill>
                <a:latin typeface="新宋体" panose="02010609030101010101" pitchFamily="49" charset="-122"/>
                <a:ea typeface="新宋体" panose="02010609030101010101" pitchFamily="49" charset="-122"/>
              </a:rPr>
              <a:t>#include</a:t>
            </a:r>
            <a:r>
              <a:rPr lang="en-US" altLang="zh-CN" sz="1800" b="1" dirty="0">
                <a:solidFill>
                  <a:srgbClr val="000000"/>
                </a:solidFill>
                <a:latin typeface="新宋体" panose="02010609030101010101" pitchFamily="49" charset="-122"/>
                <a:ea typeface="新宋体" panose="02010609030101010101" pitchFamily="49" charset="-122"/>
              </a:rPr>
              <a:t> </a:t>
            </a:r>
            <a:r>
              <a:rPr lang="en-US" altLang="zh-CN" sz="1800" b="1" dirty="0">
                <a:solidFill>
                  <a:srgbClr val="A31515"/>
                </a:solidFill>
                <a:latin typeface="新宋体" panose="02010609030101010101" pitchFamily="49" charset="-122"/>
                <a:ea typeface="新宋体" panose="02010609030101010101" pitchFamily="49" charset="-122"/>
              </a:rPr>
              <a:t>&lt;</a:t>
            </a:r>
            <a:r>
              <a:rPr lang="en-US" altLang="zh-CN" sz="1800" b="1" dirty="0" err="1">
                <a:solidFill>
                  <a:srgbClr val="A31515"/>
                </a:solidFill>
                <a:latin typeface="新宋体" panose="02010609030101010101" pitchFamily="49" charset="-122"/>
                <a:ea typeface="新宋体" panose="02010609030101010101" pitchFamily="49" charset="-122"/>
              </a:rPr>
              <a:t>stdio.h</a:t>
            </a:r>
            <a:r>
              <a:rPr lang="en-US" altLang="zh-CN" sz="1800" b="1" dirty="0">
                <a:solidFill>
                  <a:srgbClr val="A31515"/>
                </a:solidFill>
                <a:latin typeface="新宋体" panose="02010609030101010101" pitchFamily="49" charset="-122"/>
                <a:ea typeface="新宋体" panose="02010609030101010101" pitchFamily="49" charset="-122"/>
              </a:rPr>
              <a:t>&gt;</a:t>
            </a:r>
            <a:endParaRPr lang="en-US" altLang="zh-CN" sz="1800" b="1" dirty="0">
              <a:solidFill>
                <a:srgbClr val="000000"/>
              </a:solidFill>
              <a:latin typeface="新宋体" panose="02010609030101010101" pitchFamily="49" charset="-122"/>
              <a:ea typeface="新宋体" panose="02010609030101010101" pitchFamily="49" charset="-122"/>
            </a:endParaRPr>
          </a:p>
          <a:p>
            <a:r>
              <a:rPr lang="en-US" altLang="zh-CN" sz="1800" b="1" dirty="0">
                <a:solidFill>
                  <a:srgbClr val="0000FF"/>
                </a:solidFill>
                <a:latin typeface="新宋体" panose="02010609030101010101" pitchFamily="49" charset="-122"/>
                <a:ea typeface="新宋体" panose="02010609030101010101" pitchFamily="49" charset="-122"/>
              </a:rPr>
              <a:t>int</a:t>
            </a:r>
            <a:r>
              <a:rPr lang="en-US" altLang="zh-CN" sz="1800" b="1" dirty="0">
                <a:solidFill>
                  <a:srgbClr val="000000"/>
                </a:solidFill>
                <a:latin typeface="新宋体" panose="02010609030101010101" pitchFamily="49" charset="-122"/>
                <a:ea typeface="新宋体" panose="02010609030101010101" pitchFamily="49" charset="-122"/>
              </a:rPr>
              <a:t> </a:t>
            </a:r>
            <a:r>
              <a:rPr lang="en-US" altLang="zh-CN" sz="1800" b="1" dirty="0" err="1">
                <a:solidFill>
                  <a:srgbClr val="000000"/>
                </a:solidFill>
                <a:latin typeface="新宋体" panose="02010609030101010101" pitchFamily="49" charset="-122"/>
                <a:ea typeface="新宋体" panose="02010609030101010101" pitchFamily="49" charset="-122"/>
              </a:rPr>
              <a:t>i</a:t>
            </a:r>
            <a:r>
              <a:rPr lang="en-US" altLang="zh-CN" sz="1800" b="1" dirty="0">
                <a:solidFill>
                  <a:srgbClr val="000000"/>
                </a:solidFill>
                <a:latin typeface="新宋体" panose="02010609030101010101" pitchFamily="49" charset="-122"/>
                <a:ea typeface="新宋体" panose="02010609030101010101" pitchFamily="49" charset="-122"/>
              </a:rPr>
              <a:t>;</a:t>
            </a:r>
          </a:p>
          <a:p>
            <a:r>
              <a:rPr lang="en-US" altLang="zh-CN" sz="1800" b="1" dirty="0">
                <a:solidFill>
                  <a:srgbClr val="0000FF"/>
                </a:solidFill>
                <a:latin typeface="新宋体" panose="02010609030101010101" pitchFamily="49" charset="-122"/>
                <a:ea typeface="新宋体" panose="02010609030101010101" pitchFamily="49" charset="-122"/>
              </a:rPr>
              <a:t>int</a:t>
            </a:r>
            <a:r>
              <a:rPr lang="en-US" altLang="zh-CN" sz="1800" b="1" dirty="0">
                <a:solidFill>
                  <a:srgbClr val="000000"/>
                </a:solidFill>
                <a:latin typeface="新宋体" panose="02010609030101010101" pitchFamily="49" charset="-122"/>
                <a:ea typeface="新宋体" panose="02010609030101010101" pitchFamily="49" charset="-122"/>
              </a:rPr>
              <a:t> main()</a:t>
            </a:r>
          </a:p>
          <a:p>
            <a:r>
              <a:rPr lang="en-US" altLang="zh-CN" sz="1800" b="1" dirty="0">
                <a:solidFill>
                  <a:srgbClr val="000000"/>
                </a:solidFill>
                <a:latin typeface="新宋体" panose="02010609030101010101" pitchFamily="49" charset="-122"/>
                <a:ea typeface="新宋体" panose="02010609030101010101" pitchFamily="49" charset="-122"/>
              </a:rPr>
              <a:t>{</a:t>
            </a:r>
          </a:p>
          <a:p>
            <a:r>
              <a:rPr lang="en-US" altLang="zh-CN" sz="1800" b="1" dirty="0">
                <a:solidFill>
                  <a:srgbClr val="000000"/>
                </a:solidFill>
                <a:latin typeface="新宋体" panose="02010609030101010101" pitchFamily="49" charset="-122"/>
                <a:ea typeface="新宋体" panose="02010609030101010101" pitchFamily="49" charset="-122"/>
              </a:rPr>
              <a:t>    </a:t>
            </a:r>
            <a:r>
              <a:rPr lang="en-US" altLang="zh-CN" sz="1800" b="1" dirty="0" err="1">
                <a:solidFill>
                  <a:srgbClr val="000000"/>
                </a:solidFill>
                <a:latin typeface="新宋体" panose="02010609030101010101" pitchFamily="49" charset="-122"/>
                <a:ea typeface="新宋体" panose="02010609030101010101" pitchFamily="49" charset="-122"/>
              </a:rPr>
              <a:t>i</a:t>
            </a:r>
            <a:r>
              <a:rPr lang="en-US" altLang="zh-CN" sz="1800" b="1" dirty="0">
                <a:solidFill>
                  <a:srgbClr val="000000"/>
                </a:solidFill>
                <a:latin typeface="新宋体" panose="02010609030101010101" pitchFamily="49" charset="-122"/>
                <a:ea typeface="新宋体" panose="02010609030101010101" pitchFamily="49" charset="-122"/>
              </a:rPr>
              <a:t>--;</a:t>
            </a:r>
          </a:p>
          <a:p>
            <a:r>
              <a:rPr lang="en-US" altLang="zh-CN" sz="1800" b="1" dirty="0">
                <a:solidFill>
                  <a:srgbClr val="000000"/>
                </a:solidFill>
                <a:latin typeface="新宋体" panose="02010609030101010101" pitchFamily="49" charset="-122"/>
                <a:ea typeface="新宋体" panose="02010609030101010101" pitchFamily="49" charset="-122"/>
              </a:rPr>
              <a:t>    </a:t>
            </a:r>
            <a:r>
              <a:rPr lang="en-US" altLang="zh-CN" sz="1800" b="1" dirty="0">
                <a:solidFill>
                  <a:srgbClr val="0000FF"/>
                </a:solidFill>
                <a:latin typeface="新宋体" panose="02010609030101010101" pitchFamily="49" charset="-122"/>
                <a:ea typeface="新宋体" panose="02010609030101010101" pitchFamily="49" charset="-122"/>
              </a:rPr>
              <a:t>if</a:t>
            </a:r>
            <a:r>
              <a:rPr lang="en-US" altLang="zh-CN" sz="1800" b="1" dirty="0">
                <a:solidFill>
                  <a:srgbClr val="000000"/>
                </a:solidFill>
                <a:latin typeface="新宋体" panose="02010609030101010101" pitchFamily="49" charset="-122"/>
                <a:ea typeface="新宋体" panose="02010609030101010101" pitchFamily="49" charset="-122"/>
              </a:rPr>
              <a:t> (</a:t>
            </a:r>
            <a:r>
              <a:rPr lang="en-US" altLang="zh-CN" sz="1800" b="1" dirty="0" err="1">
                <a:solidFill>
                  <a:srgbClr val="000000"/>
                </a:solidFill>
                <a:latin typeface="新宋体" panose="02010609030101010101" pitchFamily="49" charset="-122"/>
                <a:ea typeface="新宋体" panose="02010609030101010101" pitchFamily="49" charset="-122"/>
              </a:rPr>
              <a:t>i</a:t>
            </a:r>
            <a:r>
              <a:rPr lang="en-US" altLang="zh-CN" sz="1800" b="1" dirty="0">
                <a:solidFill>
                  <a:srgbClr val="000000"/>
                </a:solidFill>
                <a:latin typeface="新宋体" panose="02010609030101010101" pitchFamily="49" charset="-122"/>
                <a:ea typeface="新宋体" panose="02010609030101010101" pitchFamily="49" charset="-122"/>
              </a:rPr>
              <a:t> &gt; </a:t>
            </a:r>
            <a:r>
              <a:rPr lang="en-US" altLang="zh-CN" sz="1800" b="1" dirty="0" err="1">
                <a:solidFill>
                  <a:srgbClr val="0000FF"/>
                </a:solidFill>
                <a:latin typeface="新宋体" panose="02010609030101010101" pitchFamily="49" charset="-122"/>
                <a:ea typeface="新宋体" panose="02010609030101010101" pitchFamily="49" charset="-122"/>
              </a:rPr>
              <a:t>sizeof</a:t>
            </a:r>
            <a:r>
              <a:rPr lang="en-US" altLang="zh-CN" sz="1800" b="1" dirty="0">
                <a:solidFill>
                  <a:srgbClr val="000000"/>
                </a:solidFill>
                <a:latin typeface="新宋体" panose="02010609030101010101" pitchFamily="49" charset="-122"/>
                <a:ea typeface="新宋体" panose="02010609030101010101" pitchFamily="49" charset="-122"/>
              </a:rPr>
              <a:t>(</a:t>
            </a:r>
            <a:r>
              <a:rPr lang="en-US" altLang="zh-CN" sz="1800" b="1" dirty="0" err="1">
                <a:solidFill>
                  <a:srgbClr val="000000"/>
                </a:solidFill>
                <a:latin typeface="新宋体" panose="02010609030101010101" pitchFamily="49" charset="-122"/>
                <a:ea typeface="新宋体" panose="02010609030101010101" pitchFamily="49" charset="-122"/>
              </a:rPr>
              <a:t>i</a:t>
            </a:r>
            <a:r>
              <a:rPr lang="en-US" altLang="zh-CN" sz="1800" b="1" dirty="0">
                <a:solidFill>
                  <a:srgbClr val="000000"/>
                </a:solidFill>
                <a:latin typeface="新宋体" panose="02010609030101010101" pitchFamily="49" charset="-122"/>
                <a:ea typeface="新宋体" panose="02010609030101010101" pitchFamily="49" charset="-122"/>
              </a:rPr>
              <a:t>))</a:t>
            </a:r>
          </a:p>
          <a:p>
            <a:r>
              <a:rPr lang="zh-CN" altLang="en-US" sz="1800" b="1" dirty="0">
                <a:solidFill>
                  <a:srgbClr val="000000"/>
                </a:solidFill>
                <a:latin typeface="新宋体" panose="02010609030101010101" pitchFamily="49" charset="-122"/>
                <a:ea typeface="新宋体" panose="02010609030101010101" pitchFamily="49" charset="-122"/>
              </a:rPr>
              <a:t>    </a:t>
            </a:r>
            <a:r>
              <a:rPr lang="en-US" altLang="zh-CN" sz="1800" b="1" dirty="0">
                <a:solidFill>
                  <a:srgbClr val="000000"/>
                </a:solidFill>
                <a:latin typeface="新宋体" panose="02010609030101010101" pitchFamily="49" charset="-122"/>
                <a:ea typeface="新宋体" panose="02010609030101010101" pitchFamily="49" charset="-122"/>
              </a:rPr>
              <a:t>{</a:t>
            </a:r>
          </a:p>
          <a:p>
            <a:r>
              <a:rPr lang="en-US" altLang="zh-CN" sz="1800" b="1" dirty="0">
                <a:solidFill>
                  <a:srgbClr val="000000"/>
                </a:solidFill>
                <a:latin typeface="新宋体" panose="02010609030101010101" pitchFamily="49" charset="-122"/>
                <a:ea typeface="新宋体" panose="02010609030101010101" pitchFamily="49" charset="-122"/>
              </a:rPr>
              <a:t>        </a:t>
            </a:r>
            <a:r>
              <a:rPr lang="en-US" altLang="zh-CN" sz="1800" b="1" dirty="0" err="1">
                <a:solidFill>
                  <a:srgbClr val="000000"/>
                </a:solidFill>
                <a:latin typeface="新宋体" panose="02010609030101010101" pitchFamily="49" charset="-122"/>
                <a:ea typeface="新宋体" panose="02010609030101010101" pitchFamily="49" charset="-122"/>
              </a:rPr>
              <a:t>printf</a:t>
            </a:r>
            <a:r>
              <a:rPr lang="en-US" altLang="zh-CN" sz="1800" b="1" dirty="0">
                <a:solidFill>
                  <a:srgbClr val="000000"/>
                </a:solidFill>
                <a:latin typeface="新宋体" panose="02010609030101010101" pitchFamily="49" charset="-122"/>
                <a:ea typeface="新宋体" panose="02010609030101010101" pitchFamily="49" charset="-122"/>
              </a:rPr>
              <a:t>(</a:t>
            </a:r>
            <a:r>
              <a:rPr lang="en-US" altLang="zh-CN" sz="1800" b="1" dirty="0">
                <a:solidFill>
                  <a:srgbClr val="A31515"/>
                </a:solidFill>
                <a:latin typeface="新宋体" panose="02010609030101010101" pitchFamily="49" charset="-122"/>
                <a:ea typeface="新宋体" panose="02010609030101010101" pitchFamily="49" charset="-122"/>
              </a:rPr>
              <a:t>"&gt;\n"</a:t>
            </a:r>
            <a:r>
              <a:rPr lang="en-US" altLang="zh-CN" sz="1800" b="1" dirty="0">
                <a:solidFill>
                  <a:srgbClr val="000000"/>
                </a:solidFill>
                <a:latin typeface="新宋体" panose="02010609030101010101" pitchFamily="49" charset="-122"/>
                <a:ea typeface="新宋体" panose="02010609030101010101" pitchFamily="49" charset="-122"/>
              </a:rPr>
              <a:t>);</a:t>
            </a:r>
          </a:p>
          <a:p>
            <a:r>
              <a:rPr lang="zh-CN" altLang="en-US" sz="1800" b="1" dirty="0">
                <a:solidFill>
                  <a:srgbClr val="000000"/>
                </a:solidFill>
                <a:latin typeface="新宋体" panose="02010609030101010101" pitchFamily="49" charset="-122"/>
                <a:ea typeface="新宋体" panose="02010609030101010101" pitchFamily="49" charset="-122"/>
              </a:rPr>
              <a:t>    </a:t>
            </a:r>
            <a:r>
              <a:rPr lang="en-US" altLang="zh-CN" sz="1800" b="1" dirty="0">
                <a:solidFill>
                  <a:srgbClr val="000000"/>
                </a:solidFill>
                <a:latin typeface="新宋体" panose="02010609030101010101" pitchFamily="49" charset="-122"/>
                <a:ea typeface="新宋体" panose="02010609030101010101" pitchFamily="49" charset="-122"/>
              </a:rPr>
              <a:t>}</a:t>
            </a:r>
          </a:p>
          <a:p>
            <a:r>
              <a:rPr lang="en-US" altLang="zh-CN" sz="1800" b="1" dirty="0">
                <a:solidFill>
                  <a:srgbClr val="000000"/>
                </a:solidFill>
                <a:latin typeface="新宋体" panose="02010609030101010101" pitchFamily="49" charset="-122"/>
                <a:ea typeface="新宋体" panose="02010609030101010101" pitchFamily="49" charset="-122"/>
              </a:rPr>
              <a:t>    </a:t>
            </a:r>
            <a:r>
              <a:rPr lang="en-US" altLang="zh-CN" sz="1800" b="1" dirty="0">
                <a:solidFill>
                  <a:srgbClr val="0000FF"/>
                </a:solidFill>
                <a:latin typeface="新宋体" panose="02010609030101010101" pitchFamily="49" charset="-122"/>
                <a:ea typeface="新宋体" panose="02010609030101010101" pitchFamily="49" charset="-122"/>
              </a:rPr>
              <a:t>else</a:t>
            </a:r>
            <a:endParaRPr lang="en-US" altLang="zh-CN" sz="1800" b="1" dirty="0">
              <a:solidFill>
                <a:srgbClr val="000000"/>
              </a:solidFill>
              <a:latin typeface="新宋体" panose="02010609030101010101" pitchFamily="49" charset="-122"/>
              <a:ea typeface="新宋体" panose="02010609030101010101" pitchFamily="49" charset="-122"/>
            </a:endParaRPr>
          </a:p>
          <a:p>
            <a:r>
              <a:rPr lang="zh-CN" altLang="en-US" sz="1800" b="1" dirty="0">
                <a:solidFill>
                  <a:srgbClr val="000000"/>
                </a:solidFill>
                <a:latin typeface="新宋体" panose="02010609030101010101" pitchFamily="49" charset="-122"/>
                <a:ea typeface="新宋体" panose="02010609030101010101" pitchFamily="49" charset="-122"/>
              </a:rPr>
              <a:t>    </a:t>
            </a:r>
            <a:r>
              <a:rPr lang="en-US" altLang="zh-CN" sz="1800" b="1" dirty="0">
                <a:solidFill>
                  <a:srgbClr val="000000"/>
                </a:solidFill>
                <a:latin typeface="新宋体" panose="02010609030101010101" pitchFamily="49" charset="-122"/>
                <a:ea typeface="新宋体" panose="02010609030101010101" pitchFamily="49" charset="-122"/>
              </a:rPr>
              <a:t>{</a:t>
            </a:r>
          </a:p>
          <a:p>
            <a:r>
              <a:rPr lang="en-US" altLang="zh-CN" sz="1800" b="1" dirty="0">
                <a:solidFill>
                  <a:srgbClr val="000000"/>
                </a:solidFill>
                <a:latin typeface="新宋体" panose="02010609030101010101" pitchFamily="49" charset="-122"/>
                <a:ea typeface="新宋体" panose="02010609030101010101" pitchFamily="49" charset="-122"/>
              </a:rPr>
              <a:t>        </a:t>
            </a:r>
            <a:r>
              <a:rPr lang="en-US" altLang="zh-CN" sz="1800" b="1" dirty="0" err="1">
                <a:solidFill>
                  <a:srgbClr val="000000"/>
                </a:solidFill>
                <a:latin typeface="新宋体" panose="02010609030101010101" pitchFamily="49" charset="-122"/>
                <a:ea typeface="新宋体" panose="02010609030101010101" pitchFamily="49" charset="-122"/>
              </a:rPr>
              <a:t>printf</a:t>
            </a:r>
            <a:r>
              <a:rPr lang="en-US" altLang="zh-CN" sz="1800" b="1" dirty="0">
                <a:solidFill>
                  <a:srgbClr val="000000"/>
                </a:solidFill>
                <a:latin typeface="新宋体" panose="02010609030101010101" pitchFamily="49" charset="-122"/>
                <a:ea typeface="新宋体" panose="02010609030101010101" pitchFamily="49" charset="-122"/>
              </a:rPr>
              <a:t>(</a:t>
            </a:r>
            <a:r>
              <a:rPr lang="en-US" altLang="zh-CN" sz="1800" b="1" dirty="0">
                <a:solidFill>
                  <a:srgbClr val="A31515"/>
                </a:solidFill>
                <a:latin typeface="新宋体" panose="02010609030101010101" pitchFamily="49" charset="-122"/>
                <a:ea typeface="新宋体" panose="02010609030101010101" pitchFamily="49" charset="-122"/>
              </a:rPr>
              <a:t>"&lt;\n"</a:t>
            </a:r>
            <a:r>
              <a:rPr lang="en-US" altLang="zh-CN" sz="1800" b="1" dirty="0">
                <a:solidFill>
                  <a:srgbClr val="000000"/>
                </a:solidFill>
                <a:latin typeface="新宋体" panose="02010609030101010101" pitchFamily="49" charset="-122"/>
                <a:ea typeface="新宋体" panose="02010609030101010101" pitchFamily="49" charset="-122"/>
              </a:rPr>
              <a:t>);</a:t>
            </a:r>
          </a:p>
          <a:p>
            <a:r>
              <a:rPr lang="zh-CN" altLang="en-US" sz="1800" b="1" dirty="0">
                <a:solidFill>
                  <a:srgbClr val="000000"/>
                </a:solidFill>
                <a:latin typeface="新宋体" panose="02010609030101010101" pitchFamily="49" charset="-122"/>
                <a:ea typeface="新宋体" panose="02010609030101010101" pitchFamily="49" charset="-122"/>
              </a:rPr>
              <a:t>    </a:t>
            </a:r>
            <a:r>
              <a:rPr lang="en-US" altLang="zh-CN" sz="1800" b="1" dirty="0">
                <a:solidFill>
                  <a:srgbClr val="000000"/>
                </a:solidFill>
                <a:latin typeface="新宋体" panose="02010609030101010101" pitchFamily="49" charset="-122"/>
                <a:ea typeface="新宋体" panose="02010609030101010101" pitchFamily="49" charset="-122"/>
              </a:rPr>
              <a:t>}</a:t>
            </a:r>
          </a:p>
          <a:p>
            <a:r>
              <a:rPr lang="en-US" altLang="zh-CN" sz="1800" b="1" dirty="0">
                <a:solidFill>
                  <a:srgbClr val="000000"/>
                </a:solidFill>
                <a:latin typeface="新宋体" panose="02010609030101010101" pitchFamily="49" charset="-122"/>
                <a:ea typeface="新宋体" panose="02010609030101010101" pitchFamily="49" charset="-122"/>
              </a:rPr>
              <a:t>    </a:t>
            </a:r>
            <a:r>
              <a:rPr lang="en-US" altLang="zh-CN" sz="1800" b="1" dirty="0">
                <a:solidFill>
                  <a:srgbClr val="0000FF"/>
                </a:solidFill>
                <a:latin typeface="新宋体" panose="02010609030101010101" pitchFamily="49" charset="-122"/>
                <a:ea typeface="新宋体" panose="02010609030101010101" pitchFamily="49" charset="-122"/>
              </a:rPr>
              <a:t>return</a:t>
            </a:r>
            <a:r>
              <a:rPr lang="en-US" altLang="zh-CN" sz="1800" b="1" dirty="0">
                <a:solidFill>
                  <a:srgbClr val="000000"/>
                </a:solidFill>
                <a:latin typeface="新宋体" panose="02010609030101010101" pitchFamily="49" charset="-122"/>
                <a:ea typeface="新宋体" panose="02010609030101010101" pitchFamily="49" charset="-122"/>
              </a:rPr>
              <a:t> 0;</a:t>
            </a:r>
          </a:p>
          <a:p>
            <a:r>
              <a:rPr lang="en-US" altLang="zh-CN" sz="1800" b="1" dirty="0">
                <a:solidFill>
                  <a:srgbClr val="000000"/>
                </a:solidFill>
                <a:latin typeface="新宋体" panose="02010609030101010101" pitchFamily="49" charset="-122"/>
                <a:ea typeface="新宋体" panose="02010609030101010101" pitchFamily="49" charset="-122"/>
              </a:rPr>
              <a:t>}</a:t>
            </a:r>
            <a:endParaRPr lang="zh-CN" altLang="en-US" b="1" dirty="0"/>
          </a:p>
        </p:txBody>
      </p:sp>
      <p:pic>
        <p:nvPicPr>
          <p:cNvPr id="10" name="图片 9">
            <a:extLst>
              <a:ext uri="{FF2B5EF4-FFF2-40B4-BE49-F238E27FC236}">
                <a16:creationId xmlns:a16="http://schemas.microsoft.com/office/drawing/2014/main" id="{EDD61DA5-226A-D21A-A45E-59516935E245}"/>
              </a:ext>
            </a:extLst>
          </p:cNvPr>
          <p:cNvPicPr>
            <a:picLocks noChangeAspect="1"/>
          </p:cNvPicPr>
          <p:nvPr/>
        </p:nvPicPr>
        <p:blipFill>
          <a:blip r:embed="rId3"/>
          <a:stretch>
            <a:fillRect/>
          </a:stretch>
        </p:blipFill>
        <p:spPr>
          <a:xfrm>
            <a:off x="4032350" y="2206956"/>
            <a:ext cx="4615664" cy="1921379"/>
          </a:xfrm>
          <a:prstGeom prst="rect">
            <a:avLst/>
          </a:prstGeom>
        </p:spPr>
      </p:pic>
      <p:sp>
        <p:nvSpPr>
          <p:cNvPr id="11" name="文本框 10">
            <a:extLst>
              <a:ext uri="{FF2B5EF4-FFF2-40B4-BE49-F238E27FC236}">
                <a16:creationId xmlns:a16="http://schemas.microsoft.com/office/drawing/2014/main" id="{C6D29C9E-670E-239E-3836-F1A26E0150F0}"/>
              </a:ext>
            </a:extLst>
          </p:cNvPr>
          <p:cNvSpPr txBox="1"/>
          <p:nvPr/>
        </p:nvSpPr>
        <p:spPr>
          <a:xfrm>
            <a:off x="4032351" y="4438180"/>
            <a:ext cx="4615664" cy="1631216"/>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a:spAutoFit/>
          </a:bodyPr>
          <a:lstStyle/>
          <a:p>
            <a:r>
              <a:rPr lang="zh-CN" altLang="en-US" sz="2000" dirty="0"/>
              <a:t>提示：本实例综合了多项程序设计知识。</a:t>
            </a:r>
            <a:endParaRPr lang="en-US" altLang="zh-CN" sz="2000" dirty="0"/>
          </a:p>
          <a:p>
            <a:r>
              <a:rPr lang="en-US" altLang="zh-CN" sz="2000" dirty="0"/>
              <a:t>1</a:t>
            </a:r>
            <a:r>
              <a:rPr lang="zh-CN" altLang="en-US" sz="2000" dirty="0"/>
              <a:t>、全局变量</a:t>
            </a:r>
            <a:r>
              <a:rPr lang="en-US" altLang="zh-CN" sz="2000" b="1" dirty="0" err="1"/>
              <a:t>i</a:t>
            </a:r>
            <a:r>
              <a:rPr lang="zh-CN" altLang="en-US" sz="2000" dirty="0"/>
              <a:t>的默认初始值是多少？</a:t>
            </a:r>
            <a:endParaRPr lang="en-US" altLang="zh-CN" sz="2000" dirty="0"/>
          </a:p>
          <a:p>
            <a:r>
              <a:rPr lang="en-US" altLang="zh-CN" sz="2000" dirty="0"/>
              <a:t>2</a:t>
            </a:r>
            <a:r>
              <a:rPr lang="zh-CN" altLang="en-US" sz="2000" dirty="0"/>
              <a:t>、</a:t>
            </a:r>
            <a:r>
              <a:rPr lang="en-US" altLang="zh-CN" sz="2000" b="1" dirty="0" err="1"/>
              <a:t>sizeof</a:t>
            </a:r>
            <a:r>
              <a:rPr lang="en-US" altLang="zh-CN" sz="2000" b="1" dirty="0"/>
              <a:t>()</a:t>
            </a:r>
            <a:r>
              <a:rPr lang="zh-CN" altLang="en-US" sz="2000" dirty="0"/>
              <a:t>函数返回值的类型是什么？</a:t>
            </a:r>
            <a:endParaRPr lang="en-US" altLang="zh-CN" sz="2000" dirty="0"/>
          </a:p>
          <a:p>
            <a:r>
              <a:rPr lang="en-US" altLang="zh-CN" sz="2000" dirty="0"/>
              <a:t>3</a:t>
            </a:r>
            <a:r>
              <a:rPr lang="zh-CN" altLang="en-US" sz="2000" dirty="0"/>
              <a:t>、是否存在隐式类型转换？</a:t>
            </a:r>
            <a:endParaRPr lang="en-US" altLang="zh-CN" sz="2000" dirty="0"/>
          </a:p>
          <a:p>
            <a:r>
              <a:rPr lang="en-US" altLang="zh-CN" sz="2000" dirty="0"/>
              <a:t>4</a:t>
            </a:r>
            <a:r>
              <a:rPr lang="zh-CN" altLang="en-US" sz="2000" dirty="0"/>
              <a:t>、还记得原码、反码、补码的知识吗？</a:t>
            </a:r>
          </a:p>
        </p:txBody>
      </p:sp>
    </p:spTree>
    <p:extLst>
      <p:ext uri="{BB962C8B-B14F-4D97-AF65-F5344CB8AC3E}">
        <p14:creationId xmlns:p14="http://schemas.microsoft.com/office/powerpoint/2010/main" val="38551784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编译原理">
      <a:majorFont>
        <a:latin typeface="Times New Roman"/>
        <a:ea typeface="黑体"/>
        <a:cs typeface=""/>
      </a:majorFont>
      <a:minorFont>
        <a:latin typeface="Times New Roman"/>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E1A4A9B1-7E4E-47AA-AA07-2768A6A8C14F}" vid="{86F4E090-C3C9-4325-B7F9-CF07F329FE4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3078</TotalTime>
  <Words>5945</Words>
  <Application>Microsoft Office PowerPoint</Application>
  <PresentationFormat>全屏显示(4:3)</PresentationFormat>
  <Paragraphs>785</Paragraphs>
  <Slides>47</Slides>
  <Notes>15</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47</vt:i4>
      </vt:variant>
    </vt:vector>
  </HeadingPairs>
  <TitlesOfParts>
    <vt:vector size="59" baseType="lpstr">
      <vt:lpstr>等线</vt:lpstr>
      <vt:lpstr>宋体</vt:lpstr>
      <vt:lpstr>Microsoft Yahei</vt:lpstr>
      <vt:lpstr>新宋体</vt:lpstr>
      <vt:lpstr>Arial</vt:lpstr>
      <vt:lpstr>Comic Sans MS</vt:lpstr>
      <vt:lpstr>Consolas</vt:lpstr>
      <vt:lpstr>Symbol</vt:lpstr>
      <vt:lpstr>Times New Roman</vt:lpstr>
      <vt:lpstr>Wingdings</vt:lpstr>
      <vt:lpstr>主题1</vt:lpstr>
      <vt:lpstr>程序包</vt:lpstr>
      <vt:lpstr>第五章 类型检查(2)</vt:lpstr>
      <vt:lpstr>5.15 类型表达式</vt:lpstr>
      <vt:lpstr>上次课回顾</vt:lpstr>
      <vt:lpstr>本次课内容</vt:lpstr>
      <vt:lpstr>PowerPoint 演示文稿</vt:lpstr>
      <vt:lpstr>5.3 一个简单类型检查器的规范</vt:lpstr>
      <vt:lpstr>5.3.1 一个简单的语言</vt:lpstr>
      <vt:lpstr>5.3.1 一个简单的语言</vt:lpstr>
      <vt:lpstr>5.3.1 一个简单的语言</vt:lpstr>
      <vt:lpstr>5.3.2 类型系统</vt:lpstr>
      <vt:lpstr>5.3.2 类型系统</vt:lpstr>
      <vt:lpstr>5.3.2 类型系统</vt:lpstr>
      <vt:lpstr>5.3.2 类型系统</vt:lpstr>
      <vt:lpstr>5.3.2 类型系统</vt:lpstr>
      <vt:lpstr>5.3.2 类型系统</vt:lpstr>
      <vt:lpstr>5.3.3 类型检查</vt:lpstr>
      <vt:lpstr>5.3.3 类型检查——声明语句</vt:lpstr>
      <vt:lpstr>5.3.3 类型检查——声明语句</vt:lpstr>
      <vt:lpstr>5.3.3 类型检查——声明语句</vt:lpstr>
      <vt:lpstr>5.3.3 类型检查——表达式</vt:lpstr>
      <vt:lpstr>5.3.3 类型检查——表达式</vt:lpstr>
      <vt:lpstr>PowerPoint 演示文稿</vt:lpstr>
      <vt:lpstr>5.3.3 类型检查——表达式</vt:lpstr>
      <vt:lpstr>5.3.3 类型检查——表达式</vt:lpstr>
      <vt:lpstr>5.3.3 类型检查——表达式</vt:lpstr>
      <vt:lpstr>5.3.3 类型检查——语句</vt:lpstr>
      <vt:lpstr>5.3.3 类型检查——语句</vt:lpstr>
      <vt:lpstr>5.3.3 类型检查——语句</vt:lpstr>
      <vt:lpstr>5.3.3 类型检查——语句</vt:lpstr>
      <vt:lpstr>5.3.4 类型转换</vt:lpstr>
      <vt:lpstr>5.3.4 类型转换</vt:lpstr>
      <vt:lpstr>5.4 多态函数*</vt:lpstr>
      <vt:lpstr>5.5 类型表达式等价</vt:lpstr>
      <vt:lpstr>5.5.1 类型表达式的结构等价</vt:lpstr>
      <vt:lpstr>5.5.1 类型表达式的结构等价</vt:lpstr>
      <vt:lpstr>5.5.1 类型表达式的结构等价</vt:lpstr>
      <vt:lpstr>5.5.2 类型表达式的名字等价</vt:lpstr>
      <vt:lpstr>5.5.2 类型表达式的名字等价</vt:lpstr>
      <vt:lpstr>5.5.3 记录类型</vt:lpstr>
      <vt:lpstr>5.5.3 记录类型</vt:lpstr>
      <vt:lpstr>5.5.4 类型表示中的环</vt:lpstr>
      <vt:lpstr>5.5.4 类型表示中的环</vt:lpstr>
      <vt:lpstr>5.5.4 类型表示中的环</vt:lpstr>
      <vt:lpstr>PowerPoint 演示文稿</vt:lpstr>
      <vt:lpstr>本节小结</vt:lpstr>
      <vt:lpstr>本章要点</vt:lpstr>
      <vt:lpstr>课后思考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语法分析(8)</dc:title>
  <dc:creator>欣捷</dc:creator>
  <cp:lastModifiedBy>欣捷 王</cp:lastModifiedBy>
  <cp:revision>43</cp:revision>
  <dcterms:created xsi:type="dcterms:W3CDTF">2021-04-20T06:55:23Z</dcterms:created>
  <dcterms:modified xsi:type="dcterms:W3CDTF">2025-04-30T01:47:28Z</dcterms:modified>
</cp:coreProperties>
</file>