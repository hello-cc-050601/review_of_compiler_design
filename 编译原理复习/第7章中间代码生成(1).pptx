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41"/>
  </p:notesMasterIdLst>
  <p:sldIdLst>
    <p:sldId id="256" r:id="rId2"/>
    <p:sldId id="1256" r:id="rId3"/>
    <p:sldId id="1103" r:id="rId4"/>
    <p:sldId id="452" r:id="rId5"/>
    <p:sldId id="1258" r:id="rId6"/>
    <p:sldId id="1104" r:id="rId7"/>
    <p:sldId id="1105" r:id="rId8"/>
    <p:sldId id="1106" r:id="rId9"/>
    <p:sldId id="1107" r:id="rId10"/>
    <p:sldId id="1108" r:id="rId11"/>
    <p:sldId id="1161" r:id="rId12"/>
    <p:sldId id="1110" r:id="rId13"/>
    <p:sldId id="1247" r:id="rId14"/>
    <p:sldId id="1115" r:id="rId15"/>
    <p:sldId id="1246" r:id="rId16"/>
    <p:sldId id="1162" r:id="rId17"/>
    <p:sldId id="1163" r:id="rId18"/>
    <p:sldId id="1112" r:id="rId19"/>
    <p:sldId id="1113" r:id="rId20"/>
    <p:sldId id="1114" r:id="rId21"/>
    <p:sldId id="1252" r:id="rId22"/>
    <p:sldId id="1253" r:id="rId23"/>
    <p:sldId id="1257" r:id="rId24"/>
    <p:sldId id="1243" r:id="rId25"/>
    <p:sldId id="1254" r:id="rId26"/>
    <p:sldId id="1198" r:id="rId27"/>
    <p:sldId id="1199" r:id="rId28"/>
    <p:sldId id="1200" r:id="rId29"/>
    <p:sldId id="1249" r:id="rId30"/>
    <p:sldId id="1116" r:id="rId31"/>
    <p:sldId id="1117" r:id="rId32"/>
    <p:sldId id="1227" r:id="rId33"/>
    <p:sldId id="1228" r:id="rId34"/>
    <p:sldId id="1229" r:id="rId35"/>
    <p:sldId id="1230" r:id="rId36"/>
    <p:sldId id="1241" r:id="rId37"/>
    <p:sldId id="1242" r:id="rId38"/>
    <p:sldId id="1259" r:id="rId39"/>
    <p:sldId id="1251"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592" autoAdjust="0"/>
    <p:restoredTop sz="77568" autoAdjust="0"/>
  </p:normalViewPr>
  <p:slideViewPr>
    <p:cSldViewPr snapToGrid="0">
      <p:cViewPr varScale="1">
        <p:scale>
          <a:sx n="86" d="100"/>
          <a:sy n="86" d="100"/>
        </p:scale>
        <p:origin x="152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0"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0"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ldChg>
      <pc:sldChg chg="addSp delSp modSp mod chgLayout">
        <pc:chgData name="王 欣捷" userId="b965477fa0aef5e6" providerId="LiveId" clId="{6B25E3A0-8D13-427B-91C6-98F6CF017510}" dt="2021-04-20T13:47:13.753" v="879" actId="113"/>
        <pc:sldMkLst>
          <pc:docMk/>
          <pc:sldMk cId="0" sldId="962"/>
        </pc:sldMkLst>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ldChg>
      <pc:sldChg chg="modSp mod">
        <pc:chgData name="王 欣捷" userId="b965477fa0aef5e6" providerId="LiveId" clId="{6B25E3A0-8D13-427B-91C6-98F6CF017510}" dt="2021-04-20T13:17:08.689" v="492" actId="2710"/>
        <pc:sldMkLst>
          <pc:docMk/>
          <pc:sldMk cId="0" sldId="1090"/>
        </pc:sldMkLst>
      </pc:sldChg>
      <pc:sldChg chg="modSp mod chgLayout">
        <pc:chgData name="王 欣捷" userId="b965477fa0aef5e6" providerId="LiveId" clId="{6B25E3A0-8D13-427B-91C6-98F6CF017510}" dt="2021-04-20T13:17:45.153" v="497" actId="207"/>
        <pc:sldMkLst>
          <pc:docMk/>
          <pc:sldMk cId="0" sldId="1092"/>
        </pc:sldMkLst>
      </pc:sldChg>
      <pc:sldChg chg="modSp mod chgLayout">
        <pc:chgData name="王 欣捷" userId="b965477fa0aef5e6" providerId="LiveId" clId="{6B25E3A0-8D13-427B-91C6-98F6CF017510}" dt="2021-04-20T13:18:26.576" v="507" actId="207"/>
        <pc:sldMkLst>
          <pc:docMk/>
          <pc:sldMk cId="0" sldId="1093"/>
        </pc:sldMkLst>
      </pc:sldChg>
      <pc:sldChg chg="modSp mod">
        <pc:chgData name="王 欣捷" userId="b965477fa0aef5e6" providerId="LiveId" clId="{6B25E3A0-8D13-427B-91C6-98F6CF017510}" dt="2021-04-20T13:21:17.780" v="520" actId="2711"/>
        <pc:sldMkLst>
          <pc:docMk/>
          <pc:sldMk cId="0" sldId="1094"/>
        </pc:sldMkLst>
      </pc:sldChg>
      <pc:sldChg chg="modSp mod">
        <pc:chgData name="王 欣捷" userId="b965477fa0aef5e6" providerId="LiveId" clId="{6B25E3A0-8D13-427B-91C6-98F6CF017510}" dt="2021-04-20T13:20:58.834" v="519" actId="2711"/>
        <pc:sldMkLst>
          <pc:docMk/>
          <pc:sldMk cId="0" sldId="1096"/>
        </pc:sldMkLst>
      </pc:sldChg>
      <pc:sldChg chg="modSp mod">
        <pc:chgData name="王 欣捷" userId="b965477fa0aef5e6" providerId="LiveId" clId="{6B25E3A0-8D13-427B-91C6-98F6CF017510}" dt="2021-04-20T13:21:27" v="521" actId="2711"/>
        <pc:sldMkLst>
          <pc:docMk/>
          <pc:sldMk cId="0" sldId="1097"/>
        </pc:sldMkLst>
      </pc:sldChg>
      <pc:sldChg chg="modSp">
        <pc:chgData name="王 欣捷" userId="b965477fa0aef5e6" providerId="LiveId" clId="{6B25E3A0-8D13-427B-91C6-98F6CF017510}" dt="2021-04-20T14:19:47.465" v="1513" actId="20577"/>
        <pc:sldMkLst>
          <pc:docMk/>
          <pc:sldMk cId="0" sldId="1100"/>
        </pc:sldMkLst>
      </pc:sldChg>
      <pc:sldChg chg="modSp mod">
        <pc:chgData name="王 欣捷" userId="b965477fa0aef5e6" providerId="LiveId" clId="{6B25E3A0-8D13-427B-91C6-98F6CF017510}" dt="2021-04-20T13:22:13.687" v="523" actId="207"/>
        <pc:sldMkLst>
          <pc:docMk/>
          <pc:sldMk cId="0" sldId="1105"/>
        </pc:sldMkLst>
      </pc:sldChg>
      <pc:sldChg chg="modSp mod">
        <pc:chgData name="王 欣捷" userId="b965477fa0aef5e6" providerId="LiveId" clId="{6B25E3A0-8D13-427B-91C6-98F6CF017510}" dt="2021-04-20T13:22:27.178" v="526" actId="113"/>
        <pc:sldMkLst>
          <pc:docMk/>
          <pc:sldMk cId="0" sldId="1106"/>
        </pc:sldMkLst>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ldChg>
      <pc:sldChg chg="addSp delSp modSp mod modAnim">
        <pc:chgData name="王 欣捷" userId="b965477fa0aef5e6" providerId="LiveId" clId="{6B25E3A0-8D13-427B-91C6-98F6CF017510}" dt="2021-04-20T12:51:49.274" v="212" actId="478"/>
        <pc:sldMkLst>
          <pc:docMk/>
          <pc:sldMk cId="0" sldId="1127"/>
        </pc:sldMkLst>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ldChg>
      <pc:sldChg chg="addSp delSp modSp add del mod">
        <pc:chgData name="王 欣捷" userId="b965477fa0aef5e6" providerId="LiveId" clId="{6B25E3A0-8D13-427B-91C6-98F6CF017510}" dt="2021-04-20T12:45:23.395" v="126" actId="47"/>
        <pc:sldMkLst>
          <pc:docMk/>
          <pc:sldMk cId="3608272575" sldId="1159"/>
        </pc:sldMkLst>
      </pc:sldChg>
      <pc:sldChg chg="addSp delSp modSp add mod">
        <pc:chgData name="王 欣捷" userId="b965477fa0aef5e6" providerId="LiveId" clId="{6B25E3A0-8D13-427B-91C6-98F6CF017510}" dt="2021-04-20T13:52:59.633" v="961" actId="20577"/>
        <pc:sldMkLst>
          <pc:docMk/>
          <pc:sldMk cId="3740059661" sldId="1159"/>
        </pc:sldMkLst>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ldChg>
      <pc:sldChg chg="addSp delSp modSp new del mod modClrScheme chgLayout">
        <pc:chgData name="王 欣捷" userId="b965477fa0aef5e6" providerId="LiveId" clId="{6B25E3A0-8D13-427B-91C6-98F6CF017510}" dt="2021-04-20T13:12:57.235" v="417" actId="47"/>
        <pc:sldMkLst>
          <pc:docMk/>
          <pc:sldMk cId="1241390852" sldId="1160"/>
        </pc:sldMkLst>
      </pc:sldChg>
      <pc:sldChg chg="addSp delSp modSp new del mod modClrScheme chgLayout">
        <pc:chgData name="王 欣捷" userId="b965477fa0aef5e6" providerId="LiveId" clId="{6B25E3A0-8D13-427B-91C6-98F6CF017510}" dt="2021-04-20T13:16:15.430" v="484" actId="47"/>
        <pc:sldMkLst>
          <pc:docMk/>
          <pc:sldMk cId="1640109929" sldId="1160"/>
        </pc:sldMkLst>
      </pc:sldChg>
      <pc:sldChg chg="addSp delSp modSp new mod modClrScheme chgLayout">
        <pc:chgData name="王 欣捷" userId="b965477fa0aef5e6" providerId="LiveId" clId="{6B25E3A0-8D13-427B-91C6-98F6CF017510}" dt="2021-04-20T13:50:15.390" v="923" actId="207"/>
        <pc:sldMkLst>
          <pc:docMk/>
          <pc:sldMk cId="3618475896" sldId="1160"/>
        </pc:sldMkLst>
      </pc:sldChg>
      <pc:sldChg chg="modSp add mod">
        <pc:chgData name="王 欣捷" userId="b965477fa0aef5e6" providerId="LiveId" clId="{6B25E3A0-8D13-427B-91C6-98F6CF017510}" dt="2021-04-20T14:01:41.766" v="1174" actId="207"/>
        <pc:sldMkLst>
          <pc:docMk/>
          <pc:sldMk cId="2042943240" sldId="1161"/>
        </pc:sldMkLst>
      </pc:sldChg>
      <pc:sldChg chg="addSp delSp modSp add mod chgLayout">
        <pc:chgData name="王 欣捷" userId="b965477fa0aef5e6" providerId="LiveId" clId="{6B25E3A0-8D13-427B-91C6-98F6CF017510}" dt="2021-04-20T14:10:21.546" v="1320"/>
        <pc:sldMkLst>
          <pc:docMk/>
          <pc:sldMk cId="3272006686" sldId="1162"/>
        </pc:sldMkLst>
      </pc:sldChg>
      <pc:sldChg chg="modSp add mod">
        <pc:chgData name="王 欣捷" userId="b965477fa0aef5e6" providerId="LiveId" clId="{6B25E3A0-8D13-427B-91C6-98F6CF017510}" dt="2021-04-20T13:57:35.694" v="1077" actId="207"/>
        <pc:sldMkLst>
          <pc:docMk/>
          <pc:sldMk cId="2547034749" sldId="1163"/>
        </pc:sldMkLst>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ldChg>
      <pc:sldChg chg="addSp delSp modSp add mod">
        <pc:chgData name="王 欣捷" userId="b965477fa0aef5e6" providerId="LiveId" clId="{6B25E3A0-8D13-427B-91C6-98F6CF017510}" dt="2021-04-20T14:10:29.027" v="1322"/>
        <pc:sldMkLst>
          <pc:docMk/>
          <pc:sldMk cId="771280182" sldId="1165"/>
        </pc:sldMkLst>
      </pc:sldChg>
      <pc:sldChg chg="modSp add mod">
        <pc:chgData name="王 欣捷" userId="b965477fa0aef5e6" providerId="LiveId" clId="{6B25E3A0-8D13-427B-91C6-98F6CF017510}" dt="2021-04-20T14:11:02.150" v="1325" actId="207"/>
        <pc:sldMkLst>
          <pc:docMk/>
          <pc:sldMk cId="2692631" sldId="1166"/>
        </pc:sldMkLst>
      </pc:sldChg>
      <pc:sldChg chg="addSp delSp modSp add mod">
        <pc:chgData name="王 欣捷" userId="b965477fa0aef5e6" providerId="LiveId" clId="{6B25E3A0-8D13-427B-91C6-98F6CF017510}" dt="2021-04-20T14:13:34.792" v="1390" actId="1076"/>
        <pc:sldMkLst>
          <pc:docMk/>
          <pc:sldMk cId="3628184232" sldId="1167"/>
        </pc:sldMkLst>
      </pc:sldChg>
      <pc:sldChg chg="modSp add mod">
        <pc:chgData name="王 欣捷" userId="b965477fa0aef5e6" providerId="LiveId" clId="{6B25E3A0-8D13-427B-91C6-98F6CF017510}" dt="2021-04-20T14:14:16.613" v="1399" actId="207"/>
        <pc:sldMkLst>
          <pc:docMk/>
          <pc:sldMk cId="1528587018" sldId="1168"/>
        </pc:sldMkLst>
      </pc:sldChg>
      <pc:sldChg chg="delSp modSp add mod">
        <pc:chgData name="王 欣捷" userId="b965477fa0aef5e6" providerId="LiveId" clId="{6B25E3A0-8D13-427B-91C6-98F6CF017510}" dt="2021-04-20T14:15:57.598" v="1438" actId="1076"/>
        <pc:sldMkLst>
          <pc:docMk/>
          <pc:sldMk cId="3168183637" sldId="1169"/>
        </pc:sldMkLst>
      </pc:sldChg>
      <pc:sldChg chg="addSp delSp modSp add mod">
        <pc:chgData name="王 欣捷" userId="b965477fa0aef5e6" providerId="LiveId" clId="{6B25E3A0-8D13-427B-91C6-98F6CF017510}" dt="2021-04-20T14:18:18.007" v="1511" actId="20577"/>
        <pc:sldMkLst>
          <pc:docMk/>
          <pc:sldMk cId="1630523457" sldId="1170"/>
        </pc:sldMkLst>
      </pc:sldChg>
    </pc:docChg>
  </pc:docChgLst>
  <pc:docChgLst>
    <pc:chgData name="欣捷 王" userId="b965477fa0aef5e6" providerId="LiveId" clId="{87272483-26A1-4081-AC19-838FF9A386EC}"/>
    <pc:docChg chg="custSel delSld modSld">
      <pc:chgData name="欣捷 王" userId="b965477fa0aef5e6" providerId="LiveId" clId="{87272483-26A1-4081-AC19-838FF9A386EC}" dt="2024-06-07T01:36:20.358" v="7" actId="27636"/>
      <pc:docMkLst>
        <pc:docMk/>
      </pc:docMkLst>
      <pc:sldChg chg="modSp mod">
        <pc:chgData name="欣捷 王" userId="b965477fa0aef5e6" providerId="LiveId" clId="{87272483-26A1-4081-AC19-838FF9A386EC}" dt="2024-06-07T01:36:11.615" v="5" actId="403"/>
        <pc:sldMkLst>
          <pc:docMk/>
          <pc:sldMk cId="0" sldId="452"/>
        </pc:sldMkLst>
      </pc:sldChg>
      <pc:sldChg chg="del">
        <pc:chgData name="欣捷 王" userId="b965477fa0aef5e6" providerId="LiveId" clId="{87272483-26A1-4081-AC19-838FF9A386EC}" dt="2024-06-07T01:35:53.281" v="1" actId="47"/>
        <pc:sldMkLst>
          <pc:docMk/>
          <pc:sldMk cId="0" sldId="1219"/>
        </pc:sldMkLst>
      </pc:sldChg>
      <pc:sldChg chg="del">
        <pc:chgData name="欣捷 王" userId="b965477fa0aef5e6" providerId="LiveId" clId="{87272483-26A1-4081-AC19-838FF9A386EC}" dt="2024-06-07T01:35:53.281" v="1" actId="47"/>
        <pc:sldMkLst>
          <pc:docMk/>
          <pc:sldMk cId="0" sldId="1220"/>
        </pc:sldMkLst>
      </pc:sldChg>
      <pc:sldChg chg="del">
        <pc:chgData name="欣捷 王" userId="b965477fa0aef5e6" providerId="LiveId" clId="{87272483-26A1-4081-AC19-838FF9A386EC}" dt="2024-06-07T01:35:53.281" v="1" actId="47"/>
        <pc:sldMkLst>
          <pc:docMk/>
          <pc:sldMk cId="0" sldId="1221"/>
        </pc:sldMkLst>
      </pc:sldChg>
      <pc:sldChg chg="del">
        <pc:chgData name="欣捷 王" userId="b965477fa0aef5e6" providerId="LiveId" clId="{87272483-26A1-4081-AC19-838FF9A386EC}" dt="2024-06-07T01:35:53.281" v="1" actId="47"/>
        <pc:sldMkLst>
          <pc:docMk/>
          <pc:sldMk cId="0" sldId="1222"/>
        </pc:sldMkLst>
      </pc:sldChg>
      <pc:sldChg chg="del">
        <pc:chgData name="欣捷 王" userId="b965477fa0aef5e6" providerId="LiveId" clId="{87272483-26A1-4081-AC19-838FF9A386EC}" dt="2024-06-07T01:35:53.281" v="1" actId="47"/>
        <pc:sldMkLst>
          <pc:docMk/>
          <pc:sldMk cId="0" sldId="1223"/>
        </pc:sldMkLst>
      </pc:sldChg>
      <pc:sldChg chg="del">
        <pc:chgData name="欣捷 王" userId="b965477fa0aef5e6" providerId="LiveId" clId="{87272483-26A1-4081-AC19-838FF9A386EC}" dt="2024-06-07T01:35:53.281" v="1" actId="47"/>
        <pc:sldMkLst>
          <pc:docMk/>
          <pc:sldMk cId="0" sldId="1225"/>
        </pc:sldMkLst>
      </pc:sldChg>
      <pc:sldChg chg="del">
        <pc:chgData name="欣捷 王" userId="b965477fa0aef5e6" providerId="LiveId" clId="{87272483-26A1-4081-AC19-838FF9A386EC}" dt="2024-06-07T01:35:41.448" v="0" actId="47"/>
        <pc:sldMkLst>
          <pc:docMk/>
          <pc:sldMk cId="0" sldId="1231"/>
        </pc:sldMkLst>
      </pc:sldChg>
      <pc:sldChg chg="del">
        <pc:chgData name="欣捷 王" userId="b965477fa0aef5e6" providerId="LiveId" clId="{87272483-26A1-4081-AC19-838FF9A386EC}" dt="2024-06-07T01:35:41.448" v="0" actId="47"/>
        <pc:sldMkLst>
          <pc:docMk/>
          <pc:sldMk cId="0" sldId="1232"/>
        </pc:sldMkLst>
      </pc:sldChg>
      <pc:sldChg chg="del">
        <pc:chgData name="欣捷 王" userId="b965477fa0aef5e6" providerId="LiveId" clId="{87272483-26A1-4081-AC19-838FF9A386EC}" dt="2024-06-07T01:35:41.448" v="0" actId="47"/>
        <pc:sldMkLst>
          <pc:docMk/>
          <pc:sldMk cId="0" sldId="1233"/>
        </pc:sldMkLst>
      </pc:sldChg>
      <pc:sldChg chg="del">
        <pc:chgData name="欣捷 王" userId="b965477fa0aef5e6" providerId="LiveId" clId="{87272483-26A1-4081-AC19-838FF9A386EC}" dt="2024-06-07T01:35:41.448" v="0" actId="47"/>
        <pc:sldMkLst>
          <pc:docMk/>
          <pc:sldMk cId="0" sldId="1234"/>
        </pc:sldMkLst>
      </pc:sldChg>
      <pc:sldChg chg="del">
        <pc:chgData name="欣捷 王" userId="b965477fa0aef5e6" providerId="LiveId" clId="{87272483-26A1-4081-AC19-838FF9A386EC}" dt="2024-06-07T01:35:41.448" v="0" actId="47"/>
        <pc:sldMkLst>
          <pc:docMk/>
          <pc:sldMk cId="0" sldId="1235"/>
        </pc:sldMkLst>
      </pc:sldChg>
      <pc:sldChg chg="del">
        <pc:chgData name="欣捷 王" userId="b965477fa0aef5e6" providerId="LiveId" clId="{87272483-26A1-4081-AC19-838FF9A386EC}" dt="2024-06-07T01:35:41.448" v="0" actId="47"/>
        <pc:sldMkLst>
          <pc:docMk/>
          <pc:sldMk cId="0" sldId="1236"/>
        </pc:sldMkLst>
      </pc:sldChg>
      <pc:sldChg chg="del">
        <pc:chgData name="欣捷 王" userId="b965477fa0aef5e6" providerId="LiveId" clId="{87272483-26A1-4081-AC19-838FF9A386EC}" dt="2024-06-07T01:35:41.448" v="0" actId="47"/>
        <pc:sldMkLst>
          <pc:docMk/>
          <pc:sldMk cId="0" sldId="1237"/>
        </pc:sldMkLst>
      </pc:sldChg>
      <pc:sldChg chg="del">
        <pc:chgData name="欣捷 王" userId="b965477fa0aef5e6" providerId="LiveId" clId="{87272483-26A1-4081-AC19-838FF9A386EC}" dt="2024-06-07T01:35:41.448" v="0" actId="47"/>
        <pc:sldMkLst>
          <pc:docMk/>
          <pc:sldMk cId="0" sldId="1238"/>
        </pc:sldMkLst>
      </pc:sldChg>
      <pc:sldChg chg="del">
        <pc:chgData name="欣捷 王" userId="b965477fa0aef5e6" providerId="LiveId" clId="{87272483-26A1-4081-AC19-838FF9A386EC}" dt="2024-06-07T01:35:41.448" v="0" actId="47"/>
        <pc:sldMkLst>
          <pc:docMk/>
          <pc:sldMk cId="0" sldId="1239"/>
        </pc:sldMkLst>
      </pc:sldChg>
      <pc:sldChg chg="del">
        <pc:chgData name="欣捷 王" userId="b965477fa0aef5e6" providerId="LiveId" clId="{87272483-26A1-4081-AC19-838FF9A386EC}" dt="2024-06-07T01:35:41.448" v="0" actId="47"/>
        <pc:sldMkLst>
          <pc:docMk/>
          <pc:sldMk cId="0" sldId="1240"/>
        </pc:sldMkLst>
      </pc:sldChg>
      <pc:sldChg chg="modSp mod">
        <pc:chgData name="欣捷 王" userId="b965477fa0aef5e6" providerId="LiveId" clId="{87272483-26A1-4081-AC19-838FF9A386EC}" dt="2024-06-07T01:36:20.358" v="7" actId="27636"/>
        <pc:sldMkLst>
          <pc:docMk/>
          <pc:sldMk cId="579575428" sldId="1251"/>
        </pc:sldMkLst>
      </pc:sldChg>
    </pc:docChg>
  </pc:docChgLst>
  <pc:docChgLst>
    <pc:chgData name="欣捷 王" userId="b965477fa0aef5e6" providerId="LiveId" clId="{BB9B1AFB-D66B-406C-9F0F-EE1E57575D42}"/>
    <pc:docChg chg="modSld modMainMaster">
      <pc:chgData name="欣捷 王" userId="b965477fa0aef5e6" providerId="LiveId" clId="{BB9B1AFB-D66B-406C-9F0F-EE1E57575D42}" dt="2024-03-05T05:48:53.335" v="0"/>
      <pc:docMkLst>
        <pc:docMk/>
      </pc:docMkLst>
      <pc:sldChg chg="modSp">
        <pc:chgData name="欣捷 王" userId="b965477fa0aef5e6" providerId="LiveId" clId="{BB9B1AFB-D66B-406C-9F0F-EE1E57575D42}" dt="2024-03-05T05:48:53.335" v="0"/>
        <pc:sldMkLst>
          <pc:docMk/>
          <pc:sldMk cId="2470898374" sldId="256"/>
        </pc:sldMkLst>
      </pc:sldChg>
      <pc:sldChg chg="modSp">
        <pc:chgData name="欣捷 王" userId="b965477fa0aef5e6" providerId="LiveId" clId="{BB9B1AFB-D66B-406C-9F0F-EE1E57575D42}" dt="2024-03-05T05:48:53.335" v="0"/>
        <pc:sldMkLst>
          <pc:docMk/>
          <pc:sldMk cId="0" sldId="452"/>
        </pc:sldMkLst>
      </pc:sldChg>
      <pc:sldChg chg="modSp">
        <pc:chgData name="欣捷 王" userId="b965477fa0aef5e6" providerId="LiveId" clId="{BB9B1AFB-D66B-406C-9F0F-EE1E57575D42}" dt="2024-03-05T05:48:53.335" v="0"/>
        <pc:sldMkLst>
          <pc:docMk/>
          <pc:sldMk cId="0" sldId="1057"/>
        </pc:sldMkLst>
      </pc:sldChg>
      <pc:sldChg chg="modSp">
        <pc:chgData name="欣捷 王" userId="b965477fa0aef5e6" providerId="LiveId" clId="{BB9B1AFB-D66B-406C-9F0F-EE1E57575D42}" dt="2024-03-05T05:48:53.335" v="0"/>
        <pc:sldMkLst>
          <pc:docMk/>
          <pc:sldMk cId="0" sldId="1103"/>
        </pc:sldMkLst>
      </pc:sldChg>
      <pc:sldChg chg="modSp">
        <pc:chgData name="欣捷 王" userId="b965477fa0aef5e6" providerId="LiveId" clId="{BB9B1AFB-D66B-406C-9F0F-EE1E57575D42}" dt="2024-03-05T05:48:53.335" v="0"/>
        <pc:sldMkLst>
          <pc:docMk/>
          <pc:sldMk cId="0" sldId="1104"/>
        </pc:sldMkLst>
      </pc:sldChg>
      <pc:sldChg chg="modSp">
        <pc:chgData name="欣捷 王" userId="b965477fa0aef5e6" providerId="LiveId" clId="{BB9B1AFB-D66B-406C-9F0F-EE1E57575D42}" dt="2024-03-05T05:48:53.335" v="0"/>
        <pc:sldMkLst>
          <pc:docMk/>
          <pc:sldMk cId="0" sldId="1105"/>
        </pc:sldMkLst>
      </pc:sldChg>
      <pc:sldChg chg="modSp">
        <pc:chgData name="欣捷 王" userId="b965477fa0aef5e6" providerId="LiveId" clId="{BB9B1AFB-D66B-406C-9F0F-EE1E57575D42}" dt="2024-03-05T05:48:53.335" v="0"/>
        <pc:sldMkLst>
          <pc:docMk/>
          <pc:sldMk cId="0" sldId="1106"/>
        </pc:sldMkLst>
      </pc:sldChg>
      <pc:sldChg chg="modSp">
        <pc:chgData name="欣捷 王" userId="b965477fa0aef5e6" providerId="LiveId" clId="{BB9B1AFB-D66B-406C-9F0F-EE1E57575D42}" dt="2024-03-05T05:48:53.335" v="0"/>
        <pc:sldMkLst>
          <pc:docMk/>
          <pc:sldMk cId="0" sldId="1107"/>
        </pc:sldMkLst>
      </pc:sldChg>
      <pc:sldChg chg="modSp">
        <pc:chgData name="欣捷 王" userId="b965477fa0aef5e6" providerId="LiveId" clId="{BB9B1AFB-D66B-406C-9F0F-EE1E57575D42}" dt="2024-03-05T05:48:53.335" v="0"/>
        <pc:sldMkLst>
          <pc:docMk/>
          <pc:sldMk cId="0" sldId="1108"/>
        </pc:sldMkLst>
      </pc:sldChg>
      <pc:sldChg chg="modSp">
        <pc:chgData name="欣捷 王" userId="b965477fa0aef5e6" providerId="LiveId" clId="{BB9B1AFB-D66B-406C-9F0F-EE1E57575D42}" dt="2024-03-05T05:48:53.335" v="0"/>
        <pc:sldMkLst>
          <pc:docMk/>
          <pc:sldMk cId="0" sldId="1110"/>
        </pc:sldMkLst>
      </pc:sldChg>
      <pc:sldChg chg="modSp">
        <pc:chgData name="欣捷 王" userId="b965477fa0aef5e6" providerId="LiveId" clId="{BB9B1AFB-D66B-406C-9F0F-EE1E57575D42}" dt="2024-03-05T05:48:53.335" v="0"/>
        <pc:sldMkLst>
          <pc:docMk/>
          <pc:sldMk cId="0" sldId="1112"/>
        </pc:sldMkLst>
      </pc:sldChg>
      <pc:sldChg chg="modSp">
        <pc:chgData name="欣捷 王" userId="b965477fa0aef5e6" providerId="LiveId" clId="{BB9B1AFB-D66B-406C-9F0F-EE1E57575D42}" dt="2024-03-05T05:48:53.335" v="0"/>
        <pc:sldMkLst>
          <pc:docMk/>
          <pc:sldMk cId="0" sldId="1113"/>
        </pc:sldMkLst>
      </pc:sldChg>
      <pc:sldChg chg="modSp">
        <pc:chgData name="欣捷 王" userId="b965477fa0aef5e6" providerId="LiveId" clId="{BB9B1AFB-D66B-406C-9F0F-EE1E57575D42}" dt="2024-03-05T05:48:53.335" v="0"/>
        <pc:sldMkLst>
          <pc:docMk/>
          <pc:sldMk cId="0" sldId="1114"/>
        </pc:sldMkLst>
      </pc:sldChg>
      <pc:sldChg chg="modSp">
        <pc:chgData name="欣捷 王" userId="b965477fa0aef5e6" providerId="LiveId" clId="{BB9B1AFB-D66B-406C-9F0F-EE1E57575D42}" dt="2024-03-05T05:48:53.335" v="0"/>
        <pc:sldMkLst>
          <pc:docMk/>
          <pc:sldMk cId="0" sldId="1115"/>
        </pc:sldMkLst>
      </pc:sldChg>
      <pc:sldChg chg="modSp">
        <pc:chgData name="欣捷 王" userId="b965477fa0aef5e6" providerId="LiveId" clId="{BB9B1AFB-D66B-406C-9F0F-EE1E57575D42}" dt="2024-03-05T05:48:53.335" v="0"/>
        <pc:sldMkLst>
          <pc:docMk/>
          <pc:sldMk cId="0" sldId="1116"/>
        </pc:sldMkLst>
      </pc:sldChg>
      <pc:sldChg chg="modSp">
        <pc:chgData name="欣捷 王" userId="b965477fa0aef5e6" providerId="LiveId" clId="{BB9B1AFB-D66B-406C-9F0F-EE1E57575D42}" dt="2024-03-05T05:48:53.335" v="0"/>
        <pc:sldMkLst>
          <pc:docMk/>
          <pc:sldMk cId="0" sldId="1117"/>
        </pc:sldMkLst>
      </pc:sldChg>
      <pc:sldChg chg="modSp">
        <pc:chgData name="欣捷 王" userId="b965477fa0aef5e6" providerId="LiveId" clId="{BB9B1AFB-D66B-406C-9F0F-EE1E57575D42}" dt="2024-03-05T05:48:53.335" v="0"/>
        <pc:sldMkLst>
          <pc:docMk/>
          <pc:sldMk cId="0" sldId="1129"/>
        </pc:sldMkLst>
      </pc:sldChg>
      <pc:sldChg chg="modSp">
        <pc:chgData name="欣捷 王" userId="b965477fa0aef5e6" providerId="LiveId" clId="{BB9B1AFB-D66B-406C-9F0F-EE1E57575D42}" dt="2024-03-05T05:48:53.335" v="0"/>
        <pc:sldMkLst>
          <pc:docMk/>
          <pc:sldMk cId="0" sldId="1133"/>
        </pc:sldMkLst>
      </pc:sldChg>
      <pc:sldChg chg="modSp">
        <pc:chgData name="欣捷 王" userId="b965477fa0aef5e6" providerId="LiveId" clId="{BB9B1AFB-D66B-406C-9F0F-EE1E57575D42}" dt="2024-03-05T05:48:53.335" v="0"/>
        <pc:sldMkLst>
          <pc:docMk/>
          <pc:sldMk cId="0" sldId="1161"/>
        </pc:sldMkLst>
      </pc:sldChg>
      <pc:sldChg chg="modSp">
        <pc:chgData name="欣捷 王" userId="b965477fa0aef5e6" providerId="LiveId" clId="{BB9B1AFB-D66B-406C-9F0F-EE1E57575D42}" dt="2024-03-05T05:48:53.335" v="0"/>
        <pc:sldMkLst>
          <pc:docMk/>
          <pc:sldMk cId="0" sldId="1162"/>
        </pc:sldMkLst>
      </pc:sldChg>
      <pc:sldChg chg="modSp">
        <pc:chgData name="欣捷 王" userId="b965477fa0aef5e6" providerId="LiveId" clId="{BB9B1AFB-D66B-406C-9F0F-EE1E57575D42}" dt="2024-03-05T05:48:53.335" v="0"/>
        <pc:sldMkLst>
          <pc:docMk/>
          <pc:sldMk cId="0" sldId="1163"/>
        </pc:sldMkLst>
      </pc:sldChg>
      <pc:sldChg chg="modSp">
        <pc:chgData name="欣捷 王" userId="b965477fa0aef5e6" providerId="LiveId" clId="{BB9B1AFB-D66B-406C-9F0F-EE1E57575D42}" dt="2024-03-05T05:48:53.335" v="0"/>
        <pc:sldMkLst>
          <pc:docMk/>
          <pc:sldMk cId="0" sldId="1198"/>
        </pc:sldMkLst>
      </pc:sldChg>
      <pc:sldChg chg="modSp">
        <pc:chgData name="欣捷 王" userId="b965477fa0aef5e6" providerId="LiveId" clId="{BB9B1AFB-D66B-406C-9F0F-EE1E57575D42}" dt="2024-03-05T05:48:53.335" v="0"/>
        <pc:sldMkLst>
          <pc:docMk/>
          <pc:sldMk cId="0" sldId="1199"/>
        </pc:sldMkLst>
      </pc:sldChg>
      <pc:sldChg chg="modSp">
        <pc:chgData name="欣捷 王" userId="b965477fa0aef5e6" providerId="LiveId" clId="{BB9B1AFB-D66B-406C-9F0F-EE1E57575D42}" dt="2024-03-05T05:48:53.335" v="0"/>
        <pc:sldMkLst>
          <pc:docMk/>
          <pc:sldMk cId="0" sldId="1200"/>
        </pc:sldMkLst>
      </pc:sldChg>
      <pc:sldChg chg="modSp">
        <pc:chgData name="欣捷 王" userId="b965477fa0aef5e6" providerId="LiveId" clId="{BB9B1AFB-D66B-406C-9F0F-EE1E57575D42}" dt="2024-03-05T05:48:53.335" v="0"/>
        <pc:sldMkLst>
          <pc:docMk/>
          <pc:sldMk cId="0" sldId="1206"/>
        </pc:sldMkLst>
      </pc:sldChg>
      <pc:sldChg chg="modSp">
        <pc:chgData name="欣捷 王" userId="b965477fa0aef5e6" providerId="LiveId" clId="{BB9B1AFB-D66B-406C-9F0F-EE1E57575D42}" dt="2024-03-05T05:48:53.335" v="0"/>
        <pc:sldMkLst>
          <pc:docMk/>
          <pc:sldMk cId="0" sldId="1207"/>
        </pc:sldMkLst>
      </pc:sldChg>
      <pc:sldChg chg="modSp">
        <pc:chgData name="欣捷 王" userId="b965477fa0aef5e6" providerId="LiveId" clId="{BB9B1AFB-D66B-406C-9F0F-EE1E57575D42}" dt="2024-03-05T05:48:53.335" v="0"/>
        <pc:sldMkLst>
          <pc:docMk/>
          <pc:sldMk cId="0" sldId="1219"/>
        </pc:sldMkLst>
      </pc:sldChg>
      <pc:sldChg chg="modSp">
        <pc:chgData name="欣捷 王" userId="b965477fa0aef5e6" providerId="LiveId" clId="{BB9B1AFB-D66B-406C-9F0F-EE1E57575D42}" dt="2024-03-05T05:48:53.335" v="0"/>
        <pc:sldMkLst>
          <pc:docMk/>
          <pc:sldMk cId="0" sldId="1220"/>
        </pc:sldMkLst>
      </pc:sldChg>
      <pc:sldChg chg="modSp">
        <pc:chgData name="欣捷 王" userId="b965477fa0aef5e6" providerId="LiveId" clId="{BB9B1AFB-D66B-406C-9F0F-EE1E57575D42}" dt="2024-03-05T05:48:53.335" v="0"/>
        <pc:sldMkLst>
          <pc:docMk/>
          <pc:sldMk cId="0" sldId="1221"/>
        </pc:sldMkLst>
      </pc:sldChg>
      <pc:sldChg chg="modSp">
        <pc:chgData name="欣捷 王" userId="b965477fa0aef5e6" providerId="LiveId" clId="{BB9B1AFB-D66B-406C-9F0F-EE1E57575D42}" dt="2024-03-05T05:48:53.335" v="0"/>
        <pc:sldMkLst>
          <pc:docMk/>
          <pc:sldMk cId="0" sldId="1222"/>
        </pc:sldMkLst>
      </pc:sldChg>
      <pc:sldChg chg="modSp">
        <pc:chgData name="欣捷 王" userId="b965477fa0aef5e6" providerId="LiveId" clId="{BB9B1AFB-D66B-406C-9F0F-EE1E57575D42}" dt="2024-03-05T05:48:53.335" v="0"/>
        <pc:sldMkLst>
          <pc:docMk/>
          <pc:sldMk cId="0" sldId="1223"/>
        </pc:sldMkLst>
      </pc:sldChg>
      <pc:sldChg chg="modSp">
        <pc:chgData name="欣捷 王" userId="b965477fa0aef5e6" providerId="LiveId" clId="{BB9B1AFB-D66B-406C-9F0F-EE1E57575D42}" dt="2024-03-05T05:48:53.335" v="0"/>
        <pc:sldMkLst>
          <pc:docMk/>
          <pc:sldMk cId="0" sldId="1225"/>
        </pc:sldMkLst>
      </pc:sldChg>
      <pc:sldChg chg="modSp">
        <pc:chgData name="欣捷 王" userId="b965477fa0aef5e6" providerId="LiveId" clId="{BB9B1AFB-D66B-406C-9F0F-EE1E57575D42}" dt="2024-03-05T05:48:53.335" v="0"/>
        <pc:sldMkLst>
          <pc:docMk/>
          <pc:sldMk cId="0" sldId="1226"/>
        </pc:sldMkLst>
      </pc:sldChg>
      <pc:sldChg chg="modSp">
        <pc:chgData name="欣捷 王" userId="b965477fa0aef5e6" providerId="LiveId" clId="{BB9B1AFB-D66B-406C-9F0F-EE1E57575D42}" dt="2024-03-05T05:48:53.335" v="0"/>
        <pc:sldMkLst>
          <pc:docMk/>
          <pc:sldMk cId="0" sldId="1227"/>
        </pc:sldMkLst>
      </pc:sldChg>
      <pc:sldChg chg="modSp">
        <pc:chgData name="欣捷 王" userId="b965477fa0aef5e6" providerId="LiveId" clId="{BB9B1AFB-D66B-406C-9F0F-EE1E57575D42}" dt="2024-03-05T05:48:53.335" v="0"/>
        <pc:sldMkLst>
          <pc:docMk/>
          <pc:sldMk cId="0" sldId="1228"/>
        </pc:sldMkLst>
      </pc:sldChg>
      <pc:sldChg chg="modSp">
        <pc:chgData name="欣捷 王" userId="b965477fa0aef5e6" providerId="LiveId" clId="{BB9B1AFB-D66B-406C-9F0F-EE1E57575D42}" dt="2024-03-05T05:48:53.335" v="0"/>
        <pc:sldMkLst>
          <pc:docMk/>
          <pc:sldMk cId="0" sldId="1229"/>
        </pc:sldMkLst>
      </pc:sldChg>
      <pc:sldChg chg="modSp">
        <pc:chgData name="欣捷 王" userId="b965477fa0aef5e6" providerId="LiveId" clId="{BB9B1AFB-D66B-406C-9F0F-EE1E57575D42}" dt="2024-03-05T05:48:53.335" v="0"/>
        <pc:sldMkLst>
          <pc:docMk/>
          <pc:sldMk cId="0" sldId="1230"/>
        </pc:sldMkLst>
      </pc:sldChg>
      <pc:sldChg chg="modSp">
        <pc:chgData name="欣捷 王" userId="b965477fa0aef5e6" providerId="LiveId" clId="{BB9B1AFB-D66B-406C-9F0F-EE1E57575D42}" dt="2024-03-05T05:48:53.335" v="0"/>
        <pc:sldMkLst>
          <pc:docMk/>
          <pc:sldMk cId="0" sldId="1231"/>
        </pc:sldMkLst>
      </pc:sldChg>
      <pc:sldChg chg="modSp">
        <pc:chgData name="欣捷 王" userId="b965477fa0aef5e6" providerId="LiveId" clId="{BB9B1AFB-D66B-406C-9F0F-EE1E57575D42}" dt="2024-03-05T05:48:53.335" v="0"/>
        <pc:sldMkLst>
          <pc:docMk/>
          <pc:sldMk cId="0" sldId="1232"/>
        </pc:sldMkLst>
      </pc:sldChg>
      <pc:sldChg chg="modSp">
        <pc:chgData name="欣捷 王" userId="b965477fa0aef5e6" providerId="LiveId" clId="{BB9B1AFB-D66B-406C-9F0F-EE1E57575D42}" dt="2024-03-05T05:48:53.335" v="0"/>
        <pc:sldMkLst>
          <pc:docMk/>
          <pc:sldMk cId="0" sldId="1233"/>
        </pc:sldMkLst>
      </pc:sldChg>
      <pc:sldChg chg="modSp">
        <pc:chgData name="欣捷 王" userId="b965477fa0aef5e6" providerId="LiveId" clId="{BB9B1AFB-D66B-406C-9F0F-EE1E57575D42}" dt="2024-03-05T05:48:53.335" v="0"/>
        <pc:sldMkLst>
          <pc:docMk/>
          <pc:sldMk cId="0" sldId="1234"/>
        </pc:sldMkLst>
      </pc:sldChg>
      <pc:sldChg chg="modSp">
        <pc:chgData name="欣捷 王" userId="b965477fa0aef5e6" providerId="LiveId" clId="{BB9B1AFB-D66B-406C-9F0F-EE1E57575D42}" dt="2024-03-05T05:48:53.335" v="0"/>
        <pc:sldMkLst>
          <pc:docMk/>
          <pc:sldMk cId="0" sldId="1235"/>
        </pc:sldMkLst>
      </pc:sldChg>
      <pc:sldChg chg="modSp">
        <pc:chgData name="欣捷 王" userId="b965477fa0aef5e6" providerId="LiveId" clId="{BB9B1AFB-D66B-406C-9F0F-EE1E57575D42}" dt="2024-03-05T05:48:53.335" v="0"/>
        <pc:sldMkLst>
          <pc:docMk/>
          <pc:sldMk cId="0" sldId="1236"/>
        </pc:sldMkLst>
      </pc:sldChg>
      <pc:sldChg chg="modSp">
        <pc:chgData name="欣捷 王" userId="b965477fa0aef5e6" providerId="LiveId" clId="{BB9B1AFB-D66B-406C-9F0F-EE1E57575D42}" dt="2024-03-05T05:48:53.335" v="0"/>
        <pc:sldMkLst>
          <pc:docMk/>
          <pc:sldMk cId="0" sldId="1237"/>
        </pc:sldMkLst>
      </pc:sldChg>
      <pc:sldChg chg="modSp">
        <pc:chgData name="欣捷 王" userId="b965477fa0aef5e6" providerId="LiveId" clId="{BB9B1AFB-D66B-406C-9F0F-EE1E57575D42}" dt="2024-03-05T05:48:53.335" v="0"/>
        <pc:sldMkLst>
          <pc:docMk/>
          <pc:sldMk cId="0" sldId="1238"/>
        </pc:sldMkLst>
      </pc:sldChg>
      <pc:sldChg chg="modSp">
        <pc:chgData name="欣捷 王" userId="b965477fa0aef5e6" providerId="LiveId" clId="{BB9B1AFB-D66B-406C-9F0F-EE1E57575D42}" dt="2024-03-05T05:48:53.335" v="0"/>
        <pc:sldMkLst>
          <pc:docMk/>
          <pc:sldMk cId="0" sldId="1239"/>
        </pc:sldMkLst>
      </pc:sldChg>
      <pc:sldChg chg="modSp">
        <pc:chgData name="欣捷 王" userId="b965477fa0aef5e6" providerId="LiveId" clId="{BB9B1AFB-D66B-406C-9F0F-EE1E57575D42}" dt="2024-03-05T05:48:53.335" v="0"/>
        <pc:sldMkLst>
          <pc:docMk/>
          <pc:sldMk cId="0" sldId="1241"/>
        </pc:sldMkLst>
      </pc:sldChg>
      <pc:sldChg chg="modSp">
        <pc:chgData name="欣捷 王" userId="b965477fa0aef5e6" providerId="LiveId" clId="{BB9B1AFB-D66B-406C-9F0F-EE1E57575D42}" dt="2024-03-05T05:48:53.335" v="0"/>
        <pc:sldMkLst>
          <pc:docMk/>
          <pc:sldMk cId="0" sldId="1242"/>
        </pc:sldMkLst>
      </pc:sldChg>
      <pc:sldChg chg="modSp">
        <pc:chgData name="欣捷 王" userId="b965477fa0aef5e6" providerId="LiveId" clId="{BB9B1AFB-D66B-406C-9F0F-EE1E57575D42}" dt="2024-03-05T05:48:53.335" v="0"/>
        <pc:sldMkLst>
          <pc:docMk/>
          <pc:sldMk cId="0" sldId="1243"/>
        </pc:sldMkLst>
      </pc:sldChg>
      <pc:sldChg chg="modSp">
        <pc:chgData name="欣捷 王" userId="b965477fa0aef5e6" providerId="LiveId" clId="{BB9B1AFB-D66B-406C-9F0F-EE1E57575D42}" dt="2024-03-05T05:48:53.335" v="0"/>
        <pc:sldMkLst>
          <pc:docMk/>
          <pc:sldMk cId="0" sldId="1246"/>
        </pc:sldMkLst>
      </pc:sldChg>
      <pc:sldChg chg="modSp">
        <pc:chgData name="欣捷 王" userId="b965477fa0aef5e6" providerId="LiveId" clId="{BB9B1AFB-D66B-406C-9F0F-EE1E57575D42}" dt="2024-03-05T05:48:53.335" v="0"/>
        <pc:sldMkLst>
          <pc:docMk/>
          <pc:sldMk cId="0" sldId="1247"/>
        </pc:sldMkLst>
      </pc:sldChg>
      <pc:sldChg chg="modSp">
        <pc:chgData name="欣捷 王" userId="b965477fa0aef5e6" providerId="LiveId" clId="{BB9B1AFB-D66B-406C-9F0F-EE1E57575D42}" dt="2024-03-05T05:48:53.335" v="0"/>
        <pc:sldMkLst>
          <pc:docMk/>
          <pc:sldMk cId="2408812891" sldId="1249"/>
        </pc:sldMkLst>
      </pc:sldChg>
      <pc:sldChg chg="modSp">
        <pc:chgData name="欣捷 王" userId="b965477fa0aef5e6" providerId="LiveId" clId="{BB9B1AFB-D66B-406C-9F0F-EE1E57575D42}" dt="2024-03-05T05:48:53.335" v="0"/>
        <pc:sldMkLst>
          <pc:docMk/>
          <pc:sldMk cId="579575428" sldId="1251"/>
        </pc:sldMkLst>
      </pc:sldChg>
      <pc:sldChg chg="modSp">
        <pc:chgData name="欣捷 王" userId="b965477fa0aef5e6" providerId="LiveId" clId="{BB9B1AFB-D66B-406C-9F0F-EE1E57575D42}" dt="2024-03-05T05:48:53.335" v="0"/>
        <pc:sldMkLst>
          <pc:docMk/>
          <pc:sldMk cId="1627408285" sldId="1252"/>
        </pc:sldMkLst>
      </pc:sldChg>
      <pc:sldChg chg="modSp">
        <pc:chgData name="欣捷 王" userId="b965477fa0aef5e6" providerId="LiveId" clId="{BB9B1AFB-D66B-406C-9F0F-EE1E57575D42}" dt="2024-03-05T05:48:53.335" v="0"/>
        <pc:sldMkLst>
          <pc:docMk/>
          <pc:sldMk cId="3160992797" sldId="1253"/>
        </pc:sldMkLst>
      </pc:sldChg>
      <pc:sldChg chg="modSp">
        <pc:chgData name="欣捷 王" userId="b965477fa0aef5e6" providerId="LiveId" clId="{BB9B1AFB-D66B-406C-9F0F-EE1E57575D42}" dt="2024-03-05T05:48:53.335" v="0"/>
        <pc:sldMkLst>
          <pc:docMk/>
          <pc:sldMk cId="2613269110" sldId="1254"/>
        </pc:sldMkLst>
      </pc:sldChg>
      <pc:sldChg chg="modSp">
        <pc:chgData name="欣捷 王" userId="b965477fa0aef5e6" providerId="LiveId" clId="{BB9B1AFB-D66B-406C-9F0F-EE1E57575D42}" dt="2024-03-05T05:48:53.335" v="0"/>
        <pc:sldMkLst>
          <pc:docMk/>
          <pc:sldMk cId="0" sldId="1255"/>
        </pc:sldMkLst>
      </pc:sldChg>
      <pc:sldMasterChg chg="addSp modSldLayout">
        <pc:chgData name="欣捷 王" userId="b965477fa0aef5e6" providerId="LiveId" clId="{BB9B1AFB-D66B-406C-9F0F-EE1E57575D42}" dt="2024-03-05T05:48:53.335" v="0"/>
        <pc:sldMasterMkLst>
          <pc:docMk/>
          <pc:sldMasterMk cId="289548851" sldId="2147483687"/>
        </pc:sldMasterMkLst>
        <pc:sldLayoutChg chg="addSp">
          <pc:chgData name="欣捷 王" userId="b965477fa0aef5e6" providerId="LiveId" clId="{BB9B1AFB-D66B-406C-9F0F-EE1E57575D42}" dt="2024-03-05T05:48:53.335" v="0"/>
          <pc:sldLayoutMkLst>
            <pc:docMk/>
            <pc:sldMasterMk cId="289548851" sldId="2147483687"/>
            <pc:sldLayoutMk cId="1679006746" sldId="2147483688"/>
          </pc:sldLayoutMkLst>
        </pc:sldLayoutChg>
      </pc:sldMasterChg>
    </pc:docChg>
  </pc:docChgLst>
  <pc:docChgLst>
    <pc:chgData name="王 欣捷" userId="b965477fa0aef5e6" providerId="LiveId" clId="{EEC16F90-B22A-4DAD-8D69-CD64E218F4B0}"/>
    <pc:docChg chg="undo custSel addSld delSld modSld sldOrd">
      <pc:chgData name="王 欣捷" userId="b965477fa0aef5e6" providerId="LiveId" clId="{EEC16F90-B22A-4DAD-8D69-CD64E218F4B0}" dt="2021-06-11T13:02:49.188" v="564" actId="20577"/>
      <pc:docMkLst>
        <pc:docMk/>
      </pc:docMkLst>
      <pc:sldChg chg="modSp mod">
        <pc:chgData name="王 欣捷" userId="b965477fa0aef5e6" providerId="LiveId" clId="{EEC16F90-B22A-4DAD-8D69-CD64E218F4B0}" dt="2021-06-09T16:54:52.180" v="522" actId="20577"/>
        <pc:sldMkLst>
          <pc:docMk/>
          <pc:sldMk cId="0" sldId="1162"/>
        </pc:sldMkLst>
      </pc:sldChg>
      <pc:sldChg chg="add del">
        <pc:chgData name="王 欣捷" userId="b965477fa0aef5e6" providerId="LiveId" clId="{EEC16F90-B22A-4DAD-8D69-CD64E218F4B0}" dt="2021-06-09T16:49:26.331" v="299" actId="2696"/>
        <pc:sldMkLst>
          <pc:docMk/>
          <pc:sldMk cId="0" sldId="1197"/>
        </pc:sldMkLst>
      </pc:sldChg>
      <pc:sldChg chg="add del">
        <pc:chgData name="王 欣捷" userId="b965477fa0aef5e6" providerId="LiveId" clId="{EEC16F90-B22A-4DAD-8D69-CD64E218F4B0}" dt="2021-06-09T16:49:26.331" v="299" actId="2696"/>
        <pc:sldMkLst>
          <pc:docMk/>
          <pc:sldMk cId="0" sldId="1209"/>
        </pc:sldMkLst>
      </pc:sldChg>
      <pc:sldChg chg="add del">
        <pc:chgData name="王 欣捷" userId="b965477fa0aef5e6" providerId="LiveId" clId="{EEC16F90-B22A-4DAD-8D69-CD64E218F4B0}" dt="2021-06-09T16:49:26.331" v="299" actId="2696"/>
        <pc:sldMkLst>
          <pc:docMk/>
          <pc:sldMk cId="0" sldId="1210"/>
        </pc:sldMkLst>
      </pc:sldChg>
      <pc:sldChg chg="add del">
        <pc:chgData name="王 欣捷" userId="b965477fa0aef5e6" providerId="LiveId" clId="{EEC16F90-B22A-4DAD-8D69-CD64E218F4B0}" dt="2021-06-09T16:49:26.331" v="299" actId="2696"/>
        <pc:sldMkLst>
          <pc:docMk/>
          <pc:sldMk cId="0" sldId="1211"/>
        </pc:sldMkLst>
      </pc:sldChg>
      <pc:sldChg chg="add del">
        <pc:chgData name="王 欣捷" userId="b965477fa0aef5e6" providerId="LiveId" clId="{EEC16F90-B22A-4DAD-8D69-CD64E218F4B0}" dt="2021-06-09T16:49:26.331" v="299" actId="2696"/>
        <pc:sldMkLst>
          <pc:docMk/>
          <pc:sldMk cId="0" sldId="1212"/>
        </pc:sldMkLst>
      </pc:sldChg>
      <pc:sldChg chg="add del">
        <pc:chgData name="王 欣捷" userId="b965477fa0aef5e6" providerId="LiveId" clId="{EEC16F90-B22A-4DAD-8D69-CD64E218F4B0}" dt="2021-06-09T16:49:26.331" v="299" actId="2696"/>
        <pc:sldMkLst>
          <pc:docMk/>
          <pc:sldMk cId="0" sldId="1213"/>
        </pc:sldMkLst>
      </pc:sldChg>
      <pc:sldChg chg="add del">
        <pc:chgData name="王 欣捷" userId="b965477fa0aef5e6" providerId="LiveId" clId="{EEC16F90-B22A-4DAD-8D69-CD64E218F4B0}" dt="2021-06-09T16:49:26.331" v="299" actId="2696"/>
        <pc:sldMkLst>
          <pc:docMk/>
          <pc:sldMk cId="0" sldId="1216"/>
        </pc:sldMkLst>
      </pc:sldChg>
      <pc:sldChg chg="addSp modSp mod modClrScheme chgLayout">
        <pc:chgData name="王 欣捷" userId="b965477fa0aef5e6" providerId="LiveId" clId="{EEC16F90-B22A-4DAD-8D69-CD64E218F4B0}" dt="2021-06-09T15:41:00.637" v="294"/>
        <pc:sldMkLst>
          <pc:docMk/>
          <pc:sldMk cId="0" sldId="1220"/>
        </pc:sldMkLst>
      </pc:sldChg>
      <pc:sldChg chg="del">
        <pc:chgData name="王 欣捷" userId="b965477fa0aef5e6" providerId="LiveId" clId="{EEC16F90-B22A-4DAD-8D69-CD64E218F4B0}" dt="2021-06-09T15:53:38.078" v="296" actId="47"/>
        <pc:sldMkLst>
          <pc:docMk/>
          <pc:sldMk cId="0" sldId="1224"/>
        </pc:sldMkLst>
      </pc:sldChg>
      <pc:sldChg chg="ord">
        <pc:chgData name="王 欣捷" userId="b965477fa0aef5e6" providerId="LiveId" clId="{EEC16F90-B22A-4DAD-8D69-CD64E218F4B0}" dt="2021-06-09T16:56:40.398" v="540"/>
        <pc:sldMkLst>
          <pc:docMk/>
          <pc:sldMk cId="0" sldId="1243"/>
        </pc:sldMkLst>
      </pc:sldChg>
      <pc:sldChg chg="del">
        <pc:chgData name="王 欣捷" userId="b965477fa0aef5e6" providerId="LiveId" clId="{EEC16F90-B22A-4DAD-8D69-CD64E218F4B0}" dt="2021-06-09T15:49:32.477" v="295" actId="47"/>
        <pc:sldMkLst>
          <pc:docMk/>
          <pc:sldMk cId="0" sldId="1248"/>
        </pc:sldMkLst>
      </pc:sldChg>
      <pc:sldChg chg="addSp modSp new mod">
        <pc:chgData name="王 欣捷" userId="b965477fa0aef5e6" providerId="LiveId" clId="{EEC16F90-B22A-4DAD-8D69-CD64E218F4B0}" dt="2021-06-11T13:00:00.952" v="545" actId="20577"/>
        <pc:sldMkLst>
          <pc:docMk/>
          <pc:sldMk cId="1627408285" sldId="1252"/>
        </pc:sldMkLst>
      </pc:sldChg>
      <pc:sldChg chg="modSp add mod">
        <pc:chgData name="王 欣捷" userId="b965477fa0aef5e6" providerId="LiveId" clId="{EEC16F90-B22A-4DAD-8D69-CD64E218F4B0}" dt="2021-06-11T13:02:49.188" v="564" actId="20577"/>
        <pc:sldMkLst>
          <pc:docMk/>
          <pc:sldMk cId="3160992797" sldId="1253"/>
        </pc:sldMkLst>
      </pc:sldChg>
      <pc:sldChg chg="delSp modSp add mod">
        <pc:chgData name="王 欣捷" userId="b965477fa0aef5e6" providerId="LiveId" clId="{EEC16F90-B22A-4DAD-8D69-CD64E218F4B0}" dt="2021-06-09T16:56:17.546" v="538" actId="20577"/>
        <pc:sldMkLst>
          <pc:docMk/>
          <pc:sldMk cId="2613269110" sldId="1254"/>
        </pc:sldMkLst>
      </pc:sldChg>
    </pc:docChg>
  </pc:docChgLst>
  <pc:docChgLst>
    <pc:chgData name="欣捷 王" userId="b965477fa0aef5e6" providerId="LiveId" clId="{B23758C8-B988-46D4-B759-33A97670078B}"/>
    <pc:docChg chg="delSld">
      <pc:chgData name="欣捷 王" userId="b965477fa0aef5e6" providerId="LiveId" clId="{B23758C8-B988-46D4-B759-33A97670078B}" dt="2025-02-23T08:49:30.535" v="0" actId="2696"/>
      <pc:docMkLst>
        <pc:docMk/>
      </pc:docMkLst>
      <pc:sldChg chg="del">
        <pc:chgData name="欣捷 王" userId="b965477fa0aef5e6" providerId="LiveId" clId="{B23758C8-B988-46D4-B759-33A97670078B}" dt="2025-02-23T08:49:30.535" v="0" actId="2696"/>
        <pc:sldMkLst>
          <pc:docMk/>
          <pc:sldMk cId="0" sldId="1057"/>
        </pc:sldMkLst>
      </pc:sldChg>
    </pc:docChg>
  </pc:docChgLst>
  <pc:docChgLst>
    <pc:chgData name="欣捷" userId="b965477fa0aef5e6" providerId="LiveId" clId="{5BA45E6C-E756-4059-A550-611188404BE5}"/>
    <pc:docChg chg="custSel addSld delSld modSld">
      <pc:chgData name="欣捷" userId="b965477fa0aef5e6" providerId="LiveId" clId="{5BA45E6C-E756-4059-A550-611188404BE5}" dt="2021-06-08T13:00:58.773" v="241"/>
      <pc:docMkLst>
        <pc:docMk/>
      </pc:docMkLst>
      <pc:sldChg chg="del">
        <pc:chgData name="欣捷" userId="b965477fa0aef5e6" providerId="LiveId" clId="{5BA45E6C-E756-4059-A550-611188404BE5}" dt="2021-06-08T13:00:51.194" v="234" actId="47"/>
        <pc:sldMkLst>
          <pc:docMk/>
          <pc:sldMk cId="0" sldId="294"/>
        </pc:sldMkLst>
      </pc:sldChg>
      <pc:sldChg chg="delSp modSp add mod">
        <pc:chgData name="欣捷" userId="b965477fa0aef5e6" providerId="LiveId" clId="{5BA45E6C-E756-4059-A550-611188404BE5}" dt="2021-06-08T13:00:32.104" v="232" actId="14100"/>
        <pc:sldMkLst>
          <pc:docMk/>
          <pc:sldMk cId="882277299" sldId="1250"/>
        </pc:sldMkLst>
      </pc:sldChg>
      <pc:sldChg chg="modSp add mod">
        <pc:chgData name="欣捷" userId="b965477fa0aef5e6" providerId="LiveId" clId="{5BA45E6C-E756-4059-A550-611188404BE5}" dt="2021-06-08T13:00:58.773" v="241"/>
        <pc:sldMkLst>
          <pc:docMk/>
          <pc:sldMk cId="579575428" sldId="1251"/>
        </pc:sldMkLst>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ldChg>
      <pc:sldChg chg="modSp add mod ord">
        <pc:chgData name="欣捷" userId="b965477fa0aef5e6" providerId="LiveId" clId="{F58CB589-EA88-41E9-89B9-70387DC4BAF4}" dt="2021-04-20T08:18:54.864" v="3"/>
        <pc:sldMkLst>
          <pc:docMk/>
          <pc:sldMk cId="1458318623" sldId="897"/>
        </pc:sldMkLst>
      </pc:sldChg>
      <pc:sldChg chg="addSp delSp modSp mod modClrScheme chgLayout">
        <pc:chgData name="欣捷" userId="b965477fa0aef5e6" providerId="LiveId" clId="{F58CB589-EA88-41E9-89B9-70387DC4BAF4}" dt="2021-04-20T09:29:18.266" v="712" actId="1076"/>
        <pc:sldMkLst>
          <pc:docMk/>
          <pc:sldMk cId="0" sldId="935"/>
        </pc:sldMkLst>
      </pc:sldChg>
      <pc:sldChg chg="addSp delSp modSp mod modClrScheme chgLayout">
        <pc:chgData name="欣捷" userId="b965477fa0aef5e6" providerId="LiveId" clId="{F58CB589-EA88-41E9-89B9-70387DC4BAF4}" dt="2021-04-20T09:29:13.066" v="710" actId="1076"/>
        <pc:sldMkLst>
          <pc:docMk/>
          <pc:sldMk cId="0" sldId="936"/>
        </pc:sldMkLst>
      </pc:sldChg>
      <pc:sldChg chg="modSp mod chgLayout">
        <pc:chgData name="欣捷" userId="b965477fa0aef5e6" providerId="LiveId" clId="{F58CB589-EA88-41E9-89B9-70387DC4BAF4}" dt="2021-04-20T08:23:47.487" v="29" actId="700"/>
        <pc:sldMkLst>
          <pc:docMk/>
          <pc:sldMk cId="0" sldId="937"/>
        </pc:sldMkLst>
      </pc:sldChg>
      <pc:sldChg chg="addSp delSp modSp mod modClrScheme chgLayout">
        <pc:chgData name="欣捷" userId="b965477fa0aef5e6" providerId="LiveId" clId="{F58CB589-EA88-41E9-89B9-70387DC4BAF4}" dt="2021-04-20T09:29:05.674" v="709" actId="1076"/>
        <pc:sldMkLst>
          <pc:docMk/>
          <pc:sldMk cId="0" sldId="938"/>
        </pc:sldMkLst>
      </pc:sldChg>
      <pc:sldChg chg="modSp mod chgLayout">
        <pc:chgData name="欣捷" userId="b965477fa0aef5e6" providerId="LiveId" clId="{F58CB589-EA88-41E9-89B9-70387DC4BAF4}" dt="2021-04-20T08:23:54.789" v="30" actId="700"/>
        <pc:sldMkLst>
          <pc:docMk/>
          <pc:sldMk cId="0" sldId="939"/>
        </pc:sldMkLst>
      </pc:sldChg>
      <pc:sldChg chg="addSp delSp modSp mod modClrScheme chgLayout">
        <pc:chgData name="欣捷" userId="b965477fa0aef5e6" providerId="LiveId" clId="{F58CB589-EA88-41E9-89B9-70387DC4BAF4}" dt="2021-04-20T09:29:31.533" v="716" actId="1076"/>
        <pc:sldMkLst>
          <pc:docMk/>
          <pc:sldMk cId="0" sldId="940"/>
        </pc:sldMkLst>
      </pc:sldChg>
      <pc:sldChg chg="modSp mod chgLayout">
        <pc:chgData name="欣捷" userId="b965477fa0aef5e6" providerId="LiveId" clId="{F58CB589-EA88-41E9-89B9-70387DC4BAF4}" dt="2021-04-20T08:23:54.789" v="30" actId="700"/>
        <pc:sldMkLst>
          <pc:docMk/>
          <pc:sldMk cId="0" sldId="941"/>
        </pc:sldMkLst>
      </pc:sldChg>
      <pc:sldChg chg="addSp delSp modSp mod modClrScheme chgLayout">
        <pc:chgData name="欣捷" userId="b965477fa0aef5e6" providerId="LiveId" clId="{F58CB589-EA88-41E9-89B9-70387DC4BAF4}" dt="2021-04-20T09:29:55.767" v="720" actId="1076"/>
        <pc:sldMkLst>
          <pc:docMk/>
          <pc:sldMk cId="0" sldId="942"/>
        </pc:sldMkLst>
      </pc:sldChg>
      <pc:sldChg chg="addSp delSp modSp mod modClrScheme chgLayout">
        <pc:chgData name="欣捷" userId="b965477fa0aef5e6" providerId="LiveId" clId="{F58CB589-EA88-41E9-89B9-70387DC4BAF4}" dt="2021-04-20T09:30:03.602" v="724" actId="1076"/>
        <pc:sldMkLst>
          <pc:docMk/>
          <pc:sldMk cId="0" sldId="943"/>
        </pc:sldMkLst>
      </pc:sldChg>
      <pc:sldChg chg="addSp delSp modSp mod modClrScheme chgLayout">
        <pc:chgData name="欣捷" userId="b965477fa0aef5e6" providerId="LiveId" clId="{F58CB589-EA88-41E9-89B9-70387DC4BAF4}" dt="2021-04-20T09:30:13.214" v="728" actId="1076"/>
        <pc:sldMkLst>
          <pc:docMk/>
          <pc:sldMk cId="672076074" sldId="945"/>
        </pc:sldMkLst>
      </pc:sldChg>
      <pc:sldChg chg="addSp delSp modSp mod modClrScheme chgLayout">
        <pc:chgData name="欣捷" userId="b965477fa0aef5e6" providerId="LiveId" clId="{F58CB589-EA88-41E9-89B9-70387DC4BAF4}" dt="2021-04-20T09:30:22.742" v="732" actId="1076"/>
        <pc:sldMkLst>
          <pc:docMk/>
          <pc:sldMk cId="4090644917" sldId="946"/>
        </pc:sldMkLst>
      </pc:sldChg>
      <pc:sldChg chg="addSp delSp modSp mod modClrScheme chgLayout">
        <pc:chgData name="欣捷" userId="b965477fa0aef5e6" providerId="LiveId" clId="{F58CB589-EA88-41E9-89B9-70387DC4BAF4}" dt="2021-04-20T09:30:35.228" v="736" actId="1076"/>
        <pc:sldMkLst>
          <pc:docMk/>
          <pc:sldMk cId="0" sldId="947"/>
        </pc:sldMkLst>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0" sldId="955"/>
        </pc:sldMkLst>
      </pc:sldChg>
      <pc:sldChg chg="modSp mod chgLayout">
        <pc:chgData name="欣捷" userId="b965477fa0aef5e6" providerId="LiveId" clId="{F58CB589-EA88-41E9-89B9-70387DC4BAF4}" dt="2021-04-20T08:23:39.727" v="28" actId="700"/>
        <pc:sldMkLst>
          <pc:docMk/>
          <pc:sldMk cId="0" sldId="962"/>
        </pc:sldMkLst>
      </pc:sldChg>
      <pc:sldChg chg="modSp mod chgLayout">
        <pc:chgData name="欣捷" userId="b965477fa0aef5e6" providerId="LiveId" clId="{F58CB589-EA88-41E9-89B9-70387DC4BAF4}" dt="2021-04-20T08:23:39.727" v="28" actId="700"/>
        <pc:sldMkLst>
          <pc:docMk/>
          <pc:sldMk cId="0" sldId="963"/>
        </pc:sldMkLst>
      </pc:sldChg>
      <pc:sldChg chg="modSp mod chgLayout">
        <pc:chgData name="欣捷" userId="b965477fa0aef5e6" providerId="LiveId" clId="{F58CB589-EA88-41E9-89B9-70387DC4BAF4}" dt="2021-04-20T08:23:47.487" v="29" actId="700"/>
        <pc:sldMkLst>
          <pc:docMk/>
          <pc:sldMk cId="0" sldId="964"/>
        </pc:sldMkLst>
      </pc:sldChg>
      <pc:sldChg chg="modSp mod chgLayout">
        <pc:chgData name="欣捷" userId="b965477fa0aef5e6" providerId="LiveId" clId="{F58CB589-EA88-41E9-89B9-70387DC4BAF4}" dt="2021-04-20T08:23:47.487" v="29" actId="700"/>
        <pc:sldMkLst>
          <pc:docMk/>
          <pc:sldMk cId="0" sldId="965"/>
        </pc:sldMkLst>
      </pc:sldChg>
      <pc:sldChg chg="modSp mod chgLayout">
        <pc:chgData name="欣捷" userId="b965477fa0aef5e6" providerId="LiveId" clId="{F58CB589-EA88-41E9-89B9-70387DC4BAF4}" dt="2021-04-20T08:23:54.789" v="30" actId="700"/>
        <pc:sldMkLst>
          <pc:docMk/>
          <pc:sldMk cId="0" sldId="966"/>
        </pc:sldMkLst>
      </pc:sldChg>
      <pc:sldChg chg="modSp mod chgLayout">
        <pc:chgData name="欣捷" userId="b965477fa0aef5e6" providerId="LiveId" clId="{F58CB589-EA88-41E9-89B9-70387DC4BAF4}" dt="2021-04-20T08:23:54.789" v="30" actId="700"/>
        <pc:sldMkLst>
          <pc:docMk/>
          <pc:sldMk cId="0" sldId="967"/>
        </pc:sldMkLst>
      </pc:sldChg>
      <pc:sldChg chg="modSp mod chgLayout">
        <pc:chgData name="欣捷" userId="b965477fa0aef5e6" providerId="LiveId" clId="{F58CB589-EA88-41E9-89B9-70387DC4BAF4}" dt="2021-04-20T08:23:54.789" v="30" actId="700"/>
        <pc:sldMkLst>
          <pc:docMk/>
          <pc:sldMk cId="0" sldId="968"/>
        </pc:sldMkLst>
      </pc:sldChg>
      <pc:sldChg chg="modSp mod chgLayout">
        <pc:chgData name="欣捷" userId="b965477fa0aef5e6" providerId="LiveId" clId="{F58CB589-EA88-41E9-89B9-70387DC4BAF4}" dt="2021-04-20T08:23:54.789" v="30" actId="700"/>
        <pc:sldMkLst>
          <pc:docMk/>
          <pc:sldMk cId="0" sldId="969"/>
        </pc:sldMkLst>
      </pc:sldChg>
      <pc:sldChg chg="modSp mod">
        <pc:chgData name="欣捷" userId="b965477fa0aef5e6" providerId="LiveId" clId="{F58CB589-EA88-41E9-89B9-70387DC4BAF4}" dt="2021-04-20T08:19:15.765" v="4" actId="403"/>
        <pc:sldMkLst>
          <pc:docMk/>
          <pc:sldMk cId="0" sldId="1029"/>
        </pc:sldMkLst>
      </pc:sldChg>
      <pc:sldChg chg="modSp mod">
        <pc:chgData name="欣捷" userId="b965477fa0aef5e6" providerId="LiveId" clId="{F58CB589-EA88-41E9-89B9-70387DC4BAF4}" dt="2021-04-20T08:19:27.321" v="5" actId="403"/>
        <pc:sldMkLst>
          <pc:docMk/>
          <pc:sldMk cId="0" sldId="1030"/>
        </pc:sldMkLst>
      </pc:sldChg>
      <pc:sldChg chg="modSp mod">
        <pc:chgData name="欣捷" userId="b965477fa0aef5e6" providerId="LiveId" clId="{F58CB589-EA88-41E9-89B9-70387DC4BAF4}" dt="2021-04-20T08:24:15.236" v="34" actId="207"/>
        <pc:sldMkLst>
          <pc:docMk/>
          <pc:sldMk cId="0" sldId="1037"/>
        </pc:sldMkLst>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ldChg>
      <pc:sldChg chg="modSp mod ord chgLayout">
        <pc:chgData name="欣捷" userId="b965477fa0aef5e6" providerId="LiveId" clId="{F58CB589-EA88-41E9-89B9-70387DC4BAF4}" dt="2021-04-20T09:15:43.505" v="571" actId="113"/>
        <pc:sldMkLst>
          <pc:docMk/>
          <pc:sldMk cId="0" sldId="1081"/>
        </pc:sldMkLst>
      </pc:sldChg>
      <pc:sldChg chg="modSp mod chgLayout">
        <pc:chgData name="欣捷" userId="b965477fa0aef5e6" providerId="LiveId" clId="{F58CB589-EA88-41E9-89B9-70387DC4BAF4}" dt="2021-04-20T09:27:46.211" v="695" actId="403"/>
        <pc:sldMkLst>
          <pc:docMk/>
          <pc:sldMk cId="0" sldId="1082"/>
        </pc:sldMkLst>
      </pc:sldChg>
      <pc:sldChg chg="modSp mod chgLayout">
        <pc:chgData name="欣捷" userId="b965477fa0aef5e6" providerId="LiveId" clId="{F58CB589-EA88-41E9-89B9-70387DC4BAF4}" dt="2021-04-20T09:27:57.886" v="697" actId="207"/>
        <pc:sldMkLst>
          <pc:docMk/>
          <pc:sldMk cId="0" sldId="1083"/>
        </pc:sldMkLst>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ldChg>
      <pc:sldChg chg="modSp mod chgLayout">
        <pc:chgData name="欣捷" userId="b965477fa0aef5e6" providerId="LiveId" clId="{F58CB589-EA88-41E9-89B9-70387DC4BAF4}" dt="2021-04-20T09:32:19.053" v="758" actId="700"/>
        <pc:sldMkLst>
          <pc:docMk/>
          <pc:sldMk cId="0" sldId="1095"/>
        </pc:sldMkLst>
      </pc:sldChg>
      <pc:sldChg chg="modSp mod chgLayout">
        <pc:chgData name="欣捷" userId="b965477fa0aef5e6" providerId="LiveId" clId="{F58CB589-EA88-41E9-89B9-70387DC4BAF4}" dt="2021-04-20T09:32:36.730" v="760" actId="1076"/>
        <pc:sldMkLst>
          <pc:docMk/>
          <pc:sldMk cId="0" sldId="1106"/>
        </pc:sldMkLst>
      </pc:sldChg>
      <pc:sldChg chg="modSp mod modClrScheme chgLayout">
        <pc:chgData name="欣捷" userId="b965477fa0aef5e6" providerId="LiveId" clId="{F58CB589-EA88-41E9-89B9-70387DC4BAF4}" dt="2021-04-20T08:23:47.487" v="29" actId="700"/>
        <pc:sldMkLst>
          <pc:docMk/>
          <pc:sldMk cId="0" sldId="1110"/>
        </pc:sldMkLst>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ldChg>
      <pc:sldChg chg="modSp add mod">
        <pc:chgData name="欣捷" userId="b965477fa0aef5e6" providerId="LiveId" clId="{F58CB589-EA88-41E9-89B9-70387DC4BAF4}" dt="2021-04-20T09:06:56.490" v="327" actId="20577"/>
        <pc:sldMkLst>
          <pc:docMk/>
          <pc:sldMk cId="516213771" sldId="1139"/>
        </pc:sldMkLst>
      </pc:sldChg>
      <pc:sldChg chg="addSp delSp modSp add del mod modClrScheme chgLayout">
        <pc:chgData name="欣捷" userId="b965477fa0aef5e6" providerId="LiveId" clId="{F58CB589-EA88-41E9-89B9-70387DC4BAF4}" dt="2021-04-20T09:24:36.270" v="634" actId="47"/>
        <pc:sldMkLst>
          <pc:docMk/>
          <pc:sldMk cId="2084196931" sldId="1140"/>
        </pc:sldMkLst>
      </pc:sldChg>
      <pc:sldChg chg="addSp delSp modSp add del mod">
        <pc:chgData name="欣捷" userId="b965477fa0aef5e6" providerId="LiveId" clId="{F58CB589-EA88-41E9-89B9-70387DC4BAF4}" dt="2021-04-20T08:31:51.743" v="129" actId="47"/>
        <pc:sldMkLst>
          <pc:docMk/>
          <pc:sldMk cId="3335640676" sldId="1140"/>
        </pc:sldMkLst>
      </pc:sldChg>
      <pc:sldChg chg="modSp add mod">
        <pc:chgData name="欣捷" userId="b965477fa0aef5e6" providerId="LiveId" clId="{F58CB589-EA88-41E9-89B9-70387DC4BAF4}" dt="2021-04-20T09:06:39.328" v="324" actId="113"/>
        <pc:sldMkLst>
          <pc:docMk/>
          <pc:sldMk cId="406512071" sldId="1141"/>
        </pc:sldMkLst>
      </pc:sldChg>
      <pc:sldChg chg="modSp new mod modAnim">
        <pc:chgData name="欣捷" userId="b965477fa0aef5e6" providerId="LiveId" clId="{F58CB589-EA88-41E9-89B9-70387DC4BAF4}" dt="2021-04-20T09:12:09.602" v="473"/>
        <pc:sldMkLst>
          <pc:docMk/>
          <pc:sldMk cId="1844201406" sldId="1142"/>
        </pc:sldMkLst>
      </pc:sldChg>
      <pc:sldChg chg="modSp add mod">
        <pc:chgData name="欣捷" userId="b965477fa0aef5e6" providerId="LiveId" clId="{F58CB589-EA88-41E9-89B9-70387DC4BAF4}" dt="2021-04-20T09:22:54.495" v="619" actId="6549"/>
        <pc:sldMkLst>
          <pc:docMk/>
          <pc:sldMk cId="3037729556" sldId="1143"/>
        </pc:sldMkLst>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sldChg>
      <pc:sldChg chg="modSp add mod">
        <pc:chgData name="欣捷" userId="b965477fa0aef5e6" providerId="LiveId" clId="{F58CB589-EA88-41E9-89B9-70387DC4BAF4}" dt="2021-04-20T09:27:13.884" v="685" actId="20577"/>
        <pc:sldMkLst>
          <pc:docMk/>
          <pc:sldMk cId="1246412149" sldId="1146"/>
        </pc:sldMkLst>
      </pc:sldChg>
      <pc:sldChg chg="modSp add mod">
        <pc:chgData name="欣捷" userId="b965477fa0aef5e6" providerId="LiveId" clId="{F58CB589-EA88-41E9-89B9-70387DC4BAF4}" dt="2021-04-20T09:27:18.394" v="687" actId="20577"/>
        <pc:sldMkLst>
          <pc:docMk/>
          <pc:sldMk cId="1563518926" sldId="1147"/>
        </pc:sldMkLst>
      </pc:sldChg>
      <pc:sldChg chg="modSp add mod">
        <pc:chgData name="欣捷" userId="b965477fa0aef5e6" providerId="LiveId" clId="{F58CB589-EA88-41E9-89B9-70387DC4BAF4}" dt="2021-04-20T09:27:22.409" v="689" actId="20577"/>
        <pc:sldMkLst>
          <pc:docMk/>
          <pc:sldMk cId="3006853834" sldId="1148"/>
        </pc:sldMkLst>
      </pc:sldChg>
      <pc:sldChg chg="modSp add mod">
        <pc:chgData name="欣捷" userId="b965477fa0aef5e6" providerId="LiveId" clId="{F58CB589-EA88-41E9-89B9-70387DC4BAF4}" dt="2021-04-20T09:27:26.586" v="691" actId="20577"/>
        <pc:sldMkLst>
          <pc:docMk/>
          <pc:sldMk cId="2869246556" sldId="1149"/>
        </pc:sldMkLst>
      </pc:sldChg>
      <pc:sldChg chg="modSp add mod">
        <pc:chgData name="欣捷" userId="b965477fa0aef5e6" providerId="LiveId" clId="{F58CB589-EA88-41E9-89B9-70387DC4BAF4}" dt="2021-04-20T09:27:31.804" v="693" actId="20577"/>
        <pc:sldMkLst>
          <pc:docMk/>
          <pc:sldMk cId="500657596" sldId="1150"/>
        </pc:sldMkLst>
      </pc:sldChg>
      <pc:sldChg chg="modSp add mod">
        <pc:chgData name="欣捷" userId="b965477fa0aef5e6" providerId="LiveId" clId="{F58CB589-EA88-41E9-89B9-70387DC4BAF4}" dt="2021-04-20T09:27:37.737" v="694" actId="20577"/>
        <pc:sldMkLst>
          <pc:docMk/>
          <pc:sldMk cId="3962178428" sldId="1151"/>
        </pc:sldMkLst>
      </pc:sldChg>
      <pc:sldChg chg="modSp add mod">
        <pc:chgData name="欣捷" userId="b965477fa0aef5e6" providerId="LiveId" clId="{F58CB589-EA88-41E9-89B9-70387DC4BAF4}" dt="2021-04-20T09:31:43.160" v="756" actId="6549"/>
        <pc:sldMkLst>
          <pc:docMk/>
          <pc:sldMk cId="389650025" sldId="1152"/>
        </pc:sldMkLst>
      </pc:sldChg>
      <pc:sldChg chg="modSp add mod">
        <pc:chgData name="欣捷" userId="b965477fa0aef5e6" providerId="LiveId" clId="{F58CB589-EA88-41E9-89B9-70387DC4BAF4}" dt="2021-04-20T09:31:40.862" v="755" actId="6549"/>
        <pc:sldMkLst>
          <pc:docMk/>
          <pc:sldMk cId="235929361" sldId="1153"/>
        </pc:sldMkLst>
      </pc:sldChg>
      <pc:sldChg chg="modSp add mod">
        <pc:chgData name="欣捷" userId="b965477fa0aef5e6" providerId="LiveId" clId="{F58CB589-EA88-41E9-89B9-70387DC4BAF4}" dt="2021-04-20T09:31:38.269" v="754" actId="6549"/>
        <pc:sldMkLst>
          <pc:docMk/>
          <pc:sldMk cId="4207039851" sldId="1154"/>
        </pc:sldMkLst>
      </pc:sldChg>
      <pc:sldChg chg="modSp add mod">
        <pc:chgData name="欣捷" userId="b965477fa0aef5e6" providerId="LiveId" clId="{F58CB589-EA88-41E9-89B9-70387DC4BAF4}" dt="2021-04-20T09:31:35.597" v="753" actId="6549"/>
        <pc:sldMkLst>
          <pc:docMk/>
          <pc:sldMk cId="77711967" sldId="1155"/>
        </pc:sldMkLst>
      </pc:sldChg>
      <pc:sldChg chg="modSp add mod">
        <pc:chgData name="欣捷" userId="b965477fa0aef5e6" providerId="LiveId" clId="{F58CB589-EA88-41E9-89B9-70387DC4BAF4}" dt="2021-04-20T09:31:33.341" v="752" actId="6549"/>
        <pc:sldMkLst>
          <pc:docMk/>
          <pc:sldMk cId="1749343738" sldId="1156"/>
        </pc:sldMkLst>
      </pc:sldChg>
      <pc:sldChg chg="modSp add mod">
        <pc:chgData name="欣捷" userId="b965477fa0aef5e6" providerId="LiveId" clId="{F58CB589-EA88-41E9-89B9-70387DC4BAF4}" dt="2021-04-20T09:31:30.622" v="751" actId="6549"/>
        <pc:sldMkLst>
          <pc:docMk/>
          <pc:sldMk cId="3747700626" sldId="1157"/>
        </pc:sldMkLst>
      </pc:sldChg>
      <pc:sldChg chg="modSp add mod">
        <pc:chgData name="欣捷" userId="b965477fa0aef5e6" providerId="LiveId" clId="{F58CB589-EA88-41E9-89B9-70387DC4BAF4}" dt="2021-04-20T09:31:27.771" v="750" actId="6549"/>
        <pc:sldMkLst>
          <pc:docMk/>
          <pc:sldMk cId="2813883607" sldId="1158"/>
        </pc:sldMkLst>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ldChg>
      <pc:sldChg chg="modSp add">
        <pc:chgData name="王 欣捷" userId="b965477fa0aef5e6" providerId="LiveId" clId="{CCC25DF9-4458-4252-A1FA-96CED2233F88}" dt="2021-04-22T07:30:15.426" v="47"/>
        <pc:sldMkLst>
          <pc:docMk/>
          <pc:sldMk cId="0" sldId="811"/>
        </pc:sldMkLst>
      </pc:sldChg>
      <pc:sldChg chg="modSp add">
        <pc:chgData name="王 欣捷" userId="b965477fa0aef5e6" providerId="LiveId" clId="{CCC25DF9-4458-4252-A1FA-96CED2233F88}" dt="2021-04-22T07:30:15.426" v="47"/>
        <pc:sldMkLst>
          <pc:docMk/>
          <pc:sldMk cId="0" sldId="813"/>
        </pc:sldMkLst>
      </pc:sldChg>
      <pc:sldChg chg="modSp add">
        <pc:chgData name="王 欣捷" userId="b965477fa0aef5e6" providerId="LiveId" clId="{CCC25DF9-4458-4252-A1FA-96CED2233F88}" dt="2021-04-22T07:30:15.426" v="47"/>
        <pc:sldMkLst>
          <pc:docMk/>
          <pc:sldMk cId="0" sldId="814"/>
        </pc:sldMkLst>
      </pc:sldChg>
      <pc:sldChg chg="modSp add">
        <pc:chgData name="王 欣捷" userId="b965477fa0aef5e6" providerId="LiveId" clId="{CCC25DF9-4458-4252-A1FA-96CED2233F88}" dt="2021-04-22T07:30:15.426" v="47"/>
        <pc:sldMkLst>
          <pc:docMk/>
          <pc:sldMk cId="0" sldId="815"/>
        </pc:sldMkLst>
      </pc:sldChg>
      <pc:sldChg chg="modSp add">
        <pc:chgData name="王 欣捷" userId="b965477fa0aef5e6" providerId="LiveId" clId="{CCC25DF9-4458-4252-A1FA-96CED2233F88}" dt="2021-04-22T07:30:15.426" v="47"/>
        <pc:sldMkLst>
          <pc:docMk/>
          <pc:sldMk cId="0" sldId="816"/>
        </pc:sldMkLst>
      </pc:sldChg>
      <pc:sldChg chg="modSp add">
        <pc:chgData name="王 欣捷" userId="b965477fa0aef5e6" providerId="LiveId" clId="{CCC25DF9-4458-4252-A1FA-96CED2233F88}" dt="2021-04-22T07:30:15.426" v="47"/>
        <pc:sldMkLst>
          <pc:docMk/>
          <pc:sldMk cId="0" sldId="817"/>
        </pc:sldMkLst>
      </pc:sldChg>
      <pc:sldChg chg="modSp add">
        <pc:chgData name="王 欣捷" userId="b965477fa0aef5e6" providerId="LiveId" clId="{CCC25DF9-4458-4252-A1FA-96CED2233F88}" dt="2021-04-22T07:30:15.426" v="47"/>
        <pc:sldMkLst>
          <pc:docMk/>
          <pc:sldMk cId="0" sldId="818"/>
        </pc:sldMkLst>
      </pc:sldChg>
      <pc:sldChg chg="modSp add">
        <pc:chgData name="王 欣捷" userId="b965477fa0aef5e6" providerId="LiveId" clId="{CCC25DF9-4458-4252-A1FA-96CED2233F88}" dt="2021-04-22T07:30:15.426" v="47"/>
        <pc:sldMkLst>
          <pc:docMk/>
          <pc:sldMk cId="0" sldId="819"/>
        </pc:sldMkLst>
      </pc:sldChg>
      <pc:sldChg chg="modSp add">
        <pc:chgData name="王 欣捷" userId="b965477fa0aef5e6" providerId="LiveId" clId="{CCC25DF9-4458-4252-A1FA-96CED2233F88}" dt="2021-04-22T07:30:15.426" v="47"/>
        <pc:sldMkLst>
          <pc:docMk/>
          <pc:sldMk cId="0" sldId="820"/>
        </pc:sldMkLst>
      </pc:sldChg>
      <pc:sldChg chg="modSp add">
        <pc:chgData name="王 欣捷" userId="b965477fa0aef5e6" providerId="LiveId" clId="{CCC25DF9-4458-4252-A1FA-96CED2233F88}" dt="2021-04-22T07:30:15.426" v="47"/>
        <pc:sldMkLst>
          <pc:docMk/>
          <pc:sldMk cId="0" sldId="821"/>
        </pc:sldMkLst>
      </pc:sldChg>
      <pc:sldChg chg="modSp add">
        <pc:chgData name="王 欣捷" userId="b965477fa0aef5e6" providerId="LiveId" clId="{CCC25DF9-4458-4252-A1FA-96CED2233F88}" dt="2021-04-22T07:30:15.426" v="47"/>
        <pc:sldMkLst>
          <pc:docMk/>
          <pc:sldMk cId="0" sldId="822"/>
        </pc:sldMkLst>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ldChg>
      <pc:sldChg chg="modSp add">
        <pc:chgData name="王 欣捷" userId="b965477fa0aef5e6" providerId="LiveId" clId="{CCC25DF9-4458-4252-A1FA-96CED2233F88}" dt="2021-04-22T07:30:15.426" v="47"/>
        <pc:sldMkLst>
          <pc:docMk/>
          <pc:sldMk cId="0" sldId="854"/>
        </pc:sldMkLst>
      </pc:sldChg>
      <pc:sldChg chg="modSp add">
        <pc:chgData name="王 欣捷" userId="b965477fa0aef5e6" providerId="LiveId" clId="{CCC25DF9-4458-4252-A1FA-96CED2233F88}" dt="2021-04-22T07:30:15.426" v="47"/>
        <pc:sldMkLst>
          <pc:docMk/>
          <pc:sldMk cId="0" sldId="855"/>
        </pc:sldMkLst>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ldChg>
      <pc:sldChg chg="modSp add">
        <pc:chgData name="王 欣捷" userId="b965477fa0aef5e6" providerId="LiveId" clId="{CCC25DF9-4458-4252-A1FA-96CED2233F88}" dt="2021-04-22T07:30:15.426" v="47"/>
        <pc:sldMkLst>
          <pc:docMk/>
          <pc:sldMk cId="0" sldId="858"/>
        </pc:sldMkLst>
      </pc:sldChg>
      <pc:sldChg chg="modSp add">
        <pc:chgData name="王 欣捷" userId="b965477fa0aef5e6" providerId="LiveId" clId="{CCC25DF9-4458-4252-A1FA-96CED2233F88}" dt="2021-04-22T07:30:15.426" v="47"/>
        <pc:sldMkLst>
          <pc:docMk/>
          <pc:sldMk cId="0" sldId="859"/>
        </pc:sldMkLst>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ldChg>
      <pc:sldChg chg="modSp add">
        <pc:chgData name="王 欣捷" userId="b965477fa0aef5e6" providerId="LiveId" clId="{CCC25DF9-4458-4252-A1FA-96CED2233F88}" dt="2021-04-22T07:30:15.426" v="47"/>
        <pc:sldMkLst>
          <pc:docMk/>
          <pc:sldMk cId="0" sldId="862"/>
        </pc:sldMkLst>
      </pc:sldChg>
      <pc:sldChg chg="modSp add">
        <pc:chgData name="王 欣捷" userId="b965477fa0aef5e6" providerId="LiveId" clId="{CCC25DF9-4458-4252-A1FA-96CED2233F88}" dt="2021-04-22T07:30:15.426" v="47"/>
        <pc:sldMkLst>
          <pc:docMk/>
          <pc:sldMk cId="0" sldId="863"/>
        </pc:sldMkLst>
      </pc:sldChg>
      <pc:sldChg chg="modSp add">
        <pc:chgData name="王 欣捷" userId="b965477fa0aef5e6" providerId="LiveId" clId="{CCC25DF9-4458-4252-A1FA-96CED2233F88}" dt="2021-04-22T07:30:15.426" v="47"/>
        <pc:sldMkLst>
          <pc:docMk/>
          <pc:sldMk cId="0" sldId="864"/>
        </pc:sldMkLst>
      </pc:sldChg>
      <pc:sldChg chg="modSp add">
        <pc:chgData name="王 欣捷" userId="b965477fa0aef5e6" providerId="LiveId" clId="{CCC25DF9-4458-4252-A1FA-96CED2233F88}" dt="2021-04-22T07:30:15.426" v="47"/>
        <pc:sldMkLst>
          <pc:docMk/>
          <pc:sldMk cId="0" sldId="865"/>
        </pc:sldMkLst>
      </pc:sldChg>
      <pc:sldChg chg="modSp add">
        <pc:chgData name="王 欣捷" userId="b965477fa0aef5e6" providerId="LiveId" clId="{CCC25DF9-4458-4252-A1FA-96CED2233F88}" dt="2021-04-22T07:30:15.426" v="47"/>
        <pc:sldMkLst>
          <pc:docMk/>
          <pc:sldMk cId="0" sldId="866"/>
        </pc:sldMkLst>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ldChg>
      <pc:sldChg chg="modSp add mod">
        <pc:chgData name="王 欣捷" userId="b965477fa0aef5e6" providerId="LiveId" clId="{CCC25DF9-4458-4252-A1FA-96CED2233F88}" dt="2021-04-22T07:30:15.426" v="47"/>
        <pc:sldMkLst>
          <pc:docMk/>
          <pc:sldMk cId="0" sldId="870"/>
        </pc:sldMkLst>
      </pc:sldChg>
      <pc:sldChg chg="modSp add">
        <pc:chgData name="王 欣捷" userId="b965477fa0aef5e6" providerId="LiveId" clId="{CCC25DF9-4458-4252-A1FA-96CED2233F88}" dt="2021-04-22T07:30:15.426" v="47"/>
        <pc:sldMkLst>
          <pc:docMk/>
          <pc:sldMk cId="0" sldId="871"/>
        </pc:sldMkLst>
      </pc:sldChg>
      <pc:sldChg chg="modSp add mod">
        <pc:chgData name="王 欣捷" userId="b965477fa0aef5e6" providerId="LiveId" clId="{CCC25DF9-4458-4252-A1FA-96CED2233F88}" dt="2021-04-22T07:30:15.426" v="47"/>
        <pc:sldMkLst>
          <pc:docMk/>
          <pc:sldMk cId="0" sldId="872"/>
        </pc:sldMkLst>
      </pc:sldChg>
      <pc:sldChg chg="modSp add mod">
        <pc:chgData name="王 欣捷" userId="b965477fa0aef5e6" providerId="LiveId" clId="{CCC25DF9-4458-4252-A1FA-96CED2233F88}" dt="2021-04-22T07:30:15.426" v="47"/>
        <pc:sldMkLst>
          <pc:docMk/>
          <pc:sldMk cId="0" sldId="873"/>
        </pc:sldMkLst>
      </pc:sldChg>
      <pc:sldChg chg="modSp add mod">
        <pc:chgData name="王 欣捷" userId="b965477fa0aef5e6" providerId="LiveId" clId="{CCC25DF9-4458-4252-A1FA-96CED2233F88}" dt="2021-04-22T07:30:15.426" v="47"/>
        <pc:sldMkLst>
          <pc:docMk/>
          <pc:sldMk cId="0" sldId="874"/>
        </pc:sldMkLst>
      </pc:sldChg>
      <pc:sldChg chg="modSp add mod">
        <pc:chgData name="王 欣捷" userId="b965477fa0aef5e6" providerId="LiveId" clId="{CCC25DF9-4458-4252-A1FA-96CED2233F88}" dt="2021-04-22T07:30:15.426" v="47"/>
        <pc:sldMkLst>
          <pc:docMk/>
          <pc:sldMk cId="0" sldId="875"/>
        </pc:sldMkLst>
      </pc:sldChg>
      <pc:sldChg chg="modSp add mod">
        <pc:chgData name="王 欣捷" userId="b965477fa0aef5e6" providerId="LiveId" clId="{CCC25DF9-4458-4252-A1FA-96CED2233F88}" dt="2021-04-22T07:30:15.426" v="47"/>
        <pc:sldMkLst>
          <pc:docMk/>
          <pc:sldMk cId="0" sldId="876"/>
        </pc:sldMkLst>
      </pc:sldChg>
      <pc:sldChg chg="modSp add mod">
        <pc:chgData name="王 欣捷" userId="b965477fa0aef5e6" providerId="LiveId" clId="{CCC25DF9-4458-4252-A1FA-96CED2233F88}" dt="2021-04-22T07:30:15.426" v="47"/>
        <pc:sldMkLst>
          <pc:docMk/>
          <pc:sldMk cId="0" sldId="877"/>
        </pc:sldMkLst>
      </pc:sldChg>
      <pc:sldChg chg="modSp add del mod">
        <pc:chgData name="王 欣捷" userId="b965477fa0aef5e6" providerId="LiveId" clId="{CCC25DF9-4458-4252-A1FA-96CED2233F88}" dt="2021-04-22T07:30:15.426" v="47"/>
        <pc:sldMkLst>
          <pc:docMk/>
          <pc:sldMk cId="0" sldId="878"/>
        </pc:sldMkLst>
      </pc:sldChg>
      <pc:sldChg chg="modSp add mod">
        <pc:chgData name="王 欣捷" userId="b965477fa0aef5e6" providerId="LiveId" clId="{CCC25DF9-4458-4252-A1FA-96CED2233F88}" dt="2021-04-22T07:30:15.426" v="47"/>
        <pc:sldMkLst>
          <pc:docMk/>
          <pc:sldMk cId="0" sldId="879"/>
        </pc:sldMkLst>
      </pc:sldChg>
      <pc:sldChg chg="modSp add mod">
        <pc:chgData name="王 欣捷" userId="b965477fa0aef5e6" providerId="LiveId" clId="{CCC25DF9-4458-4252-A1FA-96CED2233F88}" dt="2021-04-22T07:30:15.426" v="47"/>
        <pc:sldMkLst>
          <pc:docMk/>
          <pc:sldMk cId="0" sldId="880"/>
        </pc:sldMkLst>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ldChg>
      <pc:sldChg chg="modSp add mod">
        <pc:chgData name="王 欣捷" userId="b965477fa0aef5e6" providerId="LiveId" clId="{CCC25DF9-4458-4252-A1FA-96CED2233F88}" dt="2021-04-22T07:28:32.597" v="35" actId="27636"/>
        <pc:sldMkLst>
          <pc:docMk/>
          <pc:sldMk cId="0" sldId="911"/>
        </pc:sldMkLst>
      </pc:sldChg>
      <pc:sldChg chg="modSp add mod">
        <pc:chgData name="王 欣捷" userId="b965477fa0aef5e6" providerId="LiveId" clId="{CCC25DF9-4458-4252-A1FA-96CED2233F88}" dt="2021-04-22T07:30:15.426" v="47"/>
        <pc:sldMkLst>
          <pc:docMk/>
          <pc:sldMk cId="0" sldId="912"/>
        </pc:sldMkLst>
      </pc:sldChg>
      <pc:sldChg chg="modSp add mod">
        <pc:chgData name="王 欣捷" userId="b965477fa0aef5e6" providerId="LiveId" clId="{CCC25DF9-4458-4252-A1FA-96CED2233F88}" dt="2021-04-22T07:30:15.426" v="47"/>
        <pc:sldMkLst>
          <pc:docMk/>
          <pc:sldMk cId="0" sldId="913"/>
        </pc:sldMkLst>
      </pc:sldChg>
      <pc:sldChg chg="modSp add mod">
        <pc:chgData name="王 欣捷" userId="b965477fa0aef5e6" providerId="LiveId" clId="{CCC25DF9-4458-4252-A1FA-96CED2233F88}" dt="2021-04-22T07:30:15.426" v="47"/>
        <pc:sldMkLst>
          <pc:docMk/>
          <pc:sldMk cId="0" sldId="914"/>
        </pc:sldMkLst>
      </pc:sldChg>
      <pc:sldChg chg="modSp add mod">
        <pc:chgData name="王 欣捷" userId="b965477fa0aef5e6" providerId="LiveId" clId="{CCC25DF9-4458-4252-A1FA-96CED2233F88}" dt="2021-04-22T07:30:15.426" v="47"/>
        <pc:sldMkLst>
          <pc:docMk/>
          <pc:sldMk cId="0" sldId="915"/>
        </pc:sldMkLst>
      </pc:sldChg>
      <pc:sldChg chg="modSp add mod">
        <pc:chgData name="王 欣捷" userId="b965477fa0aef5e6" providerId="LiveId" clId="{CCC25DF9-4458-4252-A1FA-96CED2233F88}" dt="2021-04-22T07:30:15.426" v="47"/>
        <pc:sldMkLst>
          <pc:docMk/>
          <pc:sldMk cId="0" sldId="916"/>
        </pc:sldMkLst>
      </pc:sldChg>
      <pc:sldChg chg="modSp add mod">
        <pc:chgData name="王 欣捷" userId="b965477fa0aef5e6" providerId="LiveId" clId="{CCC25DF9-4458-4252-A1FA-96CED2233F88}" dt="2021-04-22T07:30:15.426" v="47"/>
        <pc:sldMkLst>
          <pc:docMk/>
          <pc:sldMk cId="0" sldId="917"/>
        </pc:sldMkLst>
      </pc:sldChg>
      <pc:sldChg chg="modSp add mod">
        <pc:chgData name="王 欣捷" userId="b965477fa0aef5e6" providerId="LiveId" clId="{CCC25DF9-4458-4252-A1FA-96CED2233F88}" dt="2021-04-22T07:30:15.426" v="47"/>
        <pc:sldMkLst>
          <pc:docMk/>
          <pc:sldMk cId="0" sldId="918"/>
        </pc:sldMkLst>
      </pc:sldChg>
      <pc:sldChg chg="modSp add mod">
        <pc:chgData name="王 欣捷" userId="b965477fa0aef5e6" providerId="LiveId" clId="{CCC25DF9-4458-4252-A1FA-96CED2233F88}" dt="2021-04-22T07:30:15.426" v="47"/>
        <pc:sldMkLst>
          <pc:docMk/>
          <pc:sldMk cId="0" sldId="919"/>
        </pc:sldMkLst>
      </pc:sldChg>
      <pc:sldChg chg="modSp add mod">
        <pc:chgData name="王 欣捷" userId="b965477fa0aef5e6" providerId="LiveId" clId="{CCC25DF9-4458-4252-A1FA-96CED2233F88}" dt="2021-04-22T07:30:15.426" v="47"/>
        <pc:sldMkLst>
          <pc:docMk/>
          <pc:sldMk cId="0" sldId="920"/>
        </pc:sldMkLst>
      </pc:sldChg>
      <pc:sldChg chg="modSp add mod">
        <pc:chgData name="王 欣捷" userId="b965477fa0aef5e6" providerId="LiveId" clId="{CCC25DF9-4458-4252-A1FA-96CED2233F88}" dt="2021-04-22T07:30:15.426" v="47"/>
        <pc:sldMkLst>
          <pc:docMk/>
          <pc:sldMk cId="0" sldId="921"/>
        </pc:sldMkLst>
      </pc:sldChg>
      <pc:sldChg chg="modSp add del">
        <pc:chgData name="王 欣捷" userId="b965477fa0aef5e6" providerId="LiveId" clId="{CCC25DF9-4458-4252-A1FA-96CED2233F88}" dt="2021-04-22T07:44:25.943" v="145"/>
        <pc:sldMkLst>
          <pc:docMk/>
          <pc:sldMk cId="0" sldId="922"/>
        </pc:sldMkLst>
      </pc:sldChg>
      <pc:sldChg chg="modSp add del">
        <pc:chgData name="王 欣捷" userId="b965477fa0aef5e6" providerId="LiveId" clId="{CCC25DF9-4458-4252-A1FA-96CED2233F88}" dt="2021-04-22T07:44:25.943" v="145"/>
        <pc:sldMkLst>
          <pc:docMk/>
          <pc:sldMk cId="0" sldId="923"/>
        </pc:sldMkLst>
      </pc:sldChg>
      <pc:sldChg chg="modSp add del">
        <pc:chgData name="王 欣捷" userId="b965477fa0aef5e6" providerId="LiveId" clId="{CCC25DF9-4458-4252-A1FA-96CED2233F88}" dt="2021-04-22T07:44:25.943" v="145"/>
        <pc:sldMkLst>
          <pc:docMk/>
          <pc:sldMk cId="0" sldId="924"/>
        </pc:sldMkLst>
      </pc:sldChg>
      <pc:sldChg chg="modSp add del">
        <pc:chgData name="王 欣捷" userId="b965477fa0aef5e6" providerId="LiveId" clId="{CCC25DF9-4458-4252-A1FA-96CED2233F88}" dt="2021-04-22T07:44:25.943" v="145"/>
        <pc:sldMkLst>
          <pc:docMk/>
          <pc:sldMk cId="0" sldId="925"/>
        </pc:sldMkLst>
      </pc:sldChg>
      <pc:sldChg chg="modSp add del">
        <pc:chgData name="王 欣捷" userId="b965477fa0aef5e6" providerId="LiveId" clId="{CCC25DF9-4458-4252-A1FA-96CED2233F88}" dt="2021-04-22T07:44:25.943" v="145"/>
        <pc:sldMkLst>
          <pc:docMk/>
          <pc:sldMk cId="0" sldId="926"/>
        </pc:sldMkLst>
      </pc:sldChg>
      <pc:sldChg chg="modSp add del">
        <pc:chgData name="王 欣捷" userId="b965477fa0aef5e6" providerId="LiveId" clId="{CCC25DF9-4458-4252-A1FA-96CED2233F88}" dt="2021-04-22T07:44:25.943" v="145"/>
        <pc:sldMkLst>
          <pc:docMk/>
          <pc:sldMk cId="0" sldId="927"/>
        </pc:sldMkLst>
      </pc:sldChg>
      <pc:sldChg chg="modSp add del">
        <pc:chgData name="王 欣捷" userId="b965477fa0aef5e6" providerId="LiveId" clId="{CCC25DF9-4458-4252-A1FA-96CED2233F88}" dt="2021-04-22T07:44:25.943" v="145"/>
        <pc:sldMkLst>
          <pc:docMk/>
          <pc:sldMk cId="0" sldId="928"/>
        </pc:sldMkLst>
      </pc:sldChg>
      <pc:sldChg chg="modSp add del">
        <pc:chgData name="王 欣捷" userId="b965477fa0aef5e6" providerId="LiveId" clId="{CCC25DF9-4458-4252-A1FA-96CED2233F88}" dt="2021-04-22T07:44:25.943" v="145"/>
        <pc:sldMkLst>
          <pc:docMk/>
          <pc:sldMk cId="0" sldId="929"/>
        </pc:sldMkLst>
      </pc:sldChg>
      <pc:sldChg chg="modSp add del">
        <pc:chgData name="王 欣捷" userId="b965477fa0aef5e6" providerId="LiveId" clId="{CCC25DF9-4458-4252-A1FA-96CED2233F88}" dt="2021-04-22T07:44:25.943" v="145"/>
        <pc:sldMkLst>
          <pc:docMk/>
          <pc:sldMk cId="0" sldId="930"/>
        </pc:sldMkLst>
      </pc:sldChg>
      <pc:sldChg chg="modSp add del">
        <pc:chgData name="王 欣捷" userId="b965477fa0aef5e6" providerId="LiveId" clId="{CCC25DF9-4458-4252-A1FA-96CED2233F88}" dt="2021-04-22T07:44:25.943" v="145"/>
        <pc:sldMkLst>
          <pc:docMk/>
          <pc:sldMk cId="0" sldId="931"/>
        </pc:sldMkLst>
      </pc:sldChg>
      <pc:sldChg chg="modSp add del">
        <pc:chgData name="王 欣捷" userId="b965477fa0aef5e6" providerId="LiveId" clId="{CCC25DF9-4458-4252-A1FA-96CED2233F88}" dt="2021-04-22T07:44:25.943" v="145"/>
        <pc:sldMkLst>
          <pc:docMk/>
          <pc:sldMk cId="0" sldId="932"/>
        </pc:sldMkLst>
      </pc:sldChg>
      <pc:sldChg chg="modSp add del">
        <pc:chgData name="王 欣捷" userId="b965477fa0aef5e6" providerId="LiveId" clId="{CCC25DF9-4458-4252-A1FA-96CED2233F88}" dt="2021-04-22T07:35:09.806" v="111" actId="47"/>
        <pc:sldMkLst>
          <pc:docMk/>
          <pc:sldMk cId="0" sldId="933"/>
        </pc:sldMkLst>
      </pc:sldChg>
      <pc:sldChg chg="modSp add del">
        <pc:chgData name="王 欣捷" userId="b965477fa0aef5e6" providerId="LiveId" clId="{CCC25DF9-4458-4252-A1FA-96CED2233F88}" dt="2021-04-22T07:35:09.806" v="111" actId="47"/>
        <pc:sldMkLst>
          <pc:docMk/>
          <pc:sldMk cId="0" sldId="934"/>
        </pc:sldMkLst>
      </pc:sldChg>
      <pc:sldChg chg="modSp add del">
        <pc:chgData name="王 欣捷" userId="b965477fa0aef5e6" providerId="LiveId" clId="{CCC25DF9-4458-4252-A1FA-96CED2233F88}" dt="2021-04-22T07:35:09.806" v="111" actId="47"/>
        <pc:sldMkLst>
          <pc:docMk/>
          <pc:sldMk cId="0" sldId="935"/>
        </pc:sldMkLst>
      </pc:sldChg>
      <pc:sldChg chg="modSp add del">
        <pc:chgData name="王 欣捷" userId="b965477fa0aef5e6" providerId="LiveId" clId="{CCC25DF9-4458-4252-A1FA-96CED2233F88}" dt="2021-04-22T07:35:09.806" v="111" actId="47"/>
        <pc:sldMkLst>
          <pc:docMk/>
          <pc:sldMk cId="0" sldId="936"/>
        </pc:sldMkLst>
      </pc:sldChg>
      <pc:sldChg chg="modSp add del">
        <pc:chgData name="王 欣捷" userId="b965477fa0aef5e6" providerId="LiveId" clId="{CCC25DF9-4458-4252-A1FA-96CED2233F88}" dt="2021-04-22T07:35:09.806" v="111" actId="47"/>
        <pc:sldMkLst>
          <pc:docMk/>
          <pc:sldMk cId="0" sldId="937"/>
        </pc:sldMkLst>
      </pc:sldChg>
      <pc:sldChg chg="modSp add">
        <pc:chgData name="王 欣捷" userId="b965477fa0aef5e6" providerId="LiveId" clId="{CCC25DF9-4458-4252-A1FA-96CED2233F88}" dt="2021-04-22T07:30:15.426" v="47"/>
        <pc:sldMkLst>
          <pc:docMk/>
          <pc:sldMk cId="0" sldId="938"/>
        </pc:sldMkLst>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ldChg>
      <pc:sldChg chg="modSp add del">
        <pc:chgData name="王 欣捷" userId="b965477fa0aef5e6" providerId="LiveId" clId="{CCC25DF9-4458-4252-A1FA-96CED2233F88}" dt="2021-04-22T07:30:15.426" v="47"/>
        <pc:sldMkLst>
          <pc:docMk/>
          <pc:sldMk cId="0" sldId="944"/>
        </pc:sldMkLst>
      </pc:sldChg>
      <pc:sldChg chg="addSp delSp modSp new mod modClrScheme modAnim chgLayout">
        <pc:chgData name="王 欣捷" userId="b965477fa0aef5e6" providerId="LiveId" clId="{CCC25DF9-4458-4252-A1FA-96CED2233F88}" dt="2021-04-22T07:33:33.234" v="87"/>
        <pc:sldMkLst>
          <pc:docMk/>
          <pc:sldMk cId="672076074" sldId="945"/>
        </pc:sldMkLst>
      </pc:sldChg>
      <pc:sldChg chg="addSp delSp modSp new mod modClrScheme modAnim chgLayout">
        <pc:chgData name="王 欣捷" userId="b965477fa0aef5e6" providerId="LiveId" clId="{CCC25DF9-4458-4252-A1FA-96CED2233F88}" dt="2021-04-22T07:37:01.921" v="138"/>
        <pc:sldMkLst>
          <pc:docMk/>
          <pc:sldMk cId="4090644917" sldId="946"/>
        </pc:sldMkLst>
      </pc:sldChg>
      <pc:sldChg chg="modSp add del">
        <pc:chgData name="王 欣捷" userId="b965477fa0aef5e6" providerId="LiveId" clId="{CCC25DF9-4458-4252-A1FA-96CED2233F88}" dt="2021-04-22T07:44:25.943" v="145"/>
        <pc:sldMkLst>
          <pc:docMk/>
          <pc:sldMk cId="0" sldId="954"/>
        </pc:sldMkLst>
      </pc:sldChg>
      <pc:sldChg chg="modSp add del">
        <pc:chgData name="王 欣捷" userId="b965477fa0aef5e6" providerId="LiveId" clId="{CCC25DF9-4458-4252-A1FA-96CED2233F88}" dt="2021-04-22T07:44:25.943" v="145"/>
        <pc:sldMkLst>
          <pc:docMk/>
          <pc:sldMk cId="0" sldId="955"/>
        </pc:sldMkLst>
      </pc:sldChg>
      <pc:sldChg chg="modSp add del">
        <pc:chgData name="王 欣捷" userId="b965477fa0aef5e6" providerId="LiveId" clId="{CCC25DF9-4458-4252-A1FA-96CED2233F88}" dt="2021-04-22T07:44:25.943" v="145"/>
        <pc:sldMkLst>
          <pc:docMk/>
          <pc:sldMk cId="0" sldId="956"/>
        </pc:sldMkLst>
      </pc:sldChg>
      <pc:sldChg chg="modSp add del">
        <pc:chgData name="王 欣捷" userId="b965477fa0aef5e6" providerId="LiveId" clId="{CCC25DF9-4458-4252-A1FA-96CED2233F88}" dt="2021-04-22T07:44:25.943" v="145"/>
        <pc:sldMkLst>
          <pc:docMk/>
          <pc:sldMk cId="0" sldId="957"/>
        </pc:sldMkLst>
      </pc:sldChg>
      <pc:sldChg chg="modSp add del">
        <pc:chgData name="王 欣捷" userId="b965477fa0aef5e6" providerId="LiveId" clId="{CCC25DF9-4458-4252-A1FA-96CED2233F88}" dt="2021-04-22T07:44:25.943" v="145"/>
        <pc:sldMkLst>
          <pc:docMk/>
          <pc:sldMk cId="0" sldId="958"/>
        </pc:sldMkLst>
      </pc:sldChg>
      <pc:sldChg chg="modSp add del">
        <pc:chgData name="王 欣捷" userId="b965477fa0aef5e6" providerId="LiveId" clId="{CCC25DF9-4458-4252-A1FA-96CED2233F88}" dt="2021-04-22T07:44:25.943" v="145"/>
        <pc:sldMkLst>
          <pc:docMk/>
          <pc:sldMk cId="0" sldId="959"/>
        </pc:sldMkLst>
      </pc:sldChg>
      <pc:sldChg chg="modSp add del">
        <pc:chgData name="王 欣捷" userId="b965477fa0aef5e6" providerId="LiveId" clId="{CCC25DF9-4458-4252-A1FA-96CED2233F88}" dt="2021-04-22T07:44:25.943" v="145"/>
        <pc:sldMkLst>
          <pc:docMk/>
          <pc:sldMk cId="0" sldId="960"/>
        </pc:sldMkLst>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0" sldId="1097"/>
        </pc:sldMkLst>
      </pc:sldChg>
      <pc:sldChg chg="del">
        <pc:chgData name="王 欣捷" userId="b965477fa0aef5e6" providerId="LiveId" clId="{CCC25DF9-4458-4252-A1FA-96CED2233F88}" dt="2021-04-22T07:28:31.744" v="22" actId="47"/>
        <pc:sldMkLst>
          <pc:docMk/>
          <pc:sldMk cId="0"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0" sldId="1100"/>
        </pc:sldMkLst>
      </pc:sldChg>
      <pc:sldChg chg="del">
        <pc:chgData name="王 欣捷" userId="b965477fa0aef5e6" providerId="LiveId" clId="{CCC25DF9-4458-4252-A1FA-96CED2233F88}" dt="2021-04-22T07:28:31.744" v="22" actId="47"/>
        <pc:sldMkLst>
          <pc:docMk/>
          <pc:sldMk cId="0" sldId="1101"/>
        </pc:sldMkLst>
      </pc:sldChg>
      <pc:sldChg chg="del">
        <pc:chgData name="王 欣捷" userId="b965477fa0aef5e6" providerId="LiveId" clId="{CCC25DF9-4458-4252-A1FA-96CED2233F88}" dt="2021-04-22T07:28:31.744" v="22" actId="47"/>
        <pc:sldMkLst>
          <pc:docMk/>
          <pc:sldMk cId="0"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欣捷 王" userId="b965477fa0aef5e6" providerId="LiveId" clId="{B95FCBC1-DE6D-4090-9EF6-6BE170DF8B14}"/>
    <pc:docChg chg="undo custSel addSld delSld modSld sldOrd">
      <pc:chgData name="欣捷 王" userId="b965477fa0aef5e6" providerId="LiveId" clId="{B95FCBC1-DE6D-4090-9EF6-6BE170DF8B14}" dt="2024-06-17T16:41:00.925" v="2377"/>
      <pc:docMkLst>
        <pc:docMk/>
      </pc:docMkLst>
      <pc:sldChg chg="del">
        <pc:chgData name="欣捷 王" userId="b965477fa0aef5e6" providerId="LiveId" clId="{B95FCBC1-DE6D-4090-9EF6-6BE170DF8B14}" dt="2024-06-17T14:20:55.729" v="2" actId="47"/>
        <pc:sldMkLst>
          <pc:docMk/>
          <pc:sldMk cId="0" sldId="1129"/>
        </pc:sldMkLst>
      </pc:sldChg>
      <pc:sldChg chg="del">
        <pc:chgData name="欣捷 王" userId="b965477fa0aef5e6" providerId="LiveId" clId="{B95FCBC1-DE6D-4090-9EF6-6BE170DF8B14}" dt="2024-06-17T14:20:55.729" v="2" actId="47"/>
        <pc:sldMkLst>
          <pc:docMk/>
          <pc:sldMk cId="0" sldId="1133"/>
        </pc:sldMkLst>
      </pc:sldChg>
      <pc:sldChg chg="add del">
        <pc:chgData name="欣捷 王" userId="b965477fa0aef5e6" providerId="LiveId" clId="{B95FCBC1-DE6D-4090-9EF6-6BE170DF8B14}" dt="2024-06-17T14:33:37.704" v="37"/>
        <pc:sldMkLst>
          <pc:docMk/>
          <pc:sldMk cId="0" sldId="1164"/>
        </pc:sldMkLst>
      </pc:sldChg>
      <pc:sldChg chg="add del">
        <pc:chgData name="欣捷 王" userId="b965477fa0aef5e6" providerId="LiveId" clId="{B95FCBC1-DE6D-4090-9EF6-6BE170DF8B14}" dt="2024-06-17T14:33:37.704" v="37"/>
        <pc:sldMkLst>
          <pc:docMk/>
          <pc:sldMk cId="0" sldId="1165"/>
        </pc:sldMkLst>
      </pc:sldChg>
      <pc:sldChg chg="add del">
        <pc:chgData name="欣捷 王" userId="b965477fa0aef5e6" providerId="LiveId" clId="{B95FCBC1-DE6D-4090-9EF6-6BE170DF8B14}" dt="2024-06-17T14:33:37.704" v="37"/>
        <pc:sldMkLst>
          <pc:docMk/>
          <pc:sldMk cId="0" sldId="1166"/>
        </pc:sldMkLst>
      </pc:sldChg>
      <pc:sldChg chg="add del">
        <pc:chgData name="欣捷 王" userId="b965477fa0aef5e6" providerId="LiveId" clId="{B95FCBC1-DE6D-4090-9EF6-6BE170DF8B14}" dt="2024-06-17T14:33:37.704" v="37"/>
        <pc:sldMkLst>
          <pc:docMk/>
          <pc:sldMk cId="0" sldId="1167"/>
        </pc:sldMkLst>
      </pc:sldChg>
      <pc:sldChg chg="add del">
        <pc:chgData name="欣捷 王" userId="b965477fa0aef5e6" providerId="LiveId" clId="{B95FCBC1-DE6D-4090-9EF6-6BE170DF8B14}" dt="2024-06-17T14:33:37.704" v="37"/>
        <pc:sldMkLst>
          <pc:docMk/>
          <pc:sldMk cId="0" sldId="1168"/>
        </pc:sldMkLst>
      </pc:sldChg>
      <pc:sldChg chg="add del">
        <pc:chgData name="欣捷 王" userId="b965477fa0aef5e6" providerId="LiveId" clId="{B95FCBC1-DE6D-4090-9EF6-6BE170DF8B14}" dt="2024-06-17T14:33:37.704" v="37"/>
        <pc:sldMkLst>
          <pc:docMk/>
          <pc:sldMk cId="0" sldId="1169"/>
        </pc:sldMkLst>
      </pc:sldChg>
      <pc:sldChg chg="del">
        <pc:chgData name="欣捷 王" userId="b965477fa0aef5e6" providerId="LiveId" clId="{B95FCBC1-DE6D-4090-9EF6-6BE170DF8B14}" dt="2024-06-17T14:20:55.729" v="2" actId="47"/>
        <pc:sldMkLst>
          <pc:docMk/>
          <pc:sldMk cId="0" sldId="1206"/>
        </pc:sldMkLst>
      </pc:sldChg>
      <pc:sldChg chg="del">
        <pc:chgData name="欣捷 王" userId="b965477fa0aef5e6" providerId="LiveId" clId="{B95FCBC1-DE6D-4090-9EF6-6BE170DF8B14}" dt="2024-06-17T14:20:55.729" v="2" actId="47"/>
        <pc:sldMkLst>
          <pc:docMk/>
          <pc:sldMk cId="0" sldId="1207"/>
        </pc:sldMkLst>
      </pc:sldChg>
      <pc:sldChg chg="del">
        <pc:chgData name="欣捷 王" userId="b965477fa0aef5e6" providerId="LiveId" clId="{B95FCBC1-DE6D-4090-9EF6-6BE170DF8B14}" dt="2024-06-17T14:20:55.729" v="2" actId="47"/>
        <pc:sldMkLst>
          <pc:docMk/>
          <pc:sldMk cId="0" sldId="1226"/>
        </pc:sldMkLst>
      </pc:sldChg>
      <pc:sldChg chg="add del">
        <pc:chgData name="欣捷 王" userId="b965477fa0aef5e6" providerId="LiveId" clId="{B95FCBC1-DE6D-4090-9EF6-6BE170DF8B14}" dt="2024-06-17T14:33:37.704" v="37"/>
        <pc:sldMkLst>
          <pc:docMk/>
          <pc:sldMk cId="1085752787" sldId="1236"/>
        </pc:sldMkLst>
      </pc:sldChg>
      <pc:sldChg chg="add del">
        <pc:chgData name="欣捷 王" userId="b965477fa0aef5e6" providerId="LiveId" clId="{B95FCBC1-DE6D-4090-9EF6-6BE170DF8B14}" dt="2024-06-17T14:33:37.704" v="37"/>
        <pc:sldMkLst>
          <pc:docMk/>
          <pc:sldMk cId="18058005" sldId="1237"/>
        </pc:sldMkLst>
      </pc:sldChg>
      <pc:sldChg chg="add del">
        <pc:chgData name="欣捷 王" userId="b965477fa0aef5e6" providerId="LiveId" clId="{B95FCBC1-DE6D-4090-9EF6-6BE170DF8B14}" dt="2024-06-17T14:33:37.704" v="37"/>
        <pc:sldMkLst>
          <pc:docMk/>
          <pc:sldMk cId="1501741334" sldId="1238"/>
        </pc:sldMkLst>
      </pc:sldChg>
      <pc:sldChg chg="modSp add del mod">
        <pc:chgData name="欣捷 王" userId="b965477fa0aef5e6" providerId="LiveId" clId="{B95FCBC1-DE6D-4090-9EF6-6BE170DF8B14}" dt="2024-06-17T14:33:37.704" v="37"/>
        <pc:sldMkLst>
          <pc:docMk/>
          <pc:sldMk cId="244409266" sldId="1240"/>
        </pc:sldMkLst>
      </pc:sldChg>
      <pc:sldChg chg="del">
        <pc:chgData name="欣捷 王" userId="b965477fa0aef5e6" providerId="LiveId" clId="{B95FCBC1-DE6D-4090-9EF6-6BE170DF8B14}" dt="2024-06-17T14:20:40.467" v="1" actId="47"/>
        <pc:sldMkLst>
          <pc:docMk/>
          <pc:sldMk cId="0" sldId="1255"/>
        </pc:sldMkLst>
      </pc:sldChg>
      <pc:sldChg chg="modSp add mod modAnim modNotesTx">
        <pc:chgData name="欣捷 王" userId="b965477fa0aef5e6" providerId="LiveId" clId="{B95FCBC1-DE6D-4090-9EF6-6BE170DF8B14}" dt="2024-06-17T14:21:57.876" v="13" actId="108"/>
        <pc:sldMkLst>
          <pc:docMk/>
          <pc:sldMk cId="432516831" sldId="1256"/>
        </pc:sldMkLst>
      </pc:sldChg>
      <pc:sldChg chg="addSp delSp modSp add mod replTag">
        <pc:chgData name="欣捷 王" userId="b965477fa0aef5e6" providerId="LiveId" clId="{B95FCBC1-DE6D-4090-9EF6-6BE170DF8B14}" dt="2024-06-17T16:25:40.089" v="1655"/>
        <pc:sldMkLst>
          <pc:docMk/>
          <pc:sldMk cId="342885054" sldId="1257"/>
        </pc:sldMkLst>
      </pc:sldChg>
      <pc:sldChg chg="addSp delSp modSp add mod ord replTag">
        <pc:chgData name="欣捷 王" userId="b965477fa0aef5e6" providerId="LiveId" clId="{B95FCBC1-DE6D-4090-9EF6-6BE170DF8B14}" dt="2024-06-17T16:07:47.678" v="1013"/>
        <pc:sldMkLst>
          <pc:docMk/>
          <pc:sldMk cId="989131243" sldId="1258"/>
        </pc:sldMkLst>
      </pc:sldChg>
      <pc:sldChg chg="addSp delSp modSp add mod replTag">
        <pc:chgData name="欣捷 王" userId="b965477fa0aef5e6" providerId="LiveId" clId="{B95FCBC1-DE6D-4090-9EF6-6BE170DF8B14}" dt="2024-06-17T16:41:00.925" v="2377"/>
        <pc:sldMkLst>
          <pc:docMk/>
          <pc:sldMk cId="1530292733" sldId="1259"/>
        </pc:sldMkLst>
      </pc:sldChg>
    </pc:docChg>
  </pc:docChgLst>
  <pc:docChgLst>
    <pc:chgData name="王 欣捷" userId="b965477fa0aef5e6" providerId="LiveId" clId="{AB07DF77-815A-4F04-83F2-2E767A2BD117}"/>
    <pc:docChg chg="custSel modSld">
      <pc:chgData name="王 欣捷" userId="b965477fa0aef5e6" providerId="LiveId" clId="{AB07DF77-815A-4F04-83F2-2E767A2BD117}" dt="2021-06-09T13:14:41.579" v="13" actId="27636"/>
      <pc:docMkLst>
        <pc:docMk/>
      </pc:docMkLst>
      <pc:sldChg chg="modSp mod">
        <pc:chgData name="王 欣捷" userId="b965477fa0aef5e6" providerId="LiveId" clId="{AB07DF77-815A-4F04-83F2-2E767A2BD117}" dt="2021-06-09T13:14:41.579" v="13" actId="27636"/>
        <pc:sldMkLst>
          <pc:docMk/>
          <pc:sldMk cId="0" sldId="452"/>
        </pc:sldMkLst>
      </pc:sldChg>
      <pc:sldChg chg="modSp mod">
        <pc:chgData name="王 欣捷" userId="b965477fa0aef5e6" providerId="LiveId" clId="{AB07DF77-815A-4F04-83F2-2E767A2BD117}" dt="2021-06-09T13:14:02.707" v="11"/>
        <pc:sldMkLst>
          <pc:docMk/>
          <pc:sldMk cId="579575428" sldId="1251"/>
        </pc:sldMkLst>
      </pc:sld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ldChg>
      <pc:sldChg chg="addSp delSp modSp add del mod modClrScheme chgLayout">
        <pc:chgData name="王 欣捷" userId="b965477fa0aef5e6" providerId="LiveId" clId="{F5C7CE7F-4255-4272-BB66-E36156271E14}" dt="2021-04-22T07:46:23.493" v="37" actId="1076"/>
        <pc:sldMkLst>
          <pc:docMk/>
          <pc:sldMk cId="0" sldId="912"/>
        </pc:sldMkLst>
      </pc:sldChg>
      <pc:sldChg chg="modSp add del mod">
        <pc:chgData name="王 欣捷" userId="b965477fa0aef5e6" providerId="LiveId" clId="{F5C7CE7F-4255-4272-BB66-E36156271E14}" dt="2021-04-22T07:46:32.919" v="39" actId="207"/>
        <pc:sldMkLst>
          <pc:docMk/>
          <pc:sldMk cId="0" sldId="913"/>
        </pc:sldMkLst>
      </pc:sldChg>
      <pc:sldChg chg="modSp add del mod">
        <pc:chgData name="王 欣捷" userId="b965477fa0aef5e6" providerId="LiveId" clId="{F5C7CE7F-4255-4272-BB66-E36156271E14}" dt="2021-04-22T07:46:40.576" v="41" actId="207"/>
        <pc:sldMkLst>
          <pc:docMk/>
          <pc:sldMk cId="0" sldId="914"/>
        </pc:sldMkLst>
      </pc:sldChg>
      <pc:sldChg chg="modSp add del">
        <pc:chgData name="王 欣捷" userId="b965477fa0aef5e6" providerId="LiveId" clId="{F5C7CE7F-4255-4272-BB66-E36156271E14}" dt="2021-04-22T08:06:07.938" v="232" actId="113"/>
        <pc:sldMkLst>
          <pc:docMk/>
          <pc:sldMk cId="0" sldId="915"/>
        </pc:sldMkLst>
      </pc:sldChg>
      <pc:sldChg chg="modSp add del mod">
        <pc:chgData name="王 欣捷" userId="b965477fa0aef5e6" providerId="LiveId" clId="{F5C7CE7F-4255-4272-BB66-E36156271E14}" dt="2021-04-22T08:08:51.979" v="396"/>
        <pc:sldMkLst>
          <pc:docMk/>
          <pc:sldMk cId="0" sldId="916"/>
        </pc:sldMkLst>
      </pc:sldChg>
      <pc:sldChg chg="modSp add del">
        <pc:chgData name="王 欣捷" userId="b965477fa0aef5e6" providerId="LiveId" clId="{F5C7CE7F-4255-4272-BB66-E36156271E14}" dt="2021-04-22T07:46:07.334" v="28"/>
        <pc:sldMkLst>
          <pc:docMk/>
          <pc:sldMk cId="0" sldId="917"/>
        </pc:sldMkLst>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ldChg>
      <pc:sldChg chg="delSp modSp add del mod modClrScheme chgLayout">
        <pc:chgData name="王 欣捷" userId="b965477fa0aef5e6" providerId="LiveId" clId="{F5C7CE7F-4255-4272-BB66-E36156271E14}" dt="2021-04-22T07:47:47.494" v="49" actId="1076"/>
        <pc:sldMkLst>
          <pc:docMk/>
          <pc:sldMk cId="0" sldId="921"/>
        </pc:sldMkLst>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ldChg>
      <pc:sldChg chg="modSp add">
        <pc:chgData name="王 欣捷" userId="b965477fa0aef5e6" providerId="LiveId" clId="{F5C7CE7F-4255-4272-BB66-E36156271E14}" dt="2021-04-22T07:46:07.334" v="28"/>
        <pc:sldMkLst>
          <pc:docMk/>
          <pc:sldMk cId="0" sldId="925"/>
        </pc:sldMkLst>
      </pc:sldChg>
      <pc:sldChg chg="add">
        <pc:chgData name="王 欣捷" userId="b965477fa0aef5e6" providerId="LiveId" clId="{F5C7CE7F-4255-4272-BB66-E36156271E14}" dt="2021-04-22T07:45:22.033" v="2"/>
        <pc:sldMkLst>
          <pc:docMk/>
          <pc:sldMk cId="0" sldId="926"/>
        </pc:sldMkLst>
      </pc:sldChg>
      <pc:sldChg chg="modSp add mod">
        <pc:chgData name="王 欣捷" userId="b965477fa0aef5e6" providerId="LiveId" clId="{F5C7CE7F-4255-4272-BB66-E36156271E14}" dt="2021-04-22T07:53:57.456" v="69" actId="14100"/>
        <pc:sldMkLst>
          <pc:docMk/>
          <pc:sldMk cId="0" sldId="927"/>
        </pc:sldMkLst>
      </pc:sldChg>
      <pc:sldChg chg="modSp add mod">
        <pc:chgData name="王 欣捷" userId="b965477fa0aef5e6" providerId="LiveId" clId="{F5C7CE7F-4255-4272-BB66-E36156271E14}" dt="2021-04-22T07:53:46.505" v="66" actId="27636"/>
        <pc:sldMkLst>
          <pc:docMk/>
          <pc:sldMk cId="0" sldId="928"/>
        </pc:sldMkLst>
      </pc:sldChg>
      <pc:sldChg chg="addSp delSp modSp add">
        <pc:chgData name="王 欣捷" userId="b965477fa0aef5e6" providerId="LiveId" clId="{F5C7CE7F-4255-4272-BB66-E36156271E14}" dt="2021-04-22T07:54:34.364" v="81"/>
        <pc:sldMkLst>
          <pc:docMk/>
          <pc:sldMk cId="0" sldId="929"/>
        </pc:sldMkLst>
      </pc:sldChg>
      <pc:sldChg chg="addSp delSp modSp add mod modClrScheme chgLayout">
        <pc:chgData name="王 欣捷" userId="b965477fa0aef5e6" providerId="LiveId" clId="{F5C7CE7F-4255-4272-BB66-E36156271E14}" dt="2021-04-22T07:54:26.499" v="78" actId="1076"/>
        <pc:sldMkLst>
          <pc:docMk/>
          <pc:sldMk cId="0" sldId="930"/>
        </pc:sldMkLst>
      </pc:sldChg>
      <pc:sldChg chg="modSp add">
        <pc:chgData name="王 欣捷" userId="b965477fa0aef5e6" providerId="LiveId" clId="{F5C7CE7F-4255-4272-BB66-E36156271E14}" dt="2021-04-22T07:46:07.334" v="28"/>
        <pc:sldMkLst>
          <pc:docMk/>
          <pc:sldMk cId="0" sldId="931"/>
        </pc:sldMkLst>
      </pc:sldChg>
      <pc:sldChg chg="modSp add mod">
        <pc:chgData name="王 欣捷" userId="b965477fa0aef5e6" providerId="LiveId" clId="{F5C7CE7F-4255-4272-BB66-E36156271E14}" dt="2021-04-22T07:54:45.552" v="82" actId="2710"/>
        <pc:sldMkLst>
          <pc:docMk/>
          <pc:sldMk cId="0" sldId="932"/>
        </pc:sldMkLst>
      </pc:sldChg>
      <pc:sldChg chg="modSp add">
        <pc:chgData name="王 欣捷" userId="b965477fa0aef5e6" providerId="LiveId" clId="{F5C7CE7F-4255-4272-BB66-E36156271E14}" dt="2021-04-22T07:46:07.334" v="28"/>
        <pc:sldMkLst>
          <pc:docMk/>
          <pc:sldMk cId="0" sldId="937"/>
        </pc:sldMkLst>
      </pc:sldChg>
      <pc:sldChg chg="addSp delSp modSp add del mod modClrScheme chgLayout">
        <pc:chgData name="王 欣捷" userId="b965477fa0aef5e6" providerId="LiveId" clId="{F5C7CE7F-4255-4272-BB66-E36156271E14}" dt="2021-04-22T07:55:06.652" v="91" actId="1076"/>
        <pc:sldMkLst>
          <pc:docMk/>
          <pc:sldMk cId="0" sldId="938"/>
        </pc:sldMkLst>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ldChg>
      <pc:sldChg chg="delSp modSp add del mod modClrScheme chgLayout">
        <pc:chgData name="王 欣捷" userId="b965477fa0aef5e6" providerId="LiveId" clId="{F5C7CE7F-4255-4272-BB66-E36156271E14}" dt="2021-04-22T07:56:32.447" v="111" actId="14100"/>
        <pc:sldMkLst>
          <pc:docMk/>
          <pc:sldMk cId="0" sldId="941"/>
        </pc:sldMkLst>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ldChg>
      <pc:sldChg chg="modSp add del mod chgLayout">
        <pc:chgData name="王 欣捷" userId="b965477fa0aef5e6" providerId="LiveId" clId="{F5C7CE7F-4255-4272-BB66-E36156271E14}" dt="2021-04-22T07:56:45.269" v="113" actId="700"/>
        <pc:sldMkLst>
          <pc:docMk/>
          <pc:sldMk cId="0" sldId="944"/>
        </pc:sldMkLst>
      </pc:sldChg>
      <pc:sldChg chg="modSp add mod chgLayout">
        <pc:chgData name="王 欣捷" userId="b965477fa0aef5e6" providerId="LiveId" clId="{F5C7CE7F-4255-4272-BB66-E36156271E14}" dt="2021-04-22T07:56:48.751" v="114" actId="700"/>
        <pc:sldMkLst>
          <pc:docMk/>
          <pc:sldMk cId="0" sldId="945"/>
        </pc:sldMkLst>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ldChg>
      <pc:sldChg chg="modSp add mod">
        <pc:chgData name="王 欣捷" userId="b965477fa0aef5e6" providerId="LiveId" clId="{F5C7CE7F-4255-4272-BB66-E36156271E14}" dt="2021-04-22T07:46:07.404" v="31" actId="27636"/>
        <pc:sldMkLst>
          <pc:docMk/>
          <pc:sldMk cId="0" sldId="950"/>
        </pc:sldMkLst>
      </pc:sldChg>
      <pc:sldChg chg="modSp add mod">
        <pc:chgData name="王 欣捷" userId="b965477fa0aef5e6" providerId="LiveId" clId="{F5C7CE7F-4255-4272-BB66-E36156271E14}" dt="2021-04-22T07:46:07.410" v="32" actId="27636"/>
        <pc:sldMkLst>
          <pc:docMk/>
          <pc:sldMk cId="0" sldId="951"/>
        </pc:sldMkLst>
      </pc:sldChg>
      <pc:sldChg chg="modSp add mod">
        <pc:chgData name="王 欣捷" userId="b965477fa0aef5e6" providerId="LiveId" clId="{F5C7CE7F-4255-4272-BB66-E36156271E14}" dt="2021-04-22T07:46:07.414" v="33" actId="27636"/>
        <pc:sldMkLst>
          <pc:docMk/>
          <pc:sldMk cId="0" sldId="952"/>
        </pc:sldMkLst>
      </pc:sldChg>
      <pc:sldChg chg="modSp add mod">
        <pc:chgData name="王 欣捷" userId="b965477fa0aef5e6" providerId="LiveId" clId="{F5C7CE7F-4255-4272-BB66-E36156271E14}" dt="2021-04-22T07:46:07.394" v="30" actId="27636"/>
        <pc:sldMkLst>
          <pc:docMk/>
          <pc:sldMk cId="0" sldId="953"/>
        </pc:sldMkLst>
      </pc:sldChg>
      <pc:sldChg chg="modSp add">
        <pc:chgData name="王 欣捷" userId="b965477fa0aef5e6" providerId="LiveId" clId="{F5C7CE7F-4255-4272-BB66-E36156271E14}" dt="2021-04-22T07:46:07.334" v="28"/>
        <pc:sldMkLst>
          <pc:docMk/>
          <pc:sldMk cId="0" sldId="954"/>
        </pc:sldMkLst>
      </pc:sldChg>
      <pc:sldChg chg="modSp add">
        <pc:chgData name="王 欣捷" userId="b965477fa0aef5e6" providerId="LiveId" clId="{F5C7CE7F-4255-4272-BB66-E36156271E14}" dt="2021-04-22T07:46:07.334" v="28"/>
        <pc:sldMkLst>
          <pc:docMk/>
          <pc:sldMk cId="0" sldId="955"/>
        </pc:sldMkLst>
      </pc:sldChg>
      <pc:sldChg chg="modSp add">
        <pc:chgData name="王 欣捷" userId="b965477fa0aef5e6" providerId="LiveId" clId="{F5C7CE7F-4255-4272-BB66-E36156271E14}" dt="2021-04-22T07:46:07.334" v="28"/>
        <pc:sldMkLst>
          <pc:docMk/>
          <pc:sldMk cId="0" sldId="956"/>
        </pc:sldMkLst>
      </pc:sldChg>
      <pc:sldChg chg="modSp add mod">
        <pc:chgData name="王 欣捷" userId="b965477fa0aef5e6" providerId="LiveId" clId="{F5C7CE7F-4255-4272-BB66-E36156271E14}" dt="2021-04-22T07:55:30.579" v="92" actId="2710"/>
        <pc:sldMkLst>
          <pc:docMk/>
          <pc:sldMk cId="0" sldId="957"/>
        </pc:sldMkLst>
      </pc:sldChg>
      <pc:sldChg chg="modSp add mod">
        <pc:chgData name="王 欣捷" userId="b965477fa0aef5e6" providerId="LiveId" clId="{F5C7CE7F-4255-4272-BB66-E36156271E14}" dt="2021-04-22T07:45:46.273" v="24" actId="20577"/>
        <pc:sldMkLst>
          <pc:docMk/>
          <pc:sldMk cId="0" sldId="958"/>
        </pc:sldMkLst>
      </pc:sldChg>
      <pc:sldChg chg="modSp add mod chgLayout">
        <pc:chgData name="王 欣捷" userId="b965477fa0aef5e6" providerId="LiveId" clId="{F5C7CE7F-4255-4272-BB66-E36156271E14}" dt="2021-04-22T07:58:57.143" v="138" actId="700"/>
        <pc:sldMkLst>
          <pc:docMk/>
          <pc:sldMk cId="0" sldId="959"/>
        </pc:sldMkLst>
      </pc:sldChg>
      <pc:sldChg chg="modSp add mod chgLayout">
        <pc:chgData name="王 欣捷" userId="b965477fa0aef5e6" providerId="LiveId" clId="{F5C7CE7F-4255-4272-BB66-E36156271E14}" dt="2021-04-22T07:58:59.510" v="139" actId="700"/>
        <pc:sldMkLst>
          <pc:docMk/>
          <pc:sldMk cId="0" sldId="960"/>
        </pc:sldMkLst>
      </pc:sldChg>
      <pc:sldChg chg="modSp add mod chgLayout">
        <pc:chgData name="王 欣捷" userId="b965477fa0aef5e6" providerId="LiveId" clId="{F5C7CE7F-4255-4272-BB66-E36156271E14}" dt="2021-04-22T07:59:03.625" v="140" actId="700"/>
        <pc:sldMkLst>
          <pc:docMk/>
          <pc:sldMk cId="0" sldId="961"/>
        </pc:sldMkLst>
      </pc:sldChg>
      <pc:sldChg chg="modSp add mod">
        <pc:chgData name="王 欣捷" userId="b965477fa0aef5e6" providerId="LiveId" clId="{F5C7CE7F-4255-4272-BB66-E36156271E14}" dt="2021-04-22T07:46:07.334" v="28"/>
        <pc:sldMkLst>
          <pc:docMk/>
          <pc:sldMk cId="0" sldId="962"/>
        </pc:sldMkLst>
      </pc:sldChg>
      <pc:sldChg chg="modSp add mod">
        <pc:chgData name="王 欣捷" userId="b965477fa0aef5e6" providerId="LiveId" clId="{F5C7CE7F-4255-4272-BB66-E36156271E14}" dt="2021-04-22T07:46:07.334" v="28"/>
        <pc:sldMkLst>
          <pc:docMk/>
          <pc:sldMk cId="0" sldId="963"/>
        </pc:sldMkLst>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ldChg>
      <pc:sldChg chg="modSp add mod modClrScheme chgLayout">
        <pc:chgData name="王 欣捷" userId="b965477fa0aef5e6" providerId="LiveId" clId="{F5C7CE7F-4255-4272-BB66-E36156271E14}" dt="2021-04-22T07:59:49.914" v="143" actId="1076"/>
        <pc:sldMkLst>
          <pc:docMk/>
          <pc:sldMk cId="0" sldId="966"/>
        </pc:sldMkLst>
      </pc:sldChg>
      <pc:sldChg chg="modSp add mod modClrScheme chgLayout">
        <pc:chgData name="王 欣捷" userId="b965477fa0aef5e6" providerId="LiveId" clId="{F5C7CE7F-4255-4272-BB66-E36156271E14}" dt="2021-04-22T08:00:53.894" v="160" actId="1076"/>
        <pc:sldMkLst>
          <pc:docMk/>
          <pc:sldMk cId="0" sldId="967"/>
        </pc:sldMkLst>
      </pc:sldChg>
      <pc:sldChg chg="modSp add mod modClrScheme chgLayout">
        <pc:chgData name="王 欣捷" userId="b965477fa0aef5e6" providerId="LiveId" clId="{F5C7CE7F-4255-4272-BB66-E36156271E14}" dt="2021-04-22T08:00:12.274" v="147" actId="700"/>
        <pc:sldMkLst>
          <pc:docMk/>
          <pc:sldMk cId="0" sldId="968"/>
        </pc:sldMkLst>
      </pc:sldChg>
      <pc:sldChg chg="modSp add mod modClrScheme chgLayout">
        <pc:chgData name="王 欣捷" userId="b965477fa0aef5e6" providerId="LiveId" clId="{F5C7CE7F-4255-4272-BB66-E36156271E14}" dt="2021-04-22T08:01:02.763" v="163" actId="1037"/>
        <pc:sldMkLst>
          <pc:docMk/>
          <pc:sldMk cId="0" sldId="969"/>
        </pc:sldMkLst>
      </pc:sldChg>
      <pc:sldChg chg="modSp add mod modClrScheme chgLayout">
        <pc:chgData name="王 欣捷" userId="b965477fa0aef5e6" providerId="LiveId" clId="{F5C7CE7F-4255-4272-BB66-E36156271E14}" dt="2021-04-22T08:01:12.249" v="167" actId="1076"/>
        <pc:sldMkLst>
          <pc:docMk/>
          <pc:sldMk cId="0" sldId="970"/>
        </pc:sldMkLst>
      </pc:sldChg>
      <pc:sldChg chg="modSp add mod chgLayout">
        <pc:chgData name="王 欣捷" userId="b965477fa0aef5e6" providerId="LiveId" clId="{F5C7CE7F-4255-4272-BB66-E36156271E14}" dt="2021-04-22T08:01:19.016" v="168" actId="700"/>
        <pc:sldMkLst>
          <pc:docMk/>
          <pc:sldMk cId="0" sldId="971"/>
        </pc:sldMkLst>
      </pc:sldChg>
      <pc:sldChg chg="modSp add">
        <pc:chgData name="王 欣捷" userId="b965477fa0aef5e6" providerId="LiveId" clId="{F5C7CE7F-4255-4272-BB66-E36156271E14}" dt="2021-04-22T07:46:07.334" v="28"/>
        <pc:sldMkLst>
          <pc:docMk/>
          <pc:sldMk cId="0" sldId="972"/>
        </pc:sldMkLst>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ldChg>
      <pc:sldChg chg="modSp add">
        <pc:chgData name="王 欣捷" userId="b965477fa0aef5e6" providerId="LiveId" clId="{F5C7CE7F-4255-4272-BB66-E36156271E14}" dt="2021-04-22T07:46:07.334" v="28"/>
        <pc:sldMkLst>
          <pc:docMk/>
          <pc:sldMk cId="0" sldId="975"/>
        </pc:sldMkLst>
      </pc:sldChg>
      <pc:sldChg chg="modSp add mod modClrScheme chgLayout">
        <pc:chgData name="王 欣捷" userId="b965477fa0aef5e6" providerId="LiveId" clId="{F5C7CE7F-4255-4272-BB66-E36156271E14}" dt="2021-04-22T08:01:28.550" v="169" actId="700"/>
        <pc:sldMkLst>
          <pc:docMk/>
          <pc:sldMk cId="0" sldId="976"/>
        </pc:sldMkLst>
      </pc:sldChg>
      <pc:sldChg chg="modSp add">
        <pc:chgData name="王 欣捷" userId="b965477fa0aef5e6" providerId="LiveId" clId="{F5C7CE7F-4255-4272-BB66-E36156271E14}" dt="2021-04-22T08:01:35.388" v="170" actId="1076"/>
        <pc:sldMkLst>
          <pc:docMk/>
          <pc:sldMk cId="0" sldId="977"/>
        </pc:sldMkLst>
      </pc:sldChg>
      <pc:sldChg chg="modSp add mod modClrScheme chgLayout">
        <pc:chgData name="王 欣捷" userId="b965477fa0aef5e6" providerId="LiveId" clId="{F5C7CE7F-4255-4272-BB66-E36156271E14}" dt="2021-04-22T08:01:37.821" v="171" actId="700"/>
        <pc:sldMkLst>
          <pc:docMk/>
          <pc:sldMk cId="0" sldId="978"/>
        </pc:sldMkLst>
      </pc:sldChg>
      <pc:sldChg chg="addSp delSp modSp add mod modClrScheme chgLayout">
        <pc:chgData name="王 欣捷" userId="b965477fa0aef5e6" providerId="LiveId" clId="{F5C7CE7F-4255-4272-BB66-E36156271E14}" dt="2021-04-22T08:03:26.278" v="198" actId="1076"/>
        <pc:sldMkLst>
          <pc:docMk/>
          <pc:sldMk cId="0" sldId="979"/>
        </pc:sldMkLst>
      </pc:sldChg>
      <pc:sldChg chg="modSp add mod modClrScheme chgLayout">
        <pc:chgData name="王 欣捷" userId="b965477fa0aef5e6" providerId="LiveId" clId="{F5C7CE7F-4255-4272-BB66-E36156271E14}" dt="2021-04-22T08:03:08.435" v="195" actId="1076"/>
        <pc:sldMkLst>
          <pc:docMk/>
          <pc:sldMk cId="0" sldId="980"/>
        </pc:sldMkLst>
      </pc:sldChg>
      <pc:sldChg chg="modSp add mod modClrScheme chgLayout">
        <pc:chgData name="王 欣捷" userId="b965477fa0aef5e6" providerId="LiveId" clId="{F5C7CE7F-4255-4272-BB66-E36156271E14}" dt="2021-04-22T08:03:51.731" v="205" actId="1076"/>
        <pc:sldMkLst>
          <pc:docMk/>
          <pc:sldMk cId="0" sldId="981"/>
        </pc:sldMkLst>
      </pc:sldChg>
      <pc:sldChg chg="modSp add mod modClrScheme chgLayout">
        <pc:chgData name="王 欣捷" userId="b965477fa0aef5e6" providerId="LiveId" clId="{F5C7CE7F-4255-4272-BB66-E36156271E14}" dt="2021-04-22T08:04:06.141" v="215" actId="1036"/>
        <pc:sldMkLst>
          <pc:docMk/>
          <pc:sldMk cId="0" sldId="982"/>
        </pc:sldMkLst>
      </pc:sldChg>
      <pc:sldChg chg="modSp add mod modClrScheme chgLayout">
        <pc:chgData name="王 欣捷" userId="b965477fa0aef5e6" providerId="LiveId" clId="{F5C7CE7F-4255-4272-BB66-E36156271E14}" dt="2021-04-22T08:04:56.979" v="222" actId="1076"/>
        <pc:sldMkLst>
          <pc:docMk/>
          <pc:sldMk cId="0" sldId="983"/>
        </pc:sldMkLst>
      </pc:sldChg>
      <pc:sldChg chg="modSp add mod modClrScheme chgLayout">
        <pc:chgData name="王 欣捷" userId="b965477fa0aef5e6" providerId="LiveId" clId="{F5C7CE7F-4255-4272-BB66-E36156271E14}" dt="2021-04-22T08:05:10.290" v="226" actId="1076"/>
        <pc:sldMkLst>
          <pc:docMk/>
          <pc:sldMk cId="0" sldId="984"/>
        </pc:sldMkLst>
      </pc:sldChg>
      <pc:sldChg chg="modSp add mod modClrScheme chgLayout">
        <pc:chgData name="王 欣捷" userId="b965477fa0aef5e6" providerId="LiveId" clId="{F5C7CE7F-4255-4272-BB66-E36156271E14}" dt="2021-04-22T08:05:34.382" v="229" actId="1076"/>
        <pc:sldMkLst>
          <pc:docMk/>
          <pc:sldMk cId="0" sldId="985"/>
        </pc:sldMkLst>
      </pc:sldChg>
      <pc:sldChg chg="modSp add">
        <pc:chgData name="王 欣捷" userId="b965477fa0aef5e6" providerId="LiveId" clId="{F5C7CE7F-4255-4272-BB66-E36156271E14}" dt="2021-04-22T07:46:07.334" v="28"/>
        <pc:sldMkLst>
          <pc:docMk/>
          <pc:sldMk cId="0" sldId="986"/>
        </pc:sldMkLst>
      </pc:sldChg>
      <pc:sldChg chg="modSp add mod">
        <pc:chgData name="王 欣捷" userId="b965477fa0aef5e6" providerId="LiveId" clId="{F5C7CE7F-4255-4272-BB66-E36156271E14}" dt="2021-04-22T08:09:01.701" v="398"/>
        <pc:sldMkLst>
          <pc:docMk/>
          <pc:sldMk cId="3597084887" sldId="987"/>
        </pc:sldMkLst>
      </pc:sldChg>
      <pc:sldChg chg="add del">
        <pc:chgData name="王 欣捷" userId="b965477fa0aef5e6" providerId="LiveId" clId="{F5C7CE7F-4255-4272-BB66-E36156271E14}" dt="2021-04-22T07:45:30.559" v="19"/>
        <pc:sldMkLst>
          <pc:docMk/>
          <pc:sldMk cId="0" sldId="988"/>
        </pc:sldMkLst>
      </pc:sldChg>
      <pc:sldChg chg="add del">
        <pc:chgData name="王 欣捷" userId="b965477fa0aef5e6" providerId="LiveId" clId="{F5C7CE7F-4255-4272-BB66-E36156271E14}" dt="2021-04-22T07:45:30.559" v="19"/>
        <pc:sldMkLst>
          <pc:docMk/>
          <pc:sldMk cId="0" sldId="989"/>
        </pc:sldMkLst>
      </pc:sldChg>
      <pc:sldChg chg="add del">
        <pc:chgData name="王 欣捷" userId="b965477fa0aef5e6" providerId="LiveId" clId="{F5C7CE7F-4255-4272-BB66-E36156271E14}" dt="2021-04-22T07:45:30.559" v="19"/>
        <pc:sldMkLst>
          <pc:docMk/>
          <pc:sldMk cId="0" sldId="990"/>
        </pc:sldMkLst>
      </pc:sldChg>
      <pc:sldChg chg="add del">
        <pc:chgData name="王 欣捷" userId="b965477fa0aef5e6" providerId="LiveId" clId="{F5C7CE7F-4255-4272-BB66-E36156271E14}" dt="2021-04-22T07:45:30.559" v="19"/>
        <pc:sldMkLst>
          <pc:docMk/>
          <pc:sldMk cId="0" sldId="991"/>
        </pc:sldMkLst>
      </pc:sldChg>
      <pc:sldChg chg="add del">
        <pc:chgData name="王 欣捷" userId="b965477fa0aef5e6" providerId="LiveId" clId="{F5C7CE7F-4255-4272-BB66-E36156271E14}" dt="2021-04-22T07:45:30.559" v="19"/>
        <pc:sldMkLst>
          <pc:docMk/>
          <pc:sldMk cId="0" sldId="992"/>
        </pc:sldMkLst>
      </pc:sldChg>
      <pc:sldChg chg="add del">
        <pc:chgData name="王 欣捷" userId="b965477fa0aef5e6" providerId="LiveId" clId="{F5C7CE7F-4255-4272-BB66-E36156271E14}" dt="2021-04-22T07:45:30.559" v="19"/>
        <pc:sldMkLst>
          <pc:docMk/>
          <pc:sldMk cId="0"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0" sldId="1003"/>
        </pc:sldMkLst>
      </pc:sldChg>
      <pc:sldChg chg="add del">
        <pc:chgData name="王 欣捷" userId="b965477fa0aef5e6" providerId="LiveId" clId="{F5C7CE7F-4255-4272-BB66-E36156271E14}" dt="2021-04-22T07:45:30.559" v="19"/>
        <pc:sldMkLst>
          <pc:docMk/>
          <pc:sldMk cId="0" sldId="1004"/>
        </pc:sldMkLst>
      </pc:sldChg>
      <pc:sldChg chg="add del">
        <pc:chgData name="王 欣捷" userId="b965477fa0aef5e6" providerId="LiveId" clId="{F5C7CE7F-4255-4272-BB66-E36156271E14}" dt="2021-04-22T07:45:30.559" v="19"/>
        <pc:sldMkLst>
          <pc:docMk/>
          <pc:sldMk cId="0" sldId="1005"/>
        </pc:sldMkLst>
      </pc:sldChg>
      <pc:sldChg chg="add del">
        <pc:chgData name="王 欣捷" userId="b965477fa0aef5e6" providerId="LiveId" clId="{F5C7CE7F-4255-4272-BB66-E36156271E14}" dt="2021-04-22T07:45:30.559" v="19"/>
        <pc:sldMkLst>
          <pc:docMk/>
          <pc:sldMk cId="0" sldId="1006"/>
        </pc:sldMkLst>
      </pc:sldChg>
      <pc:sldChg chg="add del">
        <pc:chgData name="王 欣捷" userId="b965477fa0aef5e6" providerId="LiveId" clId="{F5C7CE7F-4255-4272-BB66-E36156271E14}" dt="2021-04-22T07:45:30.559" v="19"/>
        <pc:sldMkLst>
          <pc:docMk/>
          <pc:sldMk cId="0" sldId="1007"/>
        </pc:sldMkLst>
      </pc:sldChg>
      <pc:sldChg chg="add del">
        <pc:chgData name="王 欣捷" userId="b965477fa0aef5e6" providerId="LiveId" clId="{F5C7CE7F-4255-4272-BB66-E36156271E14}" dt="2021-04-22T07:45:30.559" v="19"/>
        <pc:sldMkLst>
          <pc:docMk/>
          <pc:sldMk cId="0" sldId="1008"/>
        </pc:sldMkLst>
      </pc:sldChg>
      <pc:sldChg chg="add del">
        <pc:chgData name="王 欣捷" userId="b965477fa0aef5e6" providerId="LiveId" clId="{F5C7CE7F-4255-4272-BB66-E36156271E14}" dt="2021-04-22T07:45:30.559" v="19"/>
        <pc:sldMkLst>
          <pc:docMk/>
          <pc:sldMk cId="0" sldId="1009"/>
        </pc:sldMkLst>
      </pc:sldChg>
      <pc:sldChg chg="add del">
        <pc:chgData name="王 欣捷" userId="b965477fa0aef5e6" providerId="LiveId" clId="{F5C7CE7F-4255-4272-BB66-E36156271E14}" dt="2021-04-22T07:45:30.559" v="19"/>
        <pc:sldMkLst>
          <pc:docMk/>
          <pc:sldMk cId="0" sldId="1010"/>
        </pc:sldMkLst>
      </pc:sldChg>
      <pc:sldChg chg="add del">
        <pc:chgData name="王 欣捷" userId="b965477fa0aef5e6" providerId="LiveId" clId="{F5C7CE7F-4255-4272-BB66-E36156271E14}" dt="2021-04-22T07:45:30.559" v="19"/>
        <pc:sldMkLst>
          <pc:docMk/>
          <pc:sldMk cId="0" sldId="1011"/>
        </pc:sldMkLst>
      </pc:sldChg>
      <pc:sldChg chg="add del">
        <pc:chgData name="王 欣捷" userId="b965477fa0aef5e6" providerId="LiveId" clId="{F5C7CE7F-4255-4272-BB66-E36156271E14}" dt="2021-04-22T07:45:30.559" v="19"/>
        <pc:sldMkLst>
          <pc:docMk/>
          <pc:sldMk cId="0" sldId="1012"/>
        </pc:sldMkLst>
      </pc:sldChg>
      <pc:sldChg chg="add del">
        <pc:chgData name="王 欣捷" userId="b965477fa0aef5e6" providerId="LiveId" clId="{F5C7CE7F-4255-4272-BB66-E36156271E14}" dt="2021-04-22T07:45:30.559" v="19"/>
        <pc:sldMkLst>
          <pc:docMk/>
          <pc:sldMk cId="0" sldId="1013"/>
        </pc:sldMkLst>
      </pc:sldChg>
      <pc:sldChg chg="add del">
        <pc:chgData name="王 欣捷" userId="b965477fa0aef5e6" providerId="LiveId" clId="{F5C7CE7F-4255-4272-BB66-E36156271E14}" dt="2021-04-22T07:45:30.559" v="19"/>
        <pc:sldMkLst>
          <pc:docMk/>
          <pc:sldMk cId="0" sldId="1014"/>
        </pc:sldMkLst>
      </pc:sldChg>
      <pc:sldChg chg="add del">
        <pc:chgData name="王 欣捷" userId="b965477fa0aef5e6" providerId="LiveId" clId="{F5C7CE7F-4255-4272-BB66-E36156271E14}" dt="2021-04-22T07:45:30.559" v="19"/>
        <pc:sldMkLst>
          <pc:docMk/>
          <pc:sldMk cId="0" sldId="1015"/>
        </pc:sldMkLst>
      </pc:sldChg>
      <pc:sldChg chg="add del">
        <pc:chgData name="王 欣捷" userId="b965477fa0aef5e6" providerId="LiveId" clId="{F5C7CE7F-4255-4272-BB66-E36156271E14}" dt="2021-04-22T07:45:30.559" v="19"/>
        <pc:sldMkLst>
          <pc:docMk/>
          <pc:sldMk cId="0" sldId="1016"/>
        </pc:sldMkLst>
      </pc:sldChg>
      <pc:sldChg chg="add del">
        <pc:chgData name="王 欣捷" userId="b965477fa0aef5e6" providerId="LiveId" clId="{F5C7CE7F-4255-4272-BB66-E36156271E14}" dt="2021-04-22T07:45:30.559" v="19"/>
        <pc:sldMkLst>
          <pc:docMk/>
          <pc:sldMk cId="0" sldId="1017"/>
        </pc:sldMkLst>
      </pc:sldChg>
      <pc:sldChg chg="add del">
        <pc:chgData name="王 欣捷" userId="b965477fa0aef5e6" providerId="LiveId" clId="{F5C7CE7F-4255-4272-BB66-E36156271E14}" dt="2021-04-22T07:45:30.559" v="19"/>
        <pc:sldMkLst>
          <pc:docMk/>
          <pc:sldMk cId="0" sldId="1018"/>
        </pc:sldMkLst>
      </pc:sldChg>
      <pc:sldChg chg="add del">
        <pc:chgData name="王 欣捷" userId="b965477fa0aef5e6" providerId="LiveId" clId="{F5C7CE7F-4255-4272-BB66-E36156271E14}" dt="2021-04-22T07:45:30.559" v="19"/>
        <pc:sldMkLst>
          <pc:docMk/>
          <pc:sldMk cId="0" sldId="1019"/>
        </pc:sldMkLst>
      </pc:sldChg>
      <pc:sldChg chg="add del">
        <pc:chgData name="王 欣捷" userId="b965477fa0aef5e6" providerId="LiveId" clId="{F5C7CE7F-4255-4272-BB66-E36156271E14}" dt="2021-04-22T07:45:30.559" v="19"/>
        <pc:sldMkLst>
          <pc:docMk/>
          <pc:sldMk cId="0" sldId="1020"/>
        </pc:sldMkLst>
      </pc:sldChg>
      <pc:sldChg chg="add del">
        <pc:chgData name="王 欣捷" userId="b965477fa0aef5e6" providerId="LiveId" clId="{F5C7CE7F-4255-4272-BB66-E36156271E14}" dt="2021-04-22T07:45:30.559" v="19"/>
        <pc:sldMkLst>
          <pc:docMk/>
          <pc:sldMk cId="0"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ldChg>
      <pc:sldChg chg="modSp add del mod">
        <pc:chgData name="王 欣捷" userId="b965477fa0aef5e6" providerId="LiveId" clId="{F5C7CE7F-4255-4272-BB66-E36156271E14}" dt="2021-04-22T07:45:30.559" v="19"/>
        <pc:sldMkLst>
          <pc:docMk/>
          <pc:sldMk cId="0" sldId="1024"/>
        </pc:sldMkLst>
      </pc:sldChg>
      <pc:sldChg chg="modSp add del mod">
        <pc:chgData name="王 欣捷" userId="b965477fa0aef5e6" providerId="LiveId" clId="{F5C7CE7F-4255-4272-BB66-E36156271E14}" dt="2021-04-22T07:45:30.559" v="19"/>
        <pc:sldMkLst>
          <pc:docMk/>
          <pc:sldMk cId="0" sldId="1025"/>
        </pc:sldMkLst>
      </pc:sldChg>
      <pc:sldChg chg="modSp add del mod">
        <pc:chgData name="王 欣捷" userId="b965477fa0aef5e6" providerId="LiveId" clId="{F5C7CE7F-4255-4272-BB66-E36156271E14}" dt="2021-04-22T07:45:30.559" v="19"/>
        <pc:sldMkLst>
          <pc:docMk/>
          <pc:sldMk cId="0" sldId="1026"/>
        </pc:sldMkLst>
      </pc:sldChg>
      <pc:sldChg chg="modSp add del mod">
        <pc:chgData name="王 欣捷" userId="b965477fa0aef5e6" providerId="LiveId" clId="{F5C7CE7F-4255-4272-BB66-E36156271E14}" dt="2021-04-22T07:45:30.559" v="19"/>
        <pc:sldMkLst>
          <pc:docMk/>
          <pc:sldMk cId="0" sldId="1027"/>
        </pc:sldMkLst>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ldChg>
      <pc:sldChg chg="modSp add del mod">
        <pc:chgData name="王 欣捷" userId="b965477fa0aef5e6" providerId="LiveId" clId="{F5C7CE7F-4255-4272-BB66-E36156271E14}" dt="2021-04-22T07:45:30.559" v="19"/>
        <pc:sldMkLst>
          <pc:docMk/>
          <pc:sldMk cId="0" sldId="1032"/>
        </pc:sldMkLst>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docChgLst>
    <pc:chgData name="欣捷" userId="b965477fa0aef5e6" providerId="LiveId" clId="{FF0229AC-07DB-4A53-9C86-702D108A38FE}"/>
    <pc:docChg chg="modSld">
      <pc:chgData name="欣捷" userId="b965477fa0aef5e6" providerId="LiveId" clId="{FF0229AC-07DB-4A53-9C86-702D108A38FE}" dt="2021-05-08T09:01:45.777" v="2" actId="20577"/>
      <pc:docMkLst>
        <pc:docMk/>
      </pc:docMkLst>
      <pc:sldChg chg="modSp mod">
        <pc:chgData name="欣捷" userId="b965477fa0aef5e6" providerId="LiveId" clId="{FF0229AC-07DB-4A53-9C86-702D108A38FE}" dt="2021-05-08T09:01:45.777" v="2" actId="20577"/>
        <pc:sldMkLst>
          <pc:docMk/>
          <pc:sldMk cId="2470898374" sldId="256"/>
        </pc:sldMkLst>
      </pc:sldChg>
    </pc:docChg>
  </pc:docChgLst>
  <pc:docChgLst>
    <pc:chgData name="王 欣捷" userId="b965477fa0aef5e6" providerId="LiveId" clId="{6B60E333-0075-4925-B143-B3E9642075F9}"/>
    <pc:docChg chg="modSld">
      <pc:chgData name="王 欣捷" userId="b965477fa0aef5e6" providerId="LiveId" clId="{6B60E333-0075-4925-B143-B3E9642075F9}" dt="2021-06-15T08:58:21.856" v="46" actId="1076"/>
      <pc:docMkLst>
        <pc:docMk/>
      </pc:docMkLst>
      <pc:sldChg chg="modSp mod">
        <pc:chgData name="王 欣捷" userId="b965477fa0aef5e6" providerId="LiveId" clId="{6B60E333-0075-4925-B143-B3E9642075F9}" dt="2021-06-15T08:57:57.150" v="37" actId="1076"/>
        <pc:sldMkLst>
          <pc:docMk/>
          <pc:sldMk cId="1627408285" sldId="1252"/>
        </pc:sldMkLst>
      </pc:sldChg>
      <pc:sldChg chg="modSp mod">
        <pc:chgData name="王 欣捷" userId="b965477fa0aef5e6" providerId="LiveId" clId="{6B60E333-0075-4925-B143-B3E9642075F9}" dt="2021-06-15T08:58:21.856" v="46" actId="1076"/>
        <pc:sldMkLst>
          <pc:docMk/>
          <pc:sldMk cId="3160992797" sldId="12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2025/2/23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a:t>
            </a:fld>
            <a:endParaRPr lang="zh-CN" altLang="en-US"/>
          </a:p>
        </p:txBody>
      </p:sp>
    </p:spTree>
    <p:extLst>
      <p:ext uri="{BB962C8B-B14F-4D97-AF65-F5344CB8AC3E}">
        <p14:creationId xmlns:p14="http://schemas.microsoft.com/office/powerpoint/2010/main" val="280479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08596ACF-FCD5-4D19-BD8D-07980D4CA3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备注占位符 2">
            <a:extLst>
              <a:ext uri="{FF2B5EF4-FFF2-40B4-BE49-F238E27FC236}">
                <a16:creationId xmlns:a16="http://schemas.microsoft.com/office/drawing/2014/main" id="{20105CEE-4813-4B38-92E4-8F18FD9F76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a b uminus c d * + c d * + assign</a:t>
            </a:r>
            <a:endParaRPr lang="zh-CN" altLang="en-US"/>
          </a:p>
        </p:txBody>
      </p:sp>
      <p:sp>
        <p:nvSpPr>
          <p:cNvPr id="29700" name="灯片编号占位符 3">
            <a:extLst>
              <a:ext uri="{FF2B5EF4-FFF2-40B4-BE49-F238E27FC236}">
                <a16:creationId xmlns:a16="http://schemas.microsoft.com/office/drawing/2014/main" id="{8A5334F7-7ED1-481D-A59D-9439946509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B02903A0-C8F2-48E9-97B9-A3D5DCE95F3E}" type="slidenum">
              <a:rPr lang="zh-CN" altLang="en-US" sz="1200"/>
              <a:pPr/>
              <a:t>11</a:t>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A75EA379-5D8A-429B-804D-8CFF94CE64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E40F8028-9012-4ADB-B145-94E5030961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后序遍历，遇到运算符产生相应的三地址码</a:t>
            </a:r>
          </a:p>
        </p:txBody>
      </p:sp>
      <p:sp>
        <p:nvSpPr>
          <p:cNvPr id="37892" name="灯片编号占位符 3">
            <a:extLst>
              <a:ext uri="{FF2B5EF4-FFF2-40B4-BE49-F238E27FC236}">
                <a16:creationId xmlns:a16="http://schemas.microsoft.com/office/drawing/2014/main" id="{D416654D-F65B-4DC8-8FC3-81CF2BADF06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9FE9545F-9B6F-40BF-8BDD-5A5770283A99}" type="slidenum">
              <a:rPr lang="zh-CN" altLang="en-US" sz="1200"/>
              <a:pPr/>
              <a:t>18</a:t>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D3BDA3E8-ACCA-43D2-A338-811CC83C09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备注占位符 2">
            <a:extLst>
              <a:ext uri="{FF2B5EF4-FFF2-40B4-BE49-F238E27FC236}">
                <a16:creationId xmlns:a16="http://schemas.microsoft.com/office/drawing/2014/main" id="{E8E0D7E8-9D1D-4863-A5FB-C8F7FA37810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Offset</a:t>
            </a:r>
            <a:r>
              <a:rPr lang="zh-CN" altLang="en-US"/>
              <a:t>初始值可能不为</a:t>
            </a:r>
            <a:r>
              <a:rPr lang="en-US" altLang="zh-CN"/>
              <a:t>0</a:t>
            </a:r>
            <a:r>
              <a:rPr lang="zh-CN" altLang="en-US"/>
              <a:t>，并且可能每次都减小。</a:t>
            </a:r>
          </a:p>
        </p:txBody>
      </p:sp>
      <p:sp>
        <p:nvSpPr>
          <p:cNvPr id="48132" name="灯片编号占位符 3">
            <a:extLst>
              <a:ext uri="{FF2B5EF4-FFF2-40B4-BE49-F238E27FC236}">
                <a16:creationId xmlns:a16="http://schemas.microsoft.com/office/drawing/2014/main" id="{49B699E5-BA96-4A82-90E7-E6A5352241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509F9EBA-EDDD-4FDA-AE77-B1492D8F4A7E}" type="slidenum">
              <a:rPr lang="zh-CN" altLang="en-US" sz="1200"/>
              <a:pPr/>
              <a:t>31</a:t>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A0E9FB3C-3C54-4C5D-9EA0-1D2BCB12B9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备注占位符 2">
            <a:extLst>
              <a:ext uri="{FF2B5EF4-FFF2-40B4-BE49-F238E27FC236}">
                <a16:creationId xmlns:a16="http://schemas.microsoft.com/office/drawing/2014/main" id="{15E781ED-B3E4-4423-AE36-9FE016B995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根据该例子应能写出另外两种情况：左实右整；双实数</a:t>
            </a:r>
          </a:p>
        </p:txBody>
      </p:sp>
      <p:sp>
        <p:nvSpPr>
          <p:cNvPr id="73732" name="灯片编号占位符 3">
            <a:extLst>
              <a:ext uri="{FF2B5EF4-FFF2-40B4-BE49-F238E27FC236}">
                <a16:creationId xmlns:a16="http://schemas.microsoft.com/office/drawing/2014/main" id="{B4C5370B-A057-4407-8B11-730B1B5989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B92FB476-8C71-43AD-9F0D-C1642BB38D06}" type="slidenum">
              <a:rPr lang="zh-CN" altLang="en-US" sz="1200"/>
              <a:pPr/>
              <a:t>37</a:t>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0AD77A57-38B8-475C-1AE9-8C23E6D847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1679006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BE2A069E-933F-440D-A0A2-214A4A38F04D}"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5921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9099E968-9B62-4599-A60B-13DEBF69EBE7}"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72216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A9252170-69DA-2D72-F115-2777ADB948BA}"/>
              </a:ext>
            </a:extLst>
          </p:cNvPr>
          <p:cNvSpPr>
            <a:spLocks noGrp="1"/>
          </p:cNvSpPr>
          <p:nvPr>
            <p:ph type="dt" sz="half" idx="10"/>
          </p:nvPr>
        </p:nvSpPr>
        <p:spPr/>
        <p:txBody>
          <a:bodyPr/>
          <a:lstStyle/>
          <a:p>
            <a:fld id="{33F9B987-E72A-4D77-855E-BE582530D3ED}" type="datetime2">
              <a:rPr lang="zh-CN" altLang="en-US" smtClean="0"/>
              <a:t>2025年2月23日</a:t>
            </a:fld>
            <a:endParaRPr lang="zh-CN" altLang="en-US" dirty="0"/>
          </a:p>
        </p:txBody>
      </p:sp>
      <p:sp>
        <p:nvSpPr>
          <p:cNvPr id="6" name="页脚占位符 5">
            <a:extLst>
              <a:ext uri="{FF2B5EF4-FFF2-40B4-BE49-F238E27FC236}">
                <a16:creationId xmlns:a16="http://schemas.microsoft.com/office/drawing/2014/main" id="{A139A1DA-BFBC-7BCA-8F9F-E931CA4642D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7" name="灯片编号占位符 6">
            <a:extLst>
              <a:ext uri="{FF2B5EF4-FFF2-40B4-BE49-F238E27FC236}">
                <a16:creationId xmlns:a16="http://schemas.microsoft.com/office/drawing/2014/main" id="{0228024E-9216-216F-6CBA-C3452118A26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125263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94A07C78-6D2D-47AD-BCBE-28E2EA529116}" type="datetime2">
              <a:rPr lang="zh-CN" altLang="en-US" smtClean="0"/>
              <a:t>2025年2月23日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16205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CBF7380C-DCF3-4B1E-A82A-201F25ED033D}" type="datetime2">
              <a:rPr lang="zh-CN" altLang="en-US" smtClean="0"/>
              <a:t>2025年2月23日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70595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03770210-DAE7-48E4-92D6-1B25EE25C48A}"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0801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F596F8DA-D244-469F-81B0-3937919D97A7}" type="datetime2">
              <a:rPr lang="zh-CN" altLang="en-US" smtClean="0"/>
              <a:t>2025年2月23日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550998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A027AB9E-B433-43BB-B933-F6DBD3B216F3}"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207139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05A5F78C-21E6-4D52-B37D-99376C583EEE}"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679016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D031E4E3-53F2-4451-BCAF-55E4F8E0BA16}"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26628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848A973E-C99E-43BF-AECB-E68862E5C3C7}" type="datetime2">
              <a:rPr lang="zh-CN" altLang="en-US" smtClean="0"/>
              <a:t>2025年2月23日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第七章 中间代码生成</a:t>
            </a:r>
            <a:r>
              <a:rPr lang="en-US" altLang="zh-CN"/>
              <a:t>(1)</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4217951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63EE585A-974A-48C6-BD0D-96AFF44E9819}" type="datetime2">
              <a:rPr lang="zh-CN" altLang="en-US" smtClean="0"/>
              <a:t>2025年2月23日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第七章 中间代码生成</a:t>
            </a:r>
            <a:r>
              <a:rPr lang="en-US" altLang="zh-CN"/>
              <a:t>(1)</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3875462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06358090-DD27-3C18-F637-B07BF3CAFF65}"/>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3" name="灯片编号占位符 2">
            <a:extLst>
              <a:ext uri="{FF2B5EF4-FFF2-40B4-BE49-F238E27FC236}">
                <a16:creationId xmlns:a16="http://schemas.microsoft.com/office/drawing/2014/main" id="{87BD8EFA-C1B8-D27B-3960-4B723CC5E028}"/>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F7DB0B02-3B75-F097-4CC8-29D55F776DE5}"/>
              </a:ext>
            </a:extLst>
          </p:cNvPr>
          <p:cNvSpPr>
            <a:spLocks noGrp="1"/>
          </p:cNvSpPr>
          <p:nvPr>
            <p:ph type="dt" sz="half" idx="12"/>
          </p:nvPr>
        </p:nvSpPr>
        <p:spPr/>
        <p:txBody>
          <a:bodyPr/>
          <a:lstStyle/>
          <a:p>
            <a:fld id="{5F8C40EA-9E20-4229-B640-FD058EF3B2B2}" type="datetime2">
              <a:rPr lang="zh-CN" altLang="en-US" smtClean="0"/>
              <a:t>2025年2月23日</a:t>
            </a:fld>
            <a:endParaRPr lang="zh-CN" altLang="en-US" dirty="0"/>
          </a:p>
        </p:txBody>
      </p:sp>
    </p:spTree>
    <p:extLst>
      <p:ext uri="{BB962C8B-B14F-4D97-AF65-F5344CB8AC3E}">
        <p14:creationId xmlns:p14="http://schemas.microsoft.com/office/powerpoint/2010/main" val="4006808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5F8C40EA-9E20-4229-B640-FD058EF3B2B2}" type="datetime2">
              <a:rPr lang="zh-CN" altLang="en-US" smtClean="0"/>
              <a:t>2025年2月23日</a:t>
            </a:fld>
            <a:endParaRPr lang="zh-CN" altLang="en-US" dirty="0"/>
          </a:p>
        </p:txBody>
      </p:sp>
      <p:sp>
        <p:nvSpPr>
          <p:cNvPr id="11" name="箭头: 五边形 10">
            <a:extLst>
              <a:ext uri="{FF2B5EF4-FFF2-40B4-BE49-F238E27FC236}">
                <a16:creationId xmlns:a16="http://schemas.microsoft.com/office/drawing/2014/main" id="{0E38E3CC-6A7A-D8F5-6B97-36334CC3C31A}"/>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28954885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4.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a:xfrm>
            <a:off x="685800" y="2656089"/>
            <a:ext cx="7772400" cy="2192151"/>
          </a:xfrm>
        </p:spPr>
        <p:txBody>
          <a:bodyPr>
            <a:normAutofit/>
          </a:bodyPr>
          <a:lstStyle/>
          <a:p>
            <a:r>
              <a:rPr lang="zh-CN" altLang="en-US" sz="5400" dirty="0"/>
              <a:t>第七章 中间代码生成</a:t>
            </a:r>
            <a:r>
              <a:rPr lang="en-US" altLang="zh-CN" sz="5400" dirty="0"/>
              <a:t>(1)</a:t>
            </a:r>
            <a:endParaRPr lang="zh-CN" altLang="en-US" sz="32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圆角 135">
            <a:extLst>
              <a:ext uri="{FF2B5EF4-FFF2-40B4-BE49-F238E27FC236}">
                <a16:creationId xmlns:a16="http://schemas.microsoft.com/office/drawing/2014/main" id="{97273002-B558-3397-D28D-268422007E91}"/>
              </a:ext>
            </a:extLst>
          </p:cNvPr>
          <p:cNvSpPr/>
          <p:nvPr/>
        </p:nvSpPr>
        <p:spPr>
          <a:xfrm>
            <a:off x="980738" y="2112237"/>
            <a:ext cx="3972349"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pSp>
        <p:nvGrpSpPr>
          <p:cNvPr id="197" name="组合 196">
            <a:extLst>
              <a:ext uri="{FF2B5EF4-FFF2-40B4-BE49-F238E27FC236}">
                <a16:creationId xmlns:a16="http://schemas.microsoft.com/office/drawing/2014/main" id="{EFFDE7EC-67E6-06F9-9622-E51195FE71B7}"/>
              </a:ext>
            </a:extLst>
          </p:cNvPr>
          <p:cNvGrpSpPr/>
          <p:nvPr/>
        </p:nvGrpSpPr>
        <p:grpSpPr>
          <a:xfrm>
            <a:off x="2144009" y="2227861"/>
            <a:ext cx="2688246" cy="2565355"/>
            <a:chOff x="2144009" y="2227861"/>
            <a:chExt cx="2688246" cy="2565355"/>
          </a:xfrm>
        </p:grpSpPr>
        <p:sp>
          <p:nvSpPr>
            <p:cNvPr id="175" name="矩形: 圆角 174">
              <a:extLst>
                <a:ext uri="{FF2B5EF4-FFF2-40B4-BE49-F238E27FC236}">
                  <a16:creationId xmlns:a16="http://schemas.microsoft.com/office/drawing/2014/main" id="{33FE8A17-B672-3334-55BB-99E7F9A6C7D7}"/>
                </a:ext>
              </a:extLst>
            </p:cNvPr>
            <p:cNvSpPr/>
            <p:nvPr/>
          </p:nvSpPr>
          <p:spPr>
            <a:xfrm>
              <a:off x="2144009" y="2227861"/>
              <a:ext cx="2688246" cy="2565355"/>
            </a:xfrm>
            <a:prstGeom prst="roundRect">
              <a:avLst>
                <a:gd name="adj" fmla="val 6067"/>
              </a:avLst>
            </a:prstGeom>
            <a:solidFill>
              <a:schemeClr val="accent5">
                <a:alpha val="40000"/>
              </a:schemeClr>
            </a:solid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6" name="文本框 175">
              <a:extLst>
                <a:ext uri="{FF2B5EF4-FFF2-40B4-BE49-F238E27FC236}">
                  <a16:creationId xmlns:a16="http://schemas.microsoft.com/office/drawing/2014/main" id="{A23DF4C3-0FC2-B778-D935-C4311DA52555}"/>
                </a:ext>
              </a:extLst>
            </p:cNvPr>
            <p:cNvSpPr txBox="1"/>
            <p:nvPr/>
          </p:nvSpPr>
          <p:spPr>
            <a:xfrm>
              <a:off x="2190075" y="4448583"/>
              <a:ext cx="1773242" cy="338554"/>
            </a:xfrm>
            <a:prstGeom prst="rect">
              <a:avLst/>
            </a:prstGeom>
            <a:noFill/>
          </p:spPr>
          <p:txBody>
            <a:bodyPr wrap="none" rtlCol="0">
              <a:spAutoFit/>
            </a:bodyPr>
            <a:lstStyle/>
            <a:p>
              <a:r>
                <a:rPr lang="en-US" altLang="zh-CN" sz="1600" b="1" dirty="0">
                  <a:solidFill>
                    <a:schemeClr val="accent1"/>
                  </a:solidFill>
                </a:rPr>
                <a:t>4.</a:t>
              </a:r>
              <a:r>
                <a:rPr lang="zh-CN" altLang="en-US" sz="1600" b="1" dirty="0">
                  <a:solidFill>
                    <a:schemeClr val="accent1"/>
                  </a:solidFill>
                </a:rPr>
                <a:t>语法制导的翻译</a:t>
              </a:r>
            </a:p>
          </p:txBody>
        </p:sp>
      </p:grpSp>
      <p:sp>
        <p:nvSpPr>
          <p:cNvPr id="2" name="标题 1">
            <a:extLst>
              <a:ext uri="{FF2B5EF4-FFF2-40B4-BE49-F238E27FC236}">
                <a16:creationId xmlns:a16="http://schemas.microsoft.com/office/drawing/2014/main" id="{2E8A99B5-82C0-4E09-69F0-DAAC2E812785}"/>
              </a:ext>
            </a:extLst>
          </p:cNvPr>
          <p:cNvSpPr>
            <a:spLocks noGrp="1"/>
          </p:cNvSpPr>
          <p:nvPr>
            <p:ph type="title"/>
          </p:nvPr>
        </p:nvSpPr>
        <p:spPr/>
        <p:txBody>
          <a:bodyPr/>
          <a:lstStyle/>
          <a:p>
            <a:r>
              <a:rPr lang="zh-CN" altLang="en-US" dirty="0"/>
              <a:t>本章在编译阶段中所处位置</a:t>
            </a:r>
          </a:p>
        </p:txBody>
      </p:sp>
      <p:sp>
        <p:nvSpPr>
          <p:cNvPr id="4" name="日期占位符 3">
            <a:extLst>
              <a:ext uri="{FF2B5EF4-FFF2-40B4-BE49-F238E27FC236}">
                <a16:creationId xmlns:a16="http://schemas.microsoft.com/office/drawing/2014/main" id="{8DF3EBF1-224B-6153-D5C9-0EB5CD177030}"/>
              </a:ext>
            </a:extLst>
          </p:cNvPr>
          <p:cNvSpPr>
            <a:spLocks noGrp="1"/>
          </p:cNvSpPr>
          <p:nvPr>
            <p:ph type="dt" sz="half" idx="10"/>
          </p:nvPr>
        </p:nvSpPr>
        <p:spPr/>
        <p:txBody>
          <a:bodyPr/>
          <a:lstStyle/>
          <a:p>
            <a:fld id="{9BC2F02D-0765-489A-B949-3A18D5A89755}"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673E78B7-42B4-091B-D83B-B40E81AED4D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545CDFA0-2727-2736-8272-48A615A57D4E}"/>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
        <p:nvSpPr>
          <p:cNvPr id="112" name="Rounded Rectangle 46_1">
            <a:extLst>
              <a:ext uri="{FF2B5EF4-FFF2-40B4-BE49-F238E27FC236}">
                <a16:creationId xmlns:a16="http://schemas.microsoft.com/office/drawing/2014/main" id="{A90A81A0-1370-4A85-9D4C-57B87086C428}"/>
              </a:ext>
            </a:extLst>
          </p:cNvPr>
          <p:cNvSpPr>
            <a:spLocks noChangeAspect="1"/>
          </p:cNvSpPr>
          <p:nvPr/>
        </p:nvSpPr>
        <p:spPr>
          <a:xfrm>
            <a:off x="3598726" y="1165039"/>
            <a:ext cx="1946548" cy="670007"/>
          </a:xfrm>
          <a:prstGeom prst="roundRect">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2000" b="1" dirty="0">
                <a:solidFill>
                  <a:schemeClr val="bg1"/>
                </a:solidFill>
                <a:sym typeface="Arial" panose="020B0604020202020204" pitchFamily="34" charset="0"/>
              </a:rPr>
              <a:t>编译的阶段</a:t>
            </a:r>
            <a:endParaRPr lang="en-US" altLang="zh-CN" sz="2000" b="1" dirty="0">
              <a:solidFill>
                <a:schemeClr val="bg1"/>
              </a:solidFill>
              <a:sym typeface="Arial" panose="020B0604020202020204" pitchFamily="34" charset="0"/>
            </a:endParaRPr>
          </a:p>
        </p:txBody>
      </p:sp>
      <p:sp>
        <p:nvSpPr>
          <p:cNvPr id="137" name="文本框 136">
            <a:extLst>
              <a:ext uri="{FF2B5EF4-FFF2-40B4-BE49-F238E27FC236}">
                <a16:creationId xmlns:a16="http://schemas.microsoft.com/office/drawing/2014/main" id="{AE8416D3-1CA6-FDED-9D3A-80EF8523698E}"/>
              </a:ext>
            </a:extLst>
          </p:cNvPr>
          <p:cNvSpPr txBox="1"/>
          <p:nvPr/>
        </p:nvSpPr>
        <p:spPr>
          <a:xfrm>
            <a:off x="511923" y="2081205"/>
            <a:ext cx="449739" cy="2858668"/>
          </a:xfrm>
          <a:prstGeom prst="rect">
            <a:avLst/>
          </a:prstGeom>
          <a:noFill/>
        </p:spPr>
        <p:txBody>
          <a:bodyPr vert="wordArtVert" wrap="none" rtlCol="0" anchor="ctr" anchorCtr="0">
            <a:spAutoFit/>
          </a:bodyPr>
          <a:lstStyle/>
          <a:p>
            <a:pPr algn="ctr"/>
            <a:r>
              <a:rPr lang="zh-CN" altLang="en-US" sz="1600" dirty="0"/>
              <a:t>源程序</a:t>
            </a:r>
            <a:r>
              <a:rPr lang="en-US" altLang="zh-CN" sz="1600" dirty="0"/>
              <a:t>/</a:t>
            </a:r>
            <a:r>
              <a:rPr lang="zh-CN" altLang="en-US" sz="1600" dirty="0"/>
              <a:t>源语言</a:t>
            </a:r>
            <a:r>
              <a:rPr lang="en-US" altLang="zh-CN" sz="1600" dirty="0"/>
              <a:t>/</a:t>
            </a:r>
            <a:r>
              <a:rPr lang="zh-CN" altLang="en-US" sz="1600" dirty="0"/>
              <a:t>源代码</a:t>
            </a:r>
          </a:p>
        </p:txBody>
      </p:sp>
      <p:cxnSp>
        <p:nvCxnSpPr>
          <p:cNvPr id="138" name="直接箭头连接符 137">
            <a:extLst>
              <a:ext uri="{FF2B5EF4-FFF2-40B4-BE49-F238E27FC236}">
                <a16:creationId xmlns:a16="http://schemas.microsoft.com/office/drawing/2014/main" id="{7B4DB62B-3C49-656E-CB97-053D56D931C6}"/>
              </a:ext>
            </a:extLst>
          </p:cNvPr>
          <p:cNvCxnSpPr>
            <a:cxnSpLocks/>
          </p:cNvCxnSpPr>
          <p:nvPr/>
        </p:nvCxnSpPr>
        <p:spPr>
          <a:xfrm>
            <a:off x="870961" y="3510541"/>
            <a:ext cx="52466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9" name="文本框 138">
            <a:extLst>
              <a:ext uri="{FF2B5EF4-FFF2-40B4-BE49-F238E27FC236}">
                <a16:creationId xmlns:a16="http://schemas.microsoft.com/office/drawing/2014/main" id="{89F718D2-9C19-9CDD-E2C5-E4C154BF288D}"/>
              </a:ext>
            </a:extLst>
          </p:cNvPr>
          <p:cNvSpPr txBox="1"/>
          <p:nvPr/>
        </p:nvSpPr>
        <p:spPr>
          <a:xfrm>
            <a:off x="1398607" y="2762183"/>
            <a:ext cx="430887" cy="1496713"/>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tx1"/>
                </a:solidFill>
              </a:rPr>
              <a:t>2.</a:t>
            </a:r>
            <a:r>
              <a:rPr lang="zh-CN" altLang="en-US">
                <a:solidFill>
                  <a:schemeClr val="tx1"/>
                </a:solidFill>
              </a:rPr>
              <a:t>词法分析</a:t>
            </a:r>
            <a:r>
              <a:rPr lang="zh-CN" altLang="en-US" dirty="0">
                <a:solidFill>
                  <a:schemeClr val="tx1"/>
                </a:solidFill>
              </a:rPr>
              <a:t>器</a:t>
            </a:r>
          </a:p>
        </p:txBody>
      </p:sp>
      <p:cxnSp>
        <p:nvCxnSpPr>
          <p:cNvPr id="140" name="直接箭头连接符 139">
            <a:extLst>
              <a:ext uri="{FF2B5EF4-FFF2-40B4-BE49-F238E27FC236}">
                <a16:creationId xmlns:a16="http://schemas.microsoft.com/office/drawing/2014/main" id="{37F498EC-0E62-4AD8-5B34-7538981620F9}"/>
              </a:ext>
            </a:extLst>
          </p:cNvPr>
          <p:cNvCxnSpPr>
            <a:cxnSpLocks/>
          </p:cNvCxnSpPr>
          <p:nvPr/>
        </p:nvCxnSpPr>
        <p:spPr>
          <a:xfrm>
            <a:off x="1829494" y="3510540"/>
            <a:ext cx="43756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1" name="文本框 140">
            <a:extLst>
              <a:ext uri="{FF2B5EF4-FFF2-40B4-BE49-F238E27FC236}">
                <a16:creationId xmlns:a16="http://schemas.microsoft.com/office/drawing/2014/main" id="{ED32D0A3-D68A-DDFD-41F2-095A2B289F7D}"/>
              </a:ext>
            </a:extLst>
          </p:cNvPr>
          <p:cNvSpPr txBox="1"/>
          <p:nvPr/>
        </p:nvSpPr>
        <p:spPr>
          <a:xfrm>
            <a:off x="2277402" y="2762183"/>
            <a:ext cx="430887" cy="1496713"/>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tx1"/>
                </a:solidFill>
              </a:rPr>
              <a:t>3.</a:t>
            </a:r>
            <a:r>
              <a:rPr lang="zh-CN" altLang="en-US">
                <a:solidFill>
                  <a:schemeClr val="tx1"/>
                </a:solidFill>
              </a:rPr>
              <a:t>语法分析</a:t>
            </a:r>
            <a:r>
              <a:rPr lang="zh-CN" altLang="en-US" dirty="0">
                <a:solidFill>
                  <a:schemeClr val="tx1"/>
                </a:solidFill>
              </a:rPr>
              <a:t>器</a:t>
            </a:r>
          </a:p>
        </p:txBody>
      </p:sp>
      <p:cxnSp>
        <p:nvCxnSpPr>
          <p:cNvPr id="142" name="直接箭头连接符 141">
            <a:extLst>
              <a:ext uri="{FF2B5EF4-FFF2-40B4-BE49-F238E27FC236}">
                <a16:creationId xmlns:a16="http://schemas.microsoft.com/office/drawing/2014/main" id="{3B16CF5D-3BB8-D2E2-2263-9CF14D990AEF}"/>
              </a:ext>
            </a:extLst>
          </p:cNvPr>
          <p:cNvCxnSpPr>
            <a:cxnSpLocks/>
          </p:cNvCxnSpPr>
          <p:nvPr/>
        </p:nvCxnSpPr>
        <p:spPr>
          <a:xfrm>
            <a:off x="2708289" y="3510540"/>
            <a:ext cx="41874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3" name="文本框 142">
            <a:extLst>
              <a:ext uri="{FF2B5EF4-FFF2-40B4-BE49-F238E27FC236}">
                <a16:creationId xmlns:a16="http://schemas.microsoft.com/office/drawing/2014/main" id="{6F2010CC-3F03-F65C-F078-CD1100EA7E94}"/>
              </a:ext>
            </a:extLst>
          </p:cNvPr>
          <p:cNvSpPr txBox="1"/>
          <p:nvPr/>
        </p:nvSpPr>
        <p:spPr>
          <a:xfrm>
            <a:off x="3125001" y="2578576"/>
            <a:ext cx="677108" cy="1863928"/>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2"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schemeClr val="tx1"/>
                </a:solidFill>
              </a:rPr>
              <a:t>语义分析器</a:t>
            </a:r>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包含 </a:t>
            </a:r>
            <a:r>
              <a:rPr lang="en-US" altLang="zh-CN" dirty="0">
                <a:solidFill>
                  <a:schemeClr val="tx1"/>
                </a:solidFill>
              </a:rPr>
              <a:t>5.</a:t>
            </a:r>
            <a:r>
              <a:rPr lang="zh-CN" altLang="en-US" dirty="0">
                <a:solidFill>
                  <a:schemeClr val="tx1"/>
                </a:solidFill>
              </a:rPr>
              <a:t> 类型检查</a:t>
            </a:r>
            <a:endParaRPr lang="en-US" altLang="zh-CN" dirty="0">
              <a:solidFill>
                <a:schemeClr val="tx1"/>
              </a:solidFill>
            </a:endParaRPr>
          </a:p>
        </p:txBody>
      </p:sp>
      <p:cxnSp>
        <p:nvCxnSpPr>
          <p:cNvPr id="144" name="直接箭头连接符 143">
            <a:extLst>
              <a:ext uri="{FF2B5EF4-FFF2-40B4-BE49-F238E27FC236}">
                <a16:creationId xmlns:a16="http://schemas.microsoft.com/office/drawing/2014/main" id="{C066B574-A805-D560-F1A1-9EFFE3109DE0}"/>
              </a:ext>
            </a:extLst>
          </p:cNvPr>
          <p:cNvCxnSpPr>
            <a:cxnSpLocks/>
          </p:cNvCxnSpPr>
          <p:nvPr/>
        </p:nvCxnSpPr>
        <p:spPr>
          <a:xfrm>
            <a:off x="3802109" y="3510541"/>
            <a:ext cx="4316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5" name="文本框 144">
            <a:extLst>
              <a:ext uri="{FF2B5EF4-FFF2-40B4-BE49-F238E27FC236}">
                <a16:creationId xmlns:a16="http://schemas.microsoft.com/office/drawing/2014/main" id="{8C1B9D2A-CD20-F619-F3BD-937952509586}"/>
              </a:ext>
            </a:extLst>
          </p:cNvPr>
          <p:cNvSpPr txBox="1"/>
          <p:nvPr/>
        </p:nvSpPr>
        <p:spPr>
          <a:xfrm>
            <a:off x="4235289" y="2614808"/>
            <a:ext cx="430887" cy="1791466"/>
          </a:xfrm>
          <a:prstGeom prst="roundRect">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2500"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t>7.</a:t>
            </a:r>
            <a:r>
              <a:rPr lang="zh-CN" altLang="en-US"/>
              <a:t>中间代码生成器</a:t>
            </a:r>
            <a:endParaRPr lang="en-US" altLang="zh-CN" dirty="0"/>
          </a:p>
        </p:txBody>
      </p:sp>
      <p:sp>
        <p:nvSpPr>
          <p:cNvPr id="146" name="文本框 145">
            <a:extLst>
              <a:ext uri="{FF2B5EF4-FFF2-40B4-BE49-F238E27FC236}">
                <a16:creationId xmlns:a16="http://schemas.microsoft.com/office/drawing/2014/main" id="{57D259ED-86CB-BDAE-5987-B46CAA8A63EC}"/>
              </a:ext>
            </a:extLst>
          </p:cNvPr>
          <p:cNvSpPr txBox="1"/>
          <p:nvPr/>
        </p:nvSpPr>
        <p:spPr>
          <a:xfrm>
            <a:off x="935562" y="2804342"/>
            <a:ext cx="430887" cy="707886"/>
          </a:xfrm>
          <a:prstGeom prst="rect">
            <a:avLst/>
          </a:prstGeom>
          <a:noFill/>
        </p:spPr>
        <p:txBody>
          <a:bodyPr vert="eaVert" wrap="none" rtlCol="0">
            <a:spAutoFit/>
          </a:bodyPr>
          <a:lstStyle/>
          <a:p>
            <a:r>
              <a:rPr lang="zh-CN" altLang="en-US" sz="1600" dirty="0">
                <a:solidFill>
                  <a:schemeClr val="accent6"/>
                </a:solidFill>
              </a:rPr>
              <a:t>符号流</a:t>
            </a:r>
          </a:p>
        </p:txBody>
      </p:sp>
      <p:sp>
        <p:nvSpPr>
          <p:cNvPr id="147" name="文本框 146">
            <a:extLst>
              <a:ext uri="{FF2B5EF4-FFF2-40B4-BE49-F238E27FC236}">
                <a16:creationId xmlns:a16="http://schemas.microsoft.com/office/drawing/2014/main" id="{61E3FC88-B9F6-7313-80E6-282CCD1E8B08}"/>
              </a:ext>
            </a:extLst>
          </p:cNvPr>
          <p:cNvSpPr txBox="1"/>
          <p:nvPr/>
        </p:nvSpPr>
        <p:spPr>
          <a:xfrm>
            <a:off x="1802650" y="2804343"/>
            <a:ext cx="430887" cy="707886"/>
          </a:xfrm>
          <a:prstGeom prst="rect">
            <a:avLst/>
          </a:prstGeom>
          <a:noFill/>
        </p:spPr>
        <p:txBody>
          <a:bodyPr vert="eaVert" wrap="none" rtlCol="0">
            <a:spAutoFit/>
          </a:bodyPr>
          <a:lstStyle/>
          <a:p>
            <a:r>
              <a:rPr lang="zh-CN" altLang="en-US" sz="1600" dirty="0">
                <a:solidFill>
                  <a:schemeClr val="accent6"/>
                </a:solidFill>
              </a:rPr>
              <a:t>记号流</a:t>
            </a:r>
          </a:p>
        </p:txBody>
      </p:sp>
      <p:sp>
        <p:nvSpPr>
          <p:cNvPr id="148" name="文本框 147">
            <a:extLst>
              <a:ext uri="{FF2B5EF4-FFF2-40B4-BE49-F238E27FC236}">
                <a16:creationId xmlns:a16="http://schemas.microsoft.com/office/drawing/2014/main" id="{ECC0EF24-A7ED-30C8-DEFF-CEB080EA0047}"/>
              </a:ext>
            </a:extLst>
          </p:cNvPr>
          <p:cNvSpPr txBox="1"/>
          <p:nvPr/>
        </p:nvSpPr>
        <p:spPr>
          <a:xfrm>
            <a:off x="388279" y="6077571"/>
            <a:ext cx="1184916" cy="338547"/>
          </a:xfrm>
          <a:prstGeom prst="rect">
            <a:avLst/>
          </a:prstGeom>
          <a:noFill/>
          <a:ln>
            <a:solidFill>
              <a:schemeClr val="tx1"/>
            </a:solidFill>
            <a:prstDash val="dash"/>
          </a:ln>
        </p:spPr>
        <p:txBody>
          <a:bodyPr vert="horz" wrap="square" rtlCol="0" anchor="ctr" anchorCtr="0">
            <a:spAutoFit/>
          </a:bodyPr>
          <a:lstStyle>
            <a:defPPr>
              <a:defRPr lang="zh-CN"/>
            </a:defPPr>
            <a:lvl1pPr algn="ctr"/>
          </a:lstStyle>
          <a:p>
            <a:r>
              <a:rPr lang="zh-CN" altLang="en-US" sz="1600" dirty="0"/>
              <a:t>预编译器</a:t>
            </a:r>
          </a:p>
        </p:txBody>
      </p:sp>
      <p:cxnSp>
        <p:nvCxnSpPr>
          <p:cNvPr id="149" name="直接箭头连接符 148">
            <a:extLst>
              <a:ext uri="{FF2B5EF4-FFF2-40B4-BE49-F238E27FC236}">
                <a16:creationId xmlns:a16="http://schemas.microsoft.com/office/drawing/2014/main" id="{34550278-43F9-1D42-16C1-A3384F58C152}"/>
              </a:ext>
            </a:extLst>
          </p:cNvPr>
          <p:cNvCxnSpPr>
            <a:cxnSpLocks/>
            <a:stCxn id="137" idx="2"/>
            <a:endCxn id="148" idx="0"/>
          </p:cNvCxnSpPr>
          <p:nvPr/>
        </p:nvCxnSpPr>
        <p:spPr>
          <a:xfrm>
            <a:off x="736793" y="4939873"/>
            <a:ext cx="243944" cy="113769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50" name="直接箭头连接符 149">
            <a:extLst>
              <a:ext uri="{FF2B5EF4-FFF2-40B4-BE49-F238E27FC236}">
                <a16:creationId xmlns:a16="http://schemas.microsoft.com/office/drawing/2014/main" id="{C8CC4CF4-6FF6-1DA9-DA6D-F1A502BB383F}"/>
              </a:ext>
            </a:extLst>
          </p:cNvPr>
          <p:cNvCxnSpPr>
            <a:cxnSpLocks/>
            <a:stCxn id="148" idx="0"/>
          </p:cNvCxnSpPr>
          <p:nvPr/>
        </p:nvCxnSpPr>
        <p:spPr>
          <a:xfrm flipV="1">
            <a:off x="980737" y="4258896"/>
            <a:ext cx="633314" cy="1818675"/>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51" name="文本框 150">
            <a:extLst>
              <a:ext uri="{FF2B5EF4-FFF2-40B4-BE49-F238E27FC236}">
                <a16:creationId xmlns:a16="http://schemas.microsoft.com/office/drawing/2014/main" id="{745BCB72-8805-8216-5E2D-1B0014D5B016}"/>
              </a:ext>
            </a:extLst>
          </p:cNvPr>
          <p:cNvSpPr txBox="1"/>
          <p:nvPr/>
        </p:nvSpPr>
        <p:spPr>
          <a:xfrm>
            <a:off x="2690179"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sp>
        <p:nvSpPr>
          <p:cNvPr id="152" name="文本框 151">
            <a:extLst>
              <a:ext uri="{FF2B5EF4-FFF2-40B4-BE49-F238E27FC236}">
                <a16:creationId xmlns:a16="http://schemas.microsoft.com/office/drawing/2014/main" id="{263394FB-3337-69D4-E2F6-3562A749973C}"/>
              </a:ext>
            </a:extLst>
          </p:cNvPr>
          <p:cNvSpPr txBox="1"/>
          <p:nvPr/>
        </p:nvSpPr>
        <p:spPr>
          <a:xfrm>
            <a:off x="3770082"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cxnSp>
        <p:nvCxnSpPr>
          <p:cNvPr id="153" name="直接箭头连接符 152">
            <a:extLst>
              <a:ext uri="{FF2B5EF4-FFF2-40B4-BE49-F238E27FC236}">
                <a16:creationId xmlns:a16="http://schemas.microsoft.com/office/drawing/2014/main" id="{5F39138F-5F5A-11EA-F544-39D9791D06D2}"/>
              </a:ext>
            </a:extLst>
          </p:cNvPr>
          <p:cNvCxnSpPr>
            <a:cxnSpLocks/>
          </p:cNvCxnSpPr>
          <p:nvPr/>
        </p:nvCxnSpPr>
        <p:spPr>
          <a:xfrm>
            <a:off x="4666176" y="3510541"/>
            <a:ext cx="37677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4" name="椭圆 153">
            <a:extLst>
              <a:ext uri="{FF2B5EF4-FFF2-40B4-BE49-F238E27FC236}">
                <a16:creationId xmlns:a16="http://schemas.microsoft.com/office/drawing/2014/main" id="{DF94B4E3-19B7-9AC9-7579-2C9DE88AAF4D}"/>
              </a:ext>
            </a:extLst>
          </p:cNvPr>
          <p:cNvSpPr/>
          <p:nvPr/>
        </p:nvSpPr>
        <p:spPr>
          <a:xfrm>
            <a:off x="5044492" y="2870826"/>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sp>
        <p:nvSpPr>
          <p:cNvPr id="155" name="文本框 154">
            <a:extLst>
              <a:ext uri="{FF2B5EF4-FFF2-40B4-BE49-F238E27FC236}">
                <a16:creationId xmlns:a16="http://schemas.microsoft.com/office/drawing/2014/main" id="{249B9BD2-2040-F5EA-934B-C364AB48CD05}"/>
              </a:ext>
            </a:extLst>
          </p:cNvPr>
          <p:cNvSpPr txBox="1"/>
          <p:nvPr/>
        </p:nvSpPr>
        <p:spPr>
          <a:xfrm>
            <a:off x="2438885" y="4938429"/>
            <a:ext cx="1210588" cy="707886"/>
          </a:xfrm>
          <a:prstGeom prst="rect">
            <a:avLst/>
          </a:prstGeom>
          <a:noFill/>
        </p:spPr>
        <p:txBody>
          <a:bodyPr wrap="none" rtlCol="0">
            <a:spAutoFit/>
          </a:bodyPr>
          <a:lstStyle/>
          <a:p>
            <a:pPr algn="ctr"/>
            <a:r>
              <a:rPr lang="zh-CN" altLang="en-US" sz="2000" b="1" dirty="0">
                <a:solidFill>
                  <a:schemeClr val="accent6"/>
                </a:solidFill>
              </a:rPr>
              <a:t>前端</a:t>
            </a:r>
            <a:endParaRPr lang="en-US" altLang="zh-CN" sz="2000" b="1">
              <a:solidFill>
                <a:schemeClr val="accent6"/>
              </a:solidFill>
            </a:endParaRPr>
          </a:p>
          <a:p>
            <a:pPr algn="ctr"/>
            <a:r>
              <a:rPr lang="zh-CN" altLang="en-US" sz="2000" b="1">
                <a:solidFill>
                  <a:schemeClr val="accent6"/>
                </a:solidFill>
              </a:rPr>
              <a:t>（</a:t>
            </a:r>
            <a:r>
              <a:rPr lang="zh-CN" altLang="en-US" sz="2000" b="1" dirty="0">
                <a:solidFill>
                  <a:schemeClr val="accent6"/>
                </a:solidFill>
              </a:rPr>
              <a:t>分析）</a:t>
            </a:r>
          </a:p>
        </p:txBody>
      </p:sp>
      <p:sp>
        <p:nvSpPr>
          <p:cNvPr id="156" name="文本框 155">
            <a:extLst>
              <a:ext uri="{FF2B5EF4-FFF2-40B4-BE49-F238E27FC236}">
                <a16:creationId xmlns:a16="http://schemas.microsoft.com/office/drawing/2014/main" id="{FE84DDFC-5986-3219-7234-2A2353BA226B}"/>
              </a:ext>
            </a:extLst>
          </p:cNvPr>
          <p:cNvSpPr txBox="1"/>
          <p:nvPr/>
        </p:nvSpPr>
        <p:spPr>
          <a:xfrm>
            <a:off x="5777921"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独立于机器的代码优化器</a:t>
            </a:r>
          </a:p>
        </p:txBody>
      </p:sp>
      <p:cxnSp>
        <p:nvCxnSpPr>
          <p:cNvPr id="157" name="直接箭头连接符 156">
            <a:extLst>
              <a:ext uri="{FF2B5EF4-FFF2-40B4-BE49-F238E27FC236}">
                <a16:creationId xmlns:a16="http://schemas.microsoft.com/office/drawing/2014/main" id="{8F137F26-8331-5F03-DD0F-E74B56CC2ECE}"/>
              </a:ext>
            </a:extLst>
          </p:cNvPr>
          <p:cNvCxnSpPr>
            <a:cxnSpLocks/>
          </p:cNvCxnSpPr>
          <p:nvPr/>
        </p:nvCxnSpPr>
        <p:spPr>
          <a:xfrm>
            <a:off x="5540441" y="3506446"/>
            <a:ext cx="2391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8" name="直接箭头连接符 157">
            <a:extLst>
              <a:ext uri="{FF2B5EF4-FFF2-40B4-BE49-F238E27FC236}">
                <a16:creationId xmlns:a16="http://schemas.microsoft.com/office/drawing/2014/main" id="{BE85D4D0-5CCE-7A74-9D05-1CF24FD7A999}"/>
              </a:ext>
            </a:extLst>
          </p:cNvPr>
          <p:cNvCxnSpPr>
            <a:cxnSpLocks/>
          </p:cNvCxnSpPr>
          <p:nvPr/>
        </p:nvCxnSpPr>
        <p:spPr>
          <a:xfrm>
            <a:off x="6201038" y="3510537"/>
            <a:ext cx="22981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9" name="椭圆 158">
            <a:extLst>
              <a:ext uri="{FF2B5EF4-FFF2-40B4-BE49-F238E27FC236}">
                <a16:creationId xmlns:a16="http://schemas.microsoft.com/office/drawing/2014/main" id="{D57F90F8-F1E5-2AD7-92E1-1DD52693BBE4}"/>
              </a:ext>
            </a:extLst>
          </p:cNvPr>
          <p:cNvSpPr/>
          <p:nvPr/>
        </p:nvSpPr>
        <p:spPr>
          <a:xfrm>
            <a:off x="6430848" y="2870825"/>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cxnSp>
        <p:nvCxnSpPr>
          <p:cNvPr id="160" name="直接箭头连接符 159">
            <a:extLst>
              <a:ext uri="{FF2B5EF4-FFF2-40B4-BE49-F238E27FC236}">
                <a16:creationId xmlns:a16="http://schemas.microsoft.com/office/drawing/2014/main" id="{792848A6-D5C6-C3E6-9785-47D2638FF9C5}"/>
              </a:ext>
            </a:extLst>
          </p:cNvPr>
          <p:cNvCxnSpPr>
            <a:cxnSpLocks/>
          </p:cNvCxnSpPr>
          <p:nvPr/>
        </p:nvCxnSpPr>
        <p:spPr>
          <a:xfrm>
            <a:off x="6926797" y="3506445"/>
            <a:ext cx="321238" cy="409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1" name="文本框 160">
            <a:extLst>
              <a:ext uri="{FF2B5EF4-FFF2-40B4-BE49-F238E27FC236}">
                <a16:creationId xmlns:a16="http://schemas.microsoft.com/office/drawing/2014/main" id="{CF5E4DD5-3D5D-09DD-EE9C-BA39B5580A24}"/>
              </a:ext>
            </a:extLst>
          </p:cNvPr>
          <p:cNvSpPr txBox="1"/>
          <p:nvPr/>
        </p:nvSpPr>
        <p:spPr>
          <a:xfrm>
            <a:off x="7247702" y="2758089"/>
            <a:ext cx="430887" cy="1496713"/>
          </a:xfrm>
          <a:prstGeom prst="rect">
            <a:avLst/>
          </a:prstGeom>
          <a:noFill/>
          <a:ln>
            <a:solidFill>
              <a:schemeClr val="tx1"/>
            </a:solidFill>
          </a:ln>
        </p:spPr>
        <p:txBody>
          <a:bodyPr vert="eaVert" wrap="square" rtlCol="0" anchor="ctr" anchorCtr="0">
            <a:spAutoFit/>
          </a:bodyPr>
          <a:lstStyle/>
          <a:p>
            <a:pPr algn="ctr"/>
            <a:r>
              <a:rPr lang="zh-CN" altLang="en-US" sz="1600" dirty="0"/>
              <a:t>代码生成器</a:t>
            </a:r>
          </a:p>
        </p:txBody>
      </p:sp>
      <p:sp>
        <p:nvSpPr>
          <p:cNvPr id="162" name="文本框 161">
            <a:extLst>
              <a:ext uri="{FF2B5EF4-FFF2-40B4-BE49-F238E27FC236}">
                <a16:creationId xmlns:a16="http://schemas.microsoft.com/office/drawing/2014/main" id="{FCB9BEE0-4D50-B56F-C21A-2C55ECFBBBA1}"/>
              </a:ext>
            </a:extLst>
          </p:cNvPr>
          <p:cNvSpPr txBox="1"/>
          <p:nvPr/>
        </p:nvSpPr>
        <p:spPr>
          <a:xfrm>
            <a:off x="8006193"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依赖于机器的代码优化器</a:t>
            </a:r>
          </a:p>
        </p:txBody>
      </p:sp>
      <p:cxnSp>
        <p:nvCxnSpPr>
          <p:cNvPr id="163" name="直接箭头连接符 162">
            <a:extLst>
              <a:ext uri="{FF2B5EF4-FFF2-40B4-BE49-F238E27FC236}">
                <a16:creationId xmlns:a16="http://schemas.microsoft.com/office/drawing/2014/main" id="{F6229FF7-D040-C7A9-534E-B74ACBBC6E20}"/>
              </a:ext>
            </a:extLst>
          </p:cNvPr>
          <p:cNvCxnSpPr>
            <a:cxnSpLocks/>
            <a:endCxn id="162" idx="1"/>
          </p:cNvCxnSpPr>
          <p:nvPr/>
        </p:nvCxnSpPr>
        <p:spPr>
          <a:xfrm>
            <a:off x="7681771" y="3502351"/>
            <a:ext cx="324421" cy="818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4" name="文本框 163">
            <a:extLst>
              <a:ext uri="{FF2B5EF4-FFF2-40B4-BE49-F238E27FC236}">
                <a16:creationId xmlns:a16="http://schemas.microsoft.com/office/drawing/2014/main" id="{72C57875-5FDB-BC80-E274-82063BCD50B2}"/>
              </a:ext>
            </a:extLst>
          </p:cNvPr>
          <p:cNvSpPr txBox="1"/>
          <p:nvPr/>
        </p:nvSpPr>
        <p:spPr>
          <a:xfrm>
            <a:off x="8663661" y="1706135"/>
            <a:ext cx="449739" cy="3604065"/>
          </a:xfrm>
          <a:prstGeom prst="rect">
            <a:avLst/>
          </a:prstGeom>
          <a:noFill/>
        </p:spPr>
        <p:txBody>
          <a:bodyPr vert="wordArtVert" wrap="none" rtlCol="0" anchor="ctr" anchorCtr="0">
            <a:spAutoFit/>
          </a:bodyPr>
          <a:lstStyle/>
          <a:p>
            <a:pPr algn="ctr"/>
            <a:r>
              <a:rPr lang="zh-CN" altLang="en-US" sz="1600" dirty="0"/>
              <a:t>目标程序</a:t>
            </a:r>
            <a:r>
              <a:rPr lang="en-US" altLang="zh-CN" sz="1600" dirty="0"/>
              <a:t>/</a:t>
            </a:r>
            <a:r>
              <a:rPr lang="zh-CN" altLang="en-US" sz="1600" dirty="0"/>
              <a:t>目标语言</a:t>
            </a:r>
            <a:r>
              <a:rPr lang="en-US" altLang="zh-CN" sz="1600" dirty="0"/>
              <a:t>/</a:t>
            </a:r>
            <a:r>
              <a:rPr lang="zh-CN" altLang="en-US" sz="1600" dirty="0"/>
              <a:t>目标代码</a:t>
            </a:r>
          </a:p>
        </p:txBody>
      </p:sp>
      <p:cxnSp>
        <p:nvCxnSpPr>
          <p:cNvPr id="165" name="直接箭头连接符 164">
            <a:extLst>
              <a:ext uri="{FF2B5EF4-FFF2-40B4-BE49-F238E27FC236}">
                <a16:creationId xmlns:a16="http://schemas.microsoft.com/office/drawing/2014/main" id="{46A449D0-506F-EE6B-8767-4972FF37F1A3}"/>
              </a:ext>
            </a:extLst>
          </p:cNvPr>
          <p:cNvCxnSpPr>
            <a:cxnSpLocks/>
          </p:cNvCxnSpPr>
          <p:nvPr/>
        </p:nvCxnSpPr>
        <p:spPr>
          <a:xfrm>
            <a:off x="8443881" y="3508165"/>
            <a:ext cx="369855" cy="23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6" name="矩形: 圆角 165">
            <a:extLst>
              <a:ext uri="{FF2B5EF4-FFF2-40B4-BE49-F238E27FC236}">
                <a16:creationId xmlns:a16="http://schemas.microsoft.com/office/drawing/2014/main" id="{46782D05-2073-2179-2FE5-09AD2DF0A034}"/>
              </a:ext>
            </a:extLst>
          </p:cNvPr>
          <p:cNvSpPr/>
          <p:nvPr/>
        </p:nvSpPr>
        <p:spPr>
          <a:xfrm>
            <a:off x="7105391" y="2112237"/>
            <a:ext cx="1478052"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68" name="文本框 167">
            <a:extLst>
              <a:ext uri="{FF2B5EF4-FFF2-40B4-BE49-F238E27FC236}">
                <a16:creationId xmlns:a16="http://schemas.microsoft.com/office/drawing/2014/main" id="{66FAF5A0-157A-5246-B9E2-AFB8B502F937}"/>
              </a:ext>
            </a:extLst>
          </p:cNvPr>
          <p:cNvSpPr txBox="1"/>
          <p:nvPr/>
        </p:nvSpPr>
        <p:spPr>
          <a:xfrm>
            <a:off x="7226492" y="4942843"/>
            <a:ext cx="1210588" cy="707886"/>
          </a:xfrm>
          <a:prstGeom prst="rect">
            <a:avLst/>
          </a:prstGeom>
          <a:noFill/>
        </p:spPr>
        <p:txBody>
          <a:bodyPr wrap="none" rtlCol="0">
            <a:spAutoFit/>
          </a:bodyPr>
          <a:lstStyle/>
          <a:p>
            <a:pPr algn="ctr"/>
            <a:r>
              <a:rPr lang="zh-CN" altLang="en-US" sz="2000" b="1" dirty="0">
                <a:solidFill>
                  <a:schemeClr val="accent6"/>
                </a:solidFill>
              </a:rPr>
              <a:t>后端</a:t>
            </a:r>
            <a:endParaRPr lang="en-US" altLang="zh-CN" sz="2000" b="1" dirty="0">
              <a:solidFill>
                <a:schemeClr val="accent6"/>
              </a:solidFill>
            </a:endParaRPr>
          </a:p>
          <a:p>
            <a:pPr algn="ctr"/>
            <a:r>
              <a:rPr lang="zh-CN" altLang="en-US" sz="2000" b="1" dirty="0">
                <a:solidFill>
                  <a:schemeClr val="accent6"/>
                </a:solidFill>
              </a:rPr>
              <a:t>（综合）</a:t>
            </a:r>
          </a:p>
        </p:txBody>
      </p:sp>
      <p:sp>
        <p:nvSpPr>
          <p:cNvPr id="172" name="矩形: 圆角 171">
            <a:extLst>
              <a:ext uri="{FF2B5EF4-FFF2-40B4-BE49-F238E27FC236}">
                <a16:creationId xmlns:a16="http://schemas.microsoft.com/office/drawing/2014/main" id="{CFDF407B-CEAE-D92B-AAA9-6E54EF6C7E93}"/>
              </a:ext>
            </a:extLst>
          </p:cNvPr>
          <p:cNvSpPr/>
          <p:nvPr/>
        </p:nvSpPr>
        <p:spPr>
          <a:xfrm>
            <a:off x="4986367" y="5044708"/>
            <a:ext cx="2091406" cy="1044563"/>
          </a:xfrm>
          <a:prstGeom prst="roundRect">
            <a:avLst>
              <a:gd name="adj" fmla="val 6525"/>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600" b="1">
                <a:solidFill>
                  <a:schemeClr val="tx1"/>
                </a:solidFill>
              </a:rPr>
              <a:t>6.</a:t>
            </a:r>
            <a:r>
              <a:rPr lang="zh-CN" altLang="en-US" sz="1600" b="1">
                <a:solidFill>
                  <a:schemeClr val="tx1"/>
                </a:solidFill>
              </a:rPr>
              <a:t>全局存储分配、</a:t>
            </a:r>
            <a:endParaRPr lang="en-US" altLang="zh-CN" sz="1600" b="1">
              <a:solidFill>
                <a:schemeClr val="tx1"/>
              </a:solidFill>
            </a:endParaRPr>
          </a:p>
          <a:p>
            <a:pPr algn="ctr" defTabSz="914354"/>
            <a:r>
              <a:rPr lang="zh-CN" altLang="en-US" sz="1600" b="1">
                <a:solidFill>
                  <a:schemeClr val="tx1"/>
                </a:solidFill>
              </a:rPr>
              <a:t>局部</a:t>
            </a:r>
            <a:r>
              <a:rPr lang="zh-CN" altLang="en-US" sz="1600" b="1" dirty="0">
                <a:solidFill>
                  <a:schemeClr val="tx1"/>
                </a:solidFill>
              </a:rPr>
              <a:t>活动</a:t>
            </a:r>
            <a:r>
              <a:rPr lang="zh-CN" altLang="en-US" sz="1600" b="1">
                <a:solidFill>
                  <a:schemeClr val="tx1"/>
                </a:solidFill>
              </a:rPr>
              <a:t>记录等</a:t>
            </a:r>
            <a:endParaRPr lang="en-US" altLang="zh-CN" sz="1600" b="1">
              <a:solidFill>
                <a:schemeClr val="tx1"/>
              </a:solidFill>
            </a:endParaRPr>
          </a:p>
          <a:p>
            <a:pPr algn="ctr" defTabSz="914354"/>
            <a:r>
              <a:rPr lang="zh-CN" altLang="en-US" sz="1600" b="1">
                <a:solidFill>
                  <a:schemeClr val="tx1"/>
                </a:solidFill>
              </a:rPr>
              <a:t>运行</a:t>
            </a:r>
            <a:r>
              <a:rPr lang="zh-CN" altLang="en-US" sz="1600" b="1" dirty="0">
                <a:solidFill>
                  <a:schemeClr val="tx1"/>
                </a:solidFill>
              </a:rPr>
              <a:t>时刻环境</a:t>
            </a:r>
          </a:p>
        </p:txBody>
      </p:sp>
      <p:cxnSp>
        <p:nvCxnSpPr>
          <p:cNvPr id="173" name="直接箭头连接符 172">
            <a:extLst>
              <a:ext uri="{FF2B5EF4-FFF2-40B4-BE49-F238E27FC236}">
                <a16:creationId xmlns:a16="http://schemas.microsoft.com/office/drawing/2014/main" id="{F63B29A3-43C2-6B26-1175-A4FE2CED3F17}"/>
              </a:ext>
            </a:extLst>
          </p:cNvPr>
          <p:cNvCxnSpPr>
            <a:cxnSpLocks/>
            <a:endCxn id="172" idx="0"/>
          </p:cNvCxnSpPr>
          <p:nvPr/>
        </p:nvCxnSpPr>
        <p:spPr>
          <a:xfrm flipH="1">
            <a:off x="6032070" y="4250707"/>
            <a:ext cx="1462510" cy="794001"/>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74" name="直接箭头连接符 173">
            <a:extLst>
              <a:ext uri="{FF2B5EF4-FFF2-40B4-BE49-F238E27FC236}">
                <a16:creationId xmlns:a16="http://schemas.microsoft.com/office/drawing/2014/main" id="{7DF9FE4C-6987-9EEE-9576-32B447B6A02B}"/>
              </a:ext>
            </a:extLst>
          </p:cNvPr>
          <p:cNvCxnSpPr>
            <a:cxnSpLocks/>
            <a:endCxn id="172" idx="0"/>
          </p:cNvCxnSpPr>
          <p:nvPr/>
        </p:nvCxnSpPr>
        <p:spPr>
          <a:xfrm flipH="1">
            <a:off x="6032070" y="4572790"/>
            <a:ext cx="1967322" cy="47191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83" name="文本框 182">
            <a:extLst>
              <a:ext uri="{FF2B5EF4-FFF2-40B4-BE49-F238E27FC236}">
                <a16:creationId xmlns:a16="http://schemas.microsoft.com/office/drawing/2014/main" id="{68F91D60-C452-2A25-73DC-23F03B9B7C01}"/>
              </a:ext>
            </a:extLst>
          </p:cNvPr>
          <p:cNvSpPr txBox="1"/>
          <p:nvPr/>
        </p:nvSpPr>
        <p:spPr>
          <a:xfrm>
            <a:off x="61593" y="2762183"/>
            <a:ext cx="437480" cy="1496713"/>
          </a:xfrm>
          <a:prstGeom prst="roundRect">
            <a:avLst>
              <a:gd name="adj" fmla="val 17217"/>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tx1"/>
                </a:solidFill>
              </a:rPr>
              <a:t>1.</a:t>
            </a:r>
            <a:r>
              <a:rPr lang="zh-CN" altLang="en-US" sz="1600" dirty="0">
                <a:solidFill>
                  <a:schemeClr val="tx1"/>
                </a:solidFill>
              </a:rPr>
              <a:t>引论</a:t>
            </a:r>
          </a:p>
        </p:txBody>
      </p:sp>
    </p:spTree>
    <p:extLst>
      <p:ext uri="{BB962C8B-B14F-4D97-AF65-F5344CB8AC3E}">
        <p14:creationId xmlns:p14="http://schemas.microsoft.com/office/powerpoint/2010/main" val="43251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4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8D50E93-397F-422F-9D32-B408D6ADFAF8}"/>
              </a:ext>
            </a:extLst>
          </p:cNvPr>
          <p:cNvSpPr>
            <a:spLocks noGrp="1" noChangeArrowheads="1"/>
          </p:cNvSpPr>
          <p:nvPr>
            <p:ph type="title"/>
          </p:nvPr>
        </p:nvSpPr>
        <p:spPr/>
        <p:txBody>
          <a:bodyPr/>
          <a:lstStyle/>
          <a:p>
            <a:pPr eaLnBrk="1" hangingPunct="1"/>
            <a:r>
              <a:rPr lang="zh-CN" altLang="en-US" dirty="0"/>
              <a:t>第七章 中间代码生成</a:t>
            </a:r>
          </a:p>
        </p:txBody>
      </p:sp>
      <p:sp>
        <p:nvSpPr>
          <p:cNvPr id="22531" name="Rectangle 3">
            <a:extLst>
              <a:ext uri="{FF2B5EF4-FFF2-40B4-BE49-F238E27FC236}">
                <a16:creationId xmlns:a16="http://schemas.microsoft.com/office/drawing/2014/main" id="{E2EA9BC0-9F6C-47FA-AD4B-C6773D9DF4D9}"/>
              </a:ext>
            </a:extLst>
          </p:cNvPr>
          <p:cNvSpPr>
            <a:spLocks noGrp="1" noChangeArrowheads="1"/>
          </p:cNvSpPr>
          <p:nvPr>
            <p:ph idx="1"/>
          </p:nvPr>
        </p:nvSpPr>
        <p:spPr/>
        <p:txBody>
          <a:bodyPr/>
          <a:lstStyle/>
          <a:p>
            <a:pPr eaLnBrk="1" hangingPunct="1"/>
            <a:r>
              <a:rPr lang="zh-CN" altLang="en-US" dirty="0"/>
              <a:t>本章内容</a:t>
            </a:r>
          </a:p>
          <a:p>
            <a:pPr lvl="1" eaLnBrk="1" hangingPunct="1"/>
            <a:r>
              <a:rPr lang="zh-CN" altLang="en-US" dirty="0">
                <a:latin typeface="宋体" panose="02010600030101010101" pitchFamily="2" charset="-122"/>
              </a:rPr>
              <a:t>介绍几种常用的中间表示</a:t>
            </a:r>
            <a:r>
              <a:rPr lang="zh-CN" altLang="en-US" dirty="0"/>
              <a:t>：</a:t>
            </a:r>
            <a:r>
              <a:rPr lang="zh-CN" altLang="en-US" dirty="0">
                <a:latin typeface="宋体" panose="02010600030101010101" pitchFamily="2" charset="-122"/>
              </a:rPr>
              <a:t>后缀表示、图形表示、三地址代码和静态单赋值形式</a:t>
            </a:r>
            <a:endParaRPr lang="zh-CN" altLang="en-US" dirty="0"/>
          </a:p>
          <a:p>
            <a:pPr lvl="1" eaLnBrk="1" hangingPunct="1"/>
            <a:r>
              <a:rPr lang="zh-CN" altLang="en-US" dirty="0">
                <a:latin typeface="宋体" panose="02010600030101010101" pitchFamily="2" charset="-122"/>
              </a:rPr>
              <a:t>用语法制导定义和翻译方案的方法来说明程序设计语言的结构怎样被翻译成中间形式</a:t>
            </a:r>
          </a:p>
        </p:txBody>
      </p:sp>
      <p:grpSp>
        <p:nvGrpSpPr>
          <p:cNvPr id="22532" name="Group 4">
            <a:extLst>
              <a:ext uri="{FF2B5EF4-FFF2-40B4-BE49-F238E27FC236}">
                <a16:creationId xmlns:a16="http://schemas.microsoft.com/office/drawing/2014/main" id="{49FE5177-88A3-4CEF-BA40-77F1ACFE8355}"/>
              </a:ext>
            </a:extLst>
          </p:cNvPr>
          <p:cNvGrpSpPr>
            <a:grpSpLocks/>
          </p:cNvGrpSpPr>
          <p:nvPr/>
        </p:nvGrpSpPr>
        <p:grpSpPr bwMode="auto">
          <a:xfrm>
            <a:off x="68263" y="4681538"/>
            <a:ext cx="8694737" cy="1947862"/>
            <a:chOff x="-245" y="2928"/>
            <a:chExt cx="5477" cy="1227"/>
          </a:xfrm>
        </p:grpSpPr>
        <p:sp>
          <p:nvSpPr>
            <p:cNvPr id="22534" name="Rectangle 5">
              <a:extLst>
                <a:ext uri="{FF2B5EF4-FFF2-40B4-BE49-F238E27FC236}">
                  <a16:creationId xmlns:a16="http://schemas.microsoft.com/office/drawing/2014/main" id="{6ADF8EFA-DFA3-490A-9A4D-1A0F7758BB6F}"/>
                </a:ext>
              </a:extLst>
            </p:cNvPr>
            <p:cNvSpPr>
              <a:spLocks noChangeArrowheads="1"/>
            </p:cNvSpPr>
            <p:nvPr/>
          </p:nvSpPr>
          <p:spPr bwMode="auto">
            <a:xfrm>
              <a:off x="768" y="2928"/>
              <a:ext cx="723" cy="103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154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分析</a:t>
              </a:r>
            </a:p>
            <a:p>
              <a:pPr algn="just">
                <a:spcBef>
                  <a:spcPct val="0"/>
                </a:spcBef>
                <a:buClrTx/>
                <a:buSzTx/>
                <a:buFontTx/>
                <a:buNone/>
              </a:pPr>
              <a:r>
                <a:rPr lang="zh-CN" altLang="en-US" sz="2800" b="0"/>
                <a:t>器</a:t>
              </a:r>
            </a:p>
          </p:txBody>
        </p:sp>
        <p:sp>
          <p:nvSpPr>
            <p:cNvPr id="22535" name="Rectangle 6">
              <a:extLst>
                <a:ext uri="{FF2B5EF4-FFF2-40B4-BE49-F238E27FC236}">
                  <a16:creationId xmlns:a16="http://schemas.microsoft.com/office/drawing/2014/main" id="{52B587EB-E297-4F78-AA92-8980B4A2B1DF}"/>
                </a:ext>
              </a:extLst>
            </p:cNvPr>
            <p:cNvSpPr>
              <a:spLocks noChangeArrowheads="1"/>
            </p:cNvSpPr>
            <p:nvPr/>
          </p:nvSpPr>
          <p:spPr bwMode="auto">
            <a:xfrm>
              <a:off x="1776" y="2928"/>
              <a:ext cx="747" cy="103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2600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静态</a:t>
              </a:r>
            </a:p>
            <a:p>
              <a:pPr algn="just">
                <a:spcBef>
                  <a:spcPct val="0"/>
                </a:spcBef>
                <a:buClrTx/>
                <a:buSzTx/>
                <a:buFontTx/>
                <a:buNone/>
              </a:pPr>
              <a:r>
                <a:rPr lang="zh-CN" altLang="en-US" sz="2800" b="0"/>
                <a:t>检查</a:t>
              </a:r>
            </a:p>
            <a:p>
              <a:pPr algn="just">
                <a:spcBef>
                  <a:spcPct val="0"/>
                </a:spcBef>
                <a:buClrTx/>
                <a:buSzTx/>
                <a:buFontTx/>
                <a:buNone/>
              </a:pPr>
              <a:r>
                <a:rPr lang="zh-CN" altLang="en-US" sz="2800" b="0"/>
                <a:t>器</a:t>
              </a:r>
            </a:p>
          </p:txBody>
        </p:sp>
        <p:sp>
          <p:nvSpPr>
            <p:cNvPr id="22536" name="Rectangle 7">
              <a:extLst>
                <a:ext uri="{FF2B5EF4-FFF2-40B4-BE49-F238E27FC236}">
                  <a16:creationId xmlns:a16="http://schemas.microsoft.com/office/drawing/2014/main" id="{2BAF0DE8-FF99-4D84-B6AA-E1A3010E6B00}"/>
                </a:ext>
              </a:extLst>
            </p:cNvPr>
            <p:cNvSpPr>
              <a:spLocks noChangeArrowheads="1"/>
            </p:cNvSpPr>
            <p:nvPr/>
          </p:nvSpPr>
          <p:spPr bwMode="auto">
            <a:xfrm>
              <a:off x="2832" y="2928"/>
              <a:ext cx="747" cy="122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5400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latin typeface="黑体" panose="02010609060101010101" pitchFamily="49" charset="-122"/>
                </a:rPr>
                <a:t>中间</a:t>
              </a:r>
            </a:p>
            <a:p>
              <a:pPr algn="just">
                <a:spcBef>
                  <a:spcPct val="0"/>
                </a:spcBef>
                <a:buClrTx/>
                <a:buSzTx/>
                <a:buFontTx/>
                <a:buNone/>
              </a:pPr>
              <a:r>
                <a:rPr lang="zh-CN" altLang="en-US" sz="2800" b="0">
                  <a:latin typeface="黑体" panose="02010609060101010101" pitchFamily="49" charset="-122"/>
                </a:rPr>
                <a:t>代码</a:t>
              </a:r>
            </a:p>
            <a:p>
              <a:pPr algn="just">
                <a:spcBef>
                  <a:spcPct val="0"/>
                </a:spcBef>
                <a:buClrTx/>
                <a:buSzTx/>
                <a:buFontTx/>
                <a:buNone/>
              </a:pPr>
              <a:r>
                <a:rPr lang="zh-CN" altLang="en-US" sz="2800" b="0">
                  <a:latin typeface="黑体" panose="02010609060101010101" pitchFamily="49" charset="-122"/>
                </a:rPr>
                <a:t>生成</a:t>
              </a:r>
            </a:p>
            <a:p>
              <a:pPr algn="just">
                <a:spcBef>
                  <a:spcPct val="0"/>
                </a:spcBef>
                <a:buClrTx/>
                <a:buSzTx/>
                <a:buFontTx/>
                <a:buNone/>
              </a:pPr>
              <a:r>
                <a:rPr lang="zh-CN" altLang="en-US" sz="2800" b="0">
                  <a:latin typeface="黑体" panose="02010609060101010101" pitchFamily="49" charset="-122"/>
                </a:rPr>
                <a:t> 器</a:t>
              </a:r>
            </a:p>
          </p:txBody>
        </p:sp>
        <p:sp>
          <p:nvSpPr>
            <p:cNvPr id="22537" name="Line 8">
              <a:extLst>
                <a:ext uri="{FF2B5EF4-FFF2-40B4-BE49-F238E27FC236}">
                  <a16:creationId xmlns:a16="http://schemas.microsoft.com/office/drawing/2014/main" id="{BB4998D3-2A47-4F05-A0D8-822F8007DA24}"/>
                </a:ext>
              </a:extLst>
            </p:cNvPr>
            <p:cNvSpPr>
              <a:spLocks noChangeShapeType="1"/>
            </p:cNvSpPr>
            <p:nvPr/>
          </p:nvSpPr>
          <p:spPr bwMode="auto">
            <a:xfrm>
              <a:off x="1488" y="3456"/>
              <a:ext cx="24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22538" name="Line 9">
              <a:extLst>
                <a:ext uri="{FF2B5EF4-FFF2-40B4-BE49-F238E27FC236}">
                  <a16:creationId xmlns:a16="http://schemas.microsoft.com/office/drawing/2014/main" id="{FF19602B-4356-4423-9D7B-7173E205A7F5}"/>
                </a:ext>
              </a:extLst>
            </p:cNvPr>
            <p:cNvSpPr>
              <a:spLocks noChangeShapeType="1"/>
            </p:cNvSpPr>
            <p:nvPr/>
          </p:nvSpPr>
          <p:spPr bwMode="auto">
            <a:xfrm>
              <a:off x="2544" y="3456"/>
              <a:ext cx="28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22539" name="Rectangle 10">
              <a:extLst>
                <a:ext uri="{FF2B5EF4-FFF2-40B4-BE49-F238E27FC236}">
                  <a16:creationId xmlns:a16="http://schemas.microsoft.com/office/drawing/2014/main" id="{B448579A-4F81-4776-A7A8-FB7ACED7D00D}"/>
                </a:ext>
              </a:extLst>
            </p:cNvPr>
            <p:cNvSpPr>
              <a:spLocks noChangeArrowheads="1"/>
            </p:cNvSpPr>
            <p:nvPr/>
          </p:nvSpPr>
          <p:spPr bwMode="auto">
            <a:xfrm>
              <a:off x="3627" y="3171"/>
              <a:ext cx="624"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dirty="0"/>
                <a:t>中间</a:t>
              </a:r>
            </a:p>
            <a:p>
              <a:pPr algn="just">
                <a:spcBef>
                  <a:spcPct val="0"/>
                </a:spcBef>
                <a:buClrTx/>
                <a:buSzTx/>
                <a:buFontTx/>
                <a:buNone/>
              </a:pPr>
              <a:r>
                <a:rPr lang="zh-CN" altLang="en-US" sz="2800" b="0" dirty="0"/>
                <a:t>代码</a:t>
              </a:r>
            </a:p>
          </p:txBody>
        </p:sp>
        <p:sp>
          <p:nvSpPr>
            <p:cNvPr id="22540" name="Rectangle 11">
              <a:extLst>
                <a:ext uri="{FF2B5EF4-FFF2-40B4-BE49-F238E27FC236}">
                  <a16:creationId xmlns:a16="http://schemas.microsoft.com/office/drawing/2014/main" id="{09F6A552-E0DF-47B1-9ED8-AA9DED5232A5}"/>
                </a:ext>
              </a:extLst>
            </p:cNvPr>
            <p:cNvSpPr>
              <a:spLocks noChangeArrowheads="1"/>
            </p:cNvSpPr>
            <p:nvPr/>
          </p:nvSpPr>
          <p:spPr bwMode="auto">
            <a:xfrm>
              <a:off x="-245" y="3295"/>
              <a:ext cx="752"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18000" t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dirty="0"/>
                <a:t>记号流</a:t>
              </a:r>
            </a:p>
          </p:txBody>
        </p:sp>
        <p:sp>
          <p:nvSpPr>
            <p:cNvPr id="22541" name="Line 12">
              <a:extLst>
                <a:ext uri="{FF2B5EF4-FFF2-40B4-BE49-F238E27FC236}">
                  <a16:creationId xmlns:a16="http://schemas.microsoft.com/office/drawing/2014/main" id="{1C4D07FA-88DB-4D4D-9C99-6430F5A51591}"/>
                </a:ext>
              </a:extLst>
            </p:cNvPr>
            <p:cNvSpPr>
              <a:spLocks noChangeShapeType="1"/>
            </p:cNvSpPr>
            <p:nvPr/>
          </p:nvSpPr>
          <p:spPr bwMode="auto">
            <a:xfrm>
              <a:off x="474" y="3461"/>
              <a:ext cx="24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22542" name="Line 13">
              <a:extLst>
                <a:ext uri="{FF2B5EF4-FFF2-40B4-BE49-F238E27FC236}">
                  <a16:creationId xmlns:a16="http://schemas.microsoft.com/office/drawing/2014/main" id="{91027EDF-A803-4B4E-BE04-B21E1A0FCA15}"/>
                </a:ext>
              </a:extLst>
            </p:cNvPr>
            <p:cNvSpPr>
              <a:spLocks noChangeShapeType="1"/>
            </p:cNvSpPr>
            <p:nvPr/>
          </p:nvSpPr>
          <p:spPr bwMode="auto">
            <a:xfrm>
              <a:off x="3600" y="3456"/>
              <a:ext cx="52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22543" name="Rectangle 14">
              <a:extLst>
                <a:ext uri="{FF2B5EF4-FFF2-40B4-BE49-F238E27FC236}">
                  <a16:creationId xmlns:a16="http://schemas.microsoft.com/office/drawing/2014/main" id="{E3AC6EF9-721E-4979-B456-9FBCEC21F550}"/>
                </a:ext>
              </a:extLst>
            </p:cNvPr>
            <p:cNvSpPr>
              <a:spLocks noChangeArrowheads="1"/>
            </p:cNvSpPr>
            <p:nvPr/>
          </p:nvSpPr>
          <p:spPr bwMode="auto">
            <a:xfrm>
              <a:off x="4176" y="2928"/>
              <a:ext cx="747" cy="103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26000" tIns="46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代码</a:t>
              </a:r>
            </a:p>
            <a:p>
              <a:pPr algn="just">
                <a:spcBef>
                  <a:spcPct val="0"/>
                </a:spcBef>
                <a:buClrTx/>
                <a:buSzTx/>
                <a:buFontTx/>
                <a:buNone/>
              </a:pPr>
              <a:r>
                <a:rPr lang="zh-CN" altLang="en-US" sz="2800" b="0"/>
                <a:t>生成</a:t>
              </a:r>
            </a:p>
            <a:p>
              <a:pPr algn="just">
                <a:spcBef>
                  <a:spcPct val="0"/>
                </a:spcBef>
                <a:buClrTx/>
                <a:buSzTx/>
                <a:buFontTx/>
                <a:buNone/>
              </a:pPr>
              <a:r>
                <a:rPr lang="zh-CN" altLang="en-US" sz="2800" b="0"/>
                <a:t>器</a:t>
              </a:r>
            </a:p>
          </p:txBody>
        </p:sp>
        <p:sp>
          <p:nvSpPr>
            <p:cNvPr id="22544" name="Line 15">
              <a:extLst>
                <a:ext uri="{FF2B5EF4-FFF2-40B4-BE49-F238E27FC236}">
                  <a16:creationId xmlns:a16="http://schemas.microsoft.com/office/drawing/2014/main" id="{99CEAE09-B70D-476C-9EC0-15DBAC9AF1EE}"/>
                </a:ext>
              </a:extLst>
            </p:cNvPr>
            <p:cNvSpPr>
              <a:spLocks noChangeShapeType="1"/>
            </p:cNvSpPr>
            <p:nvPr/>
          </p:nvSpPr>
          <p:spPr bwMode="auto">
            <a:xfrm>
              <a:off x="4944" y="3456"/>
              <a:ext cx="28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grpSp>
      <p:sp>
        <p:nvSpPr>
          <p:cNvPr id="22533" name="Text Box 17">
            <a:extLst>
              <a:ext uri="{FF2B5EF4-FFF2-40B4-BE49-F238E27FC236}">
                <a16:creationId xmlns:a16="http://schemas.microsoft.com/office/drawing/2014/main" id="{69C94467-02E9-4FF9-BB1D-7415BBD338D1}"/>
              </a:ext>
            </a:extLst>
          </p:cNvPr>
          <p:cNvSpPr txBox="1">
            <a:spLocks noChangeArrowheads="1"/>
          </p:cNvSpPr>
          <p:nvPr/>
        </p:nvSpPr>
        <p:spPr bwMode="auto">
          <a:xfrm>
            <a:off x="1209675" y="3773349"/>
            <a:ext cx="47781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0"/>
              </a:spcBef>
              <a:buFont typeface="Wingdings" panose="05000000000000000000" pitchFamily="2" charset="2"/>
              <a:buNone/>
            </a:pPr>
            <a:r>
              <a:rPr lang="zh-CN" altLang="en-US" sz="2800" b="0" dirty="0">
                <a:solidFill>
                  <a:srgbClr val="FF0000"/>
                </a:solidFill>
              </a:rPr>
              <a:t>便于：移植、优化、翻译</a:t>
            </a:r>
          </a:p>
        </p:txBody>
      </p:sp>
      <p:sp>
        <p:nvSpPr>
          <p:cNvPr id="2" name="日期占位符 1">
            <a:extLst>
              <a:ext uri="{FF2B5EF4-FFF2-40B4-BE49-F238E27FC236}">
                <a16:creationId xmlns:a16="http://schemas.microsoft.com/office/drawing/2014/main" id="{75F79145-52AE-1C35-4E19-586CF5D1A412}"/>
              </a:ext>
            </a:extLst>
          </p:cNvPr>
          <p:cNvSpPr>
            <a:spLocks noGrp="1"/>
          </p:cNvSpPr>
          <p:nvPr>
            <p:ph type="dt" sz="half" idx="10"/>
          </p:nvPr>
        </p:nvSpPr>
        <p:spPr/>
        <p:txBody>
          <a:bodyPr/>
          <a:lstStyle/>
          <a:p>
            <a:fld id="{0BFAC880-5689-41BB-AAB1-C76C339C2CD2}"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F24D9131-488E-FD78-BF3A-740F50E4E8E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238215CF-EFAC-1E58-DD88-3EA770761292}"/>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6B40E49-16D2-4097-9A6B-6E231DA33B8C}"/>
              </a:ext>
            </a:extLst>
          </p:cNvPr>
          <p:cNvSpPr>
            <a:spLocks noGrp="1" noChangeArrowheads="1"/>
          </p:cNvSpPr>
          <p:nvPr>
            <p:ph type="title"/>
          </p:nvPr>
        </p:nvSpPr>
        <p:spPr/>
        <p:txBody>
          <a:bodyPr/>
          <a:lstStyle/>
          <a:p>
            <a:pPr eaLnBrk="1" hangingPunct="1"/>
            <a:r>
              <a:rPr lang="zh-CN" altLang="en-US"/>
              <a:t>本次课内容</a:t>
            </a:r>
          </a:p>
        </p:txBody>
      </p:sp>
      <p:sp>
        <p:nvSpPr>
          <p:cNvPr id="21507" name="Rectangle 3">
            <a:extLst>
              <a:ext uri="{FF2B5EF4-FFF2-40B4-BE49-F238E27FC236}">
                <a16:creationId xmlns:a16="http://schemas.microsoft.com/office/drawing/2014/main" id="{AE8E896B-7A16-47F0-AE1D-979047BA478E}"/>
              </a:ext>
            </a:extLst>
          </p:cNvPr>
          <p:cNvSpPr>
            <a:spLocks noGrp="1" noChangeArrowheads="1"/>
          </p:cNvSpPr>
          <p:nvPr>
            <p:ph idx="1"/>
          </p:nvPr>
        </p:nvSpPr>
        <p:spPr/>
        <p:txBody>
          <a:bodyPr>
            <a:normAutofit/>
          </a:bodyPr>
          <a:lstStyle/>
          <a:p>
            <a:pPr eaLnBrk="1" hangingPunct="1"/>
            <a:r>
              <a:rPr lang="en-US" altLang="zh-CN" dirty="0"/>
              <a:t>7.1 </a:t>
            </a:r>
            <a:r>
              <a:rPr lang="zh-CN" altLang="en-US" dirty="0"/>
              <a:t>中间语言</a:t>
            </a:r>
            <a:r>
              <a:rPr lang="zh-CN" altLang="en-US" b="1" dirty="0"/>
              <a:t>（</a:t>
            </a:r>
            <a:r>
              <a:rPr lang="en-US" altLang="zh-CN" b="1" dirty="0"/>
              <a:t>IL</a:t>
            </a:r>
            <a:r>
              <a:rPr lang="zh-CN" altLang="en-US" b="1" dirty="0"/>
              <a:t>）</a:t>
            </a:r>
            <a:endParaRPr lang="en-US" altLang="zh-CN" b="1" dirty="0"/>
          </a:p>
          <a:p>
            <a:pPr lvl="1"/>
            <a:r>
              <a:rPr lang="zh-CN" altLang="en-US" dirty="0"/>
              <a:t>后缀表示、图形表示、三地址码、静态单赋值形式</a:t>
            </a:r>
            <a:endParaRPr lang="en-US" altLang="zh-CN" dirty="0"/>
          </a:p>
          <a:p>
            <a:r>
              <a:rPr lang="en-US" altLang="zh-CN" dirty="0"/>
              <a:t>7.2 </a:t>
            </a:r>
            <a:r>
              <a:rPr lang="zh-CN" altLang="en-US" dirty="0"/>
              <a:t>声明语句</a:t>
            </a:r>
            <a:endParaRPr lang="en-US" altLang="zh-CN" dirty="0"/>
          </a:p>
          <a:p>
            <a:pPr lvl="1"/>
            <a:r>
              <a:rPr lang="en-US" altLang="zh-CN" dirty="0"/>
              <a:t>7.2.1 </a:t>
            </a:r>
            <a:r>
              <a:rPr lang="zh-CN" altLang="en-US" dirty="0"/>
              <a:t>过程中的声明</a:t>
            </a:r>
            <a:endParaRPr lang="en-US" altLang="zh-CN" dirty="0"/>
          </a:p>
          <a:p>
            <a:r>
              <a:rPr lang="en-US" altLang="zh-CN" dirty="0"/>
              <a:t>7.3 </a:t>
            </a:r>
            <a:r>
              <a:rPr lang="zh-CN" altLang="en-US" dirty="0"/>
              <a:t>赋值语句</a:t>
            </a:r>
            <a:endParaRPr lang="en-US" altLang="zh-CN" dirty="0"/>
          </a:p>
          <a:p>
            <a:pPr lvl="1"/>
            <a:r>
              <a:rPr lang="en-US" altLang="zh-CN" dirty="0"/>
              <a:t>7.3.1 </a:t>
            </a:r>
            <a:r>
              <a:rPr lang="zh-CN" altLang="en-US" dirty="0"/>
              <a:t>符号表中的名字</a:t>
            </a:r>
            <a:endParaRPr lang="en-US" altLang="zh-CN" dirty="0"/>
          </a:p>
          <a:p>
            <a:pPr lvl="1"/>
            <a:r>
              <a:rPr lang="en-US" altLang="zh-CN" dirty="0"/>
              <a:t>7.3.4 </a:t>
            </a:r>
            <a:r>
              <a:rPr lang="zh-CN" altLang="en-US" dirty="0"/>
              <a:t>类型转换</a:t>
            </a:r>
          </a:p>
        </p:txBody>
      </p:sp>
      <p:sp>
        <p:nvSpPr>
          <p:cNvPr id="2" name="日期占位符 1">
            <a:extLst>
              <a:ext uri="{FF2B5EF4-FFF2-40B4-BE49-F238E27FC236}">
                <a16:creationId xmlns:a16="http://schemas.microsoft.com/office/drawing/2014/main" id="{E2424996-DE1E-4884-812B-A2C570361BC5}"/>
              </a:ext>
            </a:extLst>
          </p:cNvPr>
          <p:cNvSpPr>
            <a:spLocks noGrp="1"/>
          </p:cNvSpPr>
          <p:nvPr>
            <p:ph type="dt" sz="half" idx="10"/>
          </p:nvPr>
        </p:nvSpPr>
        <p:spPr/>
        <p:txBody>
          <a:bodyPr/>
          <a:lstStyle/>
          <a:p>
            <a:fld id="{C3DCB8D0-7D2E-45A2-A7D9-7C5471C9F88B}"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4EA622AA-05D4-3166-68AE-34544492400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CF7B0835-D06B-CD20-5485-3E067CE80AA8}"/>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76E3324-335A-A75A-B743-970F4D0BA379}"/>
              </a:ext>
            </a:extLst>
          </p:cNvPr>
          <p:cNvSpPr>
            <a:spLocks noGrp="1"/>
          </p:cNvSpPr>
          <p:nvPr>
            <p:ph type="dt" sz="half" idx="4294967295"/>
          </p:nvPr>
        </p:nvSpPr>
        <p:spPr>
          <a:xfrm>
            <a:off x="0" y="11113"/>
            <a:ext cx="3086100" cy="179387"/>
          </a:xfrm>
        </p:spPr>
        <p:txBody>
          <a:bodyPr/>
          <a:lstStyle/>
          <a:p>
            <a:fld id="{BE2A069E-933F-440D-A0A2-214A4A38F04D}"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93BFD962-E4BC-FD88-83F1-8D8A15CF245B}"/>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A7754EAC-439C-3A75-FE4D-796DB9663201}"/>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a:t>
            </a:fld>
            <a:endParaRPr lang="zh-CN" altLang="en-US"/>
          </a:p>
        </p:txBody>
      </p:sp>
      <p:sp>
        <p:nvSpPr>
          <p:cNvPr id="9" name="文本框 8">
            <a:extLst>
              <a:ext uri="{FF2B5EF4-FFF2-40B4-BE49-F238E27FC236}">
                <a16:creationId xmlns:a16="http://schemas.microsoft.com/office/drawing/2014/main" id="{D0699924-70A0-595D-08B2-2CB39A4F6A5E}"/>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关于中间代码生成在编译器中所处的角色，说法正确的是：</a:t>
            </a:r>
          </a:p>
        </p:txBody>
      </p:sp>
      <p:sp>
        <p:nvSpPr>
          <p:cNvPr id="10" name="文本框 9">
            <a:extLst>
              <a:ext uri="{FF2B5EF4-FFF2-40B4-BE49-F238E27FC236}">
                <a16:creationId xmlns:a16="http://schemas.microsoft.com/office/drawing/2014/main" id="{EA873F14-6D03-0E94-2B78-20E93485CAE5}"/>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中间代码生成属于前端部分</a:t>
            </a:r>
          </a:p>
        </p:txBody>
      </p:sp>
      <p:sp>
        <p:nvSpPr>
          <p:cNvPr id="11" name="文本框 10">
            <a:extLst>
              <a:ext uri="{FF2B5EF4-FFF2-40B4-BE49-F238E27FC236}">
                <a16:creationId xmlns:a16="http://schemas.microsoft.com/office/drawing/2014/main" id="{E09AB4D6-556B-A033-B733-A62D4C4251A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中间代码生成属于后端部分</a:t>
            </a:r>
          </a:p>
        </p:txBody>
      </p:sp>
      <p:sp>
        <p:nvSpPr>
          <p:cNvPr id="12" name="文本框 11">
            <a:extLst>
              <a:ext uri="{FF2B5EF4-FFF2-40B4-BE49-F238E27FC236}">
                <a16:creationId xmlns:a16="http://schemas.microsoft.com/office/drawing/2014/main" id="{BC3F6EEE-F30C-8E44-BEB9-9F7CF737B34F}"/>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中间代码生成不属于前端和后端部分</a:t>
            </a:r>
          </a:p>
        </p:txBody>
      </p:sp>
      <p:sp>
        <p:nvSpPr>
          <p:cNvPr id="13" name="文本框 12">
            <a:extLst>
              <a:ext uri="{FF2B5EF4-FFF2-40B4-BE49-F238E27FC236}">
                <a16:creationId xmlns:a16="http://schemas.microsoft.com/office/drawing/2014/main" id="{F4EF653D-1F84-1C5B-8432-C4D6BBB6346E}"/>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中间代码生成的输入是语法树，输出是目标代码</a:t>
            </a:r>
          </a:p>
        </p:txBody>
      </p:sp>
      <p:sp>
        <p:nvSpPr>
          <p:cNvPr id="14" name="椭圆 13">
            <a:extLst>
              <a:ext uri="{FF2B5EF4-FFF2-40B4-BE49-F238E27FC236}">
                <a16:creationId xmlns:a16="http://schemas.microsoft.com/office/drawing/2014/main" id="{25DF6727-DAF0-C5BF-29D1-EA1312FE57C8}"/>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A38E5963-F695-8DA4-8E06-6ECB600EBF08}"/>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6A75D9B6-B007-F8B6-A561-5D86A8F9C99C}"/>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190A4B70-14C4-FA2D-C30D-C51C22DE70DB}"/>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7F0BA67B-72EE-B152-EEBA-E5EA595BD78E}"/>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817DF176-F228-9E5C-E686-3F1D6ACE0F49}"/>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99E85993-0D5E-CEA9-543E-4892BF17FCDC}"/>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AB3BBE82-1426-6E22-8D7C-486D9FAB91D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31C7FE8A-1D0A-E6A8-5294-1750D9B6548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7CC01548-6F84-FB51-471B-FFEC3E95399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10781C06-23DC-9CC2-6796-8E3ACFF56FA7}"/>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8913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79BE608-277F-4913-B3B2-5BA157EF7C83}"/>
              </a:ext>
            </a:extLst>
          </p:cNvPr>
          <p:cNvSpPr>
            <a:spLocks noGrp="1" noChangeArrowheads="1"/>
          </p:cNvSpPr>
          <p:nvPr>
            <p:ph type="title"/>
          </p:nvPr>
        </p:nvSpPr>
        <p:spPr/>
        <p:txBody>
          <a:bodyPr/>
          <a:lstStyle/>
          <a:p>
            <a:pPr eaLnBrk="1" hangingPunct="1"/>
            <a:r>
              <a:rPr lang="en-US" altLang="zh-CN"/>
              <a:t>7.1 </a:t>
            </a:r>
            <a:r>
              <a:rPr lang="zh-CN" altLang="en-US"/>
              <a:t>中间语言</a:t>
            </a:r>
          </a:p>
        </p:txBody>
      </p:sp>
      <p:sp>
        <p:nvSpPr>
          <p:cNvPr id="23555" name="Rectangle 3">
            <a:extLst>
              <a:ext uri="{FF2B5EF4-FFF2-40B4-BE49-F238E27FC236}">
                <a16:creationId xmlns:a16="http://schemas.microsoft.com/office/drawing/2014/main" id="{8DD6ABAF-D31E-4FA8-A24B-777A275C7F71}"/>
              </a:ext>
            </a:extLst>
          </p:cNvPr>
          <p:cNvSpPr>
            <a:spLocks noGrp="1" noChangeArrowheads="1"/>
          </p:cNvSpPr>
          <p:nvPr>
            <p:ph idx="1"/>
          </p:nvPr>
        </p:nvSpPr>
        <p:spPr/>
        <p:txBody>
          <a:bodyPr/>
          <a:lstStyle/>
          <a:p>
            <a:pPr eaLnBrk="1" hangingPunct="1"/>
            <a:r>
              <a:rPr lang="zh-CN" altLang="en-US"/>
              <a:t>后缀表达式</a:t>
            </a:r>
          </a:p>
          <a:p>
            <a:pPr eaLnBrk="1" hangingPunct="1"/>
            <a:r>
              <a:rPr lang="zh-CN" altLang="en-US"/>
              <a:t>图形表示</a:t>
            </a:r>
          </a:p>
          <a:p>
            <a:pPr eaLnBrk="1" hangingPunct="1"/>
            <a:r>
              <a:rPr lang="zh-CN" altLang="en-US"/>
              <a:t>三地址码</a:t>
            </a:r>
            <a:endParaRPr lang="en-US" altLang="zh-CN"/>
          </a:p>
          <a:p>
            <a:pPr eaLnBrk="1" hangingPunct="1"/>
            <a:r>
              <a:rPr lang="zh-CN" altLang="en-US"/>
              <a:t>静态单赋值形式</a:t>
            </a:r>
          </a:p>
        </p:txBody>
      </p:sp>
      <p:sp>
        <p:nvSpPr>
          <p:cNvPr id="2" name="日期占位符 1">
            <a:extLst>
              <a:ext uri="{FF2B5EF4-FFF2-40B4-BE49-F238E27FC236}">
                <a16:creationId xmlns:a16="http://schemas.microsoft.com/office/drawing/2014/main" id="{46F52D12-964F-529C-D1DF-8C75DCC6CF8C}"/>
              </a:ext>
            </a:extLst>
          </p:cNvPr>
          <p:cNvSpPr>
            <a:spLocks noGrp="1"/>
          </p:cNvSpPr>
          <p:nvPr>
            <p:ph type="dt" sz="half" idx="10"/>
          </p:nvPr>
        </p:nvSpPr>
        <p:spPr/>
        <p:txBody>
          <a:bodyPr/>
          <a:lstStyle/>
          <a:p>
            <a:fld id="{736A699A-BCDC-46A0-8157-9A1D72266B7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585371C0-391F-A8D0-5958-62616383256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64E6B4F2-26B2-BB16-0E4F-43AE57DADD09}"/>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73157C5-5ABE-49F1-AFE2-6C6FDB96834A}"/>
              </a:ext>
            </a:extLst>
          </p:cNvPr>
          <p:cNvSpPr>
            <a:spLocks noGrp="1" noChangeArrowheads="1"/>
          </p:cNvSpPr>
          <p:nvPr>
            <p:ph type="title"/>
          </p:nvPr>
        </p:nvSpPr>
        <p:spPr/>
        <p:txBody>
          <a:bodyPr/>
          <a:lstStyle/>
          <a:p>
            <a:pPr eaLnBrk="1" hangingPunct="1"/>
            <a:r>
              <a:rPr lang="en-US" altLang="zh-CN"/>
              <a:t>7.1.1 </a:t>
            </a:r>
            <a:r>
              <a:rPr lang="zh-CN" altLang="en-US"/>
              <a:t>后缀表示</a:t>
            </a:r>
          </a:p>
        </p:txBody>
      </p:sp>
      <p:sp>
        <p:nvSpPr>
          <p:cNvPr id="1052675" name="Rectangle 3">
            <a:extLst>
              <a:ext uri="{FF2B5EF4-FFF2-40B4-BE49-F238E27FC236}">
                <a16:creationId xmlns:a16="http://schemas.microsoft.com/office/drawing/2014/main" id="{D9B87391-EB13-496E-95AE-74EEE876BECD}"/>
              </a:ext>
            </a:extLst>
          </p:cNvPr>
          <p:cNvSpPr>
            <a:spLocks noGrp="1" noChangeArrowheads="1"/>
          </p:cNvSpPr>
          <p:nvPr>
            <p:ph idx="1"/>
          </p:nvPr>
        </p:nvSpPr>
        <p:spPr/>
        <p:txBody>
          <a:bodyPr/>
          <a:lstStyle/>
          <a:p>
            <a:pPr eaLnBrk="1" hangingPunct="1"/>
            <a:r>
              <a:rPr lang="zh-CN" altLang="en-US">
                <a:latin typeface="宋体" panose="02010600030101010101" pitchFamily="2" charset="-122"/>
              </a:rPr>
              <a:t>表达式</a:t>
            </a:r>
            <a:r>
              <a:rPr lang="en-US" altLang="zh-CN" b="1" i="1"/>
              <a:t>E</a:t>
            </a:r>
            <a:r>
              <a:rPr lang="zh-CN" altLang="en-US">
                <a:latin typeface="宋体" panose="02010600030101010101" pitchFamily="2" charset="-122"/>
              </a:rPr>
              <a:t>的</a:t>
            </a:r>
            <a:r>
              <a:rPr lang="zh-CN" altLang="en-US"/>
              <a:t>后缀表示</a:t>
            </a:r>
            <a:r>
              <a:rPr lang="zh-CN" altLang="en-US">
                <a:latin typeface="宋体" panose="02010600030101010101" pitchFamily="2" charset="-122"/>
              </a:rPr>
              <a:t>可以如下归纳定义</a:t>
            </a:r>
          </a:p>
          <a:p>
            <a:pPr lvl="1" eaLnBrk="1" hangingPunct="1"/>
            <a:r>
              <a:rPr lang="zh-CN" altLang="en-US">
                <a:latin typeface="宋体" panose="02010600030101010101" pitchFamily="2" charset="-122"/>
              </a:rPr>
              <a:t>如果</a:t>
            </a:r>
            <a:r>
              <a:rPr lang="en-US" altLang="zh-CN" b="1" i="1"/>
              <a:t>E</a:t>
            </a:r>
            <a:r>
              <a:rPr lang="zh-CN" altLang="en-US">
                <a:latin typeface="宋体" panose="02010600030101010101" pitchFamily="2" charset="-122"/>
              </a:rPr>
              <a:t>是变量或常数，那么</a:t>
            </a:r>
            <a:r>
              <a:rPr lang="en-US" altLang="zh-CN" b="1" i="1"/>
              <a:t>E</a:t>
            </a:r>
            <a:r>
              <a:rPr lang="zh-CN" altLang="en-US">
                <a:latin typeface="宋体" panose="02010600030101010101" pitchFamily="2" charset="-122"/>
              </a:rPr>
              <a:t>的后缀表示就是</a:t>
            </a:r>
            <a:r>
              <a:rPr lang="en-US" altLang="zh-CN" b="1" i="1"/>
              <a:t>E</a:t>
            </a:r>
            <a:r>
              <a:rPr lang="zh-CN" altLang="en-US">
                <a:latin typeface="宋体" panose="02010600030101010101" pitchFamily="2" charset="-122"/>
              </a:rPr>
              <a:t>本身。</a:t>
            </a:r>
          </a:p>
          <a:p>
            <a:pPr lvl="1" eaLnBrk="1" hangingPunct="1"/>
            <a:r>
              <a:rPr lang="zh-CN" altLang="en-US"/>
              <a:t>如果</a:t>
            </a:r>
            <a:r>
              <a:rPr lang="en-US" altLang="zh-CN" b="1" i="1"/>
              <a:t>E</a:t>
            </a:r>
            <a:r>
              <a:rPr lang="zh-CN" altLang="en-US"/>
              <a:t>是形式为</a:t>
            </a:r>
            <a:r>
              <a:rPr lang="en-US" altLang="zh-CN" b="1" i="1"/>
              <a:t>E</a:t>
            </a:r>
            <a:r>
              <a:rPr lang="en-US" altLang="zh-CN" b="1" baseline="-30000"/>
              <a:t>1 </a:t>
            </a:r>
            <a:r>
              <a:rPr lang="en-US" altLang="zh-CN" b="1" i="1"/>
              <a:t>opE</a:t>
            </a:r>
            <a:r>
              <a:rPr lang="en-US" altLang="zh-CN" b="1" baseline="-30000"/>
              <a:t>2</a:t>
            </a:r>
            <a:r>
              <a:rPr lang="zh-CN" altLang="en-US"/>
              <a:t>的表达式，那么</a:t>
            </a:r>
            <a:r>
              <a:rPr lang="en-US" altLang="zh-CN" b="1" i="1"/>
              <a:t>E</a:t>
            </a:r>
            <a:r>
              <a:rPr lang="zh-CN" altLang="en-US"/>
              <a:t>的后缀表示是</a:t>
            </a:r>
            <a:r>
              <a:rPr lang="en-US" altLang="zh-CN" b="1" i="1"/>
              <a:t>E</a:t>
            </a:r>
            <a:r>
              <a:rPr lang="en-US" altLang="zh-CN" b="1" baseline="-30000"/>
              <a:t>1</a:t>
            </a:r>
            <a:r>
              <a:rPr lang="en-US" altLang="zh-CN" b="1">
                <a:sym typeface="Symbol" panose="05050102010706020507" pitchFamily="18" charset="2"/>
              </a:rPr>
              <a:t></a:t>
            </a:r>
            <a:r>
              <a:rPr lang="en-US" altLang="zh-CN" b="1" i="1"/>
              <a:t> E</a:t>
            </a:r>
            <a:r>
              <a:rPr lang="en-US" altLang="zh-CN" b="1" baseline="-30000"/>
              <a:t>2</a:t>
            </a:r>
            <a:r>
              <a:rPr lang="en-US" altLang="zh-CN" b="1">
                <a:sym typeface="Symbol" panose="05050102010706020507" pitchFamily="18" charset="2"/>
              </a:rPr>
              <a:t></a:t>
            </a:r>
            <a:r>
              <a:rPr lang="en-US" altLang="zh-CN" b="1"/>
              <a:t> </a:t>
            </a:r>
            <a:r>
              <a:rPr lang="en-US" altLang="zh-CN" b="1" i="1"/>
              <a:t>op</a:t>
            </a:r>
            <a:r>
              <a:rPr lang="zh-CN" altLang="en-US" b="1"/>
              <a:t>，</a:t>
            </a:r>
            <a:r>
              <a:rPr lang="zh-CN" altLang="en-US"/>
              <a:t>其中</a:t>
            </a:r>
            <a:r>
              <a:rPr lang="en-US" altLang="zh-CN" b="1" i="1"/>
              <a:t>E</a:t>
            </a:r>
            <a:r>
              <a:rPr lang="en-US" altLang="zh-CN" b="1" baseline="-30000"/>
              <a:t>1</a:t>
            </a:r>
            <a:r>
              <a:rPr lang="en-US" altLang="zh-CN" b="1">
                <a:sym typeface="Symbol" panose="05050102010706020507" pitchFamily="18" charset="2"/>
              </a:rPr>
              <a:t></a:t>
            </a:r>
            <a:r>
              <a:rPr lang="zh-CN" altLang="en-US"/>
              <a:t>和</a:t>
            </a:r>
            <a:r>
              <a:rPr lang="en-US" altLang="zh-CN" b="1" i="1"/>
              <a:t>E</a:t>
            </a:r>
            <a:r>
              <a:rPr lang="en-US" altLang="zh-CN" b="1" baseline="-30000"/>
              <a:t>2</a:t>
            </a:r>
            <a:r>
              <a:rPr lang="en-US" altLang="zh-CN" b="1">
                <a:sym typeface="Symbol" panose="05050102010706020507" pitchFamily="18" charset="2"/>
              </a:rPr>
              <a:t></a:t>
            </a:r>
            <a:r>
              <a:rPr lang="zh-CN" altLang="en-US"/>
              <a:t>分别是</a:t>
            </a:r>
            <a:r>
              <a:rPr lang="en-US" altLang="zh-CN" b="1" i="1"/>
              <a:t>E</a:t>
            </a:r>
            <a:r>
              <a:rPr lang="en-US" altLang="zh-CN" b="1" baseline="-30000"/>
              <a:t>1</a:t>
            </a:r>
            <a:r>
              <a:rPr lang="zh-CN" altLang="en-US"/>
              <a:t>和</a:t>
            </a:r>
            <a:r>
              <a:rPr lang="en-US" altLang="zh-CN" b="1" i="1"/>
              <a:t>E</a:t>
            </a:r>
            <a:r>
              <a:rPr lang="en-US" altLang="zh-CN" b="1" baseline="-30000"/>
              <a:t>2</a:t>
            </a:r>
            <a:r>
              <a:rPr lang="zh-CN" altLang="en-US"/>
              <a:t>的后缀表示。</a:t>
            </a:r>
          </a:p>
          <a:p>
            <a:pPr lvl="1" eaLnBrk="1" hangingPunct="1"/>
            <a:r>
              <a:rPr lang="zh-CN" altLang="en-US">
                <a:latin typeface="宋体" panose="02010600030101010101" pitchFamily="2" charset="-122"/>
              </a:rPr>
              <a:t>如果</a:t>
            </a:r>
            <a:r>
              <a:rPr lang="en-US" altLang="zh-CN" b="1" i="1"/>
              <a:t>E</a:t>
            </a:r>
            <a:r>
              <a:rPr lang="zh-CN" altLang="en-US">
                <a:latin typeface="宋体" panose="02010600030101010101" pitchFamily="2" charset="-122"/>
              </a:rPr>
              <a:t>是形式为</a:t>
            </a:r>
            <a:r>
              <a:rPr lang="en-US" altLang="zh-CN" b="1"/>
              <a:t>(</a:t>
            </a:r>
            <a:r>
              <a:rPr lang="en-US" altLang="zh-CN" b="1" i="1"/>
              <a:t>E</a:t>
            </a:r>
            <a:r>
              <a:rPr lang="en-US" altLang="zh-CN" b="1" baseline="-30000"/>
              <a:t>1</a:t>
            </a:r>
            <a:r>
              <a:rPr lang="en-US" altLang="zh-CN" b="1"/>
              <a:t>)</a:t>
            </a:r>
            <a:r>
              <a:rPr lang="zh-CN" altLang="en-US">
                <a:latin typeface="宋体" panose="02010600030101010101" pitchFamily="2" charset="-122"/>
              </a:rPr>
              <a:t>的表达式，那么</a:t>
            </a:r>
            <a:r>
              <a:rPr lang="en-US" altLang="zh-CN" b="1" i="1"/>
              <a:t>E</a:t>
            </a:r>
            <a:r>
              <a:rPr lang="en-US" altLang="zh-CN" b="1" baseline="-30000"/>
              <a:t>1</a:t>
            </a:r>
            <a:r>
              <a:rPr lang="zh-CN" altLang="en-US">
                <a:latin typeface="宋体" panose="02010600030101010101" pitchFamily="2" charset="-122"/>
              </a:rPr>
              <a:t>的后缀表示也是</a:t>
            </a:r>
            <a:r>
              <a:rPr lang="en-US" altLang="zh-CN" b="1" i="1"/>
              <a:t>E</a:t>
            </a:r>
            <a:r>
              <a:rPr lang="zh-CN" altLang="en-US">
                <a:latin typeface="宋体" panose="02010600030101010101" pitchFamily="2" charset="-122"/>
              </a:rPr>
              <a:t>的后缀表示</a:t>
            </a:r>
            <a:r>
              <a:rPr lang="zh-CN" altLang="en-US"/>
              <a:t>。</a:t>
            </a:r>
          </a:p>
        </p:txBody>
      </p:sp>
      <p:sp>
        <p:nvSpPr>
          <p:cNvPr id="2" name="日期占位符 1">
            <a:extLst>
              <a:ext uri="{FF2B5EF4-FFF2-40B4-BE49-F238E27FC236}">
                <a16:creationId xmlns:a16="http://schemas.microsoft.com/office/drawing/2014/main" id="{60022992-68DD-618B-8A9C-617253B8E45A}"/>
              </a:ext>
            </a:extLst>
          </p:cNvPr>
          <p:cNvSpPr>
            <a:spLocks noGrp="1"/>
          </p:cNvSpPr>
          <p:nvPr>
            <p:ph type="dt" sz="half" idx="10"/>
          </p:nvPr>
        </p:nvSpPr>
        <p:spPr/>
        <p:txBody>
          <a:bodyPr/>
          <a:lstStyle/>
          <a:p>
            <a:fld id="{5B75612A-3AB3-4C93-9A82-008FAFB31975}"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3D2D6E75-9C8D-8068-F542-7542A67B78A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4C679B19-CDD1-9AA1-0BD3-B3B3F9A53DC7}"/>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5267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52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71D11A9-5E20-4092-8A60-AEC7CDA55932}"/>
              </a:ext>
            </a:extLst>
          </p:cNvPr>
          <p:cNvSpPr>
            <a:spLocks noGrp="1" noChangeArrowheads="1"/>
          </p:cNvSpPr>
          <p:nvPr>
            <p:ph type="title"/>
          </p:nvPr>
        </p:nvSpPr>
        <p:spPr/>
        <p:txBody>
          <a:bodyPr/>
          <a:lstStyle/>
          <a:p>
            <a:pPr eaLnBrk="1" hangingPunct="1"/>
            <a:r>
              <a:rPr lang="en-US" altLang="zh-CN" dirty="0"/>
              <a:t>7.1.1 </a:t>
            </a:r>
            <a:r>
              <a:rPr lang="zh-CN" altLang="en-US" dirty="0"/>
              <a:t>后缀表示</a:t>
            </a:r>
          </a:p>
        </p:txBody>
      </p:sp>
      <p:sp>
        <p:nvSpPr>
          <p:cNvPr id="1053699" name="Rectangle 3">
            <a:extLst>
              <a:ext uri="{FF2B5EF4-FFF2-40B4-BE49-F238E27FC236}">
                <a16:creationId xmlns:a16="http://schemas.microsoft.com/office/drawing/2014/main" id="{895F99D0-0890-4885-935B-D87FBD614138}"/>
              </a:ext>
            </a:extLst>
          </p:cNvPr>
          <p:cNvSpPr>
            <a:spLocks noGrp="1" noChangeArrowheads="1"/>
          </p:cNvSpPr>
          <p:nvPr>
            <p:ph idx="1"/>
          </p:nvPr>
        </p:nvSpPr>
        <p:spPr/>
        <p:txBody>
          <a:bodyPr/>
          <a:lstStyle/>
          <a:p>
            <a:pPr eaLnBrk="1" hangingPunct="1">
              <a:lnSpc>
                <a:spcPct val="90000"/>
              </a:lnSpc>
            </a:pPr>
            <a:r>
              <a:rPr lang="zh-CN" altLang="en-US">
                <a:latin typeface="宋体" panose="02010600030101010101" pitchFamily="2" charset="-122"/>
              </a:rPr>
              <a:t>后缀表示不需要括号</a:t>
            </a:r>
          </a:p>
          <a:p>
            <a:pPr eaLnBrk="1" hangingPunct="1">
              <a:lnSpc>
                <a:spcPct val="90000"/>
              </a:lnSpc>
              <a:buFont typeface="Wingdings" panose="05000000000000000000" pitchFamily="2" charset="2"/>
              <a:buNone/>
            </a:pPr>
            <a:r>
              <a:rPr lang="zh-CN" altLang="en-US" b="1"/>
              <a:t>	</a:t>
            </a:r>
            <a:r>
              <a:rPr lang="en-US" altLang="zh-CN" b="1"/>
              <a:t>(8 </a:t>
            </a:r>
            <a:r>
              <a:rPr lang="en-US" altLang="zh-CN" b="1">
                <a:sym typeface="Symbol" panose="05050102010706020507" pitchFamily="18" charset="2"/>
              </a:rPr>
              <a:t></a:t>
            </a:r>
            <a:r>
              <a:rPr lang="en-US" altLang="zh-CN" b="1"/>
              <a:t> 4) + 2 </a:t>
            </a:r>
            <a:r>
              <a:rPr lang="zh-CN" altLang="en-US"/>
              <a:t>的后缀表示是</a:t>
            </a:r>
            <a:r>
              <a:rPr lang="en-US" altLang="zh-CN" b="1"/>
              <a:t>8 4 </a:t>
            </a:r>
            <a:r>
              <a:rPr lang="en-US" altLang="zh-CN" b="1">
                <a:sym typeface="Symbol" panose="05050102010706020507" pitchFamily="18" charset="2"/>
              </a:rPr>
              <a:t></a:t>
            </a:r>
            <a:r>
              <a:rPr lang="en-US" altLang="zh-CN" b="1"/>
              <a:t>2 +</a:t>
            </a:r>
            <a:r>
              <a:rPr lang="en-US" altLang="zh-CN" b="1">
                <a:latin typeface="宋体" panose="02010600030101010101" pitchFamily="2" charset="-122"/>
              </a:rPr>
              <a:t> </a:t>
            </a:r>
          </a:p>
          <a:p>
            <a:pPr eaLnBrk="1" hangingPunct="1">
              <a:lnSpc>
                <a:spcPct val="90000"/>
              </a:lnSpc>
            </a:pPr>
            <a:r>
              <a:rPr lang="zh-CN" altLang="en-US">
                <a:latin typeface="宋体" panose="02010600030101010101" pitchFamily="2" charset="-122"/>
              </a:rPr>
              <a:t>后缀表示的最大优点是便于计算机处理表达式</a:t>
            </a:r>
            <a:endParaRPr lang="en-US" altLang="zh-CN">
              <a:latin typeface="宋体" panose="02010600030101010101" pitchFamily="2" charset="-122"/>
            </a:endParaRPr>
          </a:p>
          <a:p>
            <a:pPr lvl="1" eaLnBrk="1" hangingPunct="1">
              <a:lnSpc>
                <a:spcPct val="90000"/>
              </a:lnSpc>
            </a:pPr>
            <a:r>
              <a:rPr lang="zh-CN" altLang="en-US">
                <a:latin typeface="宋体" panose="02010600030101010101" pitchFamily="2" charset="-122"/>
              </a:rPr>
              <a:t>利用栈，自左向右扫描后缀表示，遇到运算对象压栈，遇到运算符，则从栈顶取相应个数的运算对象进行计算，再将结果压栈。</a:t>
            </a:r>
          </a:p>
          <a:p>
            <a:pPr eaLnBrk="1" hangingPunct="1">
              <a:lnSpc>
                <a:spcPct val="90000"/>
              </a:lnSpc>
            </a:pPr>
            <a:r>
              <a:rPr lang="zh-CN" altLang="en-US">
                <a:latin typeface="宋体" panose="02010600030101010101" pitchFamily="2" charset="-122"/>
              </a:rPr>
              <a:t>后缀表示也可以拓广到表示赋值语句和控制语句，但很难用栈来描述它的计算</a:t>
            </a:r>
            <a:endParaRPr lang="zh-CN" altLang="en-US"/>
          </a:p>
          <a:p>
            <a:pPr eaLnBrk="1" hangingPunct="1">
              <a:lnSpc>
                <a:spcPct val="90000"/>
              </a:lnSpc>
            </a:pPr>
            <a:endParaRPr lang="en-US" altLang="zh-CN"/>
          </a:p>
        </p:txBody>
      </p:sp>
      <p:sp>
        <p:nvSpPr>
          <p:cNvPr id="2" name="日期占位符 1">
            <a:extLst>
              <a:ext uri="{FF2B5EF4-FFF2-40B4-BE49-F238E27FC236}">
                <a16:creationId xmlns:a16="http://schemas.microsoft.com/office/drawing/2014/main" id="{8DF0934B-4A4E-9B58-BB46-FA0D65BFD8D4}"/>
              </a:ext>
            </a:extLst>
          </p:cNvPr>
          <p:cNvSpPr>
            <a:spLocks noGrp="1"/>
          </p:cNvSpPr>
          <p:nvPr>
            <p:ph type="dt" sz="half" idx="10"/>
          </p:nvPr>
        </p:nvSpPr>
        <p:spPr/>
        <p:txBody>
          <a:bodyPr/>
          <a:lstStyle/>
          <a:p>
            <a:fld id="{740FC5C1-44C1-4DE7-A2E1-FBE3F6E8C8F2}"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F38E3FF1-48F5-D304-F7E8-6783F99CF30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C17A2988-2C8B-E5D2-B997-AE7244756BFC}"/>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5369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5369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53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31B4260-400E-4830-BFB2-4ABD5622A39B}"/>
              </a:ext>
            </a:extLst>
          </p:cNvPr>
          <p:cNvSpPr>
            <a:spLocks noGrp="1" noChangeArrowheads="1"/>
          </p:cNvSpPr>
          <p:nvPr>
            <p:ph type="title"/>
          </p:nvPr>
        </p:nvSpPr>
        <p:spPr/>
        <p:txBody>
          <a:bodyPr/>
          <a:lstStyle/>
          <a:p>
            <a:pPr eaLnBrk="1" hangingPunct="1"/>
            <a:r>
              <a:rPr lang="en-US" altLang="zh-CN"/>
              <a:t>7.1.2 </a:t>
            </a:r>
            <a:r>
              <a:rPr lang="zh-CN" altLang="en-US"/>
              <a:t>图形表示</a:t>
            </a:r>
          </a:p>
        </p:txBody>
      </p:sp>
      <p:sp>
        <p:nvSpPr>
          <p:cNvPr id="26627" name="Rectangle 3">
            <a:extLst>
              <a:ext uri="{FF2B5EF4-FFF2-40B4-BE49-F238E27FC236}">
                <a16:creationId xmlns:a16="http://schemas.microsoft.com/office/drawing/2014/main" id="{AEE2E3E8-5C1B-452D-BCB8-A1E9A708F7A2}"/>
              </a:ext>
            </a:extLst>
          </p:cNvPr>
          <p:cNvSpPr>
            <a:spLocks noGrp="1" noChangeArrowheads="1"/>
          </p:cNvSpPr>
          <p:nvPr>
            <p:ph idx="1"/>
          </p:nvPr>
        </p:nvSpPr>
        <p:spPr/>
        <p:txBody>
          <a:bodyPr/>
          <a:lstStyle/>
          <a:p>
            <a:pPr eaLnBrk="1" hangingPunct="1"/>
            <a:r>
              <a:rPr lang="zh-CN" altLang="en-US">
                <a:latin typeface="宋体" panose="02010600030101010101" pitchFamily="2" charset="-122"/>
              </a:rPr>
              <a:t>语法树是一种图形化的中间表示</a:t>
            </a:r>
          </a:p>
          <a:p>
            <a:pPr eaLnBrk="1" hangingPunct="1"/>
            <a:endParaRPr lang="en-US" altLang="zh-CN">
              <a:latin typeface="宋体" panose="02010600030101010101" pitchFamily="2" charset="-122"/>
            </a:endParaRPr>
          </a:p>
        </p:txBody>
      </p:sp>
      <p:grpSp>
        <p:nvGrpSpPr>
          <p:cNvPr id="26628" name="Group 4">
            <a:extLst>
              <a:ext uri="{FF2B5EF4-FFF2-40B4-BE49-F238E27FC236}">
                <a16:creationId xmlns:a16="http://schemas.microsoft.com/office/drawing/2014/main" id="{44D5DDE1-1DC6-4F47-8A86-D0CFFB32C836}"/>
              </a:ext>
            </a:extLst>
          </p:cNvPr>
          <p:cNvGrpSpPr>
            <a:grpSpLocks/>
          </p:cNvGrpSpPr>
          <p:nvPr/>
        </p:nvGrpSpPr>
        <p:grpSpPr bwMode="auto">
          <a:xfrm>
            <a:off x="494180" y="2824163"/>
            <a:ext cx="7162800" cy="3352800"/>
            <a:chOff x="144" y="2064"/>
            <a:chExt cx="4512" cy="2112"/>
          </a:xfrm>
        </p:grpSpPr>
        <p:sp>
          <p:nvSpPr>
            <p:cNvPr id="26629" name="Rectangle 5">
              <a:extLst>
                <a:ext uri="{FF2B5EF4-FFF2-40B4-BE49-F238E27FC236}">
                  <a16:creationId xmlns:a16="http://schemas.microsoft.com/office/drawing/2014/main" id="{B501B38D-F5F0-43AB-A507-FC23B9061422}"/>
                </a:ext>
              </a:extLst>
            </p:cNvPr>
            <p:cNvSpPr>
              <a:spLocks noChangeArrowheads="1"/>
            </p:cNvSpPr>
            <p:nvPr/>
          </p:nvSpPr>
          <p:spPr bwMode="auto">
            <a:xfrm>
              <a:off x="926" y="2064"/>
              <a:ext cx="80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assign</a:t>
              </a:r>
            </a:p>
          </p:txBody>
        </p:sp>
        <p:sp>
          <p:nvSpPr>
            <p:cNvPr id="26630" name="Rectangle 6">
              <a:extLst>
                <a:ext uri="{FF2B5EF4-FFF2-40B4-BE49-F238E27FC236}">
                  <a16:creationId xmlns:a16="http://schemas.microsoft.com/office/drawing/2014/main" id="{4C804076-E461-4D48-AD4E-4CF2E8C606D7}"/>
                </a:ext>
              </a:extLst>
            </p:cNvPr>
            <p:cNvSpPr>
              <a:spLocks noChangeArrowheads="1"/>
            </p:cNvSpPr>
            <p:nvPr/>
          </p:nvSpPr>
          <p:spPr bwMode="auto">
            <a:xfrm>
              <a:off x="642" y="2330"/>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26631" name="Rectangle 7">
              <a:extLst>
                <a:ext uri="{FF2B5EF4-FFF2-40B4-BE49-F238E27FC236}">
                  <a16:creationId xmlns:a16="http://schemas.microsoft.com/office/drawing/2014/main" id="{03BEA0AD-06BC-49C1-8052-92FFDE864FA9}"/>
                </a:ext>
              </a:extLst>
            </p:cNvPr>
            <p:cNvSpPr>
              <a:spLocks noChangeArrowheads="1"/>
            </p:cNvSpPr>
            <p:nvPr/>
          </p:nvSpPr>
          <p:spPr bwMode="auto">
            <a:xfrm>
              <a:off x="1540" y="2352"/>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t>
              </a:r>
            </a:p>
          </p:txBody>
        </p:sp>
        <p:sp>
          <p:nvSpPr>
            <p:cNvPr id="26632" name="Line 8">
              <a:extLst>
                <a:ext uri="{FF2B5EF4-FFF2-40B4-BE49-F238E27FC236}">
                  <a16:creationId xmlns:a16="http://schemas.microsoft.com/office/drawing/2014/main" id="{21F43B40-7574-4089-BFC7-D1320E661F6F}"/>
                </a:ext>
              </a:extLst>
            </p:cNvPr>
            <p:cNvSpPr>
              <a:spLocks noChangeShapeType="1"/>
            </p:cNvSpPr>
            <p:nvPr/>
          </p:nvSpPr>
          <p:spPr bwMode="auto">
            <a:xfrm flipH="1">
              <a:off x="915" y="2332"/>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33" name="Line 9">
              <a:extLst>
                <a:ext uri="{FF2B5EF4-FFF2-40B4-BE49-F238E27FC236}">
                  <a16:creationId xmlns:a16="http://schemas.microsoft.com/office/drawing/2014/main" id="{6F6C7AED-440C-40BC-93DD-5BC6CDA61F15}"/>
                </a:ext>
              </a:extLst>
            </p:cNvPr>
            <p:cNvSpPr>
              <a:spLocks noChangeShapeType="1"/>
            </p:cNvSpPr>
            <p:nvPr/>
          </p:nvSpPr>
          <p:spPr bwMode="auto">
            <a:xfrm>
              <a:off x="1362" y="234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34" name="Line 10">
              <a:extLst>
                <a:ext uri="{FF2B5EF4-FFF2-40B4-BE49-F238E27FC236}">
                  <a16:creationId xmlns:a16="http://schemas.microsoft.com/office/drawing/2014/main" id="{B6663A18-496A-4730-AE34-40D400253528}"/>
                </a:ext>
              </a:extLst>
            </p:cNvPr>
            <p:cNvSpPr>
              <a:spLocks noChangeShapeType="1"/>
            </p:cNvSpPr>
            <p:nvPr/>
          </p:nvSpPr>
          <p:spPr bwMode="auto">
            <a:xfrm flipH="1">
              <a:off x="1091" y="2589"/>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35" name="Line 11">
              <a:extLst>
                <a:ext uri="{FF2B5EF4-FFF2-40B4-BE49-F238E27FC236}">
                  <a16:creationId xmlns:a16="http://schemas.microsoft.com/office/drawing/2014/main" id="{F5D72F34-111F-4E97-B272-DBB6FB5FACE9}"/>
                </a:ext>
              </a:extLst>
            </p:cNvPr>
            <p:cNvSpPr>
              <a:spLocks noChangeShapeType="1"/>
            </p:cNvSpPr>
            <p:nvPr/>
          </p:nvSpPr>
          <p:spPr bwMode="auto">
            <a:xfrm>
              <a:off x="2448" y="2990"/>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36" name="Rectangle 12">
              <a:extLst>
                <a:ext uri="{FF2B5EF4-FFF2-40B4-BE49-F238E27FC236}">
                  <a16:creationId xmlns:a16="http://schemas.microsoft.com/office/drawing/2014/main" id="{6719A396-F174-492C-85B5-3024BAD7AB31}"/>
                </a:ext>
              </a:extLst>
            </p:cNvPr>
            <p:cNvSpPr>
              <a:spLocks noChangeArrowheads="1"/>
            </p:cNvSpPr>
            <p:nvPr/>
          </p:nvSpPr>
          <p:spPr bwMode="auto">
            <a:xfrm>
              <a:off x="855" y="2761"/>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6637" name="Rectangle 13">
              <a:extLst>
                <a:ext uri="{FF2B5EF4-FFF2-40B4-BE49-F238E27FC236}">
                  <a16:creationId xmlns:a16="http://schemas.microsoft.com/office/drawing/2014/main" id="{7E0DBEDE-CEE3-4E5C-8CC4-AE2D49DB45CA}"/>
                </a:ext>
              </a:extLst>
            </p:cNvPr>
            <p:cNvSpPr>
              <a:spLocks noChangeArrowheads="1"/>
            </p:cNvSpPr>
            <p:nvPr/>
          </p:nvSpPr>
          <p:spPr bwMode="auto">
            <a:xfrm>
              <a:off x="2214" y="2783"/>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6638" name="Line 14">
              <a:extLst>
                <a:ext uri="{FF2B5EF4-FFF2-40B4-BE49-F238E27FC236}">
                  <a16:creationId xmlns:a16="http://schemas.microsoft.com/office/drawing/2014/main" id="{A966BB93-0E80-4311-AF87-22D8FE051F17}"/>
                </a:ext>
              </a:extLst>
            </p:cNvPr>
            <p:cNvSpPr>
              <a:spLocks noChangeShapeType="1"/>
            </p:cNvSpPr>
            <p:nvPr/>
          </p:nvSpPr>
          <p:spPr bwMode="auto">
            <a:xfrm flipH="1">
              <a:off x="2059" y="2989"/>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39" name="Line 15">
              <a:extLst>
                <a:ext uri="{FF2B5EF4-FFF2-40B4-BE49-F238E27FC236}">
                  <a16:creationId xmlns:a16="http://schemas.microsoft.com/office/drawing/2014/main" id="{A5A26BA8-0B69-446A-BD3F-0E91FB46C359}"/>
                </a:ext>
              </a:extLst>
            </p:cNvPr>
            <p:cNvSpPr>
              <a:spLocks noChangeShapeType="1"/>
            </p:cNvSpPr>
            <p:nvPr/>
          </p:nvSpPr>
          <p:spPr bwMode="auto">
            <a:xfrm>
              <a:off x="1787" y="2590"/>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40" name="Line 16">
              <a:extLst>
                <a:ext uri="{FF2B5EF4-FFF2-40B4-BE49-F238E27FC236}">
                  <a16:creationId xmlns:a16="http://schemas.microsoft.com/office/drawing/2014/main" id="{7230CE68-782C-45E7-82C7-A7D2459535A3}"/>
                </a:ext>
              </a:extLst>
            </p:cNvPr>
            <p:cNvSpPr>
              <a:spLocks noChangeShapeType="1"/>
            </p:cNvSpPr>
            <p:nvPr/>
          </p:nvSpPr>
          <p:spPr bwMode="auto">
            <a:xfrm>
              <a:off x="1480" y="3175"/>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41" name="Line 17">
              <a:extLst>
                <a:ext uri="{FF2B5EF4-FFF2-40B4-BE49-F238E27FC236}">
                  <a16:creationId xmlns:a16="http://schemas.microsoft.com/office/drawing/2014/main" id="{643BCE20-E5AE-43D2-AE79-B523C31052B5}"/>
                </a:ext>
              </a:extLst>
            </p:cNvPr>
            <p:cNvSpPr>
              <a:spLocks noChangeShapeType="1"/>
            </p:cNvSpPr>
            <p:nvPr/>
          </p:nvSpPr>
          <p:spPr bwMode="auto">
            <a:xfrm>
              <a:off x="1115" y="2969"/>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42" name="Line 18">
              <a:extLst>
                <a:ext uri="{FF2B5EF4-FFF2-40B4-BE49-F238E27FC236}">
                  <a16:creationId xmlns:a16="http://schemas.microsoft.com/office/drawing/2014/main" id="{02E665CB-DC73-4600-8AD2-4EFDD0747061}"/>
                </a:ext>
              </a:extLst>
            </p:cNvPr>
            <p:cNvSpPr>
              <a:spLocks noChangeShapeType="1"/>
            </p:cNvSpPr>
            <p:nvPr/>
          </p:nvSpPr>
          <p:spPr bwMode="auto">
            <a:xfrm flipH="1">
              <a:off x="702" y="2968"/>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43" name="Rectangle 19">
              <a:extLst>
                <a:ext uri="{FF2B5EF4-FFF2-40B4-BE49-F238E27FC236}">
                  <a16:creationId xmlns:a16="http://schemas.microsoft.com/office/drawing/2014/main" id="{B0431980-73DC-462E-ACE7-200BCA18B149}"/>
                </a:ext>
              </a:extLst>
            </p:cNvPr>
            <p:cNvSpPr>
              <a:spLocks noChangeArrowheads="1"/>
            </p:cNvSpPr>
            <p:nvPr/>
          </p:nvSpPr>
          <p:spPr bwMode="auto">
            <a:xfrm>
              <a:off x="1244" y="2978"/>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6644" name="Line 20">
              <a:extLst>
                <a:ext uri="{FF2B5EF4-FFF2-40B4-BE49-F238E27FC236}">
                  <a16:creationId xmlns:a16="http://schemas.microsoft.com/office/drawing/2014/main" id="{CC26E2E6-11BC-4565-91B9-43CBC0EF3DA5}"/>
                </a:ext>
              </a:extLst>
            </p:cNvPr>
            <p:cNvSpPr>
              <a:spLocks noChangeShapeType="1"/>
            </p:cNvSpPr>
            <p:nvPr/>
          </p:nvSpPr>
          <p:spPr bwMode="auto">
            <a:xfrm flipH="1">
              <a:off x="1104" y="3168"/>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45" name="Rectangle 21">
              <a:extLst>
                <a:ext uri="{FF2B5EF4-FFF2-40B4-BE49-F238E27FC236}">
                  <a16:creationId xmlns:a16="http://schemas.microsoft.com/office/drawing/2014/main" id="{ECCF55E4-93D0-442F-AD3B-FF75CAAB3F34}"/>
                </a:ext>
              </a:extLst>
            </p:cNvPr>
            <p:cNvSpPr>
              <a:spLocks noChangeArrowheads="1"/>
            </p:cNvSpPr>
            <p:nvPr/>
          </p:nvSpPr>
          <p:spPr bwMode="auto">
            <a:xfrm>
              <a:off x="490" y="339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26646" name="Rectangle 22">
              <a:extLst>
                <a:ext uri="{FF2B5EF4-FFF2-40B4-BE49-F238E27FC236}">
                  <a16:creationId xmlns:a16="http://schemas.microsoft.com/office/drawing/2014/main" id="{582C7D2A-2412-45DD-ABFB-250616AF99A7}"/>
                </a:ext>
              </a:extLst>
            </p:cNvPr>
            <p:cNvSpPr>
              <a:spLocks noChangeArrowheads="1"/>
            </p:cNvSpPr>
            <p:nvPr/>
          </p:nvSpPr>
          <p:spPr bwMode="auto">
            <a:xfrm>
              <a:off x="913" y="3202"/>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6647" name="Rectangle 23">
              <a:extLst>
                <a:ext uri="{FF2B5EF4-FFF2-40B4-BE49-F238E27FC236}">
                  <a16:creationId xmlns:a16="http://schemas.microsoft.com/office/drawing/2014/main" id="{BA5DEB1C-F839-47CC-AF95-9C94D5111EB7}"/>
                </a:ext>
              </a:extLst>
            </p:cNvPr>
            <p:cNvSpPr>
              <a:spLocks noChangeArrowheads="1"/>
            </p:cNvSpPr>
            <p:nvPr/>
          </p:nvSpPr>
          <p:spPr bwMode="auto">
            <a:xfrm>
              <a:off x="1634" y="3204"/>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6648" name="Rectangle 24">
              <a:extLst>
                <a:ext uri="{FF2B5EF4-FFF2-40B4-BE49-F238E27FC236}">
                  <a16:creationId xmlns:a16="http://schemas.microsoft.com/office/drawing/2014/main" id="{DFA3080A-AC53-4848-9D6B-25F2231985A3}"/>
                </a:ext>
              </a:extLst>
            </p:cNvPr>
            <p:cNvSpPr>
              <a:spLocks noChangeArrowheads="1"/>
            </p:cNvSpPr>
            <p:nvPr/>
          </p:nvSpPr>
          <p:spPr bwMode="auto">
            <a:xfrm>
              <a:off x="1834" y="3017"/>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6649" name="Rectangle 25">
              <a:extLst>
                <a:ext uri="{FF2B5EF4-FFF2-40B4-BE49-F238E27FC236}">
                  <a16:creationId xmlns:a16="http://schemas.microsoft.com/office/drawing/2014/main" id="{055011F6-A974-4617-9070-2497E12EF63E}"/>
                </a:ext>
              </a:extLst>
            </p:cNvPr>
            <p:cNvSpPr>
              <a:spLocks noChangeArrowheads="1"/>
            </p:cNvSpPr>
            <p:nvPr/>
          </p:nvSpPr>
          <p:spPr bwMode="auto">
            <a:xfrm>
              <a:off x="2592" y="302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6650" name="Rectangle 26">
              <a:extLst>
                <a:ext uri="{FF2B5EF4-FFF2-40B4-BE49-F238E27FC236}">
                  <a16:creationId xmlns:a16="http://schemas.microsoft.com/office/drawing/2014/main" id="{88583CFD-998F-4956-A4BA-8324D2198605}"/>
                </a:ext>
              </a:extLst>
            </p:cNvPr>
            <p:cNvSpPr>
              <a:spLocks noChangeArrowheads="1"/>
            </p:cNvSpPr>
            <p:nvPr/>
          </p:nvSpPr>
          <p:spPr bwMode="auto">
            <a:xfrm>
              <a:off x="144" y="3024"/>
              <a:ext cx="100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26651" name="Line 27">
              <a:extLst>
                <a:ext uri="{FF2B5EF4-FFF2-40B4-BE49-F238E27FC236}">
                  <a16:creationId xmlns:a16="http://schemas.microsoft.com/office/drawing/2014/main" id="{6F80ADAC-F70D-4B75-A9CF-ED49EA485303}"/>
                </a:ext>
              </a:extLst>
            </p:cNvPr>
            <p:cNvSpPr>
              <a:spLocks noChangeShapeType="1"/>
            </p:cNvSpPr>
            <p:nvPr/>
          </p:nvSpPr>
          <p:spPr bwMode="auto">
            <a:xfrm>
              <a:off x="642" y="3287"/>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6652" name="Rectangle 28">
              <a:extLst>
                <a:ext uri="{FF2B5EF4-FFF2-40B4-BE49-F238E27FC236}">
                  <a16:creationId xmlns:a16="http://schemas.microsoft.com/office/drawing/2014/main" id="{AECEAF7A-7B29-4153-9DB5-374A107D5D6E}"/>
                </a:ext>
              </a:extLst>
            </p:cNvPr>
            <p:cNvSpPr>
              <a:spLocks noChangeArrowheads="1"/>
            </p:cNvSpPr>
            <p:nvPr/>
          </p:nvSpPr>
          <p:spPr bwMode="auto">
            <a:xfrm>
              <a:off x="672" y="3600"/>
              <a:ext cx="127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 </a:t>
              </a:r>
              <a:r>
                <a:rPr lang="zh-CN" altLang="en-US" sz="2800" dirty="0"/>
                <a:t>语法树</a:t>
              </a:r>
            </a:p>
          </p:txBody>
        </p:sp>
        <p:sp>
          <p:nvSpPr>
            <p:cNvPr id="26653" name="Rectangle 29">
              <a:extLst>
                <a:ext uri="{FF2B5EF4-FFF2-40B4-BE49-F238E27FC236}">
                  <a16:creationId xmlns:a16="http://schemas.microsoft.com/office/drawing/2014/main" id="{96B453EB-E88A-45DC-90A1-6D3D952D9FA9}"/>
                </a:ext>
              </a:extLst>
            </p:cNvPr>
            <p:cNvSpPr>
              <a:spLocks noChangeArrowheads="1"/>
            </p:cNvSpPr>
            <p:nvPr/>
          </p:nvSpPr>
          <p:spPr bwMode="auto">
            <a:xfrm>
              <a:off x="1296" y="3888"/>
              <a:ext cx="33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a =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b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en-US" altLang="zh-CN" sz="2800" b="1" dirty="0">
                  <a:ea typeface="宋体" panose="02010600030101010101" pitchFamily="2" charset="-122"/>
                </a:rPr>
                <a:t> )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zh-CN" altLang="en-US" sz="2800" dirty="0"/>
                <a:t>的图形表示</a:t>
              </a:r>
            </a:p>
          </p:txBody>
        </p:sp>
      </p:grpSp>
      <p:sp>
        <p:nvSpPr>
          <p:cNvPr id="2" name="日期占位符 1">
            <a:extLst>
              <a:ext uri="{FF2B5EF4-FFF2-40B4-BE49-F238E27FC236}">
                <a16:creationId xmlns:a16="http://schemas.microsoft.com/office/drawing/2014/main" id="{2D14A25E-F9E7-845D-2422-1480CA604FE6}"/>
              </a:ext>
            </a:extLst>
          </p:cNvPr>
          <p:cNvSpPr>
            <a:spLocks noGrp="1"/>
          </p:cNvSpPr>
          <p:nvPr>
            <p:ph type="dt" sz="half" idx="10"/>
          </p:nvPr>
        </p:nvSpPr>
        <p:spPr/>
        <p:txBody>
          <a:bodyPr/>
          <a:lstStyle/>
          <a:p>
            <a:fld id="{42E4CEFE-786F-4B3A-B8D5-4A8F0F7E0BD9}"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499A051-BED8-E267-9B34-A2887D6C12C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9A31073F-6B2E-78C7-0B2C-CF0D089CB63D}"/>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69F3A0F-63A6-4A54-A146-160C0788E849}"/>
              </a:ext>
            </a:extLst>
          </p:cNvPr>
          <p:cNvSpPr>
            <a:spLocks noGrp="1" noChangeArrowheads="1"/>
          </p:cNvSpPr>
          <p:nvPr>
            <p:ph type="title"/>
          </p:nvPr>
        </p:nvSpPr>
        <p:spPr/>
        <p:txBody>
          <a:bodyPr/>
          <a:lstStyle/>
          <a:p>
            <a:pPr eaLnBrk="1" hangingPunct="1"/>
            <a:r>
              <a:rPr lang="en-US" altLang="zh-CN"/>
              <a:t>7.1.2 </a:t>
            </a:r>
            <a:r>
              <a:rPr lang="zh-CN" altLang="en-US"/>
              <a:t>图形表示</a:t>
            </a:r>
          </a:p>
        </p:txBody>
      </p:sp>
      <p:sp>
        <p:nvSpPr>
          <p:cNvPr id="27651" name="Rectangle 3">
            <a:extLst>
              <a:ext uri="{FF2B5EF4-FFF2-40B4-BE49-F238E27FC236}">
                <a16:creationId xmlns:a16="http://schemas.microsoft.com/office/drawing/2014/main" id="{6825C9F4-7A7B-4E1D-90A4-41777492EA52}"/>
              </a:ext>
            </a:extLst>
          </p:cNvPr>
          <p:cNvSpPr>
            <a:spLocks noGrp="1" noChangeArrowheads="1"/>
          </p:cNvSpPr>
          <p:nvPr>
            <p:ph idx="1"/>
          </p:nvPr>
        </p:nvSpPr>
        <p:spPr/>
        <p:txBody>
          <a:bodyPr/>
          <a:lstStyle/>
          <a:p>
            <a:pPr eaLnBrk="1" hangingPunct="1"/>
            <a:r>
              <a:rPr lang="zh-CN" altLang="en-US">
                <a:latin typeface="宋体" panose="02010600030101010101" pitchFamily="2" charset="-122"/>
              </a:rPr>
              <a:t>语法树是一种图形化的中间表示</a:t>
            </a:r>
          </a:p>
          <a:p>
            <a:pPr eaLnBrk="1" hangingPunct="1"/>
            <a:r>
              <a:rPr lang="zh-CN" altLang="en-US"/>
              <a:t>有向无环图（</a:t>
            </a:r>
            <a:r>
              <a:rPr lang="en-US" altLang="zh-CN" b="1"/>
              <a:t>DAG</a:t>
            </a:r>
            <a:r>
              <a:rPr lang="zh-CN" altLang="en-US"/>
              <a:t>）</a:t>
            </a:r>
            <a:r>
              <a:rPr lang="zh-CN" altLang="en-US">
                <a:latin typeface="宋体" panose="02010600030101010101" pitchFamily="2" charset="-122"/>
              </a:rPr>
              <a:t>也是一种中间表示</a:t>
            </a:r>
          </a:p>
        </p:txBody>
      </p:sp>
      <p:grpSp>
        <p:nvGrpSpPr>
          <p:cNvPr id="27652" name="Group 30">
            <a:extLst>
              <a:ext uri="{FF2B5EF4-FFF2-40B4-BE49-F238E27FC236}">
                <a16:creationId xmlns:a16="http://schemas.microsoft.com/office/drawing/2014/main" id="{E172D2EB-9065-41F0-8CD0-B5D74D23685F}"/>
              </a:ext>
            </a:extLst>
          </p:cNvPr>
          <p:cNvGrpSpPr>
            <a:grpSpLocks/>
          </p:cNvGrpSpPr>
          <p:nvPr/>
        </p:nvGrpSpPr>
        <p:grpSpPr bwMode="auto">
          <a:xfrm>
            <a:off x="495300" y="2824163"/>
            <a:ext cx="8153400" cy="3352800"/>
            <a:chOff x="144" y="2064"/>
            <a:chExt cx="5136" cy="2112"/>
          </a:xfrm>
        </p:grpSpPr>
        <p:sp>
          <p:nvSpPr>
            <p:cNvPr id="27654" name="Rectangle 31">
              <a:extLst>
                <a:ext uri="{FF2B5EF4-FFF2-40B4-BE49-F238E27FC236}">
                  <a16:creationId xmlns:a16="http://schemas.microsoft.com/office/drawing/2014/main" id="{F4FB3CC3-48E7-47BC-BE9B-F223F3CB1AE6}"/>
                </a:ext>
              </a:extLst>
            </p:cNvPr>
            <p:cNvSpPr>
              <a:spLocks noChangeArrowheads="1"/>
            </p:cNvSpPr>
            <p:nvPr/>
          </p:nvSpPr>
          <p:spPr bwMode="auto">
            <a:xfrm>
              <a:off x="926" y="2064"/>
              <a:ext cx="80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assign</a:t>
              </a:r>
            </a:p>
          </p:txBody>
        </p:sp>
        <p:sp>
          <p:nvSpPr>
            <p:cNvPr id="27655" name="Rectangle 32">
              <a:extLst>
                <a:ext uri="{FF2B5EF4-FFF2-40B4-BE49-F238E27FC236}">
                  <a16:creationId xmlns:a16="http://schemas.microsoft.com/office/drawing/2014/main" id="{5CE943F7-5707-410E-A931-877A3BD7FF94}"/>
                </a:ext>
              </a:extLst>
            </p:cNvPr>
            <p:cNvSpPr>
              <a:spLocks noChangeArrowheads="1"/>
            </p:cNvSpPr>
            <p:nvPr/>
          </p:nvSpPr>
          <p:spPr bwMode="auto">
            <a:xfrm>
              <a:off x="642" y="2330"/>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27656" name="Rectangle 33">
              <a:extLst>
                <a:ext uri="{FF2B5EF4-FFF2-40B4-BE49-F238E27FC236}">
                  <a16:creationId xmlns:a16="http://schemas.microsoft.com/office/drawing/2014/main" id="{FD479A82-DE3F-4D77-ADBB-4C2FA444C6A6}"/>
                </a:ext>
              </a:extLst>
            </p:cNvPr>
            <p:cNvSpPr>
              <a:spLocks noChangeArrowheads="1"/>
            </p:cNvSpPr>
            <p:nvPr/>
          </p:nvSpPr>
          <p:spPr bwMode="auto">
            <a:xfrm>
              <a:off x="1540" y="2352"/>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7657" name="Line 34">
              <a:extLst>
                <a:ext uri="{FF2B5EF4-FFF2-40B4-BE49-F238E27FC236}">
                  <a16:creationId xmlns:a16="http://schemas.microsoft.com/office/drawing/2014/main" id="{14D4FBD7-7059-48E4-9D7B-84CEB401C1D8}"/>
                </a:ext>
              </a:extLst>
            </p:cNvPr>
            <p:cNvSpPr>
              <a:spLocks noChangeShapeType="1"/>
            </p:cNvSpPr>
            <p:nvPr/>
          </p:nvSpPr>
          <p:spPr bwMode="auto">
            <a:xfrm flipH="1">
              <a:off x="915" y="2332"/>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58" name="Line 35">
              <a:extLst>
                <a:ext uri="{FF2B5EF4-FFF2-40B4-BE49-F238E27FC236}">
                  <a16:creationId xmlns:a16="http://schemas.microsoft.com/office/drawing/2014/main" id="{3596D16C-32D4-41C8-A3C2-FC092085B90E}"/>
                </a:ext>
              </a:extLst>
            </p:cNvPr>
            <p:cNvSpPr>
              <a:spLocks noChangeShapeType="1"/>
            </p:cNvSpPr>
            <p:nvPr/>
          </p:nvSpPr>
          <p:spPr bwMode="auto">
            <a:xfrm>
              <a:off x="1362" y="234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59" name="Line 36">
              <a:extLst>
                <a:ext uri="{FF2B5EF4-FFF2-40B4-BE49-F238E27FC236}">
                  <a16:creationId xmlns:a16="http://schemas.microsoft.com/office/drawing/2014/main" id="{20B76B8F-0392-4118-BD29-02A1C6EF116D}"/>
                </a:ext>
              </a:extLst>
            </p:cNvPr>
            <p:cNvSpPr>
              <a:spLocks noChangeShapeType="1"/>
            </p:cNvSpPr>
            <p:nvPr/>
          </p:nvSpPr>
          <p:spPr bwMode="auto">
            <a:xfrm flipH="1">
              <a:off x="1091" y="2589"/>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0" name="Line 37">
              <a:extLst>
                <a:ext uri="{FF2B5EF4-FFF2-40B4-BE49-F238E27FC236}">
                  <a16:creationId xmlns:a16="http://schemas.microsoft.com/office/drawing/2014/main" id="{D1AF9248-23CD-4BC1-B88F-7E777C7E1DE6}"/>
                </a:ext>
              </a:extLst>
            </p:cNvPr>
            <p:cNvSpPr>
              <a:spLocks noChangeShapeType="1"/>
            </p:cNvSpPr>
            <p:nvPr/>
          </p:nvSpPr>
          <p:spPr bwMode="auto">
            <a:xfrm>
              <a:off x="2448" y="2990"/>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1" name="Rectangle 38">
              <a:extLst>
                <a:ext uri="{FF2B5EF4-FFF2-40B4-BE49-F238E27FC236}">
                  <a16:creationId xmlns:a16="http://schemas.microsoft.com/office/drawing/2014/main" id="{A093C6D7-CD9B-4A3C-A188-6615FD1E5E91}"/>
                </a:ext>
              </a:extLst>
            </p:cNvPr>
            <p:cNvSpPr>
              <a:spLocks noChangeArrowheads="1"/>
            </p:cNvSpPr>
            <p:nvPr/>
          </p:nvSpPr>
          <p:spPr bwMode="auto">
            <a:xfrm>
              <a:off x="855" y="2761"/>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7662" name="Rectangle 39">
              <a:extLst>
                <a:ext uri="{FF2B5EF4-FFF2-40B4-BE49-F238E27FC236}">
                  <a16:creationId xmlns:a16="http://schemas.microsoft.com/office/drawing/2014/main" id="{8F1DB6F8-1A3F-4763-BA01-827B8D59D22B}"/>
                </a:ext>
              </a:extLst>
            </p:cNvPr>
            <p:cNvSpPr>
              <a:spLocks noChangeArrowheads="1"/>
            </p:cNvSpPr>
            <p:nvPr/>
          </p:nvSpPr>
          <p:spPr bwMode="auto">
            <a:xfrm>
              <a:off x="2214" y="2783"/>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7663" name="Line 40">
              <a:extLst>
                <a:ext uri="{FF2B5EF4-FFF2-40B4-BE49-F238E27FC236}">
                  <a16:creationId xmlns:a16="http://schemas.microsoft.com/office/drawing/2014/main" id="{0C27053E-AA8D-4991-AE05-06AAAA350F13}"/>
                </a:ext>
              </a:extLst>
            </p:cNvPr>
            <p:cNvSpPr>
              <a:spLocks noChangeShapeType="1"/>
            </p:cNvSpPr>
            <p:nvPr/>
          </p:nvSpPr>
          <p:spPr bwMode="auto">
            <a:xfrm flipH="1">
              <a:off x="2059" y="2989"/>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4" name="Line 41">
              <a:extLst>
                <a:ext uri="{FF2B5EF4-FFF2-40B4-BE49-F238E27FC236}">
                  <a16:creationId xmlns:a16="http://schemas.microsoft.com/office/drawing/2014/main" id="{CDC216DC-DAFB-4371-9489-4259BFABE50D}"/>
                </a:ext>
              </a:extLst>
            </p:cNvPr>
            <p:cNvSpPr>
              <a:spLocks noChangeShapeType="1"/>
            </p:cNvSpPr>
            <p:nvPr/>
          </p:nvSpPr>
          <p:spPr bwMode="auto">
            <a:xfrm>
              <a:off x="1787" y="2590"/>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5" name="Line 42">
              <a:extLst>
                <a:ext uri="{FF2B5EF4-FFF2-40B4-BE49-F238E27FC236}">
                  <a16:creationId xmlns:a16="http://schemas.microsoft.com/office/drawing/2014/main" id="{99EDD425-1CD9-411C-9EA2-BBC3B7B6ECE0}"/>
                </a:ext>
              </a:extLst>
            </p:cNvPr>
            <p:cNvSpPr>
              <a:spLocks noChangeShapeType="1"/>
            </p:cNvSpPr>
            <p:nvPr/>
          </p:nvSpPr>
          <p:spPr bwMode="auto">
            <a:xfrm>
              <a:off x="1480" y="3175"/>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6" name="Line 43">
              <a:extLst>
                <a:ext uri="{FF2B5EF4-FFF2-40B4-BE49-F238E27FC236}">
                  <a16:creationId xmlns:a16="http://schemas.microsoft.com/office/drawing/2014/main" id="{E960F5E0-1EE5-4418-94EF-7772035E0E7A}"/>
                </a:ext>
              </a:extLst>
            </p:cNvPr>
            <p:cNvSpPr>
              <a:spLocks noChangeShapeType="1"/>
            </p:cNvSpPr>
            <p:nvPr/>
          </p:nvSpPr>
          <p:spPr bwMode="auto">
            <a:xfrm>
              <a:off x="1115" y="2969"/>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7" name="Line 44">
              <a:extLst>
                <a:ext uri="{FF2B5EF4-FFF2-40B4-BE49-F238E27FC236}">
                  <a16:creationId xmlns:a16="http://schemas.microsoft.com/office/drawing/2014/main" id="{57440605-55A0-40F9-B45D-5C35BCBC3726}"/>
                </a:ext>
              </a:extLst>
            </p:cNvPr>
            <p:cNvSpPr>
              <a:spLocks noChangeShapeType="1"/>
            </p:cNvSpPr>
            <p:nvPr/>
          </p:nvSpPr>
          <p:spPr bwMode="auto">
            <a:xfrm flipH="1">
              <a:off x="702" y="2968"/>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68" name="Rectangle 45">
              <a:extLst>
                <a:ext uri="{FF2B5EF4-FFF2-40B4-BE49-F238E27FC236}">
                  <a16:creationId xmlns:a16="http://schemas.microsoft.com/office/drawing/2014/main" id="{DE69A193-4944-4788-8CBA-A5BE55CD46F7}"/>
                </a:ext>
              </a:extLst>
            </p:cNvPr>
            <p:cNvSpPr>
              <a:spLocks noChangeArrowheads="1"/>
            </p:cNvSpPr>
            <p:nvPr/>
          </p:nvSpPr>
          <p:spPr bwMode="auto">
            <a:xfrm>
              <a:off x="1244" y="2978"/>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7669" name="Line 46">
              <a:extLst>
                <a:ext uri="{FF2B5EF4-FFF2-40B4-BE49-F238E27FC236}">
                  <a16:creationId xmlns:a16="http://schemas.microsoft.com/office/drawing/2014/main" id="{A0994EEB-43C7-4721-93E0-AE3CE3798115}"/>
                </a:ext>
              </a:extLst>
            </p:cNvPr>
            <p:cNvSpPr>
              <a:spLocks noChangeShapeType="1"/>
            </p:cNvSpPr>
            <p:nvPr/>
          </p:nvSpPr>
          <p:spPr bwMode="auto">
            <a:xfrm flipH="1">
              <a:off x="1104" y="3168"/>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70" name="Rectangle 47">
              <a:extLst>
                <a:ext uri="{FF2B5EF4-FFF2-40B4-BE49-F238E27FC236}">
                  <a16:creationId xmlns:a16="http://schemas.microsoft.com/office/drawing/2014/main" id="{27BC675D-5C81-4862-9B4E-4117926E269E}"/>
                </a:ext>
              </a:extLst>
            </p:cNvPr>
            <p:cNvSpPr>
              <a:spLocks noChangeArrowheads="1"/>
            </p:cNvSpPr>
            <p:nvPr/>
          </p:nvSpPr>
          <p:spPr bwMode="auto">
            <a:xfrm>
              <a:off x="490" y="339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27671" name="Rectangle 48">
              <a:extLst>
                <a:ext uri="{FF2B5EF4-FFF2-40B4-BE49-F238E27FC236}">
                  <a16:creationId xmlns:a16="http://schemas.microsoft.com/office/drawing/2014/main" id="{94A1F20D-22BB-49C4-B794-6576DE8E609B}"/>
                </a:ext>
              </a:extLst>
            </p:cNvPr>
            <p:cNvSpPr>
              <a:spLocks noChangeArrowheads="1"/>
            </p:cNvSpPr>
            <p:nvPr/>
          </p:nvSpPr>
          <p:spPr bwMode="auto">
            <a:xfrm>
              <a:off x="913" y="3202"/>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7672" name="Rectangle 49">
              <a:extLst>
                <a:ext uri="{FF2B5EF4-FFF2-40B4-BE49-F238E27FC236}">
                  <a16:creationId xmlns:a16="http://schemas.microsoft.com/office/drawing/2014/main" id="{F116925C-2018-4441-A0BA-8644824EF91E}"/>
                </a:ext>
              </a:extLst>
            </p:cNvPr>
            <p:cNvSpPr>
              <a:spLocks noChangeArrowheads="1"/>
            </p:cNvSpPr>
            <p:nvPr/>
          </p:nvSpPr>
          <p:spPr bwMode="auto">
            <a:xfrm>
              <a:off x="1634" y="3204"/>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7673" name="Rectangle 50">
              <a:extLst>
                <a:ext uri="{FF2B5EF4-FFF2-40B4-BE49-F238E27FC236}">
                  <a16:creationId xmlns:a16="http://schemas.microsoft.com/office/drawing/2014/main" id="{574E3DDD-0E6D-4E6F-B0B9-818752F1FB1E}"/>
                </a:ext>
              </a:extLst>
            </p:cNvPr>
            <p:cNvSpPr>
              <a:spLocks noChangeArrowheads="1"/>
            </p:cNvSpPr>
            <p:nvPr/>
          </p:nvSpPr>
          <p:spPr bwMode="auto">
            <a:xfrm>
              <a:off x="1834" y="3017"/>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7674" name="Rectangle 51">
              <a:extLst>
                <a:ext uri="{FF2B5EF4-FFF2-40B4-BE49-F238E27FC236}">
                  <a16:creationId xmlns:a16="http://schemas.microsoft.com/office/drawing/2014/main" id="{E6971900-9FF7-463C-B621-F31256EE00A4}"/>
                </a:ext>
              </a:extLst>
            </p:cNvPr>
            <p:cNvSpPr>
              <a:spLocks noChangeArrowheads="1"/>
            </p:cNvSpPr>
            <p:nvPr/>
          </p:nvSpPr>
          <p:spPr bwMode="auto">
            <a:xfrm>
              <a:off x="2592" y="302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7675" name="Rectangle 52">
              <a:extLst>
                <a:ext uri="{FF2B5EF4-FFF2-40B4-BE49-F238E27FC236}">
                  <a16:creationId xmlns:a16="http://schemas.microsoft.com/office/drawing/2014/main" id="{9295BA59-8B10-4926-B854-D32A7A523937}"/>
                </a:ext>
              </a:extLst>
            </p:cNvPr>
            <p:cNvSpPr>
              <a:spLocks noChangeArrowheads="1"/>
            </p:cNvSpPr>
            <p:nvPr/>
          </p:nvSpPr>
          <p:spPr bwMode="auto">
            <a:xfrm>
              <a:off x="144" y="3024"/>
              <a:ext cx="100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27676" name="Line 53">
              <a:extLst>
                <a:ext uri="{FF2B5EF4-FFF2-40B4-BE49-F238E27FC236}">
                  <a16:creationId xmlns:a16="http://schemas.microsoft.com/office/drawing/2014/main" id="{47B677E0-0C5B-48F3-8F0D-62300B554F31}"/>
                </a:ext>
              </a:extLst>
            </p:cNvPr>
            <p:cNvSpPr>
              <a:spLocks noChangeShapeType="1"/>
            </p:cNvSpPr>
            <p:nvPr/>
          </p:nvSpPr>
          <p:spPr bwMode="auto">
            <a:xfrm>
              <a:off x="642" y="3287"/>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77" name="Rectangle 54">
              <a:extLst>
                <a:ext uri="{FF2B5EF4-FFF2-40B4-BE49-F238E27FC236}">
                  <a16:creationId xmlns:a16="http://schemas.microsoft.com/office/drawing/2014/main" id="{008E7728-E41B-4D2F-B929-A53C94C209C8}"/>
                </a:ext>
              </a:extLst>
            </p:cNvPr>
            <p:cNvSpPr>
              <a:spLocks noChangeArrowheads="1"/>
            </p:cNvSpPr>
            <p:nvPr/>
          </p:nvSpPr>
          <p:spPr bwMode="auto">
            <a:xfrm>
              <a:off x="4115" y="2064"/>
              <a:ext cx="73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assign</a:t>
              </a:r>
            </a:p>
          </p:txBody>
        </p:sp>
        <p:sp>
          <p:nvSpPr>
            <p:cNvPr id="27678" name="Rectangle 55">
              <a:extLst>
                <a:ext uri="{FF2B5EF4-FFF2-40B4-BE49-F238E27FC236}">
                  <a16:creationId xmlns:a16="http://schemas.microsoft.com/office/drawing/2014/main" id="{6FD4DCE5-3861-4615-9778-B8D879B43E57}"/>
                </a:ext>
              </a:extLst>
            </p:cNvPr>
            <p:cNvSpPr>
              <a:spLocks noChangeArrowheads="1"/>
            </p:cNvSpPr>
            <p:nvPr/>
          </p:nvSpPr>
          <p:spPr bwMode="auto">
            <a:xfrm>
              <a:off x="3831" y="2330"/>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27679" name="Rectangle 56">
              <a:extLst>
                <a:ext uri="{FF2B5EF4-FFF2-40B4-BE49-F238E27FC236}">
                  <a16:creationId xmlns:a16="http://schemas.microsoft.com/office/drawing/2014/main" id="{065F0F7D-5B2C-445E-87A3-29EF8B94336C}"/>
                </a:ext>
              </a:extLst>
            </p:cNvPr>
            <p:cNvSpPr>
              <a:spLocks noChangeArrowheads="1"/>
            </p:cNvSpPr>
            <p:nvPr/>
          </p:nvSpPr>
          <p:spPr bwMode="auto">
            <a:xfrm>
              <a:off x="4729" y="2352"/>
              <a:ext cx="3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7680" name="Line 57">
              <a:extLst>
                <a:ext uri="{FF2B5EF4-FFF2-40B4-BE49-F238E27FC236}">
                  <a16:creationId xmlns:a16="http://schemas.microsoft.com/office/drawing/2014/main" id="{17EEB783-14C0-4B98-9807-4EDD37F420FB}"/>
                </a:ext>
              </a:extLst>
            </p:cNvPr>
            <p:cNvSpPr>
              <a:spLocks noChangeShapeType="1"/>
            </p:cNvSpPr>
            <p:nvPr/>
          </p:nvSpPr>
          <p:spPr bwMode="auto">
            <a:xfrm flipH="1">
              <a:off x="4104" y="2332"/>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1" name="Line 58">
              <a:extLst>
                <a:ext uri="{FF2B5EF4-FFF2-40B4-BE49-F238E27FC236}">
                  <a16:creationId xmlns:a16="http://schemas.microsoft.com/office/drawing/2014/main" id="{72A919F8-5964-4E56-99D6-67CA2FBE186F}"/>
                </a:ext>
              </a:extLst>
            </p:cNvPr>
            <p:cNvSpPr>
              <a:spLocks noChangeShapeType="1"/>
            </p:cNvSpPr>
            <p:nvPr/>
          </p:nvSpPr>
          <p:spPr bwMode="auto">
            <a:xfrm>
              <a:off x="4551" y="234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2" name="Line 59">
              <a:extLst>
                <a:ext uri="{FF2B5EF4-FFF2-40B4-BE49-F238E27FC236}">
                  <a16:creationId xmlns:a16="http://schemas.microsoft.com/office/drawing/2014/main" id="{21A7887B-5FC7-450E-A501-559561F2B710}"/>
                </a:ext>
              </a:extLst>
            </p:cNvPr>
            <p:cNvSpPr>
              <a:spLocks noChangeShapeType="1"/>
            </p:cNvSpPr>
            <p:nvPr/>
          </p:nvSpPr>
          <p:spPr bwMode="auto">
            <a:xfrm flipH="1">
              <a:off x="4280" y="2589"/>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3" name="Rectangle 60">
              <a:extLst>
                <a:ext uri="{FF2B5EF4-FFF2-40B4-BE49-F238E27FC236}">
                  <a16:creationId xmlns:a16="http://schemas.microsoft.com/office/drawing/2014/main" id="{7B74BBDB-A6B4-423F-8A8A-83E242E11851}"/>
                </a:ext>
              </a:extLst>
            </p:cNvPr>
            <p:cNvSpPr>
              <a:spLocks noChangeArrowheads="1"/>
            </p:cNvSpPr>
            <p:nvPr/>
          </p:nvSpPr>
          <p:spPr bwMode="auto">
            <a:xfrm>
              <a:off x="4044" y="2761"/>
              <a:ext cx="3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7684" name="Line 61">
              <a:extLst>
                <a:ext uri="{FF2B5EF4-FFF2-40B4-BE49-F238E27FC236}">
                  <a16:creationId xmlns:a16="http://schemas.microsoft.com/office/drawing/2014/main" id="{986807FF-3E2F-451F-98D5-4CF1225F984C}"/>
                </a:ext>
              </a:extLst>
            </p:cNvPr>
            <p:cNvSpPr>
              <a:spLocks noChangeShapeType="1"/>
            </p:cNvSpPr>
            <p:nvPr/>
          </p:nvSpPr>
          <p:spPr bwMode="auto">
            <a:xfrm>
              <a:off x="4669" y="3175"/>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5" name="Line 62">
              <a:extLst>
                <a:ext uri="{FF2B5EF4-FFF2-40B4-BE49-F238E27FC236}">
                  <a16:creationId xmlns:a16="http://schemas.microsoft.com/office/drawing/2014/main" id="{AEDDDC27-EA5C-4F31-AA35-3D418B97E3AA}"/>
                </a:ext>
              </a:extLst>
            </p:cNvPr>
            <p:cNvSpPr>
              <a:spLocks noChangeShapeType="1"/>
            </p:cNvSpPr>
            <p:nvPr/>
          </p:nvSpPr>
          <p:spPr bwMode="auto">
            <a:xfrm>
              <a:off x="4304" y="2969"/>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6" name="Line 63">
              <a:extLst>
                <a:ext uri="{FF2B5EF4-FFF2-40B4-BE49-F238E27FC236}">
                  <a16:creationId xmlns:a16="http://schemas.microsoft.com/office/drawing/2014/main" id="{63FF85A8-A2F2-4BB8-AF2E-635A8CBAE291}"/>
                </a:ext>
              </a:extLst>
            </p:cNvPr>
            <p:cNvSpPr>
              <a:spLocks noChangeShapeType="1"/>
            </p:cNvSpPr>
            <p:nvPr/>
          </p:nvSpPr>
          <p:spPr bwMode="auto">
            <a:xfrm flipH="1">
              <a:off x="3891" y="2968"/>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7" name="Rectangle 64">
              <a:extLst>
                <a:ext uri="{FF2B5EF4-FFF2-40B4-BE49-F238E27FC236}">
                  <a16:creationId xmlns:a16="http://schemas.microsoft.com/office/drawing/2014/main" id="{34A7A033-97F0-4958-8E7E-FE541DF192ED}"/>
                </a:ext>
              </a:extLst>
            </p:cNvPr>
            <p:cNvSpPr>
              <a:spLocks noChangeArrowheads="1"/>
            </p:cNvSpPr>
            <p:nvPr/>
          </p:nvSpPr>
          <p:spPr bwMode="auto">
            <a:xfrm>
              <a:off x="4433" y="2978"/>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7688" name="Line 65">
              <a:extLst>
                <a:ext uri="{FF2B5EF4-FFF2-40B4-BE49-F238E27FC236}">
                  <a16:creationId xmlns:a16="http://schemas.microsoft.com/office/drawing/2014/main" id="{8E16B356-D5C0-48F9-952C-F57BC34146E3}"/>
                </a:ext>
              </a:extLst>
            </p:cNvPr>
            <p:cNvSpPr>
              <a:spLocks noChangeShapeType="1"/>
            </p:cNvSpPr>
            <p:nvPr/>
          </p:nvSpPr>
          <p:spPr bwMode="auto">
            <a:xfrm flipH="1">
              <a:off x="4304" y="317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89" name="Rectangle 66">
              <a:extLst>
                <a:ext uri="{FF2B5EF4-FFF2-40B4-BE49-F238E27FC236}">
                  <a16:creationId xmlns:a16="http://schemas.microsoft.com/office/drawing/2014/main" id="{8BF85DEB-96C1-489F-97EA-7FE848D4DE04}"/>
                </a:ext>
              </a:extLst>
            </p:cNvPr>
            <p:cNvSpPr>
              <a:spLocks noChangeArrowheads="1"/>
            </p:cNvSpPr>
            <p:nvPr/>
          </p:nvSpPr>
          <p:spPr bwMode="auto">
            <a:xfrm>
              <a:off x="3679" y="339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27690" name="Rectangle 67">
              <a:extLst>
                <a:ext uri="{FF2B5EF4-FFF2-40B4-BE49-F238E27FC236}">
                  <a16:creationId xmlns:a16="http://schemas.microsoft.com/office/drawing/2014/main" id="{A1446843-CE79-4EB8-91E7-3648E24DC419}"/>
                </a:ext>
              </a:extLst>
            </p:cNvPr>
            <p:cNvSpPr>
              <a:spLocks noChangeArrowheads="1"/>
            </p:cNvSpPr>
            <p:nvPr/>
          </p:nvSpPr>
          <p:spPr bwMode="auto">
            <a:xfrm>
              <a:off x="4102" y="3202"/>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7691" name="Rectangle 68">
              <a:extLst>
                <a:ext uri="{FF2B5EF4-FFF2-40B4-BE49-F238E27FC236}">
                  <a16:creationId xmlns:a16="http://schemas.microsoft.com/office/drawing/2014/main" id="{2ECAB555-344C-4A5C-AD91-FA9F9AA218AE}"/>
                </a:ext>
              </a:extLst>
            </p:cNvPr>
            <p:cNvSpPr>
              <a:spLocks noChangeArrowheads="1"/>
            </p:cNvSpPr>
            <p:nvPr/>
          </p:nvSpPr>
          <p:spPr bwMode="auto">
            <a:xfrm>
              <a:off x="4823" y="3204"/>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7692" name="Rectangle 69">
              <a:extLst>
                <a:ext uri="{FF2B5EF4-FFF2-40B4-BE49-F238E27FC236}">
                  <a16:creationId xmlns:a16="http://schemas.microsoft.com/office/drawing/2014/main" id="{27EF480C-472C-41DB-9BDE-55058C4AFF06}"/>
                </a:ext>
              </a:extLst>
            </p:cNvPr>
            <p:cNvSpPr>
              <a:spLocks noChangeArrowheads="1"/>
            </p:cNvSpPr>
            <p:nvPr/>
          </p:nvSpPr>
          <p:spPr bwMode="auto">
            <a:xfrm>
              <a:off x="3360" y="3039"/>
              <a:ext cx="83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27693" name="Line 70">
              <a:extLst>
                <a:ext uri="{FF2B5EF4-FFF2-40B4-BE49-F238E27FC236}">
                  <a16:creationId xmlns:a16="http://schemas.microsoft.com/office/drawing/2014/main" id="{8427DE87-79A4-4BAB-AC61-27DBB9E2C4E1}"/>
                </a:ext>
              </a:extLst>
            </p:cNvPr>
            <p:cNvSpPr>
              <a:spLocks noChangeShapeType="1"/>
            </p:cNvSpPr>
            <p:nvPr/>
          </p:nvSpPr>
          <p:spPr bwMode="auto">
            <a:xfrm>
              <a:off x="3831" y="3287"/>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694" name="Freeform 71">
              <a:extLst>
                <a:ext uri="{FF2B5EF4-FFF2-40B4-BE49-F238E27FC236}">
                  <a16:creationId xmlns:a16="http://schemas.microsoft.com/office/drawing/2014/main" id="{8F267DCE-6B5F-47E0-AE91-CFA7F56480CE}"/>
                </a:ext>
              </a:extLst>
            </p:cNvPr>
            <p:cNvSpPr>
              <a:spLocks/>
            </p:cNvSpPr>
            <p:nvPr/>
          </p:nvSpPr>
          <p:spPr bwMode="auto">
            <a:xfrm>
              <a:off x="4705" y="2587"/>
              <a:ext cx="575" cy="525"/>
            </a:xfrm>
            <a:custGeom>
              <a:avLst/>
              <a:gdLst>
                <a:gd name="T0" fmla="*/ 4 w 730"/>
                <a:gd name="T1" fmla="*/ 0 h 766"/>
                <a:gd name="T2" fmla="*/ 7 w 730"/>
                <a:gd name="T3" fmla="*/ 1 h 766"/>
                <a:gd name="T4" fmla="*/ 7 w 730"/>
                <a:gd name="T5" fmla="*/ 1 h 766"/>
                <a:gd name="T6" fmla="*/ 5 w 730"/>
                <a:gd name="T7" fmla="*/ 1 h 766"/>
                <a:gd name="T8" fmla="*/ 0 w 730"/>
                <a:gd name="T9" fmla="*/ 1 h 766"/>
                <a:gd name="T10" fmla="*/ 0 60000 65536"/>
                <a:gd name="T11" fmla="*/ 0 60000 65536"/>
                <a:gd name="T12" fmla="*/ 0 60000 65536"/>
                <a:gd name="T13" fmla="*/ 0 60000 65536"/>
                <a:gd name="T14" fmla="*/ 0 60000 65536"/>
                <a:gd name="T15" fmla="*/ 0 w 730"/>
                <a:gd name="T16" fmla="*/ 0 h 766"/>
                <a:gd name="T17" fmla="*/ 730 w 730"/>
                <a:gd name="T18" fmla="*/ 766 h 766"/>
              </a:gdLst>
              <a:ahLst/>
              <a:cxnLst>
                <a:cxn ang="T10">
                  <a:pos x="T0" y="T1"/>
                </a:cxn>
                <a:cxn ang="T11">
                  <a:pos x="T2" y="T3"/>
                </a:cxn>
                <a:cxn ang="T12">
                  <a:pos x="T4" y="T5"/>
                </a:cxn>
                <a:cxn ang="T13">
                  <a:pos x="T6" y="T7"/>
                </a:cxn>
                <a:cxn ang="T14">
                  <a:pos x="T8" y="T9"/>
                </a:cxn>
              </a:cxnLst>
              <a:rect l="T15" t="T16" r="T17" b="T18"/>
              <a:pathLst>
                <a:path w="730" h="766">
                  <a:moveTo>
                    <a:pt x="344" y="0"/>
                  </a:moveTo>
                  <a:cubicBezTo>
                    <a:pt x="399" y="48"/>
                    <a:pt x="620" y="196"/>
                    <a:pt x="675" y="286"/>
                  </a:cubicBezTo>
                  <a:cubicBezTo>
                    <a:pt x="730" y="376"/>
                    <a:pt x="715" y="474"/>
                    <a:pt x="675" y="541"/>
                  </a:cubicBezTo>
                  <a:cubicBezTo>
                    <a:pt x="635" y="608"/>
                    <a:pt x="546" y="653"/>
                    <a:pt x="434" y="690"/>
                  </a:cubicBezTo>
                  <a:cubicBezTo>
                    <a:pt x="322" y="727"/>
                    <a:pt x="90" y="750"/>
                    <a:pt x="0" y="766"/>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7695" name="Rectangle 72">
              <a:extLst>
                <a:ext uri="{FF2B5EF4-FFF2-40B4-BE49-F238E27FC236}">
                  <a16:creationId xmlns:a16="http://schemas.microsoft.com/office/drawing/2014/main" id="{4C2BD941-DFA4-4549-B452-0AC21954DB29}"/>
                </a:ext>
              </a:extLst>
            </p:cNvPr>
            <p:cNvSpPr>
              <a:spLocks noChangeArrowheads="1"/>
            </p:cNvSpPr>
            <p:nvPr/>
          </p:nvSpPr>
          <p:spPr bwMode="auto">
            <a:xfrm>
              <a:off x="672" y="3600"/>
              <a:ext cx="127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 </a:t>
              </a:r>
              <a:r>
                <a:rPr lang="zh-CN" altLang="en-US" sz="2800" dirty="0"/>
                <a:t>语法树</a:t>
              </a:r>
            </a:p>
          </p:txBody>
        </p:sp>
        <p:sp>
          <p:nvSpPr>
            <p:cNvPr id="27696" name="Rectangle 73">
              <a:extLst>
                <a:ext uri="{FF2B5EF4-FFF2-40B4-BE49-F238E27FC236}">
                  <a16:creationId xmlns:a16="http://schemas.microsoft.com/office/drawing/2014/main" id="{658E4C3F-DE2D-482B-9628-D674629FE1F3}"/>
                </a:ext>
              </a:extLst>
            </p:cNvPr>
            <p:cNvSpPr>
              <a:spLocks noChangeArrowheads="1"/>
            </p:cNvSpPr>
            <p:nvPr/>
          </p:nvSpPr>
          <p:spPr bwMode="auto">
            <a:xfrm>
              <a:off x="3997" y="3580"/>
              <a:ext cx="91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 dag</a:t>
              </a:r>
            </a:p>
          </p:txBody>
        </p:sp>
        <p:sp>
          <p:nvSpPr>
            <p:cNvPr id="27697" name="Rectangle 74">
              <a:extLst>
                <a:ext uri="{FF2B5EF4-FFF2-40B4-BE49-F238E27FC236}">
                  <a16:creationId xmlns:a16="http://schemas.microsoft.com/office/drawing/2014/main" id="{0136A28E-D118-4C5D-BB09-80C0284FFF42}"/>
                </a:ext>
              </a:extLst>
            </p:cNvPr>
            <p:cNvSpPr>
              <a:spLocks noChangeArrowheads="1"/>
            </p:cNvSpPr>
            <p:nvPr/>
          </p:nvSpPr>
          <p:spPr bwMode="auto">
            <a:xfrm>
              <a:off x="1296" y="3888"/>
              <a:ext cx="33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a =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b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en-US" altLang="zh-CN" sz="2800" b="1" dirty="0">
                  <a:ea typeface="宋体" panose="02010600030101010101" pitchFamily="2" charset="-122"/>
                </a:rPr>
                <a:t> )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zh-CN" altLang="en-US" sz="2800" dirty="0"/>
                <a:t>的图形表示</a:t>
              </a:r>
            </a:p>
          </p:txBody>
        </p:sp>
      </p:grpSp>
      <p:sp>
        <p:nvSpPr>
          <p:cNvPr id="49" name="AutoShape 76">
            <a:extLst>
              <a:ext uri="{FF2B5EF4-FFF2-40B4-BE49-F238E27FC236}">
                <a16:creationId xmlns:a16="http://schemas.microsoft.com/office/drawing/2014/main" id="{57BE090C-5E78-42C2-9443-6BFB3B6817BD}"/>
              </a:ext>
            </a:extLst>
          </p:cNvPr>
          <p:cNvSpPr>
            <a:spLocks noChangeArrowheads="1"/>
          </p:cNvSpPr>
          <p:nvPr/>
        </p:nvSpPr>
        <p:spPr bwMode="auto">
          <a:xfrm>
            <a:off x="6223794" y="294857"/>
            <a:ext cx="2667000" cy="990600"/>
          </a:xfrm>
          <a:prstGeom prst="wedgeRoundRectCallout">
            <a:avLst>
              <a:gd name="adj1" fmla="val 1646"/>
              <a:gd name="adj2" fmla="val 357767"/>
              <a:gd name="adj3" fmla="val 16667"/>
            </a:avLst>
          </a:prstGeom>
          <a:solidFill>
            <a:srgbClr val="99CCFF"/>
          </a:solidFill>
          <a:ln w="25400" algn="ctr">
            <a:solidFill>
              <a:schemeClr val="tx2"/>
            </a:solidFill>
            <a:miter lim="800000"/>
            <a:headEnd/>
            <a:tailEnd/>
          </a:ln>
        </p:spPr>
        <p:txBody>
          <a:bodyPr lIns="90000" tIns="46800" rIns="90000" bIns="46800"/>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buFont typeface="Wingdings" panose="05000000000000000000" pitchFamily="2" charset="2"/>
              <a:buNone/>
            </a:pPr>
            <a:r>
              <a:rPr lang="zh-CN" altLang="en-US" sz="2400" b="0"/>
              <a:t>公共子表达式只</a:t>
            </a:r>
          </a:p>
          <a:p>
            <a:pPr eaLnBrk="1" hangingPunct="1">
              <a:buFont typeface="Wingdings" panose="05000000000000000000" pitchFamily="2" charset="2"/>
              <a:buNone/>
            </a:pPr>
            <a:r>
              <a:rPr lang="zh-CN" altLang="en-US" sz="2400" b="0"/>
              <a:t>保留一个副本</a:t>
            </a:r>
          </a:p>
        </p:txBody>
      </p:sp>
      <p:sp>
        <p:nvSpPr>
          <p:cNvPr id="2" name="日期占位符 1">
            <a:extLst>
              <a:ext uri="{FF2B5EF4-FFF2-40B4-BE49-F238E27FC236}">
                <a16:creationId xmlns:a16="http://schemas.microsoft.com/office/drawing/2014/main" id="{B0D676C7-8C80-975A-70E8-DC48E436CD01}"/>
              </a:ext>
            </a:extLst>
          </p:cNvPr>
          <p:cNvSpPr>
            <a:spLocks noGrp="1"/>
          </p:cNvSpPr>
          <p:nvPr>
            <p:ph type="dt" sz="half" idx="10"/>
          </p:nvPr>
        </p:nvSpPr>
        <p:spPr/>
        <p:txBody>
          <a:bodyPr/>
          <a:lstStyle/>
          <a:p>
            <a:fld id="{0C9A707B-C71E-43DB-864F-8807ACBB8EE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C532997C-8BC0-A9D1-A733-EE8BF4FF35D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BD3C60E5-573B-20B1-E051-4DCB9794D701}"/>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2DAC87E-D865-4E23-AB06-B4C83235BA5B}"/>
              </a:ext>
            </a:extLst>
          </p:cNvPr>
          <p:cNvSpPr>
            <a:spLocks noGrp="1" noChangeArrowheads="1"/>
          </p:cNvSpPr>
          <p:nvPr>
            <p:ph type="title"/>
          </p:nvPr>
        </p:nvSpPr>
        <p:spPr/>
        <p:txBody>
          <a:bodyPr/>
          <a:lstStyle/>
          <a:p>
            <a:pPr eaLnBrk="1" hangingPunct="1"/>
            <a:r>
              <a:rPr lang="en-US" altLang="zh-CN"/>
              <a:t>7.1.2 </a:t>
            </a:r>
            <a:r>
              <a:rPr lang="zh-CN" altLang="en-US"/>
              <a:t>图形表示</a:t>
            </a:r>
          </a:p>
        </p:txBody>
      </p:sp>
      <p:sp>
        <p:nvSpPr>
          <p:cNvPr id="28675" name="Rectangle 3">
            <a:extLst>
              <a:ext uri="{FF2B5EF4-FFF2-40B4-BE49-F238E27FC236}">
                <a16:creationId xmlns:a16="http://schemas.microsoft.com/office/drawing/2014/main" id="{6455C167-859C-43AF-8137-19DA3A9B731E}"/>
              </a:ext>
            </a:extLst>
          </p:cNvPr>
          <p:cNvSpPr>
            <a:spLocks noGrp="1" noChangeArrowheads="1"/>
          </p:cNvSpPr>
          <p:nvPr>
            <p:ph idx="1"/>
          </p:nvPr>
        </p:nvSpPr>
        <p:spPr/>
        <p:txBody>
          <a:bodyPr/>
          <a:lstStyle/>
          <a:p>
            <a:pPr eaLnBrk="1" hangingPunct="1"/>
            <a:r>
              <a:rPr lang="zh-CN" altLang="en-US" dirty="0"/>
              <a:t>后缀表示是抽象语法树的一种线性表示。</a:t>
            </a:r>
          </a:p>
          <a:p>
            <a:pPr lvl="1" eaLnBrk="1" hangingPunct="1"/>
            <a:r>
              <a:rPr lang="zh-CN" altLang="en-US" dirty="0"/>
              <a:t>只需后序遍历抽象语法树，即可得到后缀表示。</a:t>
            </a:r>
          </a:p>
        </p:txBody>
      </p:sp>
      <p:grpSp>
        <p:nvGrpSpPr>
          <p:cNvPr id="28676" name="Group 31">
            <a:extLst>
              <a:ext uri="{FF2B5EF4-FFF2-40B4-BE49-F238E27FC236}">
                <a16:creationId xmlns:a16="http://schemas.microsoft.com/office/drawing/2014/main" id="{46515DA5-FC96-4EF7-8DD5-931CD9025459}"/>
              </a:ext>
            </a:extLst>
          </p:cNvPr>
          <p:cNvGrpSpPr>
            <a:grpSpLocks/>
          </p:cNvGrpSpPr>
          <p:nvPr/>
        </p:nvGrpSpPr>
        <p:grpSpPr bwMode="auto">
          <a:xfrm>
            <a:off x="1636713" y="3537979"/>
            <a:ext cx="5867400" cy="2895600"/>
            <a:chOff x="288" y="2352"/>
            <a:chExt cx="3696" cy="1824"/>
          </a:xfrm>
        </p:grpSpPr>
        <p:grpSp>
          <p:nvGrpSpPr>
            <p:cNvPr id="28678" name="Group 30">
              <a:extLst>
                <a:ext uri="{FF2B5EF4-FFF2-40B4-BE49-F238E27FC236}">
                  <a16:creationId xmlns:a16="http://schemas.microsoft.com/office/drawing/2014/main" id="{06E7CFF4-DF14-46CF-84CB-BE820691BE42}"/>
                </a:ext>
              </a:extLst>
            </p:cNvPr>
            <p:cNvGrpSpPr>
              <a:grpSpLocks/>
            </p:cNvGrpSpPr>
            <p:nvPr/>
          </p:nvGrpSpPr>
          <p:grpSpPr bwMode="auto">
            <a:xfrm>
              <a:off x="629" y="2352"/>
              <a:ext cx="2827" cy="1582"/>
              <a:chOff x="288" y="2449"/>
              <a:chExt cx="2827" cy="1582"/>
            </a:xfrm>
          </p:grpSpPr>
          <p:sp>
            <p:nvSpPr>
              <p:cNvPr id="28680" name="Rectangle 5">
                <a:extLst>
                  <a:ext uri="{FF2B5EF4-FFF2-40B4-BE49-F238E27FC236}">
                    <a16:creationId xmlns:a16="http://schemas.microsoft.com/office/drawing/2014/main" id="{D80221A6-E1DB-4C5E-930D-0BA24268C92E}"/>
                  </a:ext>
                </a:extLst>
              </p:cNvPr>
              <p:cNvSpPr>
                <a:spLocks noChangeArrowheads="1"/>
              </p:cNvSpPr>
              <p:nvPr/>
            </p:nvSpPr>
            <p:spPr bwMode="auto">
              <a:xfrm>
                <a:off x="1070" y="2449"/>
                <a:ext cx="80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assign</a:t>
                </a:r>
              </a:p>
            </p:txBody>
          </p:sp>
          <p:sp>
            <p:nvSpPr>
              <p:cNvPr id="28681" name="Rectangle 6">
                <a:extLst>
                  <a:ext uri="{FF2B5EF4-FFF2-40B4-BE49-F238E27FC236}">
                    <a16:creationId xmlns:a16="http://schemas.microsoft.com/office/drawing/2014/main" id="{3FF3B3F7-736E-42D9-8DB1-9A5FBA87BEC5}"/>
                  </a:ext>
                </a:extLst>
              </p:cNvPr>
              <p:cNvSpPr>
                <a:spLocks noChangeArrowheads="1"/>
              </p:cNvSpPr>
              <p:nvPr/>
            </p:nvSpPr>
            <p:spPr bwMode="auto">
              <a:xfrm>
                <a:off x="786" y="2715"/>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28682" name="Rectangle 7">
                <a:extLst>
                  <a:ext uri="{FF2B5EF4-FFF2-40B4-BE49-F238E27FC236}">
                    <a16:creationId xmlns:a16="http://schemas.microsoft.com/office/drawing/2014/main" id="{5AC073F6-AB70-4786-A561-3E4CCC67B308}"/>
                  </a:ext>
                </a:extLst>
              </p:cNvPr>
              <p:cNvSpPr>
                <a:spLocks noChangeArrowheads="1"/>
              </p:cNvSpPr>
              <p:nvPr/>
            </p:nvSpPr>
            <p:spPr bwMode="auto">
              <a:xfrm>
                <a:off x="1684" y="2737"/>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8683" name="Line 8">
                <a:extLst>
                  <a:ext uri="{FF2B5EF4-FFF2-40B4-BE49-F238E27FC236}">
                    <a16:creationId xmlns:a16="http://schemas.microsoft.com/office/drawing/2014/main" id="{CC8CA20E-AB27-4E52-A362-6C8FFFB2CB91}"/>
                  </a:ext>
                </a:extLst>
              </p:cNvPr>
              <p:cNvSpPr>
                <a:spLocks noChangeShapeType="1"/>
              </p:cNvSpPr>
              <p:nvPr/>
            </p:nvSpPr>
            <p:spPr bwMode="auto">
              <a:xfrm flipH="1">
                <a:off x="1059" y="2717"/>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84" name="Line 9">
                <a:extLst>
                  <a:ext uri="{FF2B5EF4-FFF2-40B4-BE49-F238E27FC236}">
                    <a16:creationId xmlns:a16="http://schemas.microsoft.com/office/drawing/2014/main" id="{29AF3405-E00F-4B4B-8569-86786066EEF1}"/>
                  </a:ext>
                </a:extLst>
              </p:cNvPr>
              <p:cNvSpPr>
                <a:spLocks noChangeShapeType="1"/>
              </p:cNvSpPr>
              <p:nvPr/>
            </p:nvSpPr>
            <p:spPr bwMode="auto">
              <a:xfrm>
                <a:off x="1506" y="2736"/>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85" name="Line 10">
                <a:extLst>
                  <a:ext uri="{FF2B5EF4-FFF2-40B4-BE49-F238E27FC236}">
                    <a16:creationId xmlns:a16="http://schemas.microsoft.com/office/drawing/2014/main" id="{AFAAF118-9172-47D4-BC84-D526D54FEA37}"/>
                  </a:ext>
                </a:extLst>
              </p:cNvPr>
              <p:cNvSpPr>
                <a:spLocks noChangeShapeType="1"/>
              </p:cNvSpPr>
              <p:nvPr/>
            </p:nvSpPr>
            <p:spPr bwMode="auto">
              <a:xfrm flipH="1">
                <a:off x="1235" y="2974"/>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86" name="Line 11">
                <a:extLst>
                  <a:ext uri="{FF2B5EF4-FFF2-40B4-BE49-F238E27FC236}">
                    <a16:creationId xmlns:a16="http://schemas.microsoft.com/office/drawing/2014/main" id="{BD9B48A7-2993-417A-93CB-21D947C0A07B}"/>
                  </a:ext>
                </a:extLst>
              </p:cNvPr>
              <p:cNvSpPr>
                <a:spLocks noChangeShapeType="1"/>
              </p:cNvSpPr>
              <p:nvPr/>
            </p:nvSpPr>
            <p:spPr bwMode="auto">
              <a:xfrm>
                <a:off x="2592" y="3375"/>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87" name="Rectangle 12">
                <a:extLst>
                  <a:ext uri="{FF2B5EF4-FFF2-40B4-BE49-F238E27FC236}">
                    <a16:creationId xmlns:a16="http://schemas.microsoft.com/office/drawing/2014/main" id="{0163B73B-73EC-4496-9924-70AD6BBC0D55}"/>
                  </a:ext>
                </a:extLst>
              </p:cNvPr>
              <p:cNvSpPr>
                <a:spLocks noChangeArrowheads="1"/>
              </p:cNvSpPr>
              <p:nvPr/>
            </p:nvSpPr>
            <p:spPr bwMode="auto">
              <a:xfrm>
                <a:off x="999" y="3146"/>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28688" name="Rectangle 13">
                <a:extLst>
                  <a:ext uri="{FF2B5EF4-FFF2-40B4-BE49-F238E27FC236}">
                    <a16:creationId xmlns:a16="http://schemas.microsoft.com/office/drawing/2014/main" id="{FAA28CD4-9667-4336-BE94-2CFA063BBAC9}"/>
                  </a:ext>
                </a:extLst>
              </p:cNvPr>
              <p:cNvSpPr>
                <a:spLocks noChangeArrowheads="1"/>
              </p:cNvSpPr>
              <p:nvPr/>
            </p:nvSpPr>
            <p:spPr bwMode="auto">
              <a:xfrm>
                <a:off x="2358" y="3168"/>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8689" name="Line 14">
                <a:extLst>
                  <a:ext uri="{FF2B5EF4-FFF2-40B4-BE49-F238E27FC236}">
                    <a16:creationId xmlns:a16="http://schemas.microsoft.com/office/drawing/2014/main" id="{42A8BCFE-6795-4490-B1DF-8C62C44F6D64}"/>
                  </a:ext>
                </a:extLst>
              </p:cNvPr>
              <p:cNvSpPr>
                <a:spLocks noChangeShapeType="1"/>
              </p:cNvSpPr>
              <p:nvPr/>
            </p:nvSpPr>
            <p:spPr bwMode="auto">
              <a:xfrm flipH="1">
                <a:off x="2203" y="3374"/>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0" name="Line 15">
                <a:extLst>
                  <a:ext uri="{FF2B5EF4-FFF2-40B4-BE49-F238E27FC236}">
                    <a16:creationId xmlns:a16="http://schemas.microsoft.com/office/drawing/2014/main" id="{F2650087-885F-4435-8B0C-021ADF40CEB1}"/>
                  </a:ext>
                </a:extLst>
              </p:cNvPr>
              <p:cNvSpPr>
                <a:spLocks noChangeShapeType="1"/>
              </p:cNvSpPr>
              <p:nvPr/>
            </p:nvSpPr>
            <p:spPr bwMode="auto">
              <a:xfrm>
                <a:off x="1931" y="2975"/>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1" name="Line 16">
                <a:extLst>
                  <a:ext uri="{FF2B5EF4-FFF2-40B4-BE49-F238E27FC236}">
                    <a16:creationId xmlns:a16="http://schemas.microsoft.com/office/drawing/2014/main" id="{9F5D7515-68D0-4712-A066-F23D169D5604}"/>
                  </a:ext>
                </a:extLst>
              </p:cNvPr>
              <p:cNvSpPr>
                <a:spLocks noChangeShapeType="1"/>
              </p:cNvSpPr>
              <p:nvPr/>
            </p:nvSpPr>
            <p:spPr bwMode="auto">
              <a:xfrm>
                <a:off x="1624" y="3560"/>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2" name="Line 17">
                <a:extLst>
                  <a:ext uri="{FF2B5EF4-FFF2-40B4-BE49-F238E27FC236}">
                    <a16:creationId xmlns:a16="http://schemas.microsoft.com/office/drawing/2014/main" id="{41B18A1D-323A-425E-9500-DC0470BBF8BB}"/>
                  </a:ext>
                </a:extLst>
              </p:cNvPr>
              <p:cNvSpPr>
                <a:spLocks noChangeShapeType="1"/>
              </p:cNvSpPr>
              <p:nvPr/>
            </p:nvSpPr>
            <p:spPr bwMode="auto">
              <a:xfrm>
                <a:off x="1259" y="3354"/>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3" name="Line 18">
                <a:extLst>
                  <a:ext uri="{FF2B5EF4-FFF2-40B4-BE49-F238E27FC236}">
                    <a16:creationId xmlns:a16="http://schemas.microsoft.com/office/drawing/2014/main" id="{5EA93C5D-8ABC-420A-9F5E-105293E0C68E}"/>
                  </a:ext>
                </a:extLst>
              </p:cNvPr>
              <p:cNvSpPr>
                <a:spLocks noChangeShapeType="1"/>
              </p:cNvSpPr>
              <p:nvPr/>
            </p:nvSpPr>
            <p:spPr bwMode="auto">
              <a:xfrm flipH="1">
                <a:off x="846" y="3353"/>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4" name="Rectangle 19">
                <a:extLst>
                  <a:ext uri="{FF2B5EF4-FFF2-40B4-BE49-F238E27FC236}">
                    <a16:creationId xmlns:a16="http://schemas.microsoft.com/office/drawing/2014/main" id="{0D509F84-4543-4BF1-8E20-ED20AFE5A6F9}"/>
                  </a:ext>
                </a:extLst>
              </p:cNvPr>
              <p:cNvSpPr>
                <a:spLocks noChangeArrowheads="1"/>
              </p:cNvSpPr>
              <p:nvPr/>
            </p:nvSpPr>
            <p:spPr bwMode="auto">
              <a:xfrm>
                <a:off x="1388" y="3363"/>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28695" name="Line 20">
                <a:extLst>
                  <a:ext uri="{FF2B5EF4-FFF2-40B4-BE49-F238E27FC236}">
                    <a16:creationId xmlns:a16="http://schemas.microsoft.com/office/drawing/2014/main" id="{FEE6CFC7-6E1E-4E7D-BB82-9B53AAD12868}"/>
                  </a:ext>
                </a:extLst>
              </p:cNvPr>
              <p:cNvSpPr>
                <a:spLocks noChangeShapeType="1"/>
              </p:cNvSpPr>
              <p:nvPr/>
            </p:nvSpPr>
            <p:spPr bwMode="auto">
              <a:xfrm flipH="1">
                <a:off x="1248" y="355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696" name="Rectangle 21">
                <a:extLst>
                  <a:ext uri="{FF2B5EF4-FFF2-40B4-BE49-F238E27FC236}">
                    <a16:creationId xmlns:a16="http://schemas.microsoft.com/office/drawing/2014/main" id="{C5D3A8B6-C249-4E38-857D-C29C4F05E385}"/>
                  </a:ext>
                </a:extLst>
              </p:cNvPr>
              <p:cNvSpPr>
                <a:spLocks noChangeArrowheads="1"/>
              </p:cNvSpPr>
              <p:nvPr/>
            </p:nvSpPr>
            <p:spPr bwMode="auto">
              <a:xfrm>
                <a:off x="634" y="3783"/>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28697" name="Rectangle 22">
                <a:extLst>
                  <a:ext uri="{FF2B5EF4-FFF2-40B4-BE49-F238E27FC236}">
                    <a16:creationId xmlns:a16="http://schemas.microsoft.com/office/drawing/2014/main" id="{E8FFCA90-A2AC-4014-975C-3193EAA0319F}"/>
                  </a:ext>
                </a:extLst>
              </p:cNvPr>
              <p:cNvSpPr>
                <a:spLocks noChangeArrowheads="1"/>
              </p:cNvSpPr>
              <p:nvPr/>
            </p:nvSpPr>
            <p:spPr bwMode="auto">
              <a:xfrm>
                <a:off x="1057" y="3587"/>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8698" name="Rectangle 23">
                <a:extLst>
                  <a:ext uri="{FF2B5EF4-FFF2-40B4-BE49-F238E27FC236}">
                    <a16:creationId xmlns:a16="http://schemas.microsoft.com/office/drawing/2014/main" id="{A6DDCDCB-EB5E-4E00-9ED1-6C8971B9D8DF}"/>
                  </a:ext>
                </a:extLst>
              </p:cNvPr>
              <p:cNvSpPr>
                <a:spLocks noChangeArrowheads="1"/>
              </p:cNvSpPr>
              <p:nvPr/>
            </p:nvSpPr>
            <p:spPr bwMode="auto">
              <a:xfrm>
                <a:off x="1778" y="3589"/>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8699" name="Rectangle 24">
                <a:extLst>
                  <a:ext uri="{FF2B5EF4-FFF2-40B4-BE49-F238E27FC236}">
                    <a16:creationId xmlns:a16="http://schemas.microsoft.com/office/drawing/2014/main" id="{C52D2D1F-DEAD-48BE-A917-0BD4C1780F7D}"/>
                  </a:ext>
                </a:extLst>
              </p:cNvPr>
              <p:cNvSpPr>
                <a:spLocks noChangeArrowheads="1"/>
              </p:cNvSpPr>
              <p:nvPr/>
            </p:nvSpPr>
            <p:spPr bwMode="auto">
              <a:xfrm>
                <a:off x="1978" y="3402"/>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28700" name="Rectangle 25">
                <a:extLst>
                  <a:ext uri="{FF2B5EF4-FFF2-40B4-BE49-F238E27FC236}">
                    <a16:creationId xmlns:a16="http://schemas.microsoft.com/office/drawing/2014/main" id="{C9613D7F-75DC-4F54-BB53-F56DFE8BC410}"/>
                  </a:ext>
                </a:extLst>
              </p:cNvPr>
              <p:cNvSpPr>
                <a:spLocks noChangeArrowheads="1"/>
              </p:cNvSpPr>
              <p:nvPr/>
            </p:nvSpPr>
            <p:spPr bwMode="auto">
              <a:xfrm>
                <a:off x="2736" y="3413"/>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28701" name="Rectangle 26">
                <a:extLst>
                  <a:ext uri="{FF2B5EF4-FFF2-40B4-BE49-F238E27FC236}">
                    <a16:creationId xmlns:a16="http://schemas.microsoft.com/office/drawing/2014/main" id="{58650610-7C86-4A2C-B131-F1F89B5D5D70}"/>
                  </a:ext>
                </a:extLst>
              </p:cNvPr>
              <p:cNvSpPr>
                <a:spLocks noChangeArrowheads="1"/>
              </p:cNvSpPr>
              <p:nvPr/>
            </p:nvSpPr>
            <p:spPr bwMode="auto">
              <a:xfrm>
                <a:off x="288" y="3409"/>
                <a:ext cx="100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28702" name="Line 27">
                <a:extLst>
                  <a:ext uri="{FF2B5EF4-FFF2-40B4-BE49-F238E27FC236}">
                    <a16:creationId xmlns:a16="http://schemas.microsoft.com/office/drawing/2014/main" id="{CA806CF0-CDB0-46C7-97F4-006BD799DB0A}"/>
                  </a:ext>
                </a:extLst>
              </p:cNvPr>
              <p:cNvSpPr>
                <a:spLocks noChangeShapeType="1"/>
              </p:cNvSpPr>
              <p:nvPr/>
            </p:nvSpPr>
            <p:spPr bwMode="auto">
              <a:xfrm>
                <a:off x="786" y="3672"/>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8679" name="Rectangle 29">
              <a:extLst>
                <a:ext uri="{FF2B5EF4-FFF2-40B4-BE49-F238E27FC236}">
                  <a16:creationId xmlns:a16="http://schemas.microsoft.com/office/drawing/2014/main" id="{2375C9A8-E10D-4D7C-BD05-0D63C98332BC}"/>
                </a:ext>
              </a:extLst>
            </p:cNvPr>
            <p:cNvSpPr>
              <a:spLocks noChangeArrowheads="1"/>
            </p:cNvSpPr>
            <p:nvPr/>
          </p:nvSpPr>
          <p:spPr bwMode="auto">
            <a:xfrm>
              <a:off x="288" y="3888"/>
              <a:ext cx="36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a =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b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en-US" altLang="zh-CN" sz="2800" b="1" dirty="0">
                  <a:ea typeface="宋体" panose="02010600030101010101" pitchFamily="2" charset="-122"/>
                </a:rPr>
                <a:t> )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zh-CN" altLang="en-US" sz="2800" dirty="0"/>
                <a:t>的抽象语法树</a:t>
              </a:r>
            </a:p>
          </p:txBody>
        </p:sp>
      </p:grpSp>
      <p:sp>
        <p:nvSpPr>
          <p:cNvPr id="2" name="矩形 1">
            <a:extLst>
              <a:ext uri="{FF2B5EF4-FFF2-40B4-BE49-F238E27FC236}">
                <a16:creationId xmlns:a16="http://schemas.microsoft.com/office/drawing/2014/main" id="{4CAF249C-054C-41AA-9C9B-DEE369BE0E14}"/>
              </a:ext>
            </a:extLst>
          </p:cNvPr>
          <p:cNvSpPr>
            <a:spLocks noChangeArrowheads="1"/>
          </p:cNvSpPr>
          <p:nvPr/>
        </p:nvSpPr>
        <p:spPr bwMode="auto">
          <a:xfrm>
            <a:off x="1941513" y="2809081"/>
            <a:ext cx="5257800" cy="531813"/>
          </a:xfrm>
          <a:prstGeom prst="rect">
            <a:avLst/>
          </a:prstGeom>
          <a:noFill/>
          <a:ln w="22225" algn="ctr">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en-US" altLang="zh-CN" sz="2800">
                <a:solidFill>
                  <a:srgbClr val="FF00FF"/>
                </a:solidFill>
              </a:rPr>
              <a:t>a b uminus c d * + c d * + assign</a:t>
            </a:r>
            <a:endParaRPr lang="zh-CN" altLang="en-US" sz="2800">
              <a:solidFill>
                <a:srgbClr val="FF00FF"/>
              </a:solidFill>
            </a:endParaRPr>
          </a:p>
        </p:txBody>
      </p:sp>
      <p:sp>
        <p:nvSpPr>
          <p:cNvPr id="3" name="日期占位符 2">
            <a:extLst>
              <a:ext uri="{FF2B5EF4-FFF2-40B4-BE49-F238E27FC236}">
                <a16:creationId xmlns:a16="http://schemas.microsoft.com/office/drawing/2014/main" id="{D9B922AE-C387-B04F-76EA-341A83FADD0D}"/>
              </a:ext>
            </a:extLst>
          </p:cNvPr>
          <p:cNvSpPr>
            <a:spLocks noGrp="1"/>
          </p:cNvSpPr>
          <p:nvPr>
            <p:ph type="dt" sz="half" idx="10"/>
          </p:nvPr>
        </p:nvSpPr>
        <p:spPr/>
        <p:txBody>
          <a:bodyPr/>
          <a:lstStyle/>
          <a:p>
            <a:fld id="{49B10026-C378-4F2E-B2E0-975C1085FA4F}" type="datetime2">
              <a:rPr lang="zh-CN" altLang="en-US" smtClean="0"/>
              <a:t>2025年2月23日</a:t>
            </a:fld>
            <a:endParaRPr lang="zh-CN" altLang="en-US" dirty="0"/>
          </a:p>
        </p:txBody>
      </p:sp>
      <p:sp>
        <p:nvSpPr>
          <p:cNvPr id="4" name="页脚占位符 3">
            <a:extLst>
              <a:ext uri="{FF2B5EF4-FFF2-40B4-BE49-F238E27FC236}">
                <a16:creationId xmlns:a16="http://schemas.microsoft.com/office/drawing/2014/main" id="{3F3FDAF8-B4F6-7C51-B13E-9DA2948382A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A922407E-0839-1047-383B-DAC96096E7F8}"/>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003537B-F48C-46B7-BA7D-E1747CD95540}"/>
              </a:ext>
            </a:extLst>
          </p:cNvPr>
          <p:cNvSpPr>
            <a:spLocks noGrp="1" noChangeArrowheads="1"/>
          </p:cNvSpPr>
          <p:nvPr>
            <p:ph type="title"/>
          </p:nvPr>
        </p:nvSpPr>
        <p:spPr/>
        <p:txBody>
          <a:bodyPr/>
          <a:lstStyle/>
          <a:p>
            <a:pPr eaLnBrk="1" hangingPunct="1"/>
            <a:r>
              <a:rPr lang="en-US" altLang="zh-CN" dirty="0"/>
              <a:t>7.1.2 </a:t>
            </a:r>
            <a:r>
              <a:rPr lang="zh-CN" altLang="en-US" dirty="0"/>
              <a:t>图形表示</a:t>
            </a:r>
          </a:p>
        </p:txBody>
      </p:sp>
      <p:sp>
        <p:nvSpPr>
          <p:cNvPr id="4" name="内容占位符 3">
            <a:extLst>
              <a:ext uri="{FF2B5EF4-FFF2-40B4-BE49-F238E27FC236}">
                <a16:creationId xmlns:a16="http://schemas.microsoft.com/office/drawing/2014/main" id="{DC9A3D3B-5B1E-4921-A2C0-9BD8FB60E5FB}"/>
              </a:ext>
            </a:extLst>
          </p:cNvPr>
          <p:cNvSpPr>
            <a:spLocks noGrp="1"/>
          </p:cNvSpPr>
          <p:nvPr>
            <p:ph idx="1"/>
          </p:nvPr>
        </p:nvSpPr>
        <p:spPr/>
        <p:txBody>
          <a:bodyPr/>
          <a:lstStyle/>
          <a:p>
            <a:r>
              <a:rPr lang="zh-CN" altLang="en-US" sz="3200" b="0" dirty="0"/>
              <a:t>构造赋值语句语法树的语法制导定义</a:t>
            </a:r>
          </a:p>
          <a:p>
            <a:endParaRPr lang="zh-CN" altLang="en-US" dirty="0"/>
          </a:p>
        </p:txBody>
      </p:sp>
      <p:graphicFrame>
        <p:nvGraphicFramePr>
          <p:cNvPr id="8" name="Group 31">
            <a:extLst>
              <a:ext uri="{FF2B5EF4-FFF2-40B4-BE49-F238E27FC236}">
                <a16:creationId xmlns:a16="http://schemas.microsoft.com/office/drawing/2014/main" id="{4989A458-AD19-4D43-92B8-310F7076FC8C}"/>
              </a:ext>
            </a:extLst>
          </p:cNvPr>
          <p:cNvGraphicFramePr>
            <a:graphicFrameLocks/>
          </p:cNvGraphicFramePr>
          <p:nvPr>
            <p:extLst>
              <p:ext uri="{D42A27DB-BD31-4B8C-83A1-F6EECF244321}">
                <p14:modId xmlns:p14="http://schemas.microsoft.com/office/powerpoint/2010/main" val="3427624319"/>
              </p:ext>
            </p:extLst>
          </p:nvPr>
        </p:nvGraphicFramePr>
        <p:xfrm>
          <a:off x="685800" y="2223247"/>
          <a:ext cx="7772400" cy="3810002"/>
        </p:xfrm>
        <a:graphic>
          <a:graphicData uri="http://schemas.openxmlformats.org/drawingml/2006/table">
            <a:tbl>
              <a:tblPr/>
              <a:tblGrid>
                <a:gridCol w="1906588">
                  <a:extLst>
                    <a:ext uri="{9D8B030D-6E8A-4147-A177-3AD203B41FA5}">
                      <a16:colId xmlns:a16="http://schemas.microsoft.com/office/drawing/2014/main" val="20000"/>
                    </a:ext>
                  </a:extLst>
                </a:gridCol>
                <a:gridCol w="5865812">
                  <a:extLst>
                    <a:ext uri="{9D8B030D-6E8A-4147-A177-3AD203B41FA5}">
                      <a16:colId xmlns:a16="http://schemas.microsoft.com/office/drawing/2014/main" val="20001"/>
                    </a:ext>
                  </a:extLst>
                </a:gridCol>
              </a:tblGrid>
              <a:tr h="56021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产</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生</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式</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语</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义</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规</a:t>
                      </a:r>
                      <a:r>
                        <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zh-CN" altLang="en-US"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则</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93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S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id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S</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mknode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(‘assign’,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mkleaf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(id, id.</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entry</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 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6882">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2</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mknode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 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2</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847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2</a:t>
                      </a:r>
                      <a:endPar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mknode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 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2</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17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endPar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mkunode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‘uminus’,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7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30000">
                          <a:ln>
                            <a:noFill/>
                          </a:ln>
                          <a:solidFill>
                            <a:schemeClr val="tx1"/>
                          </a:solidFill>
                          <a:effectLst/>
                          <a:latin typeface="Times New Roman" panose="02020603050405020304" pitchFamily="18" charset="0"/>
                          <a:ea typeface="黑体" panose="02010609060101010101" pitchFamily="49" charset="-122"/>
                        </a:rPr>
                        <a:t>1</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170">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E </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id </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defRPr sz="2800">
                          <a:solidFill>
                            <a:schemeClr val="tx1"/>
                          </a:solidFill>
                          <a:latin typeface="Times New Roman" panose="02020603050405020304" pitchFamily="18" charset="0"/>
                          <a:ea typeface="黑体" panose="02010609060101010101" pitchFamily="49" charset="-122"/>
                        </a:defRPr>
                      </a:lvl1pPr>
                      <a:lvl2pPr marL="742950" indent="-285750" algn="l" eaLnBrk="0" hangingPunct="0">
                        <a:buClr>
                          <a:schemeClr val="hlink"/>
                        </a:buClr>
                        <a:buSzPct val="55000"/>
                        <a:defRPr sz="2400">
                          <a:solidFill>
                            <a:schemeClr val="tx1"/>
                          </a:solidFill>
                          <a:latin typeface="Times New Roman" panose="02020603050405020304" pitchFamily="18" charset="0"/>
                          <a:ea typeface="黑体" panose="02010609060101010101" pitchFamily="49" charset="-122"/>
                        </a:defRPr>
                      </a:lvl2pPr>
                      <a:lvl3pPr marL="1143000" indent="-228600" algn="l" eaLnBrk="0" hangingPunct="0">
                        <a:buSzPct val="50000"/>
                        <a:defRPr sz="2000">
                          <a:solidFill>
                            <a:schemeClr val="tx1"/>
                          </a:solidFill>
                          <a:latin typeface="Times New Roman" panose="02020603050405020304" pitchFamily="18" charset="0"/>
                          <a:ea typeface="黑体" panose="02010609060101010101" pitchFamily="49" charset="-122"/>
                        </a:defRPr>
                      </a:lvl3pPr>
                      <a:lvl4pPr marL="1600200" indent="-228600" algn="l" eaLnBrk="0" hangingPunct="0">
                        <a:buClr>
                          <a:schemeClr val="accent2"/>
                        </a:buClr>
                        <a:buSzPct val="55000"/>
                        <a:defRPr>
                          <a:solidFill>
                            <a:schemeClr val="tx1"/>
                          </a:solidFill>
                          <a:latin typeface="Times New Roman" panose="02020603050405020304" pitchFamily="18" charset="0"/>
                          <a:ea typeface="黑体" panose="02010609060101010101" pitchFamily="49" charset="-122"/>
                        </a:defRPr>
                      </a:lvl4pPr>
                      <a:lvl5pPr marL="2057400" indent="-228600" algn="l" eaLnBrk="0" hangingPunct="0">
                        <a:buClr>
                          <a:schemeClr val="accent1"/>
                        </a:buClr>
                        <a:buSzPct val="50000"/>
                        <a:defRPr>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E</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nptr</a:t>
                      </a: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 </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mkleaf</a:t>
                      </a:r>
                      <a:r>
                        <a:rPr kumimoji="0"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(id, </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id.</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黑体" panose="02010609060101010101" pitchFamily="49" charset="-122"/>
                        </a:rPr>
                        <a:t>entry</a:t>
                      </a: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日期占位符 1">
            <a:extLst>
              <a:ext uri="{FF2B5EF4-FFF2-40B4-BE49-F238E27FC236}">
                <a16:creationId xmlns:a16="http://schemas.microsoft.com/office/drawing/2014/main" id="{51FCCDB0-E5DC-B9A1-CAC7-500C539A1078}"/>
              </a:ext>
            </a:extLst>
          </p:cNvPr>
          <p:cNvSpPr>
            <a:spLocks noGrp="1"/>
          </p:cNvSpPr>
          <p:nvPr>
            <p:ph type="dt" sz="half" idx="10"/>
          </p:nvPr>
        </p:nvSpPr>
        <p:spPr/>
        <p:txBody>
          <a:bodyPr/>
          <a:lstStyle/>
          <a:p>
            <a:fld id="{229B63FA-BC11-491F-80F2-50068CC3E4D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A0A201E3-F4A0-B1C7-1042-71C852529BA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29CB79AF-20FB-5D44-52AF-6F3948D0C106}"/>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645BB8C-A146-44CE-B66B-6029CF2C97E1}"/>
              </a:ext>
            </a:extLst>
          </p:cNvPr>
          <p:cNvSpPr>
            <a:spLocks noGrp="1" noChangeArrowheads="1"/>
          </p:cNvSpPr>
          <p:nvPr>
            <p:ph type="title"/>
          </p:nvPr>
        </p:nvSpPr>
        <p:spPr/>
        <p:txBody>
          <a:bodyPr/>
          <a:lstStyle/>
          <a:p>
            <a:pPr eaLnBrk="1" hangingPunct="1"/>
            <a:r>
              <a:rPr lang="en-US" altLang="zh-CN" dirty="0"/>
              <a:t>7.1.2 </a:t>
            </a:r>
            <a:r>
              <a:rPr lang="zh-CN" altLang="en-US" dirty="0"/>
              <a:t>图形表示</a:t>
            </a:r>
          </a:p>
        </p:txBody>
      </p:sp>
      <p:sp>
        <p:nvSpPr>
          <p:cNvPr id="31747" name="Rectangle 3">
            <a:extLst>
              <a:ext uri="{FF2B5EF4-FFF2-40B4-BE49-F238E27FC236}">
                <a16:creationId xmlns:a16="http://schemas.microsoft.com/office/drawing/2014/main" id="{B9A4B44F-0DD6-427C-BE04-71F492BF6D49}"/>
              </a:ext>
            </a:extLst>
          </p:cNvPr>
          <p:cNvSpPr>
            <a:spLocks noGrp="1" noChangeArrowheads="1"/>
          </p:cNvSpPr>
          <p:nvPr>
            <p:ph idx="1"/>
          </p:nvPr>
        </p:nvSpPr>
        <p:spPr/>
        <p:txBody>
          <a:bodyPr/>
          <a:lstStyle/>
          <a:p>
            <a:pPr eaLnBrk="1" hangingPunct="1"/>
            <a:r>
              <a:rPr lang="zh-CN" altLang="en-US">
                <a:latin typeface="宋体" panose="02010600030101010101" pitchFamily="2" charset="-122"/>
              </a:rPr>
              <a:t>语法树和</a:t>
            </a:r>
            <a:r>
              <a:rPr lang="zh-CN" altLang="en-US"/>
              <a:t>有向无环图（</a:t>
            </a:r>
            <a:r>
              <a:rPr lang="en-US" altLang="zh-CN" b="1"/>
              <a:t>DAG</a:t>
            </a:r>
            <a:r>
              <a:rPr lang="zh-CN" altLang="en-US"/>
              <a:t>）</a:t>
            </a:r>
            <a:endParaRPr lang="zh-CN" altLang="en-US">
              <a:latin typeface="宋体" panose="02010600030101010101" pitchFamily="2" charset="-122"/>
            </a:endParaRPr>
          </a:p>
        </p:txBody>
      </p:sp>
      <p:sp>
        <p:nvSpPr>
          <p:cNvPr id="31748" name="Rectangle 31">
            <a:extLst>
              <a:ext uri="{FF2B5EF4-FFF2-40B4-BE49-F238E27FC236}">
                <a16:creationId xmlns:a16="http://schemas.microsoft.com/office/drawing/2014/main" id="{4B35D997-F230-4D71-9A1D-36F373458D64}"/>
              </a:ext>
            </a:extLst>
          </p:cNvPr>
          <p:cNvSpPr>
            <a:spLocks noChangeArrowheads="1"/>
          </p:cNvSpPr>
          <p:nvPr/>
        </p:nvSpPr>
        <p:spPr bwMode="auto">
          <a:xfrm>
            <a:off x="1603375" y="2247900"/>
            <a:ext cx="12731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FF00FF"/>
                </a:solidFill>
                <a:ea typeface="宋体" panose="02010600030101010101" pitchFamily="2" charset="-122"/>
              </a:rPr>
              <a:t>assign</a:t>
            </a:r>
          </a:p>
        </p:txBody>
      </p:sp>
      <p:sp>
        <p:nvSpPr>
          <p:cNvPr id="31749" name="Rectangle 32">
            <a:extLst>
              <a:ext uri="{FF2B5EF4-FFF2-40B4-BE49-F238E27FC236}">
                <a16:creationId xmlns:a16="http://schemas.microsoft.com/office/drawing/2014/main" id="{7413AC06-86FD-42CD-B195-EE715E1E82DB}"/>
              </a:ext>
            </a:extLst>
          </p:cNvPr>
          <p:cNvSpPr>
            <a:spLocks noChangeArrowheads="1"/>
          </p:cNvSpPr>
          <p:nvPr/>
        </p:nvSpPr>
        <p:spPr bwMode="auto">
          <a:xfrm>
            <a:off x="1152525" y="26701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a:t>
            </a:r>
          </a:p>
        </p:txBody>
      </p:sp>
      <p:sp>
        <p:nvSpPr>
          <p:cNvPr id="31750" name="Rectangle 33">
            <a:extLst>
              <a:ext uri="{FF2B5EF4-FFF2-40B4-BE49-F238E27FC236}">
                <a16:creationId xmlns:a16="http://schemas.microsoft.com/office/drawing/2014/main" id="{BA0A3DDF-E0CC-49F6-B04E-D3414E2CBCDE}"/>
              </a:ext>
            </a:extLst>
          </p:cNvPr>
          <p:cNvSpPr>
            <a:spLocks noChangeArrowheads="1"/>
          </p:cNvSpPr>
          <p:nvPr/>
        </p:nvSpPr>
        <p:spPr bwMode="auto">
          <a:xfrm>
            <a:off x="2578100" y="2705100"/>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t>
            </a:r>
          </a:p>
        </p:txBody>
      </p:sp>
      <p:sp>
        <p:nvSpPr>
          <p:cNvPr id="31751" name="Line 34">
            <a:extLst>
              <a:ext uri="{FF2B5EF4-FFF2-40B4-BE49-F238E27FC236}">
                <a16:creationId xmlns:a16="http://schemas.microsoft.com/office/drawing/2014/main" id="{E3ED2E1E-7722-4CC0-B277-CFA0652E5007}"/>
              </a:ext>
            </a:extLst>
          </p:cNvPr>
          <p:cNvSpPr>
            <a:spLocks noChangeShapeType="1"/>
          </p:cNvSpPr>
          <p:nvPr/>
        </p:nvSpPr>
        <p:spPr bwMode="auto">
          <a:xfrm flipH="1">
            <a:off x="1585913" y="2673350"/>
            <a:ext cx="339725" cy="179388"/>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2" name="Line 35">
            <a:extLst>
              <a:ext uri="{FF2B5EF4-FFF2-40B4-BE49-F238E27FC236}">
                <a16:creationId xmlns:a16="http://schemas.microsoft.com/office/drawing/2014/main" id="{D2F1BB7F-A37A-497E-AC59-6015171FE94D}"/>
              </a:ext>
            </a:extLst>
          </p:cNvPr>
          <p:cNvSpPr>
            <a:spLocks noChangeShapeType="1"/>
          </p:cNvSpPr>
          <p:nvPr/>
        </p:nvSpPr>
        <p:spPr bwMode="auto">
          <a:xfrm>
            <a:off x="2295525" y="2690813"/>
            <a:ext cx="339725" cy="179387"/>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3" name="Line 36">
            <a:extLst>
              <a:ext uri="{FF2B5EF4-FFF2-40B4-BE49-F238E27FC236}">
                <a16:creationId xmlns:a16="http://schemas.microsoft.com/office/drawing/2014/main" id="{96D43145-C8C6-4EC8-BA92-807D635F1B70}"/>
              </a:ext>
            </a:extLst>
          </p:cNvPr>
          <p:cNvSpPr>
            <a:spLocks noChangeShapeType="1"/>
          </p:cNvSpPr>
          <p:nvPr/>
        </p:nvSpPr>
        <p:spPr bwMode="auto">
          <a:xfrm flipH="1">
            <a:off x="1865313" y="3081338"/>
            <a:ext cx="809625" cy="45402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4" name="Line 37">
            <a:extLst>
              <a:ext uri="{FF2B5EF4-FFF2-40B4-BE49-F238E27FC236}">
                <a16:creationId xmlns:a16="http://schemas.microsoft.com/office/drawing/2014/main" id="{2BB90A01-5163-440F-BDFE-0040C2EF6BF0}"/>
              </a:ext>
            </a:extLst>
          </p:cNvPr>
          <p:cNvSpPr>
            <a:spLocks noChangeShapeType="1"/>
          </p:cNvSpPr>
          <p:nvPr/>
        </p:nvSpPr>
        <p:spPr bwMode="auto">
          <a:xfrm>
            <a:off x="4019550" y="3717925"/>
            <a:ext cx="339725" cy="17780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5" name="Rectangle 38">
            <a:extLst>
              <a:ext uri="{FF2B5EF4-FFF2-40B4-BE49-F238E27FC236}">
                <a16:creationId xmlns:a16="http://schemas.microsoft.com/office/drawing/2014/main" id="{C21C62F8-A442-43CD-B3C7-8FFBB67E97CA}"/>
              </a:ext>
            </a:extLst>
          </p:cNvPr>
          <p:cNvSpPr>
            <a:spLocks noChangeArrowheads="1"/>
          </p:cNvSpPr>
          <p:nvPr/>
        </p:nvSpPr>
        <p:spPr bwMode="auto">
          <a:xfrm>
            <a:off x="1490663" y="3354388"/>
            <a:ext cx="506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t>
            </a:r>
          </a:p>
        </p:txBody>
      </p:sp>
      <p:sp>
        <p:nvSpPr>
          <p:cNvPr id="31756" name="Rectangle 39">
            <a:extLst>
              <a:ext uri="{FF2B5EF4-FFF2-40B4-BE49-F238E27FC236}">
                <a16:creationId xmlns:a16="http://schemas.microsoft.com/office/drawing/2014/main" id="{8A554767-B334-49F2-86CA-7003A3ADA32C}"/>
              </a:ext>
            </a:extLst>
          </p:cNvPr>
          <p:cNvSpPr>
            <a:spLocks noChangeArrowheads="1"/>
          </p:cNvSpPr>
          <p:nvPr/>
        </p:nvSpPr>
        <p:spPr bwMode="auto">
          <a:xfrm>
            <a:off x="3648075" y="3389313"/>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sym typeface="Symbol" panose="05050102010706020507" pitchFamily="18" charset="2"/>
              </a:rPr>
              <a:t></a:t>
            </a:r>
            <a:endParaRPr lang="en-US" altLang="zh-CN" sz="2800" b="1">
              <a:solidFill>
                <a:srgbClr val="FF00FF"/>
              </a:solidFill>
              <a:ea typeface="宋体" panose="02010600030101010101" pitchFamily="2" charset="-122"/>
            </a:endParaRPr>
          </a:p>
        </p:txBody>
      </p:sp>
      <p:sp>
        <p:nvSpPr>
          <p:cNvPr id="31757" name="Line 40">
            <a:extLst>
              <a:ext uri="{FF2B5EF4-FFF2-40B4-BE49-F238E27FC236}">
                <a16:creationId xmlns:a16="http://schemas.microsoft.com/office/drawing/2014/main" id="{F3E630D9-5D43-443B-AF76-646940D104DF}"/>
              </a:ext>
            </a:extLst>
          </p:cNvPr>
          <p:cNvSpPr>
            <a:spLocks noChangeShapeType="1"/>
          </p:cNvSpPr>
          <p:nvPr/>
        </p:nvSpPr>
        <p:spPr bwMode="auto">
          <a:xfrm flipH="1">
            <a:off x="3402013" y="3716338"/>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8" name="Line 41">
            <a:extLst>
              <a:ext uri="{FF2B5EF4-FFF2-40B4-BE49-F238E27FC236}">
                <a16:creationId xmlns:a16="http://schemas.microsoft.com/office/drawing/2014/main" id="{D8C5F280-E198-4672-B52F-46CD80D22A1D}"/>
              </a:ext>
            </a:extLst>
          </p:cNvPr>
          <p:cNvSpPr>
            <a:spLocks noChangeShapeType="1"/>
          </p:cNvSpPr>
          <p:nvPr/>
        </p:nvSpPr>
        <p:spPr bwMode="auto">
          <a:xfrm>
            <a:off x="2970213" y="3082925"/>
            <a:ext cx="809625" cy="45402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59" name="Line 42">
            <a:extLst>
              <a:ext uri="{FF2B5EF4-FFF2-40B4-BE49-F238E27FC236}">
                <a16:creationId xmlns:a16="http://schemas.microsoft.com/office/drawing/2014/main" id="{48ECDCF7-33E9-42C3-8880-0C21A7F540DA}"/>
              </a:ext>
            </a:extLst>
          </p:cNvPr>
          <p:cNvSpPr>
            <a:spLocks noChangeShapeType="1"/>
          </p:cNvSpPr>
          <p:nvPr/>
        </p:nvSpPr>
        <p:spPr bwMode="auto">
          <a:xfrm>
            <a:off x="2482850" y="4011613"/>
            <a:ext cx="339725" cy="17780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60" name="Line 43">
            <a:extLst>
              <a:ext uri="{FF2B5EF4-FFF2-40B4-BE49-F238E27FC236}">
                <a16:creationId xmlns:a16="http://schemas.microsoft.com/office/drawing/2014/main" id="{840DC631-B016-4581-8EF0-331E395250D0}"/>
              </a:ext>
            </a:extLst>
          </p:cNvPr>
          <p:cNvSpPr>
            <a:spLocks noChangeShapeType="1"/>
          </p:cNvSpPr>
          <p:nvPr/>
        </p:nvSpPr>
        <p:spPr bwMode="auto">
          <a:xfrm>
            <a:off x="1903413" y="3684588"/>
            <a:ext cx="339725" cy="179387"/>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61" name="Line 44">
            <a:extLst>
              <a:ext uri="{FF2B5EF4-FFF2-40B4-BE49-F238E27FC236}">
                <a16:creationId xmlns:a16="http://schemas.microsoft.com/office/drawing/2014/main" id="{400436A2-4E76-49AA-85CF-E69F8848BA86}"/>
              </a:ext>
            </a:extLst>
          </p:cNvPr>
          <p:cNvSpPr>
            <a:spLocks noChangeShapeType="1"/>
          </p:cNvSpPr>
          <p:nvPr/>
        </p:nvSpPr>
        <p:spPr bwMode="auto">
          <a:xfrm flipH="1">
            <a:off x="1247775" y="3683000"/>
            <a:ext cx="339725" cy="17780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62" name="Rectangle 45">
            <a:extLst>
              <a:ext uri="{FF2B5EF4-FFF2-40B4-BE49-F238E27FC236}">
                <a16:creationId xmlns:a16="http://schemas.microsoft.com/office/drawing/2014/main" id="{9C17478B-A2BB-41EB-9439-3781EB86453C}"/>
              </a:ext>
            </a:extLst>
          </p:cNvPr>
          <p:cNvSpPr>
            <a:spLocks noChangeArrowheads="1"/>
          </p:cNvSpPr>
          <p:nvPr/>
        </p:nvSpPr>
        <p:spPr bwMode="auto">
          <a:xfrm>
            <a:off x="2108200" y="3698875"/>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sym typeface="Symbol" panose="05050102010706020507" pitchFamily="18" charset="2"/>
              </a:rPr>
              <a:t></a:t>
            </a:r>
            <a:endParaRPr lang="en-US" altLang="zh-CN" sz="2800" b="1">
              <a:solidFill>
                <a:srgbClr val="FF00FF"/>
              </a:solidFill>
              <a:ea typeface="宋体" panose="02010600030101010101" pitchFamily="2" charset="-122"/>
            </a:endParaRPr>
          </a:p>
        </p:txBody>
      </p:sp>
      <p:sp>
        <p:nvSpPr>
          <p:cNvPr id="31763" name="Line 46">
            <a:extLst>
              <a:ext uri="{FF2B5EF4-FFF2-40B4-BE49-F238E27FC236}">
                <a16:creationId xmlns:a16="http://schemas.microsoft.com/office/drawing/2014/main" id="{E064A166-BC49-4E63-8D14-7FE6BBB4BEEA}"/>
              </a:ext>
            </a:extLst>
          </p:cNvPr>
          <p:cNvSpPr>
            <a:spLocks noChangeShapeType="1"/>
          </p:cNvSpPr>
          <p:nvPr/>
        </p:nvSpPr>
        <p:spPr bwMode="auto">
          <a:xfrm flipH="1">
            <a:off x="1885950" y="4000500"/>
            <a:ext cx="339725" cy="179388"/>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64" name="Rectangle 47">
            <a:extLst>
              <a:ext uri="{FF2B5EF4-FFF2-40B4-BE49-F238E27FC236}">
                <a16:creationId xmlns:a16="http://schemas.microsoft.com/office/drawing/2014/main" id="{0197DC30-6933-4F57-95C3-A7C06BD66940}"/>
              </a:ext>
            </a:extLst>
          </p:cNvPr>
          <p:cNvSpPr>
            <a:spLocks noChangeArrowheads="1"/>
          </p:cNvSpPr>
          <p:nvPr/>
        </p:nvSpPr>
        <p:spPr bwMode="auto">
          <a:xfrm>
            <a:off x="911225" y="4365625"/>
            <a:ext cx="601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b</a:t>
            </a:r>
          </a:p>
        </p:txBody>
      </p:sp>
      <p:sp>
        <p:nvSpPr>
          <p:cNvPr id="31765" name="Rectangle 48">
            <a:extLst>
              <a:ext uri="{FF2B5EF4-FFF2-40B4-BE49-F238E27FC236}">
                <a16:creationId xmlns:a16="http://schemas.microsoft.com/office/drawing/2014/main" id="{59BB605E-831D-437F-9899-E33C2DF9725B}"/>
              </a:ext>
            </a:extLst>
          </p:cNvPr>
          <p:cNvSpPr>
            <a:spLocks noChangeArrowheads="1"/>
          </p:cNvSpPr>
          <p:nvPr/>
        </p:nvSpPr>
        <p:spPr bwMode="auto">
          <a:xfrm>
            <a:off x="1582738" y="40544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c</a:t>
            </a:r>
          </a:p>
        </p:txBody>
      </p:sp>
      <p:sp>
        <p:nvSpPr>
          <p:cNvPr id="31766" name="Rectangle 49">
            <a:extLst>
              <a:ext uri="{FF2B5EF4-FFF2-40B4-BE49-F238E27FC236}">
                <a16:creationId xmlns:a16="http://schemas.microsoft.com/office/drawing/2014/main" id="{B35F3581-E179-4B20-B9B9-789E57F69E5B}"/>
              </a:ext>
            </a:extLst>
          </p:cNvPr>
          <p:cNvSpPr>
            <a:spLocks noChangeArrowheads="1"/>
          </p:cNvSpPr>
          <p:nvPr/>
        </p:nvSpPr>
        <p:spPr bwMode="auto">
          <a:xfrm>
            <a:off x="2727325" y="4057650"/>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d</a:t>
            </a:r>
          </a:p>
        </p:txBody>
      </p:sp>
      <p:sp>
        <p:nvSpPr>
          <p:cNvPr id="31767" name="Rectangle 50">
            <a:extLst>
              <a:ext uri="{FF2B5EF4-FFF2-40B4-BE49-F238E27FC236}">
                <a16:creationId xmlns:a16="http://schemas.microsoft.com/office/drawing/2014/main" id="{D8F4EC5D-7EF8-43BC-B594-D54901455592}"/>
              </a:ext>
            </a:extLst>
          </p:cNvPr>
          <p:cNvSpPr>
            <a:spLocks noChangeArrowheads="1"/>
          </p:cNvSpPr>
          <p:nvPr/>
        </p:nvSpPr>
        <p:spPr bwMode="auto">
          <a:xfrm>
            <a:off x="3044825" y="3760788"/>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c</a:t>
            </a:r>
          </a:p>
        </p:txBody>
      </p:sp>
      <p:sp>
        <p:nvSpPr>
          <p:cNvPr id="31768" name="Rectangle 51">
            <a:extLst>
              <a:ext uri="{FF2B5EF4-FFF2-40B4-BE49-F238E27FC236}">
                <a16:creationId xmlns:a16="http://schemas.microsoft.com/office/drawing/2014/main" id="{BAF01FE3-A5A8-4558-B684-AAB8205BC69E}"/>
              </a:ext>
            </a:extLst>
          </p:cNvPr>
          <p:cNvSpPr>
            <a:spLocks noChangeArrowheads="1"/>
          </p:cNvSpPr>
          <p:nvPr/>
        </p:nvSpPr>
        <p:spPr bwMode="auto">
          <a:xfrm>
            <a:off x="4248150" y="3778250"/>
            <a:ext cx="601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d</a:t>
            </a:r>
          </a:p>
        </p:txBody>
      </p:sp>
      <p:sp>
        <p:nvSpPr>
          <p:cNvPr id="31769" name="Rectangle 52">
            <a:extLst>
              <a:ext uri="{FF2B5EF4-FFF2-40B4-BE49-F238E27FC236}">
                <a16:creationId xmlns:a16="http://schemas.microsoft.com/office/drawing/2014/main" id="{95CF48F2-A2CE-42A6-8986-DA4503EBEDFE}"/>
              </a:ext>
            </a:extLst>
          </p:cNvPr>
          <p:cNvSpPr>
            <a:spLocks noChangeArrowheads="1"/>
          </p:cNvSpPr>
          <p:nvPr/>
        </p:nvSpPr>
        <p:spPr bwMode="auto">
          <a:xfrm>
            <a:off x="361950" y="3771900"/>
            <a:ext cx="16017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uminus</a:t>
            </a:r>
          </a:p>
        </p:txBody>
      </p:sp>
      <p:sp>
        <p:nvSpPr>
          <p:cNvPr id="31770" name="Line 53">
            <a:extLst>
              <a:ext uri="{FF2B5EF4-FFF2-40B4-BE49-F238E27FC236}">
                <a16:creationId xmlns:a16="http://schemas.microsoft.com/office/drawing/2014/main" id="{03D0F1A5-B6DC-43DC-8B46-DB5E17566EFE}"/>
              </a:ext>
            </a:extLst>
          </p:cNvPr>
          <p:cNvSpPr>
            <a:spLocks noChangeShapeType="1"/>
          </p:cNvSpPr>
          <p:nvPr/>
        </p:nvSpPr>
        <p:spPr bwMode="auto">
          <a:xfrm>
            <a:off x="1152525" y="4189413"/>
            <a:ext cx="0" cy="27781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71" name="Rectangle 54">
            <a:extLst>
              <a:ext uri="{FF2B5EF4-FFF2-40B4-BE49-F238E27FC236}">
                <a16:creationId xmlns:a16="http://schemas.microsoft.com/office/drawing/2014/main" id="{BD4B9934-C222-46E2-A366-11B982EF989F}"/>
              </a:ext>
            </a:extLst>
          </p:cNvPr>
          <p:cNvSpPr>
            <a:spLocks noChangeArrowheads="1"/>
          </p:cNvSpPr>
          <p:nvPr/>
        </p:nvSpPr>
        <p:spPr bwMode="auto">
          <a:xfrm>
            <a:off x="6665913" y="2247900"/>
            <a:ext cx="11636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assign</a:t>
            </a:r>
          </a:p>
        </p:txBody>
      </p:sp>
      <p:sp>
        <p:nvSpPr>
          <p:cNvPr id="31772" name="Rectangle 55">
            <a:extLst>
              <a:ext uri="{FF2B5EF4-FFF2-40B4-BE49-F238E27FC236}">
                <a16:creationId xmlns:a16="http://schemas.microsoft.com/office/drawing/2014/main" id="{04D1FF37-0B7E-47A9-B105-AC5EE2BE8E9C}"/>
              </a:ext>
            </a:extLst>
          </p:cNvPr>
          <p:cNvSpPr>
            <a:spLocks noChangeArrowheads="1"/>
          </p:cNvSpPr>
          <p:nvPr/>
        </p:nvSpPr>
        <p:spPr bwMode="auto">
          <a:xfrm>
            <a:off x="6215063" y="26701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31773" name="Rectangle 56">
            <a:extLst>
              <a:ext uri="{FF2B5EF4-FFF2-40B4-BE49-F238E27FC236}">
                <a16:creationId xmlns:a16="http://schemas.microsoft.com/office/drawing/2014/main" id="{7B02E32E-8B4F-40A2-852F-2D8E63F7D17E}"/>
              </a:ext>
            </a:extLst>
          </p:cNvPr>
          <p:cNvSpPr>
            <a:spLocks noChangeArrowheads="1"/>
          </p:cNvSpPr>
          <p:nvPr/>
        </p:nvSpPr>
        <p:spPr bwMode="auto">
          <a:xfrm>
            <a:off x="7640638" y="2705100"/>
            <a:ext cx="508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1774" name="Line 57">
            <a:extLst>
              <a:ext uri="{FF2B5EF4-FFF2-40B4-BE49-F238E27FC236}">
                <a16:creationId xmlns:a16="http://schemas.microsoft.com/office/drawing/2014/main" id="{DE6AD1C3-6AAA-4851-AFA1-65F2452EA33E}"/>
              </a:ext>
            </a:extLst>
          </p:cNvPr>
          <p:cNvSpPr>
            <a:spLocks noChangeShapeType="1"/>
          </p:cNvSpPr>
          <p:nvPr/>
        </p:nvSpPr>
        <p:spPr bwMode="auto">
          <a:xfrm flipH="1">
            <a:off x="6648450" y="2673350"/>
            <a:ext cx="339725" cy="1793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75" name="Line 58">
            <a:extLst>
              <a:ext uri="{FF2B5EF4-FFF2-40B4-BE49-F238E27FC236}">
                <a16:creationId xmlns:a16="http://schemas.microsoft.com/office/drawing/2014/main" id="{20CDCB0C-519B-437C-9FF2-964327A22E8D}"/>
              </a:ext>
            </a:extLst>
          </p:cNvPr>
          <p:cNvSpPr>
            <a:spLocks noChangeShapeType="1"/>
          </p:cNvSpPr>
          <p:nvPr/>
        </p:nvSpPr>
        <p:spPr bwMode="auto">
          <a:xfrm>
            <a:off x="7358063" y="2690813"/>
            <a:ext cx="339725"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76" name="Line 59">
            <a:extLst>
              <a:ext uri="{FF2B5EF4-FFF2-40B4-BE49-F238E27FC236}">
                <a16:creationId xmlns:a16="http://schemas.microsoft.com/office/drawing/2014/main" id="{3C145DD2-34DF-42BA-9F6E-6A27C06C8023}"/>
              </a:ext>
            </a:extLst>
          </p:cNvPr>
          <p:cNvSpPr>
            <a:spLocks noChangeShapeType="1"/>
          </p:cNvSpPr>
          <p:nvPr/>
        </p:nvSpPr>
        <p:spPr bwMode="auto">
          <a:xfrm flipH="1">
            <a:off x="6927850" y="3081338"/>
            <a:ext cx="809625" cy="454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77" name="Rectangle 60">
            <a:extLst>
              <a:ext uri="{FF2B5EF4-FFF2-40B4-BE49-F238E27FC236}">
                <a16:creationId xmlns:a16="http://schemas.microsoft.com/office/drawing/2014/main" id="{F2B27417-0FBC-4010-AE47-1D703909DC3C}"/>
              </a:ext>
            </a:extLst>
          </p:cNvPr>
          <p:cNvSpPr>
            <a:spLocks noChangeArrowheads="1"/>
          </p:cNvSpPr>
          <p:nvPr/>
        </p:nvSpPr>
        <p:spPr bwMode="auto">
          <a:xfrm>
            <a:off x="6553200" y="3354388"/>
            <a:ext cx="508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1778" name="Line 61">
            <a:extLst>
              <a:ext uri="{FF2B5EF4-FFF2-40B4-BE49-F238E27FC236}">
                <a16:creationId xmlns:a16="http://schemas.microsoft.com/office/drawing/2014/main" id="{07A8D694-EDF7-4AF5-964C-2F51BA0FE075}"/>
              </a:ext>
            </a:extLst>
          </p:cNvPr>
          <p:cNvSpPr>
            <a:spLocks noChangeShapeType="1"/>
          </p:cNvSpPr>
          <p:nvPr/>
        </p:nvSpPr>
        <p:spPr bwMode="auto">
          <a:xfrm>
            <a:off x="7545388" y="4011613"/>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79" name="Line 62">
            <a:extLst>
              <a:ext uri="{FF2B5EF4-FFF2-40B4-BE49-F238E27FC236}">
                <a16:creationId xmlns:a16="http://schemas.microsoft.com/office/drawing/2014/main" id="{FEB421FC-E454-4ACF-943F-7BC87763CB9C}"/>
              </a:ext>
            </a:extLst>
          </p:cNvPr>
          <p:cNvSpPr>
            <a:spLocks noChangeShapeType="1"/>
          </p:cNvSpPr>
          <p:nvPr/>
        </p:nvSpPr>
        <p:spPr bwMode="auto">
          <a:xfrm>
            <a:off x="6965950" y="3684588"/>
            <a:ext cx="339725"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80" name="Line 63">
            <a:extLst>
              <a:ext uri="{FF2B5EF4-FFF2-40B4-BE49-F238E27FC236}">
                <a16:creationId xmlns:a16="http://schemas.microsoft.com/office/drawing/2014/main" id="{765F3BBE-4DE1-4C9B-B471-7914151863D0}"/>
              </a:ext>
            </a:extLst>
          </p:cNvPr>
          <p:cNvSpPr>
            <a:spLocks noChangeShapeType="1"/>
          </p:cNvSpPr>
          <p:nvPr/>
        </p:nvSpPr>
        <p:spPr bwMode="auto">
          <a:xfrm flipH="1">
            <a:off x="6310313" y="3683000"/>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81" name="Rectangle 64">
            <a:extLst>
              <a:ext uri="{FF2B5EF4-FFF2-40B4-BE49-F238E27FC236}">
                <a16:creationId xmlns:a16="http://schemas.microsoft.com/office/drawing/2014/main" id="{9554175A-468F-420C-9B59-1E0B48EE6B77}"/>
              </a:ext>
            </a:extLst>
          </p:cNvPr>
          <p:cNvSpPr>
            <a:spLocks noChangeArrowheads="1"/>
          </p:cNvSpPr>
          <p:nvPr/>
        </p:nvSpPr>
        <p:spPr bwMode="auto">
          <a:xfrm>
            <a:off x="7170738" y="3698875"/>
            <a:ext cx="506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1782" name="Line 65">
            <a:extLst>
              <a:ext uri="{FF2B5EF4-FFF2-40B4-BE49-F238E27FC236}">
                <a16:creationId xmlns:a16="http://schemas.microsoft.com/office/drawing/2014/main" id="{F31CDB0F-17DF-4370-9380-3857399C8148}"/>
              </a:ext>
            </a:extLst>
          </p:cNvPr>
          <p:cNvSpPr>
            <a:spLocks noChangeShapeType="1"/>
          </p:cNvSpPr>
          <p:nvPr/>
        </p:nvSpPr>
        <p:spPr bwMode="auto">
          <a:xfrm flipH="1">
            <a:off x="6965950" y="4008438"/>
            <a:ext cx="339725"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83" name="Rectangle 66">
            <a:extLst>
              <a:ext uri="{FF2B5EF4-FFF2-40B4-BE49-F238E27FC236}">
                <a16:creationId xmlns:a16="http://schemas.microsoft.com/office/drawing/2014/main" id="{14851B0C-6965-4265-BE4F-10F48B566838}"/>
              </a:ext>
            </a:extLst>
          </p:cNvPr>
          <p:cNvSpPr>
            <a:spLocks noChangeArrowheads="1"/>
          </p:cNvSpPr>
          <p:nvPr/>
        </p:nvSpPr>
        <p:spPr bwMode="auto">
          <a:xfrm>
            <a:off x="5973763" y="4365625"/>
            <a:ext cx="6016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31784" name="Rectangle 67">
            <a:extLst>
              <a:ext uri="{FF2B5EF4-FFF2-40B4-BE49-F238E27FC236}">
                <a16:creationId xmlns:a16="http://schemas.microsoft.com/office/drawing/2014/main" id="{D1802044-9E81-4E99-B691-499F550ABDE3}"/>
              </a:ext>
            </a:extLst>
          </p:cNvPr>
          <p:cNvSpPr>
            <a:spLocks noChangeArrowheads="1"/>
          </p:cNvSpPr>
          <p:nvPr/>
        </p:nvSpPr>
        <p:spPr bwMode="auto">
          <a:xfrm>
            <a:off x="6645275" y="40544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1785" name="Rectangle 68">
            <a:extLst>
              <a:ext uri="{FF2B5EF4-FFF2-40B4-BE49-F238E27FC236}">
                <a16:creationId xmlns:a16="http://schemas.microsoft.com/office/drawing/2014/main" id="{94C56D32-E1DC-45EF-9900-ACC1B8A7F0B3}"/>
              </a:ext>
            </a:extLst>
          </p:cNvPr>
          <p:cNvSpPr>
            <a:spLocks noChangeArrowheads="1"/>
          </p:cNvSpPr>
          <p:nvPr/>
        </p:nvSpPr>
        <p:spPr bwMode="auto">
          <a:xfrm>
            <a:off x="7789863" y="4057650"/>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1786" name="Rectangle 69">
            <a:extLst>
              <a:ext uri="{FF2B5EF4-FFF2-40B4-BE49-F238E27FC236}">
                <a16:creationId xmlns:a16="http://schemas.microsoft.com/office/drawing/2014/main" id="{3594AB9B-6206-44A0-9121-FD352640269B}"/>
              </a:ext>
            </a:extLst>
          </p:cNvPr>
          <p:cNvSpPr>
            <a:spLocks noChangeArrowheads="1"/>
          </p:cNvSpPr>
          <p:nvPr/>
        </p:nvSpPr>
        <p:spPr bwMode="auto">
          <a:xfrm>
            <a:off x="5467350" y="3795713"/>
            <a:ext cx="13303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31787" name="Line 70">
            <a:extLst>
              <a:ext uri="{FF2B5EF4-FFF2-40B4-BE49-F238E27FC236}">
                <a16:creationId xmlns:a16="http://schemas.microsoft.com/office/drawing/2014/main" id="{E9B48138-D79C-4DD6-BCE2-831F2ED088F9}"/>
              </a:ext>
            </a:extLst>
          </p:cNvPr>
          <p:cNvSpPr>
            <a:spLocks noChangeShapeType="1"/>
          </p:cNvSpPr>
          <p:nvPr/>
        </p:nvSpPr>
        <p:spPr bwMode="auto">
          <a:xfrm>
            <a:off x="6215063" y="4189413"/>
            <a:ext cx="0" cy="2778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1788" name="Freeform 71">
            <a:extLst>
              <a:ext uri="{FF2B5EF4-FFF2-40B4-BE49-F238E27FC236}">
                <a16:creationId xmlns:a16="http://schemas.microsoft.com/office/drawing/2014/main" id="{CE79290E-CA89-4554-BFB1-3E33E342D24F}"/>
              </a:ext>
            </a:extLst>
          </p:cNvPr>
          <p:cNvSpPr>
            <a:spLocks/>
          </p:cNvSpPr>
          <p:nvPr/>
        </p:nvSpPr>
        <p:spPr bwMode="auto">
          <a:xfrm>
            <a:off x="7602538" y="3078163"/>
            <a:ext cx="912812" cy="833437"/>
          </a:xfrm>
          <a:custGeom>
            <a:avLst/>
            <a:gdLst>
              <a:gd name="T0" fmla="*/ 9381957 w 730"/>
              <a:gd name="T1" fmla="*/ 0 h 766"/>
              <a:gd name="T2" fmla="*/ 18762663 w 730"/>
              <a:gd name="T3" fmla="*/ 1183785 h 766"/>
              <a:gd name="T4" fmla="*/ 18762663 w 730"/>
              <a:gd name="T5" fmla="*/ 1183785 h 766"/>
              <a:gd name="T6" fmla="*/ 12508025 w 730"/>
              <a:gd name="T7" fmla="*/ 1183785 h 766"/>
              <a:gd name="T8" fmla="*/ 0 w 730"/>
              <a:gd name="T9" fmla="*/ 1183785 h 766"/>
              <a:gd name="T10" fmla="*/ 0 60000 65536"/>
              <a:gd name="T11" fmla="*/ 0 60000 65536"/>
              <a:gd name="T12" fmla="*/ 0 60000 65536"/>
              <a:gd name="T13" fmla="*/ 0 60000 65536"/>
              <a:gd name="T14" fmla="*/ 0 60000 65536"/>
              <a:gd name="T15" fmla="*/ 0 w 730"/>
              <a:gd name="T16" fmla="*/ 0 h 766"/>
              <a:gd name="T17" fmla="*/ 730 w 730"/>
              <a:gd name="T18" fmla="*/ 766 h 766"/>
            </a:gdLst>
            <a:ahLst/>
            <a:cxnLst>
              <a:cxn ang="T10">
                <a:pos x="T0" y="T1"/>
              </a:cxn>
              <a:cxn ang="T11">
                <a:pos x="T2" y="T3"/>
              </a:cxn>
              <a:cxn ang="T12">
                <a:pos x="T4" y="T5"/>
              </a:cxn>
              <a:cxn ang="T13">
                <a:pos x="T6" y="T7"/>
              </a:cxn>
              <a:cxn ang="T14">
                <a:pos x="T8" y="T9"/>
              </a:cxn>
            </a:cxnLst>
            <a:rect l="T15" t="T16" r="T17" b="T18"/>
            <a:pathLst>
              <a:path w="730" h="766">
                <a:moveTo>
                  <a:pt x="344" y="0"/>
                </a:moveTo>
                <a:cubicBezTo>
                  <a:pt x="399" y="48"/>
                  <a:pt x="620" y="196"/>
                  <a:pt x="675" y="286"/>
                </a:cubicBezTo>
                <a:cubicBezTo>
                  <a:pt x="730" y="376"/>
                  <a:pt x="715" y="474"/>
                  <a:pt x="675" y="541"/>
                </a:cubicBezTo>
                <a:cubicBezTo>
                  <a:pt x="635" y="608"/>
                  <a:pt x="546" y="653"/>
                  <a:pt x="434" y="690"/>
                </a:cubicBezTo>
                <a:cubicBezTo>
                  <a:pt x="322" y="727"/>
                  <a:pt x="90" y="750"/>
                  <a:pt x="0" y="766"/>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1789" name="Rectangle 72">
            <a:extLst>
              <a:ext uri="{FF2B5EF4-FFF2-40B4-BE49-F238E27FC236}">
                <a16:creationId xmlns:a16="http://schemas.microsoft.com/office/drawing/2014/main" id="{AE54D4BE-2BD7-43C6-82DA-A19C38696623}"/>
              </a:ext>
            </a:extLst>
          </p:cNvPr>
          <p:cNvSpPr>
            <a:spLocks noChangeArrowheads="1"/>
          </p:cNvSpPr>
          <p:nvPr/>
        </p:nvSpPr>
        <p:spPr bwMode="auto">
          <a:xfrm>
            <a:off x="1200150" y="4686300"/>
            <a:ext cx="2030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a:solidFill>
                  <a:srgbClr val="FF00FF"/>
                </a:solidFill>
                <a:ea typeface="宋体" panose="02010600030101010101" pitchFamily="2" charset="-122"/>
              </a:rPr>
              <a:t>(a) </a:t>
            </a:r>
            <a:r>
              <a:rPr lang="zh-CN" altLang="en-US" sz="2800" b="0">
                <a:solidFill>
                  <a:srgbClr val="FF00FF"/>
                </a:solidFill>
              </a:rPr>
              <a:t>语法树</a:t>
            </a:r>
          </a:p>
        </p:txBody>
      </p:sp>
      <p:sp>
        <p:nvSpPr>
          <p:cNvPr id="31790" name="Rectangle 73">
            <a:extLst>
              <a:ext uri="{FF2B5EF4-FFF2-40B4-BE49-F238E27FC236}">
                <a16:creationId xmlns:a16="http://schemas.microsoft.com/office/drawing/2014/main" id="{32514469-7253-4DC6-A1C1-E8D056E6C8AB}"/>
              </a:ext>
            </a:extLst>
          </p:cNvPr>
          <p:cNvSpPr>
            <a:spLocks noChangeArrowheads="1"/>
          </p:cNvSpPr>
          <p:nvPr/>
        </p:nvSpPr>
        <p:spPr bwMode="auto">
          <a:xfrm>
            <a:off x="6478588" y="4654550"/>
            <a:ext cx="1444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 dag</a:t>
            </a:r>
          </a:p>
        </p:txBody>
      </p:sp>
      <p:sp>
        <p:nvSpPr>
          <p:cNvPr id="31791" name="Rectangle 74">
            <a:extLst>
              <a:ext uri="{FF2B5EF4-FFF2-40B4-BE49-F238E27FC236}">
                <a16:creationId xmlns:a16="http://schemas.microsoft.com/office/drawing/2014/main" id="{A992EB34-92E7-4CB7-8E7A-90762F76E364}"/>
              </a:ext>
            </a:extLst>
          </p:cNvPr>
          <p:cNvSpPr>
            <a:spLocks noChangeArrowheads="1"/>
          </p:cNvSpPr>
          <p:nvPr/>
        </p:nvSpPr>
        <p:spPr bwMode="auto">
          <a:xfrm>
            <a:off x="2190750" y="51435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dirty="0">
                <a:ea typeface="宋体" panose="02010600030101010101" pitchFamily="2" charset="-122"/>
              </a:rPr>
              <a:t> </a:t>
            </a:r>
            <a:r>
              <a:rPr lang="en-US" altLang="zh-CN" sz="2800" b="1" dirty="0">
                <a:ea typeface="宋体" panose="02010600030101010101" pitchFamily="2" charset="-122"/>
              </a:rPr>
              <a:t>a =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b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en-US" altLang="zh-CN" sz="2800" b="1" dirty="0">
                <a:ea typeface="宋体" panose="02010600030101010101" pitchFamily="2" charset="-122"/>
              </a:rPr>
              <a:t> )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zh-CN" altLang="en-US" sz="2800" b="0" dirty="0"/>
              <a:t>的图形表示</a:t>
            </a:r>
          </a:p>
        </p:txBody>
      </p:sp>
      <p:sp>
        <p:nvSpPr>
          <p:cNvPr id="2" name="日期占位符 1">
            <a:extLst>
              <a:ext uri="{FF2B5EF4-FFF2-40B4-BE49-F238E27FC236}">
                <a16:creationId xmlns:a16="http://schemas.microsoft.com/office/drawing/2014/main" id="{F3CA20D0-0CA8-709D-75C1-09CA5C7A2642}"/>
              </a:ext>
            </a:extLst>
          </p:cNvPr>
          <p:cNvSpPr>
            <a:spLocks noGrp="1"/>
          </p:cNvSpPr>
          <p:nvPr>
            <p:ph type="dt" sz="half" idx="10"/>
          </p:nvPr>
        </p:nvSpPr>
        <p:spPr/>
        <p:txBody>
          <a:bodyPr/>
          <a:lstStyle/>
          <a:p>
            <a:fld id="{B81F409A-8A48-4C23-96C5-1F5237F7B604}"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732F980C-E574-2D5F-A564-E305D26BDA2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78F3AA7A-8EC8-F539-CC3C-B0558962C18B}"/>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3C93C0D-B28D-4E69-ABA8-1EE98877650D}"/>
              </a:ext>
            </a:extLst>
          </p:cNvPr>
          <p:cNvSpPr>
            <a:spLocks noGrp="1" noChangeArrowheads="1"/>
          </p:cNvSpPr>
          <p:nvPr>
            <p:ph type="title"/>
          </p:nvPr>
        </p:nvSpPr>
        <p:spPr/>
        <p:txBody>
          <a:bodyPr/>
          <a:lstStyle/>
          <a:p>
            <a:pPr eaLnBrk="1" hangingPunct="1"/>
            <a:r>
              <a:rPr lang="en-US" altLang="zh-CN" dirty="0"/>
              <a:t>7.1.2 </a:t>
            </a:r>
            <a:r>
              <a:rPr lang="zh-CN" altLang="en-US" dirty="0"/>
              <a:t>图形表示</a:t>
            </a:r>
          </a:p>
        </p:txBody>
      </p:sp>
      <p:sp>
        <p:nvSpPr>
          <p:cNvPr id="32771" name="Rectangle 3">
            <a:extLst>
              <a:ext uri="{FF2B5EF4-FFF2-40B4-BE49-F238E27FC236}">
                <a16:creationId xmlns:a16="http://schemas.microsoft.com/office/drawing/2014/main" id="{08FAC7AC-10DC-48DD-B188-5228C2990B95}"/>
              </a:ext>
            </a:extLst>
          </p:cNvPr>
          <p:cNvSpPr>
            <a:spLocks noGrp="1" noChangeArrowheads="1"/>
          </p:cNvSpPr>
          <p:nvPr>
            <p:ph idx="1"/>
          </p:nvPr>
        </p:nvSpPr>
        <p:spPr/>
        <p:txBody>
          <a:bodyPr/>
          <a:lstStyle/>
          <a:p>
            <a:pPr eaLnBrk="1" hangingPunct="1"/>
            <a:r>
              <a:rPr lang="zh-CN" altLang="en-US" dirty="0"/>
              <a:t>在上述语法制导定义中，如果构造结点的函数（</a:t>
            </a:r>
            <a:r>
              <a:rPr lang="en-US" altLang="zh-CN" b="1" i="1" dirty="0" err="1"/>
              <a:t>mknode</a:t>
            </a:r>
            <a:r>
              <a:rPr lang="zh-CN" altLang="en-US" dirty="0"/>
              <a:t>等）首先检查是否已有相同的结点存在，有则返回先前构造的这种结点的指针，而不是构造新结点，这样就可以得到有向无环图（</a:t>
            </a:r>
            <a:r>
              <a:rPr lang="en-US" altLang="zh-CN" b="1" dirty="0"/>
              <a:t>DAG</a:t>
            </a:r>
            <a:r>
              <a:rPr lang="zh-CN" altLang="en-US" dirty="0"/>
              <a:t>）。</a:t>
            </a:r>
            <a:endParaRPr lang="en-US" altLang="zh-CN" dirty="0"/>
          </a:p>
        </p:txBody>
      </p:sp>
      <p:sp>
        <p:nvSpPr>
          <p:cNvPr id="2" name="日期占位符 1">
            <a:extLst>
              <a:ext uri="{FF2B5EF4-FFF2-40B4-BE49-F238E27FC236}">
                <a16:creationId xmlns:a16="http://schemas.microsoft.com/office/drawing/2014/main" id="{911FEDA7-6168-918D-6A18-CBF358E01120}"/>
              </a:ext>
            </a:extLst>
          </p:cNvPr>
          <p:cNvSpPr>
            <a:spLocks noGrp="1"/>
          </p:cNvSpPr>
          <p:nvPr>
            <p:ph type="dt" sz="half" idx="10"/>
          </p:nvPr>
        </p:nvSpPr>
        <p:spPr/>
        <p:txBody>
          <a:bodyPr/>
          <a:lstStyle/>
          <a:p>
            <a:fld id="{79BA647C-7F4D-42CE-8FDF-467E436A12C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2D7E6E24-CEE3-05A2-68CD-85B7062DAAC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6B221FB5-749C-54D9-395F-E5F2EAF436B7}"/>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F89B6473-2941-4F99-9C30-522D4BA16B87}"/>
              </a:ext>
            </a:extLst>
          </p:cNvPr>
          <p:cNvSpPr>
            <a:spLocks noGrp="1" noChangeArrowheads="1"/>
          </p:cNvSpPr>
          <p:nvPr>
            <p:ph type="title"/>
          </p:nvPr>
        </p:nvSpPr>
        <p:spPr/>
        <p:txBody>
          <a:bodyPr/>
          <a:lstStyle/>
          <a:p>
            <a:pPr eaLnBrk="1" hangingPunct="1"/>
            <a:r>
              <a:rPr lang="en-US" altLang="zh-CN" dirty="0"/>
              <a:t>7.1.2 </a:t>
            </a:r>
            <a:r>
              <a:rPr lang="zh-CN" altLang="en-US" dirty="0"/>
              <a:t>图形表示</a:t>
            </a:r>
          </a:p>
        </p:txBody>
      </p:sp>
      <p:sp>
        <p:nvSpPr>
          <p:cNvPr id="2" name="内容占位符 1">
            <a:extLst>
              <a:ext uri="{FF2B5EF4-FFF2-40B4-BE49-F238E27FC236}">
                <a16:creationId xmlns:a16="http://schemas.microsoft.com/office/drawing/2014/main" id="{1AECABC1-C439-4D24-A76C-270A1FD173DB}"/>
              </a:ext>
            </a:extLst>
          </p:cNvPr>
          <p:cNvSpPr>
            <a:spLocks noGrp="1"/>
          </p:cNvSpPr>
          <p:nvPr>
            <p:ph idx="1"/>
          </p:nvPr>
        </p:nvSpPr>
        <p:spPr/>
        <p:txBody>
          <a:bodyPr/>
          <a:lstStyle/>
          <a:p>
            <a:r>
              <a:rPr lang="zh-CN" altLang="en-US" b="0" kern="0" dirty="0">
                <a:latin typeface="宋体" panose="02010600030101010101" pitchFamily="2" charset="-122"/>
              </a:rPr>
              <a:t>语法树和</a:t>
            </a:r>
            <a:r>
              <a:rPr lang="zh-CN" altLang="en-US" b="0" kern="0" dirty="0"/>
              <a:t>有向无环图（</a:t>
            </a:r>
            <a:r>
              <a:rPr lang="en-US" altLang="zh-CN" kern="0" dirty="0"/>
              <a:t>DAG</a:t>
            </a:r>
            <a:r>
              <a:rPr lang="zh-CN" altLang="en-US" b="0" kern="0" dirty="0"/>
              <a:t>）</a:t>
            </a:r>
            <a:endParaRPr lang="zh-CN" altLang="en-US" b="0" kern="0" dirty="0">
              <a:latin typeface="宋体" panose="02010600030101010101" pitchFamily="2" charset="-122"/>
            </a:endParaRPr>
          </a:p>
          <a:p>
            <a:endParaRPr lang="zh-CN" altLang="en-US" dirty="0"/>
          </a:p>
        </p:txBody>
      </p:sp>
      <p:sp>
        <p:nvSpPr>
          <p:cNvPr id="33795" name="Rectangle 31">
            <a:extLst>
              <a:ext uri="{FF2B5EF4-FFF2-40B4-BE49-F238E27FC236}">
                <a16:creationId xmlns:a16="http://schemas.microsoft.com/office/drawing/2014/main" id="{ED930843-4B17-427A-B25F-FDAF68F2CE9C}"/>
              </a:ext>
            </a:extLst>
          </p:cNvPr>
          <p:cNvSpPr>
            <a:spLocks noChangeArrowheads="1"/>
          </p:cNvSpPr>
          <p:nvPr/>
        </p:nvSpPr>
        <p:spPr bwMode="auto">
          <a:xfrm>
            <a:off x="1603375" y="2247900"/>
            <a:ext cx="12731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assign</a:t>
            </a:r>
          </a:p>
        </p:txBody>
      </p:sp>
      <p:sp>
        <p:nvSpPr>
          <p:cNvPr id="33796" name="Rectangle 32">
            <a:extLst>
              <a:ext uri="{FF2B5EF4-FFF2-40B4-BE49-F238E27FC236}">
                <a16:creationId xmlns:a16="http://schemas.microsoft.com/office/drawing/2014/main" id="{9D19187C-2FF3-43C0-89F7-BC4F78415F5C}"/>
              </a:ext>
            </a:extLst>
          </p:cNvPr>
          <p:cNvSpPr>
            <a:spLocks noChangeArrowheads="1"/>
          </p:cNvSpPr>
          <p:nvPr/>
        </p:nvSpPr>
        <p:spPr bwMode="auto">
          <a:xfrm>
            <a:off x="1152525" y="26701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33797" name="Rectangle 33">
            <a:extLst>
              <a:ext uri="{FF2B5EF4-FFF2-40B4-BE49-F238E27FC236}">
                <a16:creationId xmlns:a16="http://schemas.microsoft.com/office/drawing/2014/main" id="{EBBBF9E2-8096-4769-B1B3-6FB9A52B86DF}"/>
              </a:ext>
            </a:extLst>
          </p:cNvPr>
          <p:cNvSpPr>
            <a:spLocks noChangeArrowheads="1"/>
          </p:cNvSpPr>
          <p:nvPr/>
        </p:nvSpPr>
        <p:spPr bwMode="auto">
          <a:xfrm>
            <a:off x="2578100" y="2705100"/>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3798" name="Line 34">
            <a:extLst>
              <a:ext uri="{FF2B5EF4-FFF2-40B4-BE49-F238E27FC236}">
                <a16:creationId xmlns:a16="http://schemas.microsoft.com/office/drawing/2014/main" id="{F5FDA34B-0BB3-4F2D-8078-C57DFBC8A4F7}"/>
              </a:ext>
            </a:extLst>
          </p:cNvPr>
          <p:cNvSpPr>
            <a:spLocks noChangeShapeType="1"/>
          </p:cNvSpPr>
          <p:nvPr/>
        </p:nvSpPr>
        <p:spPr bwMode="auto">
          <a:xfrm flipH="1">
            <a:off x="1585913" y="2673350"/>
            <a:ext cx="339725" cy="1793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799" name="Line 35">
            <a:extLst>
              <a:ext uri="{FF2B5EF4-FFF2-40B4-BE49-F238E27FC236}">
                <a16:creationId xmlns:a16="http://schemas.microsoft.com/office/drawing/2014/main" id="{7E101117-5C8A-4052-BD9F-02D63809DC8B}"/>
              </a:ext>
            </a:extLst>
          </p:cNvPr>
          <p:cNvSpPr>
            <a:spLocks noChangeShapeType="1"/>
          </p:cNvSpPr>
          <p:nvPr/>
        </p:nvSpPr>
        <p:spPr bwMode="auto">
          <a:xfrm>
            <a:off x="2295525" y="2690813"/>
            <a:ext cx="339725"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0" name="Line 36">
            <a:extLst>
              <a:ext uri="{FF2B5EF4-FFF2-40B4-BE49-F238E27FC236}">
                <a16:creationId xmlns:a16="http://schemas.microsoft.com/office/drawing/2014/main" id="{42CDF5A3-D440-4E7F-BE60-4D69D8FE42D0}"/>
              </a:ext>
            </a:extLst>
          </p:cNvPr>
          <p:cNvSpPr>
            <a:spLocks noChangeShapeType="1"/>
          </p:cNvSpPr>
          <p:nvPr/>
        </p:nvSpPr>
        <p:spPr bwMode="auto">
          <a:xfrm flipH="1">
            <a:off x="1865313" y="3081338"/>
            <a:ext cx="809625" cy="454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1" name="Line 37">
            <a:extLst>
              <a:ext uri="{FF2B5EF4-FFF2-40B4-BE49-F238E27FC236}">
                <a16:creationId xmlns:a16="http://schemas.microsoft.com/office/drawing/2014/main" id="{D56CC86A-27F3-41A9-B915-153A6F2693A4}"/>
              </a:ext>
            </a:extLst>
          </p:cNvPr>
          <p:cNvSpPr>
            <a:spLocks noChangeShapeType="1"/>
          </p:cNvSpPr>
          <p:nvPr/>
        </p:nvSpPr>
        <p:spPr bwMode="auto">
          <a:xfrm>
            <a:off x="4019550" y="3717925"/>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2" name="Rectangle 38">
            <a:extLst>
              <a:ext uri="{FF2B5EF4-FFF2-40B4-BE49-F238E27FC236}">
                <a16:creationId xmlns:a16="http://schemas.microsoft.com/office/drawing/2014/main" id="{CE125340-7F1B-4EAE-8E07-DE8C66DEB92B}"/>
              </a:ext>
            </a:extLst>
          </p:cNvPr>
          <p:cNvSpPr>
            <a:spLocks noChangeArrowheads="1"/>
          </p:cNvSpPr>
          <p:nvPr/>
        </p:nvSpPr>
        <p:spPr bwMode="auto">
          <a:xfrm>
            <a:off x="1490663" y="3354388"/>
            <a:ext cx="506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3803" name="Rectangle 39">
            <a:extLst>
              <a:ext uri="{FF2B5EF4-FFF2-40B4-BE49-F238E27FC236}">
                <a16:creationId xmlns:a16="http://schemas.microsoft.com/office/drawing/2014/main" id="{90CA1B6D-3B6C-4BD5-8C8E-7226F7DF63DA}"/>
              </a:ext>
            </a:extLst>
          </p:cNvPr>
          <p:cNvSpPr>
            <a:spLocks noChangeArrowheads="1"/>
          </p:cNvSpPr>
          <p:nvPr/>
        </p:nvSpPr>
        <p:spPr bwMode="auto">
          <a:xfrm>
            <a:off x="3648075" y="3389313"/>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3804" name="Line 40">
            <a:extLst>
              <a:ext uri="{FF2B5EF4-FFF2-40B4-BE49-F238E27FC236}">
                <a16:creationId xmlns:a16="http://schemas.microsoft.com/office/drawing/2014/main" id="{6C4B4F3B-1AD9-436F-AA5B-5FD90D3FE64F}"/>
              </a:ext>
            </a:extLst>
          </p:cNvPr>
          <p:cNvSpPr>
            <a:spLocks noChangeShapeType="1"/>
          </p:cNvSpPr>
          <p:nvPr/>
        </p:nvSpPr>
        <p:spPr bwMode="auto">
          <a:xfrm flipH="1">
            <a:off x="3402013" y="3716338"/>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5" name="Line 41">
            <a:extLst>
              <a:ext uri="{FF2B5EF4-FFF2-40B4-BE49-F238E27FC236}">
                <a16:creationId xmlns:a16="http://schemas.microsoft.com/office/drawing/2014/main" id="{BA7FA997-39B8-4465-B8AF-B47A5139B291}"/>
              </a:ext>
            </a:extLst>
          </p:cNvPr>
          <p:cNvSpPr>
            <a:spLocks noChangeShapeType="1"/>
          </p:cNvSpPr>
          <p:nvPr/>
        </p:nvSpPr>
        <p:spPr bwMode="auto">
          <a:xfrm>
            <a:off x="2970213" y="3082925"/>
            <a:ext cx="809625" cy="454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6" name="Line 42">
            <a:extLst>
              <a:ext uri="{FF2B5EF4-FFF2-40B4-BE49-F238E27FC236}">
                <a16:creationId xmlns:a16="http://schemas.microsoft.com/office/drawing/2014/main" id="{4D555380-2B4B-4F65-BFA0-51B08DA342F6}"/>
              </a:ext>
            </a:extLst>
          </p:cNvPr>
          <p:cNvSpPr>
            <a:spLocks noChangeShapeType="1"/>
          </p:cNvSpPr>
          <p:nvPr/>
        </p:nvSpPr>
        <p:spPr bwMode="auto">
          <a:xfrm>
            <a:off x="2482850" y="4011613"/>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7" name="Line 43">
            <a:extLst>
              <a:ext uri="{FF2B5EF4-FFF2-40B4-BE49-F238E27FC236}">
                <a16:creationId xmlns:a16="http://schemas.microsoft.com/office/drawing/2014/main" id="{91CCF381-66E8-4299-AB18-433F61907AF4}"/>
              </a:ext>
            </a:extLst>
          </p:cNvPr>
          <p:cNvSpPr>
            <a:spLocks noChangeShapeType="1"/>
          </p:cNvSpPr>
          <p:nvPr/>
        </p:nvSpPr>
        <p:spPr bwMode="auto">
          <a:xfrm>
            <a:off x="1903413" y="3684588"/>
            <a:ext cx="339725" cy="1793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8" name="Line 44">
            <a:extLst>
              <a:ext uri="{FF2B5EF4-FFF2-40B4-BE49-F238E27FC236}">
                <a16:creationId xmlns:a16="http://schemas.microsoft.com/office/drawing/2014/main" id="{8788551E-7327-4930-8C3D-A097634DADFB}"/>
              </a:ext>
            </a:extLst>
          </p:cNvPr>
          <p:cNvSpPr>
            <a:spLocks noChangeShapeType="1"/>
          </p:cNvSpPr>
          <p:nvPr/>
        </p:nvSpPr>
        <p:spPr bwMode="auto">
          <a:xfrm flipH="1">
            <a:off x="1247775" y="3683000"/>
            <a:ext cx="339725" cy="177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09" name="Rectangle 45">
            <a:extLst>
              <a:ext uri="{FF2B5EF4-FFF2-40B4-BE49-F238E27FC236}">
                <a16:creationId xmlns:a16="http://schemas.microsoft.com/office/drawing/2014/main" id="{1A200D8E-8ECD-41EE-ACBE-E974DAEB824A}"/>
              </a:ext>
            </a:extLst>
          </p:cNvPr>
          <p:cNvSpPr>
            <a:spLocks noChangeArrowheads="1"/>
          </p:cNvSpPr>
          <p:nvPr/>
        </p:nvSpPr>
        <p:spPr bwMode="auto">
          <a:xfrm>
            <a:off x="2108200" y="3698875"/>
            <a:ext cx="50641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3810" name="Line 46">
            <a:extLst>
              <a:ext uri="{FF2B5EF4-FFF2-40B4-BE49-F238E27FC236}">
                <a16:creationId xmlns:a16="http://schemas.microsoft.com/office/drawing/2014/main" id="{158165D8-B28B-44F8-9151-D852575F1416}"/>
              </a:ext>
            </a:extLst>
          </p:cNvPr>
          <p:cNvSpPr>
            <a:spLocks noChangeShapeType="1"/>
          </p:cNvSpPr>
          <p:nvPr/>
        </p:nvSpPr>
        <p:spPr bwMode="auto">
          <a:xfrm flipH="1">
            <a:off x="1885950" y="4000500"/>
            <a:ext cx="339725" cy="1793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11" name="Rectangle 47">
            <a:extLst>
              <a:ext uri="{FF2B5EF4-FFF2-40B4-BE49-F238E27FC236}">
                <a16:creationId xmlns:a16="http://schemas.microsoft.com/office/drawing/2014/main" id="{CCDBA2C7-E696-4E2D-B4B8-DA69A0A28313}"/>
              </a:ext>
            </a:extLst>
          </p:cNvPr>
          <p:cNvSpPr>
            <a:spLocks noChangeArrowheads="1"/>
          </p:cNvSpPr>
          <p:nvPr/>
        </p:nvSpPr>
        <p:spPr bwMode="auto">
          <a:xfrm>
            <a:off x="911225" y="4365625"/>
            <a:ext cx="601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33812" name="Rectangle 48">
            <a:extLst>
              <a:ext uri="{FF2B5EF4-FFF2-40B4-BE49-F238E27FC236}">
                <a16:creationId xmlns:a16="http://schemas.microsoft.com/office/drawing/2014/main" id="{17EC3B23-8E27-475E-A260-F8FC2692DA99}"/>
              </a:ext>
            </a:extLst>
          </p:cNvPr>
          <p:cNvSpPr>
            <a:spLocks noChangeArrowheads="1"/>
          </p:cNvSpPr>
          <p:nvPr/>
        </p:nvSpPr>
        <p:spPr bwMode="auto">
          <a:xfrm>
            <a:off x="1582738" y="40544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3813" name="Rectangle 49">
            <a:extLst>
              <a:ext uri="{FF2B5EF4-FFF2-40B4-BE49-F238E27FC236}">
                <a16:creationId xmlns:a16="http://schemas.microsoft.com/office/drawing/2014/main" id="{EEAAF285-18DD-49F3-8878-985A8F212CEA}"/>
              </a:ext>
            </a:extLst>
          </p:cNvPr>
          <p:cNvSpPr>
            <a:spLocks noChangeArrowheads="1"/>
          </p:cNvSpPr>
          <p:nvPr/>
        </p:nvSpPr>
        <p:spPr bwMode="auto">
          <a:xfrm>
            <a:off x="2727325" y="4057650"/>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3814" name="Rectangle 50">
            <a:extLst>
              <a:ext uri="{FF2B5EF4-FFF2-40B4-BE49-F238E27FC236}">
                <a16:creationId xmlns:a16="http://schemas.microsoft.com/office/drawing/2014/main" id="{42453D39-C924-4479-B0D1-CED38907F905}"/>
              </a:ext>
            </a:extLst>
          </p:cNvPr>
          <p:cNvSpPr>
            <a:spLocks noChangeArrowheads="1"/>
          </p:cNvSpPr>
          <p:nvPr/>
        </p:nvSpPr>
        <p:spPr bwMode="auto">
          <a:xfrm>
            <a:off x="3044825" y="3760788"/>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3815" name="Rectangle 51">
            <a:extLst>
              <a:ext uri="{FF2B5EF4-FFF2-40B4-BE49-F238E27FC236}">
                <a16:creationId xmlns:a16="http://schemas.microsoft.com/office/drawing/2014/main" id="{BF22527A-D822-4242-B191-8CF5039C5125}"/>
              </a:ext>
            </a:extLst>
          </p:cNvPr>
          <p:cNvSpPr>
            <a:spLocks noChangeArrowheads="1"/>
          </p:cNvSpPr>
          <p:nvPr/>
        </p:nvSpPr>
        <p:spPr bwMode="auto">
          <a:xfrm>
            <a:off x="4248150" y="3778250"/>
            <a:ext cx="601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3816" name="Rectangle 52">
            <a:extLst>
              <a:ext uri="{FF2B5EF4-FFF2-40B4-BE49-F238E27FC236}">
                <a16:creationId xmlns:a16="http://schemas.microsoft.com/office/drawing/2014/main" id="{D423A087-EA1D-4797-9624-77234494B7D0}"/>
              </a:ext>
            </a:extLst>
          </p:cNvPr>
          <p:cNvSpPr>
            <a:spLocks noChangeArrowheads="1"/>
          </p:cNvSpPr>
          <p:nvPr/>
        </p:nvSpPr>
        <p:spPr bwMode="auto">
          <a:xfrm>
            <a:off x="361950" y="3771900"/>
            <a:ext cx="16017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33817" name="Line 53">
            <a:extLst>
              <a:ext uri="{FF2B5EF4-FFF2-40B4-BE49-F238E27FC236}">
                <a16:creationId xmlns:a16="http://schemas.microsoft.com/office/drawing/2014/main" id="{493FE9EE-1EE0-4B3C-92DD-EDE1373D99FA}"/>
              </a:ext>
            </a:extLst>
          </p:cNvPr>
          <p:cNvSpPr>
            <a:spLocks noChangeShapeType="1"/>
          </p:cNvSpPr>
          <p:nvPr/>
        </p:nvSpPr>
        <p:spPr bwMode="auto">
          <a:xfrm>
            <a:off x="1152525" y="4189413"/>
            <a:ext cx="0" cy="2778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18" name="Rectangle 54">
            <a:extLst>
              <a:ext uri="{FF2B5EF4-FFF2-40B4-BE49-F238E27FC236}">
                <a16:creationId xmlns:a16="http://schemas.microsoft.com/office/drawing/2014/main" id="{6BE04093-FC10-4AEE-821C-3D9042521DF0}"/>
              </a:ext>
            </a:extLst>
          </p:cNvPr>
          <p:cNvSpPr>
            <a:spLocks noChangeArrowheads="1"/>
          </p:cNvSpPr>
          <p:nvPr/>
        </p:nvSpPr>
        <p:spPr bwMode="auto">
          <a:xfrm>
            <a:off x="6665913" y="2247900"/>
            <a:ext cx="11636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assign</a:t>
            </a:r>
          </a:p>
        </p:txBody>
      </p:sp>
      <p:sp>
        <p:nvSpPr>
          <p:cNvPr id="33819" name="Rectangle 55">
            <a:extLst>
              <a:ext uri="{FF2B5EF4-FFF2-40B4-BE49-F238E27FC236}">
                <a16:creationId xmlns:a16="http://schemas.microsoft.com/office/drawing/2014/main" id="{C3F774AC-6B26-4E43-A030-0CE54344E7A5}"/>
              </a:ext>
            </a:extLst>
          </p:cNvPr>
          <p:cNvSpPr>
            <a:spLocks noChangeArrowheads="1"/>
          </p:cNvSpPr>
          <p:nvPr/>
        </p:nvSpPr>
        <p:spPr bwMode="auto">
          <a:xfrm>
            <a:off x="6215063" y="26701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a:t>
            </a:r>
          </a:p>
        </p:txBody>
      </p:sp>
      <p:sp>
        <p:nvSpPr>
          <p:cNvPr id="33820" name="Rectangle 56">
            <a:extLst>
              <a:ext uri="{FF2B5EF4-FFF2-40B4-BE49-F238E27FC236}">
                <a16:creationId xmlns:a16="http://schemas.microsoft.com/office/drawing/2014/main" id="{0A914CDA-0595-40A7-B90D-5ADC14E6D94C}"/>
              </a:ext>
            </a:extLst>
          </p:cNvPr>
          <p:cNvSpPr>
            <a:spLocks noChangeArrowheads="1"/>
          </p:cNvSpPr>
          <p:nvPr/>
        </p:nvSpPr>
        <p:spPr bwMode="auto">
          <a:xfrm>
            <a:off x="7640638" y="2705100"/>
            <a:ext cx="508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t>
            </a:r>
          </a:p>
        </p:txBody>
      </p:sp>
      <p:sp>
        <p:nvSpPr>
          <p:cNvPr id="33821" name="Line 57">
            <a:extLst>
              <a:ext uri="{FF2B5EF4-FFF2-40B4-BE49-F238E27FC236}">
                <a16:creationId xmlns:a16="http://schemas.microsoft.com/office/drawing/2014/main" id="{3D6A00F7-F139-4DAD-82E0-71131DEED7C4}"/>
              </a:ext>
            </a:extLst>
          </p:cNvPr>
          <p:cNvSpPr>
            <a:spLocks noChangeShapeType="1"/>
          </p:cNvSpPr>
          <p:nvPr/>
        </p:nvSpPr>
        <p:spPr bwMode="auto">
          <a:xfrm flipH="1">
            <a:off x="6648450" y="2673350"/>
            <a:ext cx="339725" cy="179388"/>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2" name="Line 58">
            <a:extLst>
              <a:ext uri="{FF2B5EF4-FFF2-40B4-BE49-F238E27FC236}">
                <a16:creationId xmlns:a16="http://schemas.microsoft.com/office/drawing/2014/main" id="{2E1C942A-7DDD-4613-885A-4045136A6D0B}"/>
              </a:ext>
            </a:extLst>
          </p:cNvPr>
          <p:cNvSpPr>
            <a:spLocks noChangeShapeType="1"/>
          </p:cNvSpPr>
          <p:nvPr/>
        </p:nvSpPr>
        <p:spPr bwMode="auto">
          <a:xfrm>
            <a:off x="7358063" y="2690813"/>
            <a:ext cx="339725" cy="179387"/>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3" name="Line 59">
            <a:extLst>
              <a:ext uri="{FF2B5EF4-FFF2-40B4-BE49-F238E27FC236}">
                <a16:creationId xmlns:a16="http://schemas.microsoft.com/office/drawing/2014/main" id="{B47CE49F-0931-43F2-B84E-A6F938CEBF19}"/>
              </a:ext>
            </a:extLst>
          </p:cNvPr>
          <p:cNvSpPr>
            <a:spLocks noChangeShapeType="1"/>
          </p:cNvSpPr>
          <p:nvPr/>
        </p:nvSpPr>
        <p:spPr bwMode="auto">
          <a:xfrm flipH="1">
            <a:off x="6927850" y="3081338"/>
            <a:ext cx="809625" cy="45402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4" name="Rectangle 60">
            <a:extLst>
              <a:ext uri="{FF2B5EF4-FFF2-40B4-BE49-F238E27FC236}">
                <a16:creationId xmlns:a16="http://schemas.microsoft.com/office/drawing/2014/main" id="{4EBE57B1-B22E-44AA-8D87-721838BEE7E4}"/>
              </a:ext>
            </a:extLst>
          </p:cNvPr>
          <p:cNvSpPr>
            <a:spLocks noChangeArrowheads="1"/>
          </p:cNvSpPr>
          <p:nvPr/>
        </p:nvSpPr>
        <p:spPr bwMode="auto">
          <a:xfrm>
            <a:off x="6553200" y="3354388"/>
            <a:ext cx="5080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a:t>
            </a:r>
          </a:p>
        </p:txBody>
      </p:sp>
      <p:sp>
        <p:nvSpPr>
          <p:cNvPr id="33825" name="Line 61">
            <a:extLst>
              <a:ext uri="{FF2B5EF4-FFF2-40B4-BE49-F238E27FC236}">
                <a16:creationId xmlns:a16="http://schemas.microsoft.com/office/drawing/2014/main" id="{C903DC56-DB7A-4EDF-8518-E25921F7B180}"/>
              </a:ext>
            </a:extLst>
          </p:cNvPr>
          <p:cNvSpPr>
            <a:spLocks noChangeShapeType="1"/>
          </p:cNvSpPr>
          <p:nvPr/>
        </p:nvSpPr>
        <p:spPr bwMode="auto">
          <a:xfrm>
            <a:off x="7545388" y="4011613"/>
            <a:ext cx="339725" cy="17780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6" name="Line 62">
            <a:extLst>
              <a:ext uri="{FF2B5EF4-FFF2-40B4-BE49-F238E27FC236}">
                <a16:creationId xmlns:a16="http://schemas.microsoft.com/office/drawing/2014/main" id="{3F056A1B-9EF7-4F97-B40A-C59696D15496}"/>
              </a:ext>
            </a:extLst>
          </p:cNvPr>
          <p:cNvSpPr>
            <a:spLocks noChangeShapeType="1"/>
          </p:cNvSpPr>
          <p:nvPr/>
        </p:nvSpPr>
        <p:spPr bwMode="auto">
          <a:xfrm>
            <a:off x="6965950" y="3684588"/>
            <a:ext cx="339725" cy="179387"/>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7" name="Line 63">
            <a:extLst>
              <a:ext uri="{FF2B5EF4-FFF2-40B4-BE49-F238E27FC236}">
                <a16:creationId xmlns:a16="http://schemas.microsoft.com/office/drawing/2014/main" id="{C491C39D-C6F8-40F7-BD4E-3E336EFF3C30}"/>
              </a:ext>
            </a:extLst>
          </p:cNvPr>
          <p:cNvSpPr>
            <a:spLocks noChangeShapeType="1"/>
          </p:cNvSpPr>
          <p:nvPr/>
        </p:nvSpPr>
        <p:spPr bwMode="auto">
          <a:xfrm flipH="1">
            <a:off x="6310313" y="3683000"/>
            <a:ext cx="339725" cy="17780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28" name="Rectangle 64">
            <a:extLst>
              <a:ext uri="{FF2B5EF4-FFF2-40B4-BE49-F238E27FC236}">
                <a16:creationId xmlns:a16="http://schemas.microsoft.com/office/drawing/2014/main" id="{D685769A-D2D6-479B-B175-6BE02790C7C9}"/>
              </a:ext>
            </a:extLst>
          </p:cNvPr>
          <p:cNvSpPr>
            <a:spLocks noChangeArrowheads="1"/>
          </p:cNvSpPr>
          <p:nvPr/>
        </p:nvSpPr>
        <p:spPr bwMode="auto">
          <a:xfrm>
            <a:off x="7170738" y="3698875"/>
            <a:ext cx="5064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sym typeface="Symbol" panose="05050102010706020507" pitchFamily="18" charset="2"/>
              </a:rPr>
              <a:t></a:t>
            </a:r>
            <a:endParaRPr lang="en-US" altLang="zh-CN" sz="2800" b="1">
              <a:solidFill>
                <a:srgbClr val="FF00FF"/>
              </a:solidFill>
              <a:ea typeface="宋体" panose="02010600030101010101" pitchFamily="2" charset="-122"/>
            </a:endParaRPr>
          </a:p>
        </p:txBody>
      </p:sp>
      <p:sp>
        <p:nvSpPr>
          <p:cNvPr id="33829" name="Line 65">
            <a:extLst>
              <a:ext uri="{FF2B5EF4-FFF2-40B4-BE49-F238E27FC236}">
                <a16:creationId xmlns:a16="http://schemas.microsoft.com/office/drawing/2014/main" id="{DF9AF07F-8066-444F-858E-A32576ACEAC0}"/>
              </a:ext>
            </a:extLst>
          </p:cNvPr>
          <p:cNvSpPr>
            <a:spLocks noChangeShapeType="1"/>
          </p:cNvSpPr>
          <p:nvPr/>
        </p:nvSpPr>
        <p:spPr bwMode="auto">
          <a:xfrm flipH="1">
            <a:off x="6965950" y="4008438"/>
            <a:ext cx="339725" cy="179387"/>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30" name="Rectangle 66">
            <a:extLst>
              <a:ext uri="{FF2B5EF4-FFF2-40B4-BE49-F238E27FC236}">
                <a16:creationId xmlns:a16="http://schemas.microsoft.com/office/drawing/2014/main" id="{8E139544-8504-45CB-947B-6F15A764C547}"/>
              </a:ext>
            </a:extLst>
          </p:cNvPr>
          <p:cNvSpPr>
            <a:spLocks noChangeArrowheads="1"/>
          </p:cNvSpPr>
          <p:nvPr/>
        </p:nvSpPr>
        <p:spPr bwMode="auto">
          <a:xfrm>
            <a:off x="5973763" y="4365625"/>
            <a:ext cx="6016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b</a:t>
            </a:r>
          </a:p>
        </p:txBody>
      </p:sp>
      <p:sp>
        <p:nvSpPr>
          <p:cNvPr id="33831" name="Rectangle 67">
            <a:extLst>
              <a:ext uri="{FF2B5EF4-FFF2-40B4-BE49-F238E27FC236}">
                <a16:creationId xmlns:a16="http://schemas.microsoft.com/office/drawing/2014/main" id="{9F63C52B-ECE2-4842-A807-F16715F0B438}"/>
              </a:ext>
            </a:extLst>
          </p:cNvPr>
          <p:cNvSpPr>
            <a:spLocks noChangeArrowheads="1"/>
          </p:cNvSpPr>
          <p:nvPr/>
        </p:nvSpPr>
        <p:spPr bwMode="auto">
          <a:xfrm>
            <a:off x="6645275" y="4054475"/>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c</a:t>
            </a:r>
          </a:p>
        </p:txBody>
      </p:sp>
      <p:sp>
        <p:nvSpPr>
          <p:cNvPr id="33832" name="Rectangle 68">
            <a:extLst>
              <a:ext uri="{FF2B5EF4-FFF2-40B4-BE49-F238E27FC236}">
                <a16:creationId xmlns:a16="http://schemas.microsoft.com/office/drawing/2014/main" id="{907E2A82-EC1A-4180-AACB-9EEE21FBD7DA}"/>
              </a:ext>
            </a:extLst>
          </p:cNvPr>
          <p:cNvSpPr>
            <a:spLocks noChangeArrowheads="1"/>
          </p:cNvSpPr>
          <p:nvPr/>
        </p:nvSpPr>
        <p:spPr bwMode="auto">
          <a:xfrm>
            <a:off x="7789863" y="4057650"/>
            <a:ext cx="6032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d</a:t>
            </a:r>
          </a:p>
        </p:txBody>
      </p:sp>
      <p:sp>
        <p:nvSpPr>
          <p:cNvPr id="33833" name="Rectangle 69">
            <a:extLst>
              <a:ext uri="{FF2B5EF4-FFF2-40B4-BE49-F238E27FC236}">
                <a16:creationId xmlns:a16="http://schemas.microsoft.com/office/drawing/2014/main" id="{2748937C-D968-4134-8B87-2F474538A3B9}"/>
              </a:ext>
            </a:extLst>
          </p:cNvPr>
          <p:cNvSpPr>
            <a:spLocks noChangeArrowheads="1"/>
          </p:cNvSpPr>
          <p:nvPr/>
        </p:nvSpPr>
        <p:spPr bwMode="auto">
          <a:xfrm>
            <a:off x="5467350" y="3795713"/>
            <a:ext cx="13303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uminus</a:t>
            </a:r>
          </a:p>
        </p:txBody>
      </p:sp>
      <p:sp>
        <p:nvSpPr>
          <p:cNvPr id="33834" name="Line 70">
            <a:extLst>
              <a:ext uri="{FF2B5EF4-FFF2-40B4-BE49-F238E27FC236}">
                <a16:creationId xmlns:a16="http://schemas.microsoft.com/office/drawing/2014/main" id="{C8F73256-66B6-4C43-BC2E-B95D8FD871CF}"/>
              </a:ext>
            </a:extLst>
          </p:cNvPr>
          <p:cNvSpPr>
            <a:spLocks noChangeShapeType="1"/>
          </p:cNvSpPr>
          <p:nvPr/>
        </p:nvSpPr>
        <p:spPr bwMode="auto">
          <a:xfrm>
            <a:off x="6215063" y="4189413"/>
            <a:ext cx="0" cy="27781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835" name="Freeform 71">
            <a:extLst>
              <a:ext uri="{FF2B5EF4-FFF2-40B4-BE49-F238E27FC236}">
                <a16:creationId xmlns:a16="http://schemas.microsoft.com/office/drawing/2014/main" id="{7E7628B3-C8D6-41B0-8C8C-B14E8B295F1F}"/>
              </a:ext>
            </a:extLst>
          </p:cNvPr>
          <p:cNvSpPr>
            <a:spLocks/>
          </p:cNvSpPr>
          <p:nvPr/>
        </p:nvSpPr>
        <p:spPr bwMode="auto">
          <a:xfrm>
            <a:off x="7602538" y="3078163"/>
            <a:ext cx="912812" cy="833437"/>
          </a:xfrm>
          <a:custGeom>
            <a:avLst/>
            <a:gdLst>
              <a:gd name="T0" fmla="*/ 9381957 w 730"/>
              <a:gd name="T1" fmla="*/ 0 h 766"/>
              <a:gd name="T2" fmla="*/ 18762663 w 730"/>
              <a:gd name="T3" fmla="*/ 1183785 h 766"/>
              <a:gd name="T4" fmla="*/ 18762663 w 730"/>
              <a:gd name="T5" fmla="*/ 1183785 h 766"/>
              <a:gd name="T6" fmla="*/ 12508025 w 730"/>
              <a:gd name="T7" fmla="*/ 1183785 h 766"/>
              <a:gd name="T8" fmla="*/ 0 w 730"/>
              <a:gd name="T9" fmla="*/ 1183785 h 766"/>
              <a:gd name="T10" fmla="*/ 0 60000 65536"/>
              <a:gd name="T11" fmla="*/ 0 60000 65536"/>
              <a:gd name="T12" fmla="*/ 0 60000 65536"/>
              <a:gd name="T13" fmla="*/ 0 60000 65536"/>
              <a:gd name="T14" fmla="*/ 0 60000 65536"/>
              <a:gd name="T15" fmla="*/ 0 w 730"/>
              <a:gd name="T16" fmla="*/ 0 h 766"/>
              <a:gd name="T17" fmla="*/ 730 w 730"/>
              <a:gd name="T18" fmla="*/ 766 h 766"/>
            </a:gdLst>
            <a:ahLst/>
            <a:cxnLst>
              <a:cxn ang="T10">
                <a:pos x="T0" y="T1"/>
              </a:cxn>
              <a:cxn ang="T11">
                <a:pos x="T2" y="T3"/>
              </a:cxn>
              <a:cxn ang="T12">
                <a:pos x="T4" y="T5"/>
              </a:cxn>
              <a:cxn ang="T13">
                <a:pos x="T6" y="T7"/>
              </a:cxn>
              <a:cxn ang="T14">
                <a:pos x="T8" y="T9"/>
              </a:cxn>
            </a:cxnLst>
            <a:rect l="T15" t="T16" r="T17" b="T18"/>
            <a:pathLst>
              <a:path w="730" h="766">
                <a:moveTo>
                  <a:pt x="344" y="0"/>
                </a:moveTo>
                <a:cubicBezTo>
                  <a:pt x="399" y="48"/>
                  <a:pt x="620" y="196"/>
                  <a:pt x="675" y="286"/>
                </a:cubicBezTo>
                <a:cubicBezTo>
                  <a:pt x="730" y="376"/>
                  <a:pt x="715" y="474"/>
                  <a:pt x="675" y="541"/>
                </a:cubicBezTo>
                <a:cubicBezTo>
                  <a:pt x="635" y="608"/>
                  <a:pt x="546" y="653"/>
                  <a:pt x="434" y="690"/>
                </a:cubicBezTo>
                <a:cubicBezTo>
                  <a:pt x="322" y="727"/>
                  <a:pt x="90" y="750"/>
                  <a:pt x="0" y="766"/>
                </a:cubicBezTo>
              </a:path>
            </a:pathLst>
          </a:custGeom>
          <a:noFill/>
          <a:ln w="25400" cap="flat" cmpd="sng">
            <a:solidFill>
              <a:srgbClr val="FF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3836" name="Rectangle 72">
            <a:extLst>
              <a:ext uri="{FF2B5EF4-FFF2-40B4-BE49-F238E27FC236}">
                <a16:creationId xmlns:a16="http://schemas.microsoft.com/office/drawing/2014/main" id="{9171CFF3-04D5-473A-B872-F89286461C6B}"/>
              </a:ext>
            </a:extLst>
          </p:cNvPr>
          <p:cNvSpPr>
            <a:spLocks noChangeArrowheads="1"/>
          </p:cNvSpPr>
          <p:nvPr/>
        </p:nvSpPr>
        <p:spPr bwMode="auto">
          <a:xfrm>
            <a:off x="1200150" y="4686300"/>
            <a:ext cx="2030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 </a:t>
            </a:r>
            <a:r>
              <a:rPr lang="zh-CN" altLang="en-US" sz="2800" dirty="0"/>
              <a:t>语法树</a:t>
            </a:r>
          </a:p>
        </p:txBody>
      </p:sp>
      <p:sp>
        <p:nvSpPr>
          <p:cNvPr id="33837" name="Rectangle 73">
            <a:extLst>
              <a:ext uri="{FF2B5EF4-FFF2-40B4-BE49-F238E27FC236}">
                <a16:creationId xmlns:a16="http://schemas.microsoft.com/office/drawing/2014/main" id="{C88371E1-02E8-4EA0-846E-CBE9B86A482B}"/>
              </a:ext>
            </a:extLst>
          </p:cNvPr>
          <p:cNvSpPr>
            <a:spLocks noChangeArrowheads="1"/>
          </p:cNvSpPr>
          <p:nvPr/>
        </p:nvSpPr>
        <p:spPr bwMode="auto">
          <a:xfrm>
            <a:off x="6478588" y="4654550"/>
            <a:ext cx="1444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FF00FF"/>
                </a:solidFill>
                <a:ea typeface="宋体" panose="02010600030101010101" pitchFamily="2" charset="-122"/>
              </a:rPr>
              <a:t>(b) dag</a:t>
            </a:r>
          </a:p>
        </p:txBody>
      </p:sp>
      <p:sp>
        <p:nvSpPr>
          <p:cNvPr id="33838" name="Rectangle 74">
            <a:extLst>
              <a:ext uri="{FF2B5EF4-FFF2-40B4-BE49-F238E27FC236}">
                <a16:creationId xmlns:a16="http://schemas.microsoft.com/office/drawing/2014/main" id="{A225C3E1-7373-49E0-8EA8-E55E64FA30FB}"/>
              </a:ext>
            </a:extLst>
          </p:cNvPr>
          <p:cNvSpPr>
            <a:spLocks noChangeArrowheads="1"/>
          </p:cNvSpPr>
          <p:nvPr/>
        </p:nvSpPr>
        <p:spPr bwMode="auto">
          <a:xfrm>
            <a:off x="2190750" y="51435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ea typeface="宋体" panose="02010600030101010101" pitchFamily="2" charset="-122"/>
              </a:rPr>
              <a:t> a =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b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en-US" altLang="zh-CN" sz="2800" b="1" dirty="0">
                <a:ea typeface="宋体" panose="02010600030101010101" pitchFamily="2" charset="-122"/>
              </a:rPr>
              <a:t> ) + </a:t>
            </a:r>
            <a:r>
              <a:rPr lang="en-US" altLang="zh-CN" sz="2800" b="1" dirty="0" err="1">
                <a:ea typeface="宋体" panose="02010600030101010101" pitchFamily="2" charset="-122"/>
              </a:rPr>
              <a:t>c</a:t>
            </a:r>
            <a:r>
              <a:rPr lang="en-US" altLang="zh-CN" sz="2800" b="1" dirty="0" err="1">
                <a:ea typeface="宋体" panose="02010600030101010101" pitchFamily="2" charset="-122"/>
                <a:sym typeface="Symbol" panose="05050102010706020507" pitchFamily="18" charset="2"/>
              </a:rPr>
              <a:t></a:t>
            </a:r>
            <a:r>
              <a:rPr lang="en-US" altLang="zh-CN" sz="2800" b="1" dirty="0" err="1">
                <a:ea typeface="宋体" panose="02010600030101010101" pitchFamily="2" charset="-122"/>
              </a:rPr>
              <a:t>d</a:t>
            </a:r>
            <a:r>
              <a:rPr lang="zh-CN" altLang="en-US" sz="2800" dirty="0"/>
              <a:t>的图形表示</a:t>
            </a:r>
          </a:p>
        </p:txBody>
      </p:sp>
      <p:sp>
        <p:nvSpPr>
          <p:cNvPr id="3" name="日期占位符 2">
            <a:extLst>
              <a:ext uri="{FF2B5EF4-FFF2-40B4-BE49-F238E27FC236}">
                <a16:creationId xmlns:a16="http://schemas.microsoft.com/office/drawing/2014/main" id="{1235DCA5-E4F9-E343-379D-BA4CBAC8D7FF}"/>
              </a:ext>
            </a:extLst>
          </p:cNvPr>
          <p:cNvSpPr>
            <a:spLocks noGrp="1"/>
          </p:cNvSpPr>
          <p:nvPr>
            <p:ph type="dt" sz="half" idx="10"/>
          </p:nvPr>
        </p:nvSpPr>
        <p:spPr/>
        <p:txBody>
          <a:bodyPr/>
          <a:lstStyle/>
          <a:p>
            <a:fld id="{9DD7181E-513D-4775-A2FD-592A4045B5DE}" type="datetime2">
              <a:rPr lang="zh-CN" altLang="en-US" smtClean="0"/>
              <a:t>2025年2月23日</a:t>
            </a:fld>
            <a:endParaRPr lang="zh-CN" altLang="en-US" dirty="0"/>
          </a:p>
        </p:txBody>
      </p:sp>
      <p:sp>
        <p:nvSpPr>
          <p:cNvPr id="4" name="页脚占位符 3">
            <a:extLst>
              <a:ext uri="{FF2B5EF4-FFF2-40B4-BE49-F238E27FC236}">
                <a16:creationId xmlns:a16="http://schemas.microsoft.com/office/drawing/2014/main" id="{A2C757A0-31FE-D075-91D6-C59A31829C7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F18F83D6-19CB-C109-5A5E-813C88CC759C}"/>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69B6853-C75E-4834-8EE7-10123EA39083}"/>
              </a:ext>
            </a:extLst>
          </p:cNvPr>
          <p:cNvSpPr>
            <a:spLocks noGrp="1" noChangeArrowheads="1"/>
          </p:cNvSpPr>
          <p:nvPr>
            <p:ph type="title"/>
          </p:nvPr>
        </p:nvSpPr>
        <p:spPr/>
        <p:txBody>
          <a:bodyPr/>
          <a:lstStyle/>
          <a:p>
            <a:pPr eaLnBrk="1" hangingPunct="1"/>
            <a:r>
              <a:rPr lang="en-US" altLang="zh-CN" dirty="0"/>
              <a:t>7.1.3 </a:t>
            </a:r>
            <a:r>
              <a:rPr lang="zh-CN" altLang="en-US" dirty="0"/>
              <a:t>三地址代码</a:t>
            </a:r>
            <a:r>
              <a:rPr lang="en-US" altLang="zh-CN" dirty="0"/>
              <a:t>(TAC)</a:t>
            </a:r>
            <a:endParaRPr lang="zh-CN" altLang="en-US" dirty="0"/>
          </a:p>
        </p:txBody>
      </p:sp>
      <p:sp>
        <p:nvSpPr>
          <p:cNvPr id="34819" name="Rectangle 3">
            <a:extLst>
              <a:ext uri="{FF2B5EF4-FFF2-40B4-BE49-F238E27FC236}">
                <a16:creationId xmlns:a16="http://schemas.microsoft.com/office/drawing/2014/main" id="{F88957FD-42D6-42EA-9D31-9BC7E65E3A86}"/>
              </a:ext>
            </a:extLst>
          </p:cNvPr>
          <p:cNvSpPr>
            <a:spLocks noGrp="1" noChangeArrowheads="1"/>
          </p:cNvSpPr>
          <p:nvPr>
            <p:ph idx="1"/>
          </p:nvPr>
        </p:nvSpPr>
        <p:spPr>
          <a:xfrm>
            <a:off x="628650" y="1257300"/>
            <a:ext cx="7886700" cy="4914900"/>
          </a:xfrm>
        </p:spPr>
        <p:txBody>
          <a:bodyPr/>
          <a:lstStyle/>
          <a:p>
            <a:pPr eaLnBrk="1" hangingPunct="1"/>
            <a:r>
              <a:rPr lang="zh-CN" altLang="en-US" sz="2800" dirty="0"/>
              <a:t>一般形式：</a:t>
            </a:r>
            <a:r>
              <a:rPr lang="en-US" altLang="zh-CN" sz="2800" b="1" i="1" dirty="0"/>
              <a:t>x</a:t>
            </a:r>
            <a:r>
              <a:rPr lang="en-US" altLang="zh-CN" sz="2800" b="1" dirty="0"/>
              <a:t> = </a:t>
            </a:r>
            <a:r>
              <a:rPr lang="en-US" altLang="zh-CN" sz="2800" b="1" i="1" dirty="0"/>
              <a:t>y op z</a:t>
            </a:r>
          </a:p>
          <a:p>
            <a:pPr lvl="1" eaLnBrk="1" hangingPunct="1"/>
            <a:r>
              <a:rPr lang="en-US" altLang="zh-CN" sz="2400" b="1" i="1" dirty="0"/>
              <a:t>x, y, z</a:t>
            </a:r>
            <a:r>
              <a:rPr lang="zh-CN" altLang="en-US" sz="2400" dirty="0"/>
              <a:t>表示名字、常数或临时变量。</a:t>
            </a:r>
          </a:p>
          <a:p>
            <a:pPr lvl="1" eaLnBrk="1" hangingPunct="1"/>
            <a:r>
              <a:rPr lang="en-US" altLang="zh-CN" sz="2400" b="1" i="1" dirty="0"/>
              <a:t>op </a:t>
            </a:r>
            <a:r>
              <a:rPr lang="zh-CN" altLang="en-US" sz="2400" dirty="0"/>
              <a:t>表示运算符。</a:t>
            </a:r>
          </a:p>
          <a:p>
            <a:pPr algn="just" eaLnBrk="1" hangingPunct="1"/>
            <a:r>
              <a:rPr lang="zh-CN" altLang="en-US" sz="2800" dirty="0"/>
              <a:t>由于一条三地址码只有一个运算符，因此复杂表达式必须由多个三地址指令序列来表示，中间结果存在临时变量中。</a:t>
            </a:r>
          </a:p>
          <a:p>
            <a:pPr algn="just" eaLnBrk="1" hangingPunct="1"/>
            <a:r>
              <a:rPr lang="zh-CN" altLang="en-US" sz="2800" dirty="0"/>
              <a:t>表达式</a:t>
            </a:r>
            <a:r>
              <a:rPr lang="en-US" altLang="zh-CN" sz="2800" b="1" i="1" dirty="0"/>
              <a:t>x </a:t>
            </a:r>
            <a:r>
              <a:rPr lang="en-US" altLang="zh-CN" sz="2800" b="1" dirty="0"/>
              <a:t>+ </a:t>
            </a:r>
            <a:r>
              <a:rPr lang="en-US" altLang="zh-CN" sz="2800" b="1" i="1" dirty="0"/>
              <a:t>y </a:t>
            </a:r>
            <a:r>
              <a:rPr lang="en-US" altLang="zh-CN" sz="2800" b="1" dirty="0">
                <a:sym typeface="Symbol" panose="05050102010706020507" pitchFamily="18" charset="2"/>
              </a:rPr>
              <a:t></a:t>
            </a:r>
            <a:r>
              <a:rPr lang="en-US" altLang="zh-CN" sz="2800" b="1" dirty="0"/>
              <a:t> </a:t>
            </a:r>
            <a:r>
              <a:rPr lang="en-US" altLang="zh-CN" sz="2800" b="1" i="1" dirty="0"/>
              <a:t>z</a:t>
            </a:r>
            <a:r>
              <a:rPr lang="zh-CN" altLang="en-US" sz="2800" dirty="0"/>
              <a:t>翻译成的三地址语句序列是</a:t>
            </a:r>
          </a:p>
          <a:p>
            <a:pPr algn="just" eaLnBrk="1" hangingPunct="1">
              <a:buFont typeface="Wingdings" panose="05000000000000000000" pitchFamily="2" charset="2"/>
              <a:buNone/>
            </a:pPr>
            <a:r>
              <a:rPr lang="zh-CN" altLang="en-US" sz="2800" b="1" i="1" dirty="0"/>
              <a:t>	</a:t>
            </a:r>
            <a:r>
              <a:rPr lang="en-US" altLang="zh-CN" sz="2800" b="1" i="1" dirty="0"/>
              <a:t>t</a:t>
            </a:r>
            <a:r>
              <a:rPr lang="en-US" altLang="zh-CN" sz="2800" b="1" baseline="-30000" dirty="0"/>
              <a:t>1</a:t>
            </a:r>
            <a:r>
              <a:rPr lang="en-US" altLang="zh-CN" sz="2800" b="1" dirty="0"/>
              <a:t> = </a:t>
            </a:r>
            <a:r>
              <a:rPr lang="en-US" altLang="zh-CN" sz="2800" b="1" i="1" dirty="0"/>
              <a:t>y </a:t>
            </a:r>
            <a:r>
              <a:rPr lang="en-US" altLang="zh-CN" sz="2800" b="1" dirty="0">
                <a:sym typeface="Symbol" panose="05050102010706020507" pitchFamily="18" charset="2"/>
              </a:rPr>
              <a:t></a:t>
            </a:r>
            <a:r>
              <a:rPr lang="en-US" altLang="zh-CN" sz="2800" b="1" dirty="0"/>
              <a:t> </a:t>
            </a:r>
            <a:r>
              <a:rPr lang="en-US" altLang="zh-CN" sz="2800" b="1" i="1" dirty="0"/>
              <a:t>z</a:t>
            </a:r>
            <a:r>
              <a:rPr lang="en-US" altLang="zh-CN" sz="2800" b="1" dirty="0"/>
              <a:t> </a:t>
            </a:r>
          </a:p>
          <a:p>
            <a:pPr algn="just" eaLnBrk="1" hangingPunct="1">
              <a:buFont typeface="Wingdings" panose="05000000000000000000" pitchFamily="2" charset="2"/>
              <a:buNone/>
            </a:pPr>
            <a:r>
              <a:rPr lang="en-US" altLang="zh-CN" sz="2800" b="1" i="1" dirty="0"/>
              <a:t>	t</a:t>
            </a:r>
            <a:r>
              <a:rPr lang="en-US" altLang="zh-CN" sz="2800" b="1" baseline="-30000" dirty="0"/>
              <a:t>2</a:t>
            </a:r>
            <a:r>
              <a:rPr lang="en-US" altLang="zh-CN" sz="2800" b="1" dirty="0"/>
              <a:t> = </a:t>
            </a:r>
            <a:r>
              <a:rPr lang="en-US" altLang="zh-CN" sz="2800" b="1" i="1" dirty="0"/>
              <a:t>x </a:t>
            </a:r>
            <a:r>
              <a:rPr lang="en-US" altLang="zh-CN" sz="2800" b="1" dirty="0"/>
              <a:t>+ </a:t>
            </a:r>
            <a:r>
              <a:rPr lang="en-US" altLang="zh-CN" sz="2800" b="1" i="1" dirty="0"/>
              <a:t>t</a:t>
            </a:r>
            <a:r>
              <a:rPr lang="en-US" altLang="zh-CN" sz="2800" b="1" baseline="-30000" dirty="0"/>
              <a:t>1</a:t>
            </a:r>
            <a:r>
              <a:rPr lang="en-US" altLang="zh-CN" sz="2800" b="1" dirty="0"/>
              <a:t> </a:t>
            </a:r>
          </a:p>
          <a:p>
            <a:pPr eaLnBrk="1" hangingPunct="1"/>
            <a:endParaRPr lang="en-US" altLang="zh-CN" sz="2800" dirty="0"/>
          </a:p>
        </p:txBody>
      </p:sp>
      <p:sp>
        <p:nvSpPr>
          <p:cNvPr id="2" name="日期占位符 1">
            <a:extLst>
              <a:ext uri="{FF2B5EF4-FFF2-40B4-BE49-F238E27FC236}">
                <a16:creationId xmlns:a16="http://schemas.microsoft.com/office/drawing/2014/main" id="{C9823C57-644F-9AB6-368D-C53BA43F31D0}"/>
              </a:ext>
            </a:extLst>
          </p:cNvPr>
          <p:cNvSpPr>
            <a:spLocks noGrp="1"/>
          </p:cNvSpPr>
          <p:nvPr>
            <p:ph type="dt" sz="half" idx="10"/>
          </p:nvPr>
        </p:nvSpPr>
        <p:spPr/>
        <p:txBody>
          <a:bodyPr/>
          <a:lstStyle/>
          <a:p>
            <a:fld id="{857E2219-6F91-440C-AB14-5A8B4360A683}"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0BAE9899-2AF3-4EB8-0DBD-BB8712463ED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2F6A02A3-7C95-0B9F-181D-66020953FD5C}"/>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DAB2911-18BF-4693-8A46-ED02026E189A}"/>
              </a:ext>
            </a:extLst>
          </p:cNvPr>
          <p:cNvSpPr>
            <a:spLocks noGrp="1" noChangeArrowheads="1"/>
          </p:cNvSpPr>
          <p:nvPr>
            <p:ph type="title"/>
          </p:nvPr>
        </p:nvSpPr>
        <p:spPr/>
        <p:txBody>
          <a:bodyPr/>
          <a:lstStyle/>
          <a:p>
            <a:pPr eaLnBrk="1" hangingPunct="1"/>
            <a:r>
              <a:rPr lang="en-US" altLang="zh-CN" dirty="0"/>
              <a:t>7.1.3 </a:t>
            </a:r>
            <a:r>
              <a:rPr lang="zh-CN" altLang="en-US" dirty="0"/>
              <a:t>三地址代码</a:t>
            </a:r>
          </a:p>
        </p:txBody>
      </p:sp>
      <p:sp>
        <p:nvSpPr>
          <p:cNvPr id="35843" name="Rectangle 3">
            <a:extLst>
              <a:ext uri="{FF2B5EF4-FFF2-40B4-BE49-F238E27FC236}">
                <a16:creationId xmlns:a16="http://schemas.microsoft.com/office/drawing/2014/main" id="{052C1DB0-8D9C-4A65-A359-204CCBFA289C}"/>
              </a:ext>
            </a:extLst>
          </p:cNvPr>
          <p:cNvSpPr>
            <a:spLocks noGrp="1" noChangeArrowheads="1"/>
          </p:cNvSpPr>
          <p:nvPr>
            <p:ph idx="1"/>
          </p:nvPr>
        </p:nvSpPr>
        <p:spPr/>
        <p:txBody>
          <a:bodyPr/>
          <a:lstStyle/>
          <a:p>
            <a:pPr eaLnBrk="1" hangingPunct="1"/>
            <a:r>
              <a:rPr lang="zh-CN" altLang="en-US"/>
              <a:t>使用临时变量保存中间结果，使得比较容易为三地址代码重新安排计算次序。</a:t>
            </a:r>
          </a:p>
          <a:p>
            <a:pPr eaLnBrk="1" hangingPunct="1"/>
            <a:r>
              <a:rPr lang="zh-CN" altLang="en-US"/>
              <a:t>后缀表示要改变计算次序是困难的。</a:t>
            </a:r>
          </a:p>
        </p:txBody>
      </p:sp>
      <p:sp>
        <p:nvSpPr>
          <p:cNvPr id="2" name="日期占位符 1">
            <a:extLst>
              <a:ext uri="{FF2B5EF4-FFF2-40B4-BE49-F238E27FC236}">
                <a16:creationId xmlns:a16="http://schemas.microsoft.com/office/drawing/2014/main" id="{4789B38F-0546-148D-7A80-AD8FB3317581}"/>
              </a:ext>
            </a:extLst>
          </p:cNvPr>
          <p:cNvSpPr>
            <a:spLocks noGrp="1"/>
          </p:cNvSpPr>
          <p:nvPr>
            <p:ph type="dt" sz="half" idx="10"/>
          </p:nvPr>
        </p:nvSpPr>
        <p:spPr/>
        <p:txBody>
          <a:bodyPr/>
          <a:lstStyle/>
          <a:p>
            <a:fld id="{642A364E-B5DF-470F-8FB9-EA011375FC6B}"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D25F0070-B0E7-9CA6-CE49-9709829F841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2ADB34C2-BDC0-B2E6-5279-C8FD56D3DFCC}"/>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7090EC0-F43D-4403-AA76-52F9105A96F3}"/>
              </a:ext>
            </a:extLst>
          </p:cNvPr>
          <p:cNvSpPr>
            <a:spLocks noGrp="1" noChangeArrowheads="1"/>
          </p:cNvSpPr>
          <p:nvPr>
            <p:ph type="title"/>
          </p:nvPr>
        </p:nvSpPr>
        <p:spPr/>
        <p:txBody>
          <a:bodyPr/>
          <a:lstStyle/>
          <a:p>
            <a:pPr eaLnBrk="1" hangingPunct="1"/>
            <a:r>
              <a:rPr lang="en-US" altLang="zh-CN" dirty="0"/>
              <a:t>7.1.3 </a:t>
            </a:r>
            <a:r>
              <a:rPr lang="zh-CN" altLang="en-US" dirty="0"/>
              <a:t>三地址代码</a:t>
            </a:r>
          </a:p>
        </p:txBody>
      </p:sp>
      <p:sp>
        <p:nvSpPr>
          <p:cNvPr id="36867" name="Rectangle 3">
            <a:extLst>
              <a:ext uri="{FF2B5EF4-FFF2-40B4-BE49-F238E27FC236}">
                <a16:creationId xmlns:a16="http://schemas.microsoft.com/office/drawing/2014/main" id="{DF3F2356-EAB9-4727-BA0D-512B712CED2F}"/>
              </a:ext>
            </a:extLst>
          </p:cNvPr>
          <p:cNvSpPr>
            <a:spLocks noGrp="1" noChangeArrowheads="1"/>
          </p:cNvSpPr>
          <p:nvPr>
            <p:ph idx="1"/>
          </p:nvPr>
        </p:nvSpPr>
        <p:spPr/>
        <p:txBody>
          <a:bodyPr/>
          <a:lstStyle/>
          <a:p>
            <a:pPr eaLnBrk="1" hangingPunct="1">
              <a:lnSpc>
                <a:spcPct val="80000"/>
              </a:lnSpc>
              <a:buFont typeface="Wingdings" panose="05000000000000000000" pitchFamily="2" charset="2"/>
              <a:buNone/>
            </a:pPr>
            <a:r>
              <a:rPr lang="zh-CN" altLang="en-US" sz="2800" dirty="0">
                <a:latin typeface="宋体" panose="02010600030101010101" pitchFamily="2" charset="-122"/>
              </a:rPr>
              <a:t>三地址代码是语法树或</a:t>
            </a:r>
            <a:r>
              <a:rPr lang="en-US" altLang="zh-CN" sz="2800" b="1" dirty="0" err="1"/>
              <a:t>dag</a:t>
            </a:r>
            <a:r>
              <a:rPr lang="zh-CN" altLang="en-US" sz="2800" dirty="0">
                <a:latin typeface="宋体" panose="02010600030101010101" pitchFamily="2" charset="-122"/>
              </a:rPr>
              <a:t>的一种线性表示</a:t>
            </a:r>
            <a:endParaRPr lang="zh-CN" altLang="en-US" sz="2800" dirty="0"/>
          </a:p>
          <a:p>
            <a:pPr algn="just" eaLnBrk="1" hangingPunct="1">
              <a:lnSpc>
                <a:spcPct val="80000"/>
              </a:lnSpc>
              <a:buFont typeface="Wingdings" panose="05000000000000000000" pitchFamily="2" charset="2"/>
              <a:buNone/>
            </a:pPr>
            <a:r>
              <a:rPr lang="zh-CN" altLang="en-US" sz="2800" b="1" dirty="0"/>
              <a:t>			</a:t>
            </a:r>
            <a:r>
              <a:rPr lang="en-US" altLang="zh-CN" sz="2800" b="1" dirty="0"/>
              <a:t>a = (</a:t>
            </a:r>
            <a:r>
              <a:rPr lang="en-US" altLang="zh-CN" sz="2800" b="1" dirty="0">
                <a:sym typeface="Symbol" panose="05050102010706020507" pitchFamily="18" charset="2"/>
              </a:rPr>
              <a:t></a:t>
            </a:r>
            <a:r>
              <a:rPr lang="en-US" altLang="zh-CN" sz="2800" b="1" dirty="0"/>
              <a:t>b + </a:t>
            </a:r>
            <a:r>
              <a:rPr lang="en-US" altLang="zh-CN" sz="2800" b="1" dirty="0" err="1"/>
              <a:t>c</a:t>
            </a:r>
            <a:r>
              <a:rPr lang="en-US" altLang="zh-CN" sz="2800" b="1" dirty="0" err="1">
                <a:sym typeface="Symbol" panose="05050102010706020507" pitchFamily="18" charset="2"/>
              </a:rPr>
              <a:t></a:t>
            </a:r>
            <a:r>
              <a:rPr lang="en-US" altLang="zh-CN" sz="2800" b="1" dirty="0" err="1"/>
              <a:t>d</a:t>
            </a:r>
            <a:r>
              <a:rPr lang="en-US" altLang="zh-CN" sz="2800" b="1" dirty="0"/>
              <a:t> ) + </a:t>
            </a:r>
            <a:r>
              <a:rPr lang="en-US" altLang="zh-CN" sz="2800" b="1" dirty="0" err="1"/>
              <a:t>c</a:t>
            </a:r>
            <a:r>
              <a:rPr lang="en-US" altLang="zh-CN" sz="2800" b="1" dirty="0" err="1">
                <a:sym typeface="Symbol" panose="05050102010706020507" pitchFamily="18" charset="2"/>
              </a:rPr>
              <a:t></a:t>
            </a:r>
            <a:r>
              <a:rPr lang="en-US" altLang="zh-CN" sz="2800" b="1" dirty="0" err="1"/>
              <a:t>d</a:t>
            </a:r>
            <a:endParaRPr lang="en-US" altLang="zh-CN" sz="2800" b="1" i="1" dirty="0"/>
          </a:p>
          <a:p>
            <a:pPr algn="just" eaLnBrk="1" hangingPunct="1">
              <a:lnSpc>
                <a:spcPct val="80000"/>
              </a:lnSpc>
              <a:buFont typeface="Wingdings" panose="05000000000000000000" pitchFamily="2" charset="2"/>
              <a:buNone/>
            </a:pPr>
            <a:endParaRPr lang="en-US" altLang="zh-CN" sz="2800" b="1" dirty="0"/>
          </a:p>
          <a:p>
            <a:pPr algn="just" eaLnBrk="1" hangingPunct="1">
              <a:lnSpc>
                <a:spcPct val="80000"/>
              </a:lnSpc>
              <a:buFont typeface="Wingdings" panose="05000000000000000000" pitchFamily="2" charset="2"/>
              <a:buNone/>
            </a:pPr>
            <a:r>
              <a:rPr lang="zh-CN" altLang="en-US" sz="2800" dirty="0"/>
              <a:t>语法树的代码</a:t>
            </a:r>
            <a:endParaRPr lang="zh-CN" altLang="en-US" sz="2800" i="1" dirty="0"/>
          </a:p>
          <a:p>
            <a:pPr algn="just" eaLnBrk="1" hangingPunct="1">
              <a:lnSpc>
                <a:spcPct val="80000"/>
              </a:lnSpc>
              <a:buFont typeface="Wingdings" panose="05000000000000000000" pitchFamily="2" charset="2"/>
              <a:buNone/>
            </a:pPr>
            <a:r>
              <a:rPr lang="zh-CN" altLang="en-US" sz="2800" b="1" i="1" dirty="0"/>
              <a:t>	</a:t>
            </a:r>
            <a:r>
              <a:rPr lang="en-US" altLang="zh-CN" sz="2800" b="1" i="1" dirty="0"/>
              <a:t>t</a:t>
            </a:r>
            <a:r>
              <a:rPr lang="en-US" altLang="zh-CN" sz="2800" b="1" baseline="-30000" dirty="0"/>
              <a:t>1</a:t>
            </a:r>
            <a:r>
              <a:rPr lang="en-US" altLang="zh-CN" sz="2800" b="1" dirty="0"/>
              <a:t> = </a:t>
            </a:r>
            <a:r>
              <a:rPr lang="en-US" altLang="zh-CN" sz="2800" b="1" dirty="0">
                <a:sym typeface="Symbol" panose="05050102010706020507" pitchFamily="18" charset="2"/>
              </a:rPr>
              <a:t></a:t>
            </a:r>
            <a:r>
              <a:rPr lang="en-US" altLang="zh-CN" sz="2800" b="1" i="1" dirty="0"/>
              <a:t>b	</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2</a:t>
            </a:r>
            <a:r>
              <a:rPr lang="en-US" altLang="zh-CN" sz="2800" b="1" dirty="0"/>
              <a:t> = </a:t>
            </a:r>
            <a:r>
              <a:rPr lang="en-US" altLang="zh-CN" sz="2800" b="1" i="1" dirty="0"/>
              <a:t>c</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d</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3</a:t>
            </a:r>
            <a:r>
              <a:rPr lang="en-US" altLang="zh-CN" sz="2800" b="1" dirty="0"/>
              <a:t> = </a:t>
            </a:r>
            <a:r>
              <a:rPr lang="en-US" altLang="zh-CN" sz="2800" b="1" i="1" dirty="0"/>
              <a:t>t</a:t>
            </a:r>
            <a:r>
              <a:rPr lang="en-US" altLang="zh-CN" sz="2800" b="1" baseline="-30000" dirty="0"/>
              <a:t>1</a:t>
            </a:r>
            <a:r>
              <a:rPr lang="en-US" altLang="zh-CN" sz="2800" b="1" dirty="0"/>
              <a:t> + </a:t>
            </a:r>
            <a:r>
              <a:rPr lang="en-US" altLang="zh-CN" sz="2800" b="1" i="1" dirty="0"/>
              <a:t>t</a:t>
            </a:r>
            <a:r>
              <a:rPr lang="en-US" altLang="zh-CN" sz="2800" b="1" baseline="-30000" dirty="0"/>
              <a:t>2</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4</a:t>
            </a:r>
            <a:r>
              <a:rPr lang="en-US" altLang="zh-CN" sz="2800" b="1" dirty="0"/>
              <a:t> = </a:t>
            </a:r>
            <a:r>
              <a:rPr lang="en-US" altLang="zh-CN" sz="2800" b="1" i="1" dirty="0"/>
              <a:t>c</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d</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5</a:t>
            </a:r>
            <a:r>
              <a:rPr lang="en-US" altLang="zh-CN" sz="2800" b="1" dirty="0"/>
              <a:t> = </a:t>
            </a:r>
            <a:r>
              <a:rPr lang="en-US" altLang="zh-CN" sz="2800" b="1" i="1" dirty="0"/>
              <a:t>t</a:t>
            </a:r>
            <a:r>
              <a:rPr lang="en-US" altLang="zh-CN" sz="2800" b="1" baseline="-30000" dirty="0"/>
              <a:t>3 </a:t>
            </a:r>
            <a:r>
              <a:rPr lang="en-US" altLang="zh-CN" sz="2800" b="1" dirty="0"/>
              <a:t>+</a:t>
            </a:r>
            <a:r>
              <a:rPr lang="en-US" altLang="zh-CN" sz="2800" b="1" i="1" dirty="0"/>
              <a:t> t</a:t>
            </a:r>
            <a:r>
              <a:rPr lang="en-US" altLang="zh-CN" sz="2800" b="1" baseline="-30000" dirty="0"/>
              <a:t>4</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a</a:t>
            </a:r>
            <a:r>
              <a:rPr lang="en-US" altLang="zh-CN" sz="2800" b="1" dirty="0"/>
              <a:t> = </a:t>
            </a:r>
            <a:r>
              <a:rPr lang="en-US" altLang="zh-CN" sz="2800" b="1" i="1" dirty="0"/>
              <a:t>t</a:t>
            </a:r>
            <a:r>
              <a:rPr lang="en-US" altLang="zh-CN" sz="2800" b="1" baseline="-30000" dirty="0"/>
              <a:t>5</a:t>
            </a:r>
            <a:endParaRPr lang="en-US" altLang="zh-CN" sz="2800" b="1" dirty="0"/>
          </a:p>
          <a:p>
            <a:pPr eaLnBrk="1" hangingPunct="1">
              <a:lnSpc>
                <a:spcPct val="80000"/>
              </a:lnSpc>
            </a:pPr>
            <a:endParaRPr lang="en-US" altLang="zh-CN" sz="2800" dirty="0"/>
          </a:p>
        </p:txBody>
      </p:sp>
      <p:grpSp>
        <p:nvGrpSpPr>
          <p:cNvPr id="36868" name="Group 4">
            <a:extLst>
              <a:ext uri="{FF2B5EF4-FFF2-40B4-BE49-F238E27FC236}">
                <a16:creationId xmlns:a16="http://schemas.microsoft.com/office/drawing/2014/main" id="{2361BCB3-06F5-47D8-8878-25F4E5947B5B}"/>
              </a:ext>
            </a:extLst>
          </p:cNvPr>
          <p:cNvGrpSpPr>
            <a:grpSpLocks/>
          </p:cNvGrpSpPr>
          <p:nvPr/>
        </p:nvGrpSpPr>
        <p:grpSpPr bwMode="auto">
          <a:xfrm>
            <a:off x="3722595" y="2994493"/>
            <a:ext cx="4487863" cy="2511425"/>
            <a:chOff x="2933" y="2133"/>
            <a:chExt cx="2827" cy="1582"/>
          </a:xfrm>
        </p:grpSpPr>
        <p:sp>
          <p:nvSpPr>
            <p:cNvPr id="36869" name="Rectangle 5">
              <a:extLst>
                <a:ext uri="{FF2B5EF4-FFF2-40B4-BE49-F238E27FC236}">
                  <a16:creationId xmlns:a16="http://schemas.microsoft.com/office/drawing/2014/main" id="{D39C3B40-0D4A-4A56-B810-CFF79908E06E}"/>
                </a:ext>
              </a:extLst>
            </p:cNvPr>
            <p:cNvSpPr>
              <a:spLocks noChangeArrowheads="1"/>
            </p:cNvSpPr>
            <p:nvPr/>
          </p:nvSpPr>
          <p:spPr bwMode="auto">
            <a:xfrm rot="-138544">
              <a:off x="3715" y="2133"/>
              <a:ext cx="80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assign</a:t>
              </a:r>
            </a:p>
          </p:txBody>
        </p:sp>
        <p:sp>
          <p:nvSpPr>
            <p:cNvPr id="36870" name="Rectangle 6">
              <a:extLst>
                <a:ext uri="{FF2B5EF4-FFF2-40B4-BE49-F238E27FC236}">
                  <a16:creationId xmlns:a16="http://schemas.microsoft.com/office/drawing/2014/main" id="{82525C3D-BE10-47AB-9953-42BD467057AA}"/>
                </a:ext>
              </a:extLst>
            </p:cNvPr>
            <p:cNvSpPr>
              <a:spLocks noChangeArrowheads="1"/>
            </p:cNvSpPr>
            <p:nvPr/>
          </p:nvSpPr>
          <p:spPr bwMode="auto">
            <a:xfrm rot="-138544">
              <a:off x="3431" y="2399"/>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36871" name="Rectangle 7">
              <a:extLst>
                <a:ext uri="{FF2B5EF4-FFF2-40B4-BE49-F238E27FC236}">
                  <a16:creationId xmlns:a16="http://schemas.microsoft.com/office/drawing/2014/main" id="{F457F9D5-D51C-47CA-B6C2-5A60D97DF6E9}"/>
                </a:ext>
              </a:extLst>
            </p:cNvPr>
            <p:cNvSpPr>
              <a:spLocks noChangeArrowheads="1"/>
            </p:cNvSpPr>
            <p:nvPr/>
          </p:nvSpPr>
          <p:spPr bwMode="auto">
            <a:xfrm rot="-138490">
              <a:off x="4329" y="2421"/>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6872" name="Line 8">
              <a:extLst>
                <a:ext uri="{FF2B5EF4-FFF2-40B4-BE49-F238E27FC236}">
                  <a16:creationId xmlns:a16="http://schemas.microsoft.com/office/drawing/2014/main" id="{48D04963-74C5-476C-B0C5-266F2297B096}"/>
                </a:ext>
              </a:extLst>
            </p:cNvPr>
            <p:cNvSpPr>
              <a:spLocks noChangeShapeType="1"/>
            </p:cNvSpPr>
            <p:nvPr/>
          </p:nvSpPr>
          <p:spPr bwMode="auto">
            <a:xfrm rot="21479427" flipH="1">
              <a:off x="3704" y="2401"/>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3" name="Line 9">
              <a:extLst>
                <a:ext uri="{FF2B5EF4-FFF2-40B4-BE49-F238E27FC236}">
                  <a16:creationId xmlns:a16="http://schemas.microsoft.com/office/drawing/2014/main" id="{87FB37FB-90CB-4EB3-85CD-A6DB746E617C}"/>
                </a:ext>
              </a:extLst>
            </p:cNvPr>
            <p:cNvSpPr>
              <a:spLocks noChangeShapeType="1"/>
            </p:cNvSpPr>
            <p:nvPr/>
          </p:nvSpPr>
          <p:spPr bwMode="auto">
            <a:xfrm rot="-120573">
              <a:off x="4151" y="2412"/>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4" name="Line 10">
              <a:extLst>
                <a:ext uri="{FF2B5EF4-FFF2-40B4-BE49-F238E27FC236}">
                  <a16:creationId xmlns:a16="http://schemas.microsoft.com/office/drawing/2014/main" id="{2BD13B8B-8DE3-49BD-B8F5-B3262D80AFD4}"/>
                </a:ext>
              </a:extLst>
            </p:cNvPr>
            <p:cNvSpPr>
              <a:spLocks noChangeShapeType="1"/>
            </p:cNvSpPr>
            <p:nvPr/>
          </p:nvSpPr>
          <p:spPr bwMode="auto">
            <a:xfrm rot="21479848" flipH="1">
              <a:off x="3880" y="2658"/>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5" name="Line 11">
              <a:extLst>
                <a:ext uri="{FF2B5EF4-FFF2-40B4-BE49-F238E27FC236}">
                  <a16:creationId xmlns:a16="http://schemas.microsoft.com/office/drawing/2014/main" id="{8C34C2DC-8A32-44E9-9C8A-A6047721DBA4}"/>
                </a:ext>
              </a:extLst>
            </p:cNvPr>
            <p:cNvSpPr>
              <a:spLocks noChangeShapeType="1"/>
            </p:cNvSpPr>
            <p:nvPr/>
          </p:nvSpPr>
          <p:spPr bwMode="auto">
            <a:xfrm rot="-122725">
              <a:off x="5237" y="3059"/>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6" name="Rectangle 12">
              <a:extLst>
                <a:ext uri="{FF2B5EF4-FFF2-40B4-BE49-F238E27FC236}">
                  <a16:creationId xmlns:a16="http://schemas.microsoft.com/office/drawing/2014/main" id="{681AF8DB-A822-4C92-9B61-4D3D526A8942}"/>
                </a:ext>
              </a:extLst>
            </p:cNvPr>
            <p:cNvSpPr>
              <a:spLocks noChangeArrowheads="1"/>
            </p:cNvSpPr>
            <p:nvPr/>
          </p:nvSpPr>
          <p:spPr bwMode="auto">
            <a:xfrm rot="-138490">
              <a:off x="3644" y="2830"/>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6877" name="Rectangle 13">
              <a:extLst>
                <a:ext uri="{FF2B5EF4-FFF2-40B4-BE49-F238E27FC236}">
                  <a16:creationId xmlns:a16="http://schemas.microsoft.com/office/drawing/2014/main" id="{CAB9A2C0-10AA-47D1-8B03-3D34B42DB3F8}"/>
                </a:ext>
              </a:extLst>
            </p:cNvPr>
            <p:cNvSpPr>
              <a:spLocks noChangeArrowheads="1"/>
            </p:cNvSpPr>
            <p:nvPr/>
          </p:nvSpPr>
          <p:spPr bwMode="auto">
            <a:xfrm rot="-138490">
              <a:off x="5003" y="2852"/>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6878" name="Line 14">
              <a:extLst>
                <a:ext uri="{FF2B5EF4-FFF2-40B4-BE49-F238E27FC236}">
                  <a16:creationId xmlns:a16="http://schemas.microsoft.com/office/drawing/2014/main" id="{0ACD4749-B934-47B4-9C32-27A29139E1F9}"/>
                </a:ext>
              </a:extLst>
            </p:cNvPr>
            <p:cNvSpPr>
              <a:spLocks noChangeShapeType="1"/>
            </p:cNvSpPr>
            <p:nvPr/>
          </p:nvSpPr>
          <p:spPr bwMode="auto">
            <a:xfrm rot="21477275" flipH="1">
              <a:off x="4848" y="3058"/>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79" name="Line 15">
              <a:extLst>
                <a:ext uri="{FF2B5EF4-FFF2-40B4-BE49-F238E27FC236}">
                  <a16:creationId xmlns:a16="http://schemas.microsoft.com/office/drawing/2014/main" id="{691CD5B2-4B2C-4828-9A86-122ED6ED71C7}"/>
                </a:ext>
              </a:extLst>
            </p:cNvPr>
            <p:cNvSpPr>
              <a:spLocks noChangeShapeType="1"/>
            </p:cNvSpPr>
            <p:nvPr/>
          </p:nvSpPr>
          <p:spPr bwMode="auto">
            <a:xfrm rot="-120152">
              <a:off x="4576" y="2659"/>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0" name="Line 16">
              <a:extLst>
                <a:ext uri="{FF2B5EF4-FFF2-40B4-BE49-F238E27FC236}">
                  <a16:creationId xmlns:a16="http://schemas.microsoft.com/office/drawing/2014/main" id="{EA9B5743-7820-4687-88C4-88E6DA664E69}"/>
                </a:ext>
              </a:extLst>
            </p:cNvPr>
            <p:cNvSpPr>
              <a:spLocks noChangeShapeType="1"/>
            </p:cNvSpPr>
            <p:nvPr/>
          </p:nvSpPr>
          <p:spPr bwMode="auto">
            <a:xfrm rot="-122725">
              <a:off x="4269" y="3244"/>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1" name="Line 17">
              <a:extLst>
                <a:ext uri="{FF2B5EF4-FFF2-40B4-BE49-F238E27FC236}">
                  <a16:creationId xmlns:a16="http://schemas.microsoft.com/office/drawing/2014/main" id="{915D06E4-7F9A-409F-94DA-41FA62179A3F}"/>
                </a:ext>
              </a:extLst>
            </p:cNvPr>
            <p:cNvSpPr>
              <a:spLocks noChangeShapeType="1"/>
            </p:cNvSpPr>
            <p:nvPr/>
          </p:nvSpPr>
          <p:spPr bwMode="auto">
            <a:xfrm rot="-120573">
              <a:off x="3904" y="3038"/>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2" name="Line 18">
              <a:extLst>
                <a:ext uri="{FF2B5EF4-FFF2-40B4-BE49-F238E27FC236}">
                  <a16:creationId xmlns:a16="http://schemas.microsoft.com/office/drawing/2014/main" id="{6FD14813-E037-4CD7-83BE-E6D83831A2B3}"/>
                </a:ext>
              </a:extLst>
            </p:cNvPr>
            <p:cNvSpPr>
              <a:spLocks noChangeShapeType="1"/>
            </p:cNvSpPr>
            <p:nvPr/>
          </p:nvSpPr>
          <p:spPr bwMode="auto">
            <a:xfrm rot="21477275" flipH="1">
              <a:off x="3491" y="3037"/>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3" name="Rectangle 19">
              <a:extLst>
                <a:ext uri="{FF2B5EF4-FFF2-40B4-BE49-F238E27FC236}">
                  <a16:creationId xmlns:a16="http://schemas.microsoft.com/office/drawing/2014/main" id="{428B7F48-8EC9-4CBC-80E9-69018AA717EE}"/>
                </a:ext>
              </a:extLst>
            </p:cNvPr>
            <p:cNvSpPr>
              <a:spLocks noChangeArrowheads="1"/>
            </p:cNvSpPr>
            <p:nvPr/>
          </p:nvSpPr>
          <p:spPr bwMode="auto">
            <a:xfrm rot="-138490">
              <a:off x="4033" y="3047"/>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6884" name="Line 20">
              <a:extLst>
                <a:ext uri="{FF2B5EF4-FFF2-40B4-BE49-F238E27FC236}">
                  <a16:creationId xmlns:a16="http://schemas.microsoft.com/office/drawing/2014/main" id="{3A019B62-F08D-4A41-9397-236C1F10909A}"/>
                </a:ext>
              </a:extLst>
            </p:cNvPr>
            <p:cNvSpPr>
              <a:spLocks noChangeShapeType="1"/>
            </p:cNvSpPr>
            <p:nvPr/>
          </p:nvSpPr>
          <p:spPr bwMode="auto">
            <a:xfrm rot="21479427" flipH="1">
              <a:off x="3893" y="3237"/>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5" name="Rectangle 21">
              <a:extLst>
                <a:ext uri="{FF2B5EF4-FFF2-40B4-BE49-F238E27FC236}">
                  <a16:creationId xmlns:a16="http://schemas.microsoft.com/office/drawing/2014/main" id="{80346863-C8CC-4CB3-BE08-B8607A34DA6D}"/>
                </a:ext>
              </a:extLst>
            </p:cNvPr>
            <p:cNvSpPr>
              <a:spLocks noChangeArrowheads="1"/>
            </p:cNvSpPr>
            <p:nvPr/>
          </p:nvSpPr>
          <p:spPr bwMode="auto">
            <a:xfrm rot="-138490">
              <a:off x="3279" y="3467"/>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36886" name="Rectangle 22">
              <a:extLst>
                <a:ext uri="{FF2B5EF4-FFF2-40B4-BE49-F238E27FC236}">
                  <a16:creationId xmlns:a16="http://schemas.microsoft.com/office/drawing/2014/main" id="{9098E68C-B00C-4315-BCEA-CC1C700B4B78}"/>
                </a:ext>
              </a:extLst>
            </p:cNvPr>
            <p:cNvSpPr>
              <a:spLocks noChangeArrowheads="1"/>
            </p:cNvSpPr>
            <p:nvPr/>
          </p:nvSpPr>
          <p:spPr bwMode="auto">
            <a:xfrm rot="-138544">
              <a:off x="3702" y="3271"/>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6887" name="Rectangle 23">
              <a:extLst>
                <a:ext uri="{FF2B5EF4-FFF2-40B4-BE49-F238E27FC236}">
                  <a16:creationId xmlns:a16="http://schemas.microsoft.com/office/drawing/2014/main" id="{11CD98DC-0FB5-4EBC-B643-B9CE563DD5DD}"/>
                </a:ext>
              </a:extLst>
            </p:cNvPr>
            <p:cNvSpPr>
              <a:spLocks noChangeArrowheads="1"/>
            </p:cNvSpPr>
            <p:nvPr/>
          </p:nvSpPr>
          <p:spPr bwMode="auto">
            <a:xfrm rot="-138544">
              <a:off x="4423" y="3273"/>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6888" name="Rectangle 24">
              <a:extLst>
                <a:ext uri="{FF2B5EF4-FFF2-40B4-BE49-F238E27FC236}">
                  <a16:creationId xmlns:a16="http://schemas.microsoft.com/office/drawing/2014/main" id="{455016E6-DB68-4E8F-B3B0-B6CDCC749671}"/>
                </a:ext>
              </a:extLst>
            </p:cNvPr>
            <p:cNvSpPr>
              <a:spLocks noChangeArrowheads="1"/>
            </p:cNvSpPr>
            <p:nvPr/>
          </p:nvSpPr>
          <p:spPr bwMode="auto">
            <a:xfrm rot="-138544">
              <a:off x="4623" y="3086"/>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6889" name="Rectangle 25">
              <a:extLst>
                <a:ext uri="{FF2B5EF4-FFF2-40B4-BE49-F238E27FC236}">
                  <a16:creationId xmlns:a16="http://schemas.microsoft.com/office/drawing/2014/main" id="{21877AAD-F61D-4F2A-BBEB-134FBC549C5D}"/>
                </a:ext>
              </a:extLst>
            </p:cNvPr>
            <p:cNvSpPr>
              <a:spLocks noChangeArrowheads="1"/>
            </p:cNvSpPr>
            <p:nvPr/>
          </p:nvSpPr>
          <p:spPr bwMode="auto">
            <a:xfrm rot="-138490">
              <a:off x="5381" y="3097"/>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6890" name="Rectangle 26">
              <a:extLst>
                <a:ext uri="{FF2B5EF4-FFF2-40B4-BE49-F238E27FC236}">
                  <a16:creationId xmlns:a16="http://schemas.microsoft.com/office/drawing/2014/main" id="{C69B8262-5216-4930-939A-3429070A744B}"/>
                </a:ext>
              </a:extLst>
            </p:cNvPr>
            <p:cNvSpPr>
              <a:spLocks noChangeArrowheads="1"/>
            </p:cNvSpPr>
            <p:nvPr/>
          </p:nvSpPr>
          <p:spPr bwMode="auto">
            <a:xfrm>
              <a:off x="2933" y="3093"/>
              <a:ext cx="1009"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36891" name="Line 27">
              <a:extLst>
                <a:ext uri="{FF2B5EF4-FFF2-40B4-BE49-F238E27FC236}">
                  <a16:creationId xmlns:a16="http://schemas.microsoft.com/office/drawing/2014/main" id="{94CA1DE5-714F-4EDF-ABDE-73261475BC1C}"/>
                </a:ext>
              </a:extLst>
            </p:cNvPr>
            <p:cNvSpPr>
              <a:spLocks noChangeShapeType="1"/>
            </p:cNvSpPr>
            <p:nvPr/>
          </p:nvSpPr>
          <p:spPr bwMode="auto">
            <a:xfrm>
              <a:off x="3431" y="3356"/>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D10B6A2A-A640-F22D-2C06-993B0A17BE55}"/>
              </a:ext>
            </a:extLst>
          </p:cNvPr>
          <p:cNvSpPr>
            <a:spLocks noGrp="1"/>
          </p:cNvSpPr>
          <p:nvPr>
            <p:ph type="dt" sz="half" idx="10"/>
          </p:nvPr>
        </p:nvSpPr>
        <p:spPr/>
        <p:txBody>
          <a:bodyPr/>
          <a:lstStyle/>
          <a:p>
            <a:fld id="{9D9C6913-1367-412C-9E35-515AAC407103}"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AEEBDDC-2CDA-7EA8-D16A-D473D37EC06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57B05340-3DEA-5C73-4BA2-3A710FC879DA}"/>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F6DEAE5-679D-432B-A80A-5A37512C8248}"/>
              </a:ext>
            </a:extLst>
          </p:cNvPr>
          <p:cNvSpPr>
            <a:spLocks noGrp="1" noChangeArrowheads="1"/>
          </p:cNvSpPr>
          <p:nvPr>
            <p:ph type="title"/>
          </p:nvPr>
        </p:nvSpPr>
        <p:spPr/>
        <p:txBody>
          <a:bodyPr/>
          <a:lstStyle/>
          <a:p>
            <a:pPr eaLnBrk="1" hangingPunct="1"/>
            <a:r>
              <a:rPr lang="en-US" altLang="zh-CN" dirty="0"/>
              <a:t>7.1.3 </a:t>
            </a:r>
            <a:r>
              <a:rPr lang="zh-CN" altLang="en-US" dirty="0"/>
              <a:t>三地址代码</a:t>
            </a:r>
          </a:p>
        </p:txBody>
      </p:sp>
      <p:sp>
        <p:nvSpPr>
          <p:cNvPr id="38915" name="Rectangle 3">
            <a:extLst>
              <a:ext uri="{FF2B5EF4-FFF2-40B4-BE49-F238E27FC236}">
                <a16:creationId xmlns:a16="http://schemas.microsoft.com/office/drawing/2014/main" id="{B7546D44-F2E1-4190-977C-40A84B8C0EB0}"/>
              </a:ext>
            </a:extLst>
          </p:cNvPr>
          <p:cNvSpPr>
            <a:spLocks noGrp="1" noChangeArrowheads="1"/>
          </p:cNvSpPr>
          <p:nvPr>
            <p:ph idx="1"/>
          </p:nvPr>
        </p:nvSpPr>
        <p:spPr/>
        <p:txBody>
          <a:bodyPr/>
          <a:lstStyle/>
          <a:p>
            <a:pPr eaLnBrk="1" hangingPunct="1">
              <a:lnSpc>
                <a:spcPct val="80000"/>
              </a:lnSpc>
              <a:buFont typeface="Wingdings" panose="05000000000000000000" pitchFamily="2" charset="2"/>
              <a:buNone/>
            </a:pPr>
            <a:r>
              <a:rPr lang="zh-CN" altLang="en-US" sz="2800" dirty="0">
                <a:latin typeface="宋体" panose="02010600030101010101" pitchFamily="2" charset="-122"/>
              </a:rPr>
              <a:t>三地址代码是语法树或</a:t>
            </a:r>
            <a:r>
              <a:rPr lang="en-US" altLang="zh-CN" sz="2800" b="1" dirty="0" err="1"/>
              <a:t>dag</a:t>
            </a:r>
            <a:r>
              <a:rPr lang="zh-CN" altLang="en-US" sz="2800" dirty="0">
                <a:latin typeface="宋体" panose="02010600030101010101" pitchFamily="2" charset="-122"/>
              </a:rPr>
              <a:t>的一种线性表示</a:t>
            </a:r>
            <a:endParaRPr lang="zh-CN" altLang="en-US" sz="2800" dirty="0"/>
          </a:p>
          <a:p>
            <a:pPr algn="just" eaLnBrk="1" hangingPunct="1">
              <a:lnSpc>
                <a:spcPct val="80000"/>
              </a:lnSpc>
              <a:buFont typeface="Wingdings" panose="05000000000000000000" pitchFamily="2" charset="2"/>
              <a:buNone/>
            </a:pPr>
            <a:r>
              <a:rPr lang="zh-CN" altLang="en-US" sz="2800" b="1" dirty="0"/>
              <a:t>			</a:t>
            </a:r>
            <a:r>
              <a:rPr lang="en-US" altLang="zh-CN" sz="2800" b="1" dirty="0"/>
              <a:t>a = (</a:t>
            </a:r>
            <a:r>
              <a:rPr lang="en-US" altLang="zh-CN" sz="2800" b="1" dirty="0">
                <a:sym typeface="Symbol" panose="05050102010706020507" pitchFamily="18" charset="2"/>
              </a:rPr>
              <a:t></a:t>
            </a:r>
            <a:r>
              <a:rPr lang="en-US" altLang="zh-CN" sz="2800" b="1" dirty="0"/>
              <a:t>b + </a:t>
            </a:r>
            <a:r>
              <a:rPr lang="en-US" altLang="zh-CN" sz="2800" b="1" dirty="0" err="1"/>
              <a:t>c</a:t>
            </a:r>
            <a:r>
              <a:rPr lang="en-US" altLang="zh-CN" sz="2800" b="1" dirty="0" err="1">
                <a:sym typeface="Symbol" panose="05050102010706020507" pitchFamily="18" charset="2"/>
              </a:rPr>
              <a:t></a:t>
            </a:r>
            <a:r>
              <a:rPr lang="en-US" altLang="zh-CN" sz="2800" b="1" dirty="0" err="1"/>
              <a:t>d</a:t>
            </a:r>
            <a:r>
              <a:rPr lang="en-US" altLang="zh-CN" sz="2800" b="1" dirty="0"/>
              <a:t> ) + </a:t>
            </a:r>
            <a:r>
              <a:rPr lang="en-US" altLang="zh-CN" sz="2800" b="1" dirty="0" err="1"/>
              <a:t>c</a:t>
            </a:r>
            <a:r>
              <a:rPr lang="en-US" altLang="zh-CN" sz="2800" b="1" dirty="0" err="1">
                <a:sym typeface="Symbol" panose="05050102010706020507" pitchFamily="18" charset="2"/>
              </a:rPr>
              <a:t></a:t>
            </a:r>
            <a:r>
              <a:rPr lang="en-US" altLang="zh-CN" sz="2800" b="1" dirty="0" err="1"/>
              <a:t>d</a:t>
            </a:r>
            <a:endParaRPr lang="en-US" altLang="zh-CN" sz="2800" b="1" i="1" dirty="0"/>
          </a:p>
          <a:p>
            <a:pPr algn="just" eaLnBrk="1" hangingPunct="1">
              <a:lnSpc>
                <a:spcPct val="80000"/>
              </a:lnSpc>
              <a:buFont typeface="Wingdings" panose="05000000000000000000" pitchFamily="2" charset="2"/>
              <a:buNone/>
            </a:pPr>
            <a:endParaRPr lang="en-US" altLang="zh-CN" sz="2800" b="1" dirty="0"/>
          </a:p>
          <a:p>
            <a:pPr algn="just" eaLnBrk="1" hangingPunct="1">
              <a:lnSpc>
                <a:spcPct val="80000"/>
              </a:lnSpc>
              <a:buFont typeface="Wingdings" panose="05000000000000000000" pitchFamily="2" charset="2"/>
              <a:buNone/>
            </a:pPr>
            <a:r>
              <a:rPr lang="zh-CN" altLang="en-US" sz="2800" dirty="0"/>
              <a:t>语法树的代码</a:t>
            </a:r>
            <a:r>
              <a:rPr lang="zh-CN" altLang="en-US" sz="2800" b="1" dirty="0"/>
              <a:t>	</a:t>
            </a:r>
            <a:r>
              <a:rPr lang="en-US" altLang="zh-CN" sz="2800" b="1" dirty="0" err="1"/>
              <a:t>dag</a:t>
            </a:r>
            <a:r>
              <a:rPr lang="zh-CN" altLang="en-US" sz="2800" dirty="0"/>
              <a:t>的代码</a:t>
            </a:r>
            <a:endParaRPr lang="zh-CN" altLang="en-US" sz="2800" i="1" dirty="0"/>
          </a:p>
          <a:p>
            <a:pPr algn="just" eaLnBrk="1" hangingPunct="1">
              <a:lnSpc>
                <a:spcPct val="80000"/>
              </a:lnSpc>
              <a:buFont typeface="Wingdings" panose="05000000000000000000" pitchFamily="2" charset="2"/>
              <a:buNone/>
            </a:pPr>
            <a:r>
              <a:rPr lang="zh-CN" altLang="en-US" sz="2800" b="1" i="1" dirty="0"/>
              <a:t>	</a:t>
            </a:r>
            <a:r>
              <a:rPr lang="en-US" altLang="zh-CN" sz="2800" b="1" i="1" dirty="0"/>
              <a:t>t</a:t>
            </a:r>
            <a:r>
              <a:rPr lang="en-US" altLang="zh-CN" sz="2800" b="1" baseline="-30000" dirty="0"/>
              <a:t>1</a:t>
            </a:r>
            <a:r>
              <a:rPr lang="en-US" altLang="zh-CN" sz="2800" b="1" dirty="0"/>
              <a:t> = </a:t>
            </a:r>
            <a:r>
              <a:rPr lang="en-US" altLang="zh-CN" sz="2800" b="1" dirty="0">
                <a:sym typeface="Symbol" panose="05050102010706020507" pitchFamily="18" charset="2"/>
              </a:rPr>
              <a:t></a:t>
            </a:r>
            <a:r>
              <a:rPr lang="en-US" altLang="zh-CN" sz="2800" b="1" i="1" dirty="0"/>
              <a:t>b		t</a:t>
            </a:r>
            <a:r>
              <a:rPr lang="en-US" altLang="zh-CN" sz="2800" b="1" baseline="-30000" dirty="0"/>
              <a:t>1</a:t>
            </a:r>
            <a:r>
              <a:rPr lang="en-US" altLang="zh-CN" sz="2800" b="1" dirty="0"/>
              <a:t> = </a:t>
            </a:r>
            <a:r>
              <a:rPr lang="en-US" altLang="zh-CN" sz="2800" b="1" dirty="0">
                <a:sym typeface="Symbol" panose="05050102010706020507" pitchFamily="18" charset="2"/>
              </a:rPr>
              <a:t></a:t>
            </a:r>
            <a:r>
              <a:rPr lang="en-US" altLang="zh-CN" sz="2800" b="1" i="1" dirty="0"/>
              <a:t>b</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2</a:t>
            </a:r>
            <a:r>
              <a:rPr lang="en-US" altLang="zh-CN" sz="2800" b="1" dirty="0"/>
              <a:t> = </a:t>
            </a:r>
            <a:r>
              <a:rPr lang="en-US" altLang="zh-CN" sz="2800" b="1" i="1" dirty="0"/>
              <a:t>c</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d		t</a:t>
            </a:r>
            <a:r>
              <a:rPr lang="en-US" altLang="zh-CN" sz="2800" b="1" baseline="-30000" dirty="0"/>
              <a:t>2</a:t>
            </a:r>
            <a:r>
              <a:rPr lang="en-US" altLang="zh-CN" sz="2800" b="1" dirty="0"/>
              <a:t> = </a:t>
            </a:r>
            <a:r>
              <a:rPr lang="en-US" altLang="zh-CN" sz="2800" b="1" i="1" dirty="0"/>
              <a:t>c</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d</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3</a:t>
            </a:r>
            <a:r>
              <a:rPr lang="en-US" altLang="zh-CN" sz="2800" b="1" dirty="0"/>
              <a:t> = </a:t>
            </a:r>
            <a:r>
              <a:rPr lang="en-US" altLang="zh-CN" sz="2800" b="1" i="1" dirty="0"/>
              <a:t>t</a:t>
            </a:r>
            <a:r>
              <a:rPr lang="en-US" altLang="zh-CN" sz="2800" b="1" baseline="-30000" dirty="0"/>
              <a:t>1</a:t>
            </a:r>
            <a:r>
              <a:rPr lang="en-US" altLang="zh-CN" sz="2800" b="1" dirty="0"/>
              <a:t> + </a:t>
            </a:r>
            <a:r>
              <a:rPr lang="en-US" altLang="zh-CN" sz="2800" b="1" i="1" dirty="0"/>
              <a:t>t</a:t>
            </a:r>
            <a:r>
              <a:rPr lang="en-US" altLang="zh-CN" sz="2800" b="1" baseline="-30000" dirty="0"/>
              <a:t>2		</a:t>
            </a:r>
            <a:r>
              <a:rPr lang="en-US" altLang="zh-CN" sz="2800" b="1" i="1" dirty="0"/>
              <a:t>t</a:t>
            </a:r>
            <a:r>
              <a:rPr lang="en-US" altLang="zh-CN" sz="2800" b="1" baseline="-30000" dirty="0"/>
              <a:t>3</a:t>
            </a:r>
            <a:r>
              <a:rPr lang="en-US" altLang="zh-CN" sz="2800" b="1" dirty="0"/>
              <a:t> = </a:t>
            </a:r>
            <a:r>
              <a:rPr lang="en-US" altLang="zh-CN" sz="2800" b="1" i="1" dirty="0"/>
              <a:t>t</a:t>
            </a:r>
            <a:r>
              <a:rPr lang="en-US" altLang="zh-CN" sz="2800" b="1" baseline="-30000" dirty="0"/>
              <a:t>1</a:t>
            </a:r>
            <a:r>
              <a:rPr lang="en-US" altLang="zh-CN" sz="2800" b="1" dirty="0"/>
              <a:t> + </a:t>
            </a:r>
            <a:r>
              <a:rPr lang="en-US" altLang="zh-CN" sz="2800" b="1" i="1" dirty="0"/>
              <a:t>t</a:t>
            </a:r>
            <a:r>
              <a:rPr lang="en-US" altLang="zh-CN" sz="2800" b="1" baseline="-30000" dirty="0"/>
              <a:t>2</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4</a:t>
            </a:r>
            <a:r>
              <a:rPr lang="en-US" altLang="zh-CN" sz="2800" b="1" dirty="0"/>
              <a:t> = </a:t>
            </a:r>
            <a:r>
              <a:rPr lang="en-US" altLang="zh-CN" sz="2800" b="1" i="1" dirty="0"/>
              <a:t>c</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d		t</a:t>
            </a:r>
            <a:r>
              <a:rPr lang="en-US" altLang="zh-CN" sz="2800" b="1" baseline="-30000" dirty="0"/>
              <a:t>4</a:t>
            </a:r>
            <a:r>
              <a:rPr lang="en-US" altLang="zh-CN" sz="2800" b="1" dirty="0"/>
              <a:t> = </a:t>
            </a:r>
            <a:r>
              <a:rPr lang="en-US" altLang="zh-CN" sz="2800" b="1" i="1" dirty="0"/>
              <a:t>t</a:t>
            </a:r>
            <a:r>
              <a:rPr lang="en-US" altLang="zh-CN" sz="2800" b="1" baseline="-30000" dirty="0"/>
              <a:t>3 </a:t>
            </a:r>
            <a:r>
              <a:rPr lang="en-US" altLang="zh-CN" sz="2800" b="1" dirty="0"/>
              <a:t>+</a:t>
            </a:r>
            <a:r>
              <a:rPr lang="en-US" altLang="zh-CN" sz="2800" b="1" i="1" dirty="0"/>
              <a:t> t</a:t>
            </a:r>
            <a:r>
              <a:rPr lang="en-US" altLang="zh-CN" sz="2800" b="1" baseline="-30000" dirty="0"/>
              <a:t>2</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t</a:t>
            </a:r>
            <a:r>
              <a:rPr lang="en-US" altLang="zh-CN" sz="2800" b="1" baseline="-30000" dirty="0"/>
              <a:t>5</a:t>
            </a:r>
            <a:r>
              <a:rPr lang="en-US" altLang="zh-CN" sz="2800" b="1" dirty="0"/>
              <a:t> = </a:t>
            </a:r>
            <a:r>
              <a:rPr lang="en-US" altLang="zh-CN" sz="2800" b="1" i="1" dirty="0"/>
              <a:t>t</a:t>
            </a:r>
            <a:r>
              <a:rPr lang="en-US" altLang="zh-CN" sz="2800" b="1" baseline="-30000" dirty="0"/>
              <a:t>3 </a:t>
            </a:r>
            <a:r>
              <a:rPr lang="en-US" altLang="zh-CN" sz="2800" b="1" dirty="0"/>
              <a:t>+</a:t>
            </a:r>
            <a:r>
              <a:rPr lang="en-US" altLang="zh-CN" sz="2800" b="1" i="1" dirty="0"/>
              <a:t> t</a:t>
            </a:r>
            <a:r>
              <a:rPr lang="en-US" altLang="zh-CN" sz="2800" b="1" baseline="-30000" dirty="0"/>
              <a:t>4</a:t>
            </a:r>
            <a:r>
              <a:rPr lang="en-US" altLang="zh-CN" sz="2800" b="1" i="1" dirty="0"/>
              <a:t> 		a</a:t>
            </a:r>
            <a:r>
              <a:rPr lang="en-US" altLang="zh-CN" sz="2800" b="1" dirty="0"/>
              <a:t> = </a:t>
            </a:r>
            <a:r>
              <a:rPr lang="en-US" altLang="zh-CN" sz="2800" b="1" i="1" dirty="0"/>
              <a:t>t</a:t>
            </a:r>
            <a:r>
              <a:rPr lang="en-US" altLang="zh-CN" sz="2800" b="1" baseline="-30000" dirty="0"/>
              <a:t>4</a:t>
            </a:r>
            <a:endParaRPr lang="en-US" altLang="zh-CN" sz="2800" b="1" dirty="0"/>
          </a:p>
          <a:p>
            <a:pPr algn="just" eaLnBrk="1" hangingPunct="1">
              <a:lnSpc>
                <a:spcPct val="80000"/>
              </a:lnSpc>
              <a:buFont typeface="Wingdings" panose="05000000000000000000" pitchFamily="2" charset="2"/>
              <a:buNone/>
            </a:pPr>
            <a:r>
              <a:rPr lang="en-US" altLang="zh-CN" sz="2800" b="1" dirty="0"/>
              <a:t>	</a:t>
            </a:r>
            <a:r>
              <a:rPr lang="en-US" altLang="zh-CN" sz="2800" b="1" i="1" dirty="0"/>
              <a:t>a</a:t>
            </a:r>
            <a:r>
              <a:rPr lang="en-US" altLang="zh-CN" sz="2800" b="1" dirty="0"/>
              <a:t> = </a:t>
            </a:r>
            <a:r>
              <a:rPr lang="en-US" altLang="zh-CN" sz="2800" b="1" i="1" dirty="0"/>
              <a:t>t</a:t>
            </a:r>
            <a:r>
              <a:rPr lang="en-US" altLang="zh-CN" sz="2800" b="1" baseline="-30000" dirty="0"/>
              <a:t>5</a:t>
            </a:r>
            <a:endParaRPr lang="en-US" altLang="zh-CN" sz="2800" b="1" dirty="0"/>
          </a:p>
          <a:p>
            <a:pPr eaLnBrk="1" hangingPunct="1">
              <a:lnSpc>
                <a:spcPct val="80000"/>
              </a:lnSpc>
            </a:pPr>
            <a:endParaRPr lang="en-US" altLang="zh-CN" sz="2800" dirty="0"/>
          </a:p>
        </p:txBody>
      </p:sp>
      <p:grpSp>
        <p:nvGrpSpPr>
          <p:cNvPr id="38916" name="Group 4">
            <a:extLst>
              <a:ext uri="{FF2B5EF4-FFF2-40B4-BE49-F238E27FC236}">
                <a16:creationId xmlns:a16="http://schemas.microsoft.com/office/drawing/2014/main" id="{61E8D59C-6B42-4AE7-ADC1-D0B783B9E33D}"/>
              </a:ext>
            </a:extLst>
          </p:cNvPr>
          <p:cNvGrpSpPr>
            <a:grpSpLocks/>
          </p:cNvGrpSpPr>
          <p:nvPr/>
        </p:nvGrpSpPr>
        <p:grpSpPr bwMode="auto">
          <a:xfrm>
            <a:off x="5563907" y="2981046"/>
            <a:ext cx="3048000" cy="2511425"/>
            <a:chOff x="3360" y="2064"/>
            <a:chExt cx="1920" cy="1582"/>
          </a:xfrm>
        </p:grpSpPr>
        <p:sp>
          <p:nvSpPr>
            <p:cNvPr id="38917" name="Rectangle 5">
              <a:extLst>
                <a:ext uri="{FF2B5EF4-FFF2-40B4-BE49-F238E27FC236}">
                  <a16:creationId xmlns:a16="http://schemas.microsoft.com/office/drawing/2014/main" id="{FFAD03E9-30BF-4782-9691-515B5326C501}"/>
                </a:ext>
              </a:extLst>
            </p:cNvPr>
            <p:cNvSpPr>
              <a:spLocks noChangeArrowheads="1"/>
            </p:cNvSpPr>
            <p:nvPr/>
          </p:nvSpPr>
          <p:spPr bwMode="auto">
            <a:xfrm>
              <a:off x="4115" y="2064"/>
              <a:ext cx="73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assign</a:t>
              </a:r>
            </a:p>
          </p:txBody>
        </p:sp>
        <p:sp>
          <p:nvSpPr>
            <p:cNvPr id="38918" name="Rectangle 6">
              <a:extLst>
                <a:ext uri="{FF2B5EF4-FFF2-40B4-BE49-F238E27FC236}">
                  <a16:creationId xmlns:a16="http://schemas.microsoft.com/office/drawing/2014/main" id="{7888EEBD-5FA2-4038-A965-8EAC8B58BD16}"/>
                </a:ext>
              </a:extLst>
            </p:cNvPr>
            <p:cNvSpPr>
              <a:spLocks noChangeArrowheads="1"/>
            </p:cNvSpPr>
            <p:nvPr/>
          </p:nvSpPr>
          <p:spPr bwMode="auto">
            <a:xfrm>
              <a:off x="3831" y="2330"/>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a:t>
              </a:r>
            </a:p>
          </p:txBody>
        </p:sp>
        <p:sp>
          <p:nvSpPr>
            <p:cNvPr id="38919" name="Rectangle 7">
              <a:extLst>
                <a:ext uri="{FF2B5EF4-FFF2-40B4-BE49-F238E27FC236}">
                  <a16:creationId xmlns:a16="http://schemas.microsoft.com/office/drawing/2014/main" id="{7735EDAD-6BDF-4301-A8E2-F1A41CA11DE9}"/>
                </a:ext>
              </a:extLst>
            </p:cNvPr>
            <p:cNvSpPr>
              <a:spLocks noChangeArrowheads="1"/>
            </p:cNvSpPr>
            <p:nvPr/>
          </p:nvSpPr>
          <p:spPr bwMode="auto">
            <a:xfrm>
              <a:off x="4729" y="2352"/>
              <a:ext cx="3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8920" name="Line 8">
              <a:extLst>
                <a:ext uri="{FF2B5EF4-FFF2-40B4-BE49-F238E27FC236}">
                  <a16:creationId xmlns:a16="http://schemas.microsoft.com/office/drawing/2014/main" id="{C63F6329-F8D1-4B05-A33C-E8F89F00A2A5}"/>
                </a:ext>
              </a:extLst>
            </p:cNvPr>
            <p:cNvSpPr>
              <a:spLocks noChangeShapeType="1"/>
            </p:cNvSpPr>
            <p:nvPr/>
          </p:nvSpPr>
          <p:spPr bwMode="auto">
            <a:xfrm flipH="1">
              <a:off x="4104" y="2332"/>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1" name="Line 9">
              <a:extLst>
                <a:ext uri="{FF2B5EF4-FFF2-40B4-BE49-F238E27FC236}">
                  <a16:creationId xmlns:a16="http://schemas.microsoft.com/office/drawing/2014/main" id="{E375180B-67AD-4AC3-9F15-C7F77F0FD635}"/>
                </a:ext>
              </a:extLst>
            </p:cNvPr>
            <p:cNvSpPr>
              <a:spLocks noChangeShapeType="1"/>
            </p:cNvSpPr>
            <p:nvPr/>
          </p:nvSpPr>
          <p:spPr bwMode="auto">
            <a:xfrm>
              <a:off x="4551" y="234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2" name="Line 10">
              <a:extLst>
                <a:ext uri="{FF2B5EF4-FFF2-40B4-BE49-F238E27FC236}">
                  <a16:creationId xmlns:a16="http://schemas.microsoft.com/office/drawing/2014/main" id="{A6926E1C-6635-45BE-B932-16CF84BDE1D3}"/>
                </a:ext>
              </a:extLst>
            </p:cNvPr>
            <p:cNvSpPr>
              <a:spLocks noChangeShapeType="1"/>
            </p:cNvSpPr>
            <p:nvPr/>
          </p:nvSpPr>
          <p:spPr bwMode="auto">
            <a:xfrm flipH="1">
              <a:off x="4280" y="2589"/>
              <a:ext cx="510" cy="28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3" name="Rectangle 11">
              <a:extLst>
                <a:ext uri="{FF2B5EF4-FFF2-40B4-BE49-F238E27FC236}">
                  <a16:creationId xmlns:a16="http://schemas.microsoft.com/office/drawing/2014/main" id="{11F3A38F-6412-4327-8BB8-C54D54FCF81A}"/>
                </a:ext>
              </a:extLst>
            </p:cNvPr>
            <p:cNvSpPr>
              <a:spLocks noChangeArrowheads="1"/>
            </p:cNvSpPr>
            <p:nvPr/>
          </p:nvSpPr>
          <p:spPr bwMode="auto">
            <a:xfrm>
              <a:off x="4044" y="2761"/>
              <a:ext cx="32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38924" name="Line 12">
              <a:extLst>
                <a:ext uri="{FF2B5EF4-FFF2-40B4-BE49-F238E27FC236}">
                  <a16:creationId xmlns:a16="http://schemas.microsoft.com/office/drawing/2014/main" id="{7061C2C0-6C1A-4490-9807-095B033B6FC7}"/>
                </a:ext>
              </a:extLst>
            </p:cNvPr>
            <p:cNvSpPr>
              <a:spLocks noChangeShapeType="1"/>
            </p:cNvSpPr>
            <p:nvPr/>
          </p:nvSpPr>
          <p:spPr bwMode="auto">
            <a:xfrm>
              <a:off x="4669" y="3175"/>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5" name="Line 13">
              <a:extLst>
                <a:ext uri="{FF2B5EF4-FFF2-40B4-BE49-F238E27FC236}">
                  <a16:creationId xmlns:a16="http://schemas.microsoft.com/office/drawing/2014/main" id="{ABA19AE8-AD79-4821-AC9E-BC056A997A69}"/>
                </a:ext>
              </a:extLst>
            </p:cNvPr>
            <p:cNvSpPr>
              <a:spLocks noChangeShapeType="1"/>
            </p:cNvSpPr>
            <p:nvPr/>
          </p:nvSpPr>
          <p:spPr bwMode="auto">
            <a:xfrm>
              <a:off x="4304" y="2969"/>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6" name="Line 14">
              <a:extLst>
                <a:ext uri="{FF2B5EF4-FFF2-40B4-BE49-F238E27FC236}">
                  <a16:creationId xmlns:a16="http://schemas.microsoft.com/office/drawing/2014/main" id="{0D749A78-527B-43C3-863C-750A25EE3E43}"/>
                </a:ext>
              </a:extLst>
            </p:cNvPr>
            <p:cNvSpPr>
              <a:spLocks noChangeShapeType="1"/>
            </p:cNvSpPr>
            <p:nvPr/>
          </p:nvSpPr>
          <p:spPr bwMode="auto">
            <a:xfrm flipH="1">
              <a:off x="3891" y="2968"/>
              <a:ext cx="214" cy="1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7" name="Rectangle 15">
              <a:extLst>
                <a:ext uri="{FF2B5EF4-FFF2-40B4-BE49-F238E27FC236}">
                  <a16:creationId xmlns:a16="http://schemas.microsoft.com/office/drawing/2014/main" id="{7AF17359-5CEB-45F1-9DD4-84AB0A27E22D}"/>
                </a:ext>
              </a:extLst>
            </p:cNvPr>
            <p:cNvSpPr>
              <a:spLocks noChangeArrowheads="1"/>
            </p:cNvSpPr>
            <p:nvPr/>
          </p:nvSpPr>
          <p:spPr bwMode="auto">
            <a:xfrm>
              <a:off x="4433" y="2978"/>
              <a:ext cx="31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38928" name="Line 16">
              <a:extLst>
                <a:ext uri="{FF2B5EF4-FFF2-40B4-BE49-F238E27FC236}">
                  <a16:creationId xmlns:a16="http://schemas.microsoft.com/office/drawing/2014/main" id="{2F6CFA70-6E24-4862-A442-FDB57A1E328E}"/>
                </a:ext>
              </a:extLst>
            </p:cNvPr>
            <p:cNvSpPr>
              <a:spLocks noChangeShapeType="1"/>
            </p:cNvSpPr>
            <p:nvPr/>
          </p:nvSpPr>
          <p:spPr bwMode="auto">
            <a:xfrm flipH="1">
              <a:off x="4304" y="3173"/>
              <a:ext cx="214" cy="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29" name="Rectangle 17">
              <a:extLst>
                <a:ext uri="{FF2B5EF4-FFF2-40B4-BE49-F238E27FC236}">
                  <a16:creationId xmlns:a16="http://schemas.microsoft.com/office/drawing/2014/main" id="{97F797E5-99E7-4466-A071-8D05F0CB837C}"/>
                </a:ext>
              </a:extLst>
            </p:cNvPr>
            <p:cNvSpPr>
              <a:spLocks noChangeArrowheads="1"/>
            </p:cNvSpPr>
            <p:nvPr/>
          </p:nvSpPr>
          <p:spPr bwMode="auto">
            <a:xfrm>
              <a:off x="3679" y="3398"/>
              <a:ext cx="37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b</a:t>
              </a:r>
            </a:p>
          </p:txBody>
        </p:sp>
        <p:sp>
          <p:nvSpPr>
            <p:cNvPr id="38930" name="Rectangle 18">
              <a:extLst>
                <a:ext uri="{FF2B5EF4-FFF2-40B4-BE49-F238E27FC236}">
                  <a16:creationId xmlns:a16="http://schemas.microsoft.com/office/drawing/2014/main" id="{2B8C03A6-5313-4DFC-B2A2-2022933E8676}"/>
                </a:ext>
              </a:extLst>
            </p:cNvPr>
            <p:cNvSpPr>
              <a:spLocks noChangeArrowheads="1"/>
            </p:cNvSpPr>
            <p:nvPr/>
          </p:nvSpPr>
          <p:spPr bwMode="auto">
            <a:xfrm>
              <a:off x="4102" y="3202"/>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a:t>
              </a:r>
            </a:p>
          </p:txBody>
        </p:sp>
        <p:sp>
          <p:nvSpPr>
            <p:cNvPr id="38931" name="Rectangle 19">
              <a:extLst>
                <a:ext uri="{FF2B5EF4-FFF2-40B4-BE49-F238E27FC236}">
                  <a16:creationId xmlns:a16="http://schemas.microsoft.com/office/drawing/2014/main" id="{81E3DC8D-207A-483E-8627-8D478BC868AD}"/>
                </a:ext>
              </a:extLst>
            </p:cNvPr>
            <p:cNvSpPr>
              <a:spLocks noChangeArrowheads="1"/>
            </p:cNvSpPr>
            <p:nvPr/>
          </p:nvSpPr>
          <p:spPr bwMode="auto">
            <a:xfrm>
              <a:off x="4823" y="3204"/>
              <a:ext cx="38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d</a:t>
              </a:r>
            </a:p>
          </p:txBody>
        </p:sp>
        <p:sp>
          <p:nvSpPr>
            <p:cNvPr id="38932" name="Rectangle 20">
              <a:extLst>
                <a:ext uri="{FF2B5EF4-FFF2-40B4-BE49-F238E27FC236}">
                  <a16:creationId xmlns:a16="http://schemas.microsoft.com/office/drawing/2014/main" id="{D0E12DA3-C326-47BF-85A6-A65D1FC53F32}"/>
                </a:ext>
              </a:extLst>
            </p:cNvPr>
            <p:cNvSpPr>
              <a:spLocks noChangeArrowheads="1"/>
            </p:cNvSpPr>
            <p:nvPr/>
          </p:nvSpPr>
          <p:spPr bwMode="auto">
            <a:xfrm>
              <a:off x="3360" y="3039"/>
              <a:ext cx="83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uminus</a:t>
              </a:r>
            </a:p>
          </p:txBody>
        </p:sp>
        <p:sp>
          <p:nvSpPr>
            <p:cNvPr id="38933" name="Line 21">
              <a:extLst>
                <a:ext uri="{FF2B5EF4-FFF2-40B4-BE49-F238E27FC236}">
                  <a16:creationId xmlns:a16="http://schemas.microsoft.com/office/drawing/2014/main" id="{F1BEF991-0B76-461B-AE77-75AB17495E4E}"/>
                </a:ext>
              </a:extLst>
            </p:cNvPr>
            <p:cNvSpPr>
              <a:spLocks noChangeShapeType="1"/>
            </p:cNvSpPr>
            <p:nvPr/>
          </p:nvSpPr>
          <p:spPr bwMode="auto">
            <a:xfrm>
              <a:off x="3831" y="3287"/>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34" name="Freeform 22">
              <a:extLst>
                <a:ext uri="{FF2B5EF4-FFF2-40B4-BE49-F238E27FC236}">
                  <a16:creationId xmlns:a16="http://schemas.microsoft.com/office/drawing/2014/main" id="{64A5B683-5043-4DF5-96BD-57278522DA52}"/>
                </a:ext>
              </a:extLst>
            </p:cNvPr>
            <p:cNvSpPr>
              <a:spLocks/>
            </p:cNvSpPr>
            <p:nvPr/>
          </p:nvSpPr>
          <p:spPr bwMode="auto">
            <a:xfrm>
              <a:off x="4705" y="2587"/>
              <a:ext cx="575" cy="525"/>
            </a:xfrm>
            <a:custGeom>
              <a:avLst/>
              <a:gdLst>
                <a:gd name="T0" fmla="*/ 4 w 730"/>
                <a:gd name="T1" fmla="*/ 0 h 766"/>
                <a:gd name="T2" fmla="*/ 7 w 730"/>
                <a:gd name="T3" fmla="*/ 1 h 766"/>
                <a:gd name="T4" fmla="*/ 7 w 730"/>
                <a:gd name="T5" fmla="*/ 1 h 766"/>
                <a:gd name="T6" fmla="*/ 5 w 730"/>
                <a:gd name="T7" fmla="*/ 1 h 766"/>
                <a:gd name="T8" fmla="*/ 0 w 730"/>
                <a:gd name="T9" fmla="*/ 1 h 766"/>
                <a:gd name="T10" fmla="*/ 0 60000 65536"/>
                <a:gd name="T11" fmla="*/ 0 60000 65536"/>
                <a:gd name="T12" fmla="*/ 0 60000 65536"/>
                <a:gd name="T13" fmla="*/ 0 60000 65536"/>
                <a:gd name="T14" fmla="*/ 0 60000 65536"/>
                <a:gd name="T15" fmla="*/ 0 w 730"/>
                <a:gd name="T16" fmla="*/ 0 h 766"/>
                <a:gd name="T17" fmla="*/ 730 w 730"/>
                <a:gd name="T18" fmla="*/ 766 h 766"/>
              </a:gdLst>
              <a:ahLst/>
              <a:cxnLst>
                <a:cxn ang="T10">
                  <a:pos x="T0" y="T1"/>
                </a:cxn>
                <a:cxn ang="T11">
                  <a:pos x="T2" y="T3"/>
                </a:cxn>
                <a:cxn ang="T12">
                  <a:pos x="T4" y="T5"/>
                </a:cxn>
                <a:cxn ang="T13">
                  <a:pos x="T6" y="T7"/>
                </a:cxn>
                <a:cxn ang="T14">
                  <a:pos x="T8" y="T9"/>
                </a:cxn>
              </a:cxnLst>
              <a:rect l="T15" t="T16" r="T17" b="T18"/>
              <a:pathLst>
                <a:path w="730" h="766">
                  <a:moveTo>
                    <a:pt x="344" y="0"/>
                  </a:moveTo>
                  <a:cubicBezTo>
                    <a:pt x="399" y="48"/>
                    <a:pt x="620" y="196"/>
                    <a:pt x="675" y="286"/>
                  </a:cubicBezTo>
                  <a:cubicBezTo>
                    <a:pt x="730" y="376"/>
                    <a:pt x="715" y="474"/>
                    <a:pt x="675" y="541"/>
                  </a:cubicBezTo>
                  <a:cubicBezTo>
                    <a:pt x="635" y="608"/>
                    <a:pt x="546" y="653"/>
                    <a:pt x="434" y="690"/>
                  </a:cubicBezTo>
                  <a:cubicBezTo>
                    <a:pt x="322" y="727"/>
                    <a:pt x="90" y="750"/>
                    <a:pt x="0" y="766"/>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79995A4F-FAD7-1B24-AF26-E1BED1B98FDB}"/>
              </a:ext>
            </a:extLst>
          </p:cNvPr>
          <p:cNvSpPr>
            <a:spLocks noGrp="1"/>
          </p:cNvSpPr>
          <p:nvPr>
            <p:ph type="dt" sz="half" idx="10"/>
          </p:nvPr>
        </p:nvSpPr>
        <p:spPr/>
        <p:txBody>
          <a:bodyPr/>
          <a:lstStyle/>
          <a:p>
            <a:fld id="{5C4D22AA-B791-4E5F-A3E8-886D726920FC}"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5071ADD0-76AC-FB62-05C5-8AC5BE0EBD0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AD8D68DE-F74C-E23C-D23D-3B4D49F2DF4A}"/>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32A90010-0E7B-4724-B0DC-5EBBFFCFAD11}"/>
              </a:ext>
            </a:extLst>
          </p:cNvPr>
          <p:cNvSpPr>
            <a:spLocks noGrp="1" noChangeArrowheads="1"/>
          </p:cNvSpPr>
          <p:nvPr>
            <p:ph type="title"/>
          </p:nvPr>
        </p:nvSpPr>
        <p:spPr/>
        <p:txBody>
          <a:bodyPr/>
          <a:lstStyle/>
          <a:p>
            <a:pPr eaLnBrk="1" hangingPunct="1"/>
            <a:r>
              <a:rPr lang="en-US" altLang="zh-CN" dirty="0"/>
              <a:t>7.1.3 </a:t>
            </a:r>
            <a:r>
              <a:rPr lang="zh-CN" altLang="en-US" dirty="0"/>
              <a:t>三地址代码</a:t>
            </a:r>
          </a:p>
        </p:txBody>
      </p:sp>
      <p:sp>
        <p:nvSpPr>
          <p:cNvPr id="39939" name="Rectangle 3">
            <a:extLst>
              <a:ext uri="{FF2B5EF4-FFF2-40B4-BE49-F238E27FC236}">
                <a16:creationId xmlns:a16="http://schemas.microsoft.com/office/drawing/2014/main" id="{BAE04ECD-3122-46F8-AC8B-AF19AAA845D0}"/>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课本中常用的三地址语句</a:t>
            </a:r>
          </a:p>
          <a:p>
            <a:pPr lvl="1" eaLnBrk="1" hangingPunct="1"/>
            <a:r>
              <a:rPr lang="zh-CN" altLang="en-US" dirty="0">
                <a:latin typeface="宋体" panose="02010600030101010101" pitchFamily="2" charset="-122"/>
              </a:rPr>
              <a:t>赋值语句 </a:t>
            </a:r>
            <a:r>
              <a:rPr lang="en-US" altLang="zh-CN" b="1" i="1" dirty="0"/>
              <a:t>x</a:t>
            </a:r>
            <a:r>
              <a:rPr lang="en-US" altLang="zh-CN" b="1" dirty="0"/>
              <a:t> = </a:t>
            </a:r>
            <a:r>
              <a:rPr lang="en-US" altLang="zh-CN" b="1" i="1" dirty="0"/>
              <a:t>y op z</a:t>
            </a:r>
            <a:r>
              <a:rPr lang="zh-CN" altLang="en-US" b="1" dirty="0"/>
              <a:t>， 	</a:t>
            </a:r>
            <a:r>
              <a:rPr lang="en-US" altLang="zh-CN" b="1" i="1" dirty="0"/>
              <a:t>x</a:t>
            </a:r>
            <a:r>
              <a:rPr lang="en-US" altLang="zh-CN" b="1" dirty="0"/>
              <a:t> = </a:t>
            </a:r>
            <a:r>
              <a:rPr lang="en-US" altLang="zh-CN" b="1" i="1" dirty="0"/>
              <a:t>op y</a:t>
            </a:r>
            <a:r>
              <a:rPr lang="zh-CN" altLang="en-US" b="1" i="1" dirty="0"/>
              <a:t>， 	</a:t>
            </a:r>
            <a:r>
              <a:rPr lang="en-US" altLang="zh-CN" b="1" i="1" dirty="0"/>
              <a:t>x</a:t>
            </a:r>
            <a:r>
              <a:rPr lang="en-US" altLang="zh-CN" b="1" dirty="0"/>
              <a:t> = </a:t>
            </a:r>
            <a:r>
              <a:rPr lang="en-US" altLang="zh-CN" b="1" i="1" dirty="0"/>
              <a:t>y</a:t>
            </a:r>
            <a:endParaRPr lang="en-US" altLang="zh-CN" b="1" dirty="0">
              <a:latin typeface="宋体" panose="02010600030101010101" pitchFamily="2" charset="-122"/>
            </a:endParaRPr>
          </a:p>
          <a:p>
            <a:pPr lvl="1" eaLnBrk="1" hangingPunct="1"/>
            <a:r>
              <a:rPr lang="zh-CN" altLang="en-US" dirty="0">
                <a:latin typeface="宋体" panose="02010600030101010101" pitchFamily="2" charset="-122"/>
              </a:rPr>
              <a:t>无条件转移 </a:t>
            </a:r>
            <a:r>
              <a:rPr lang="en-US" altLang="zh-CN" b="1" dirty="0" err="1"/>
              <a:t>goto</a:t>
            </a:r>
            <a:r>
              <a:rPr lang="en-US" altLang="zh-CN" b="1" dirty="0"/>
              <a:t> L</a:t>
            </a:r>
          </a:p>
          <a:p>
            <a:pPr lvl="1" eaLnBrk="1" hangingPunct="1"/>
            <a:r>
              <a:rPr lang="zh-CN" altLang="en-US" dirty="0">
                <a:latin typeface="宋体" panose="02010600030101010101" pitchFamily="2" charset="-122"/>
              </a:rPr>
              <a:t>条件转移 </a:t>
            </a:r>
            <a:r>
              <a:rPr lang="en-US" altLang="zh-CN" b="1" dirty="0"/>
              <a:t>if </a:t>
            </a:r>
            <a:r>
              <a:rPr lang="en-US" altLang="zh-CN" b="1" i="1" dirty="0"/>
              <a:t>x </a:t>
            </a:r>
            <a:r>
              <a:rPr lang="en-US" altLang="zh-CN" b="1" i="1" dirty="0" err="1"/>
              <a:t>relop</a:t>
            </a:r>
            <a:r>
              <a:rPr lang="en-US" altLang="zh-CN" b="1" dirty="0"/>
              <a:t> </a:t>
            </a:r>
            <a:r>
              <a:rPr lang="en-US" altLang="zh-CN" b="1" i="1" dirty="0"/>
              <a:t>y</a:t>
            </a:r>
            <a:r>
              <a:rPr lang="en-US" altLang="zh-CN" b="1" dirty="0"/>
              <a:t> </a:t>
            </a:r>
            <a:r>
              <a:rPr lang="en-US" altLang="zh-CN" b="1" dirty="0" err="1"/>
              <a:t>goto</a:t>
            </a:r>
            <a:r>
              <a:rPr lang="en-US" altLang="zh-CN" b="1" dirty="0"/>
              <a:t> L</a:t>
            </a:r>
          </a:p>
          <a:p>
            <a:pPr lvl="1" eaLnBrk="1" hangingPunct="1"/>
            <a:r>
              <a:rPr lang="zh-CN" altLang="en-US" dirty="0">
                <a:latin typeface="宋体" panose="02010600030101010101" pitchFamily="2" charset="-122"/>
              </a:rPr>
              <a:t>过程调用 </a:t>
            </a:r>
            <a:r>
              <a:rPr lang="en-US" altLang="zh-CN" b="1" dirty="0"/>
              <a:t>param </a:t>
            </a:r>
            <a:r>
              <a:rPr lang="en-US" altLang="zh-CN" b="1" i="1" dirty="0"/>
              <a:t>x</a:t>
            </a:r>
            <a:r>
              <a:rPr lang="en-US" altLang="zh-CN" b="1" dirty="0"/>
              <a:t> </a:t>
            </a:r>
            <a:r>
              <a:rPr lang="zh-CN" altLang="en-US" dirty="0">
                <a:latin typeface="宋体" panose="02010600030101010101" pitchFamily="2" charset="-122"/>
              </a:rPr>
              <a:t>和 </a:t>
            </a:r>
            <a:r>
              <a:rPr lang="en-US" altLang="zh-CN" b="1" dirty="0"/>
              <a:t>call p , </a:t>
            </a:r>
            <a:r>
              <a:rPr lang="en-US" altLang="zh-CN" b="1" i="1" dirty="0"/>
              <a:t>n</a:t>
            </a:r>
          </a:p>
          <a:p>
            <a:pPr lvl="1" eaLnBrk="1" hangingPunct="1"/>
            <a:r>
              <a:rPr lang="zh-CN" altLang="en-US" dirty="0">
                <a:latin typeface="宋体" panose="02010600030101010101" pitchFamily="2" charset="-122"/>
              </a:rPr>
              <a:t>过程返回</a:t>
            </a:r>
            <a:r>
              <a:rPr lang="zh-CN" altLang="en-US" b="1" dirty="0"/>
              <a:t> </a:t>
            </a:r>
            <a:r>
              <a:rPr lang="en-US" altLang="zh-CN" b="1" dirty="0"/>
              <a:t>return</a:t>
            </a:r>
            <a:r>
              <a:rPr lang="en-US" altLang="zh-CN" b="1" i="1" dirty="0"/>
              <a:t> y</a:t>
            </a:r>
          </a:p>
          <a:p>
            <a:pPr lvl="1" eaLnBrk="1" hangingPunct="1"/>
            <a:r>
              <a:rPr lang="zh-CN" altLang="en-US" dirty="0">
                <a:latin typeface="宋体" panose="02010600030101010101" pitchFamily="2" charset="-122"/>
              </a:rPr>
              <a:t>索引赋值 </a:t>
            </a:r>
            <a:r>
              <a:rPr lang="en-US" altLang="zh-CN" b="1" i="1" dirty="0"/>
              <a:t>x</a:t>
            </a:r>
            <a:r>
              <a:rPr lang="en-US" altLang="zh-CN" b="1" dirty="0"/>
              <a:t> = </a:t>
            </a:r>
            <a:r>
              <a:rPr lang="en-US" altLang="zh-CN" b="1" i="1" dirty="0"/>
              <a:t>y</a:t>
            </a:r>
            <a:r>
              <a:rPr lang="en-US" altLang="zh-CN" b="1" dirty="0"/>
              <a:t>[</a:t>
            </a:r>
            <a:r>
              <a:rPr lang="en-US" altLang="zh-CN" b="1" i="1" dirty="0" err="1"/>
              <a:t>i</a:t>
            </a:r>
            <a:r>
              <a:rPr lang="en-US" altLang="zh-CN" b="1" dirty="0"/>
              <a:t>] </a:t>
            </a:r>
            <a:r>
              <a:rPr lang="zh-CN" altLang="en-US" dirty="0"/>
              <a:t>和</a:t>
            </a:r>
            <a:r>
              <a:rPr lang="zh-CN" altLang="en-US" b="1" dirty="0"/>
              <a:t> </a:t>
            </a:r>
            <a:r>
              <a:rPr lang="en-US" altLang="zh-CN" b="1" i="1" dirty="0"/>
              <a:t>x</a:t>
            </a:r>
            <a:r>
              <a:rPr lang="en-US" altLang="zh-CN" b="1" dirty="0"/>
              <a:t>[</a:t>
            </a:r>
            <a:r>
              <a:rPr lang="en-US" altLang="zh-CN" b="1" i="1" dirty="0" err="1"/>
              <a:t>i</a:t>
            </a:r>
            <a:r>
              <a:rPr lang="en-US" altLang="zh-CN" b="1" dirty="0"/>
              <a:t>] = </a:t>
            </a:r>
            <a:r>
              <a:rPr lang="en-US" altLang="zh-CN" b="1" i="1" dirty="0"/>
              <a:t>y</a:t>
            </a:r>
            <a:endParaRPr lang="en-US" altLang="zh-CN" b="1" dirty="0">
              <a:latin typeface="宋体" panose="02010600030101010101" pitchFamily="2" charset="-122"/>
            </a:endParaRPr>
          </a:p>
          <a:p>
            <a:pPr lvl="1" eaLnBrk="1" hangingPunct="1"/>
            <a:r>
              <a:rPr lang="zh-CN" altLang="en-US" dirty="0">
                <a:latin typeface="宋体" panose="02010600030101010101" pitchFamily="2" charset="-122"/>
              </a:rPr>
              <a:t>地址和指针赋值 </a:t>
            </a:r>
            <a:r>
              <a:rPr lang="en-US" altLang="zh-CN" b="1" i="1" dirty="0"/>
              <a:t>x</a:t>
            </a:r>
            <a:r>
              <a:rPr lang="en-US" altLang="zh-CN" b="1" dirty="0"/>
              <a:t> = &amp;</a:t>
            </a:r>
            <a:r>
              <a:rPr lang="en-US" altLang="zh-CN" b="1" i="1" dirty="0"/>
              <a:t>y</a:t>
            </a:r>
            <a:r>
              <a:rPr lang="zh-CN" altLang="en-US" dirty="0"/>
              <a:t>，</a:t>
            </a:r>
            <a:r>
              <a:rPr lang="en-US" altLang="zh-CN" b="1" i="1" dirty="0"/>
              <a:t>x</a:t>
            </a:r>
            <a:r>
              <a:rPr lang="en-US" altLang="zh-CN" b="1" dirty="0"/>
              <a:t> = </a:t>
            </a:r>
            <a:r>
              <a:rPr lang="en-US" altLang="zh-CN" b="1" dirty="0">
                <a:sym typeface="Symbol" panose="05050102010706020507" pitchFamily="18" charset="2"/>
              </a:rPr>
              <a:t></a:t>
            </a:r>
            <a:r>
              <a:rPr lang="en-US" altLang="zh-CN" b="1" i="1" dirty="0"/>
              <a:t>y </a:t>
            </a:r>
            <a:r>
              <a:rPr lang="zh-CN" altLang="en-US" dirty="0"/>
              <a:t>和 </a:t>
            </a:r>
            <a:r>
              <a:rPr lang="zh-CN" altLang="en-US" b="1" dirty="0">
                <a:sym typeface="Symbol" panose="05050102010706020507" pitchFamily="18" charset="2"/>
              </a:rPr>
              <a:t></a:t>
            </a:r>
            <a:r>
              <a:rPr lang="en-US" altLang="zh-CN" b="1" i="1" dirty="0"/>
              <a:t>x</a:t>
            </a:r>
            <a:r>
              <a:rPr lang="en-US" altLang="zh-CN" b="1" dirty="0"/>
              <a:t> = </a:t>
            </a:r>
            <a:r>
              <a:rPr lang="en-US" altLang="zh-CN" b="1" i="1" dirty="0"/>
              <a:t>y</a:t>
            </a:r>
          </a:p>
          <a:p>
            <a:pPr eaLnBrk="1" hangingPunct="1"/>
            <a:endParaRPr lang="en-US" altLang="zh-CN" dirty="0"/>
          </a:p>
        </p:txBody>
      </p:sp>
      <p:sp>
        <p:nvSpPr>
          <p:cNvPr id="2" name="日期占位符 1">
            <a:extLst>
              <a:ext uri="{FF2B5EF4-FFF2-40B4-BE49-F238E27FC236}">
                <a16:creationId xmlns:a16="http://schemas.microsoft.com/office/drawing/2014/main" id="{A000BEF6-C68D-4662-2F55-FFF415ED8B8E}"/>
              </a:ext>
            </a:extLst>
          </p:cNvPr>
          <p:cNvSpPr>
            <a:spLocks noGrp="1"/>
          </p:cNvSpPr>
          <p:nvPr>
            <p:ph type="dt" sz="half" idx="10"/>
          </p:nvPr>
        </p:nvSpPr>
        <p:spPr/>
        <p:txBody>
          <a:bodyPr/>
          <a:lstStyle/>
          <a:p>
            <a:fld id="{E5B87D7C-8138-425C-BCA4-FA5BEB527003}"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641DDA8D-69E3-61E9-C909-3A069ED3816F}"/>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5A9B43FF-79A7-E8E1-4406-CC2D1DD29790}"/>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8BF9B-0E0A-47F9-B667-ADAA8F690E59}"/>
              </a:ext>
            </a:extLst>
          </p:cNvPr>
          <p:cNvSpPr>
            <a:spLocks noGrp="1"/>
          </p:cNvSpPr>
          <p:nvPr>
            <p:ph type="title"/>
          </p:nvPr>
        </p:nvSpPr>
        <p:spPr/>
        <p:txBody>
          <a:bodyPr/>
          <a:lstStyle/>
          <a:p>
            <a:r>
              <a:rPr lang="en-US" altLang="zh-CN" dirty="0"/>
              <a:t>7.1.3 </a:t>
            </a:r>
            <a:r>
              <a:rPr lang="zh-CN" altLang="en-US" dirty="0"/>
              <a:t>三地址代码</a:t>
            </a:r>
          </a:p>
        </p:txBody>
      </p:sp>
      <p:sp>
        <p:nvSpPr>
          <p:cNvPr id="3" name="内容占位符 2">
            <a:extLst>
              <a:ext uri="{FF2B5EF4-FFF2-40B4-BE49-F238E27FC236}">
                <a16:creationId xmlns:a16="http://schemas.microsoft.com/office/drawing/2014/main" id="{7A615AA6-0A70-4E08-8706-EA2E388824D2}"/>
              </a:ext>
            </a:extLst>
          </p:cNvPr>
          <p:cNvSpPr>
            <a:spLocks noGrp="1"/>
          </p:cNvSpPr>
          <p:nvPr>
            <p:ph idx="1"/>
          </p:nvPr>
        </p:nvSpPr>
        <p:spPr/>
        <p:txBody>
          <a:bodyPr/>
          <a:lstStyle/>
          <a:p>
            <a:r>
              <a:rPr lang="zh-CN" altLang="en-US" dirty="0"/>
              <a:t>控制流条件语句示例</a:t>
            </a:r>
          </a:p>
        </p:txBody>
      </p:sp>
      <p:cxnSp>
        <p:nvCxnSpPr>
          <p:cNvPr id="5" name="直接连接符 4">
            <a:extLst>
              <a:ext uri="{FF2B5EF4-FFF2-40B4-BE49-F238E27FC236}">
                <a16:creationId xmlns:a16="http://schemas.microsoft.com/office/drawing/2014/main" id="{33A827C1-27C4-4B13-8E1F-3DA5ED4024DD}"/>
              </a:ext>
            </a:extLst>
          </p:cNvPr>
          <p:cNvCxnSpPr>
            <a:cxnSpLocks/>
          </p:cNvCxnSpPr>
          <p:nvPr/>
        </p:nvCxnSpPr>
        <p:spPr>
          <a:xfrm>
            <a:off x="4572000" y="2057400"/>
            <a:ext cx="0" cy="4354286"/>
          </a:xfrm>
          <a:prstGeom prst="line">
            <a:avLst/>
          </a:prstGeom>
          <a:ln w="28575"/>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9D616E2B-6BF8-4B0E-8E5D-50DEB8A5FDC3}"/>
              </a:ext>
            </a:extLst>
          </p:cNvPr>
          <p:cNvSpPr txBox="1"/>
          <p:nvPr/>
        </p:nvSpPr>
        <p:spPr>
          <a:xfrm>
            <a:off x="4737239" y="2008971"/>
            <a:ext cx="4307589" cy="3416320"/>
          </a:xfrm>
          <a:prstGeom prst="rect">
            <a:avLst/>
          </a:prstGeom>
          <a:noFill/>
        </p:spPr>
        <p:txBody>
          <a:bodyPr wrap="none" rtlCol="0">
            <a:spAutoFit/>
          </a:bodyPr>
          <a:lstStyle/>
          <a:p>
            <a:r>
              <a:rPr lang="en-US" altLang="zh-CN" sz="3600" b="1" i="1" dirty="0"/>
              <a:t>		</a:t>
            </a:r>
            <a:r>
              <a:rPr lang="en-US" altLang="zh-CN" sz="3600" b="1" dirty="0"/>
              <a:t>if (x &lt; y) </a:t>
            </a:r>
            <a:r>
              <a:rPr lang="en-US" altLang="zh-CN" sz="3600" b="1" dirty="0" err="1"/>
              <a:t>goto</a:t>
            </a:r>
            <a:r>
              <a:rPr lang="en-US" altLang="zh-CN" sz="3600" b="1" dirty="0"/>
              <a:t> L</a:t>
            </a:r>
            <a:r>
              <a:rPr lang="en-US" altLang="zh-CN" sz="3600" b="1" baseline="-25000" dirty="0"/>
              <a:t>1</a:t>
            </a:r>
          </a:p>
          <a:p>
            <a:r>
              <a:rPr lang="en-US" altLang="zh-CN" sz="3600" b="1" dirty="0"/>
              <a:t>		</a:t>
            </a:r>
            <a:r>
              <a:rPr lang="en-US" altLang="zh-CN" sz="3600" b="1" dirty="0" err="1"/>
              <a:t>goto</a:t>
            </a:r>
            <a:r>
              <a:rPr lang="en-US" altLang="zh-CN" sz="3600" b="1" dirty="0"/>
              <a:t> L</a:t>
            </a:r>
            <a:r>
              <a:rPr lang="en-US" altLang="zh-CN" sz="3600" b="1" baseline="-25000" dirty="0"/>
              <a:t>2</a:t>
            </a:r>
          </a:p>
          <a:p>
            <a:r>
              <a:rPr lang="en-US" altLang="zh-CN" sz="3600" b="1" dirty="0"/>
              <a:t>L</a:t>
            </a:r>
            <a:r>
              <a:rPr lang="en-US" altLang="zh-CN" sz="3600" b="1" baseline="-25000" dirty="0"/>
              <a:t>1</a:t>
            </a:r>
            <a:r>
              <a:rPr lang="en-US" altLang="zh-CN" sz="3600" b="1" dirty="0"/>
              <a:t>:	z = x</a:t>
            </a:r>
          </a:p>
          <a:p>
            <a:r>
              <a:rPr lang="en-US" altLang="zh-CN" sz="3600" b="1" dirty="0"/>
              <a:t>		</a:t>
            </a:r>
            <a:r>
              <a:rPr lang="en-US" altLang="zh-CN" sz="3600" b="1" dirty="0" err="1"/>
              <a:t>goto</a:t>
            </a:r>
            <a:r>
              <a:rPr lang="en-US" altLang="zh-CN" sz="3600" b="1" dirty="0"/>
              <a:t> L</a:t>
            </a:r>
            <a:r>
              <a:rPr lang="en-US" altLang="zh-CN" sz="3600" b="1" baseline="-25000" dirty="0"/>
              <a:t>3</a:t>
            </a:r>
          </a:p>
          <a:p>
            <a:r>
              <a:rPr lang="en-US" altLang="zh-CN" sz="3600" b="1" dirty="0"/>
              <a:t>L</a:t>
            </a:r>
            <a:r>
              <a:rPr lang="en-US" altLang="zh-CN" sz="3600" b="1" baseline="-25000" dirty="0"/>
              <a:t>2</a:t>
            </a:r>
            <a:r>
              <a:rPr lang="en-US" altLang="zh-CN" sz="3600" b="1" dirty="0"/>
              <a:t>:	z = y</a:t>
            </a:r>
          </a:p>
          <a:p>
            <a:r>
              <a:rPr lang="en-US" altLang="zh-CN" sz="3600" b="1" dirty="0"/>
              <a:t>L</a:t>
            </a:r>
            <a:r>
              <a:rPr lang="en-US" altLang="zh-CN" sz="3600" b="1" baseline="-25000" dirty="0"/>
              <a:t>3</a:t>
            </a:r>
            <a:r>
              <a:rPr lang="en-US" altLang="zh-CN" sz="3600" b="1" dirty="0"/>
              <a:t>:	z = z * z</a:t>
            </a:r>
            <a:endParaRPr lang="zh-CN" altLang="en-US" sz="3600" b="1" dirty="0"/>
          </a:p>
        </p:txBody>
      </p:sp>
      <p:sp>
        <p:nvSpPr>
          <p:cNvPr id="8" name="文本框 7">
            <a:extLst>
              <a:ext uri="{FF2B5EF4-FFF2-40B4-BE49-F238E27FC236}">
                <a16:creationId xmlns:a16="http://schemas.microsoft.com/office/drawing/2014/main" id="{B392F107-217E-48D6-BB9D-9AA5EE8ABCBB}"/>
              </a:ext>
            </a:extLst>
          </p:cNvPr>
          <p:cNvSpPr txBox="1"/>
          <p:nvPr/>
        </p:nvSpPr>
        <p:spPr>
          <a:xfrm>
            <a:off x="961987" y="1887371"/>
            <a:ext cx="1909497" cy="3416320"/>
          </a:xfrm>
          <a:prstGeom prst="rect">
            <a:avLst/>
          </a:prstGeom>
          <a:noFill/>
        </p:spPr>
        <p:txBody>
          <a:bodyPr wrap="none" rtlCol="0">
            <a:spAutoFit/>
          </a:bodyPr>
          <a:lstStyle/>
          <a:p>
            <a:r>
              <a:rPr lang="en-US" altLang="zh-CN" sz="3600" b="1" dirty="0"/>
              <a:t>if (x &lt; y)</a:t>
            </a:r>
          </a:p>
          <a:p>
            <a:r>
              <a:rPr lang="en-US" altLang="zh-CN" sz="3600" b="1" dirty="0"/>
              <a:t>	z = x;</a:t>
            </a:r>
          </a:p>
          <a:p>
            <a:r>
              <a:rPr lang="en-US" altLang="zh-CN" sz="3600" b="1" dirty="0"/>
              <a:t>else</a:t>
            </a:r>
          </a:p>
          <a:p>
            <a:r>
              <a:rPr lang="en-US" altLang="zh-CN" sz="3600" b="1" dirty="0"/>
              <a:t>	z = y;</a:t>
            </a:r>
          </a:p>
          <a:p>
            <a:endParaRPr lang="en-US" altLang="zh-CN" sz="3600" b="1" dirty="0"/>
          </a:p>
          <a:p>
            <a:r>
              <a:rPr lang="en-US" altLang="zh-CN" sz="3600" b="1" dirty="0"/>
              <a:t>z = z * z;</a:t>
            </a:r>
            <a:endParaRPr lang="zh-CN" altLang="en-US" sz="3600" b="1" dirty="0"/>
          </a:p>
        </p:txBody>
      </p:sp>
      <p:sp>
        <p:nvSpPr>
          <p:cNvPr id="4" name="日期占位符 3">
            <a:extLst>
              <a:ext uri="{FF2B5EF4-FFF2-40B4-BE49-F238E27FC236}">
                <a16:creationId xmlns:a16="http://schemas.microsoft.com/office/drawing/2014/main" id="{4D56DA66-4F80-B4F1-FF0A-9C71E1FA2D1C}"/>
              </a:ext>
            </a:extLst>
          </p:cNvPr>
          <p:cNvSpPr>
            <a:spLocks noGrp="1"/>
          </p:cNvSpPr>
          <p:nvPr>
            <p:ph type="dt" sz="half" idx="10"/>
          </p:nvPr>
        </p:nvSpPr>
        <p:spPr/>
        <p:txBody>
          <a:bodyPr/>
          <a:lstStyle/>
          <a:p>
            <a:fld id="{E13188CC-7684-42D7-B6B1-F64758762366}" type="datetime2">
              <a:rPr lang="zh-CN" altLang="en-US" smtClean="0"/>
              <a:t>2025年2月23日</a:t>
            </a:fld>
            <a:endParaRPr lang="zh-CN" altLang="en-US" dirty="0"/>
          </a:p>
        </p:txBody>
      </p:sp>
      <p:sp>
        <p:nvSpPr>
          <p:cNvPr id="6" name="页脚占位符 5">
            <a:extLst>
              <a:ext uri="{FF2B5EF4-FFF2-40B4-BE49-F238E27FC236}">
                <a16:creationId xmlns:a16="http://schemas.microsoft.com/office/drawing/2014/main" id="{D0DAE577-E1C4-BB88-A22B-E1F3DE915CF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9" name="灯片编号占位符 8">
            <a:extLst>
              <a:ext uri="{FF2B5EF4-FFF2-40B4-BE49-F238E27FC236}">
                <a16:creationId xmlns:a16="http://schemas.microsoft.com/office/drawing/2014/main" id="{1FC2FBF3-30AD-77FB-CBA6-471A3AE3F900}"/>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extLst>
      <p:ext uri="{BB962C8B-B14F-4D97-AF65-F5344CB8AC3E}">
        <p14:creationId xmlns:p14="http://schemas.microsoft.com/office/powerpoint/2010/main" val="1627408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8BF9B-0E0A-47F9-B667-ADAA8F690E59}"/>
              </a:ext>
            </a:extLst>
          </p:cNvPr>
          <p:cNvSpPr>
            <a:spLocks noGrp="1"/>
          </p:cNvSpPr>
          <p:nvPr>
            <p:ph type="title"/>
          </p:nvPr>
        </p:nvSpPr>
        <p:spPr/>
        <p:txBody>
          <a:bodyPr/>
          <a:lstStyle/>
          <a:p>
            <a:r>
              <a:rPr lang="en-US" altLang="zh-CN" dirty="0"/>
              <a:t>7.1.3 </a:t>
            </a:r>
            <a:r>
              <a:rPr lang="zh-CN" altLang="en-US" dirty="0"/>
              <a:t>三地址代码</a:t>
            </a:r>
          </a:p>
        </p:txBody>
      </p:sp>
      <p:sp>
        <p:nvSpPr>
          <p:cNvPr id="3" name="内容占位符 2">
            <a:extLst>
              <a:ext uri="{FF2B5EF4-FFF2-40B4-BE49-F238E27FC236}">
                <a16:creationId xmlns:a16="http://schemas.microsoft.com/office/drawing/2014/main" id="{7A615AA6-0A70-4E08-8706-EA2E388824D2}"/>
              </a:ext>
            </a:extLst>
          </p:cNvPr>
          <p:cNvSpPr>
            <a:spLocks noGrp="1"/>
          </p:cNvSpPr>
          <p:nvPr>
            <p:ph idx="1"/>
          </p:nvPr>
        </p:nvSpPr>
        <p:spPr/>
        <p:txBody>
          <a:bodyPr/>
          <a:lstStyle/>
          <a:p>
            <a:r>
              <a:rPr lang="zh-CN" altLang="en-US" dirty="0"/>
              <a:t>控制流循环语句示例</a:t>
            </a:r>
          </a:p>
        </p:txBody>
      </p:sp>
      <p:cxnSp>
        <p:nvCxnSpPr>
          <p:cNvPr id="5" name="直接连接符 4">
            <a:extLst>
              <a:ext uri="{FF2B5EF4-FFF2-40B4-BE49-F238E27FC236}">
                <a16:creationId xmlns:a16="http://schemas.microsoft.com/office/drawing/2014/main" id="{33A827C1-27C4-4B13-8E1F-3DA5ED4024DD}"/>
              </a:ext>
            </a:extLst>
          </p:cNvPr>
          <p:cNvCxnSpPr>
            <a:cxnSpLocks/>
          </p:cNvCxnSpPr>
          <p:nvPr/>
        </p:nvCxnSpPr>
        <p:spPr>
          <a:xfrm>
            <a:off x="4572000" y="2057400"/>
            <a:ext cx="0" cy="4354286"/>
          </a:xfrm>
          <a:prstGeom prst="line">
            <a:avLst/>
          </a:prstGeom>
          <a:ln w="28575"/>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9D616E2B-6BF8-4B0E-8E5D-50DEB8A5FDC3}"/>
              </a:ext>
            </a:extLst>
          </p:cNvPr>
          <p:cNvSpPr txBox="1"/>
          <p:nvPr/>
        </p:nvSpPr>
        <p:spPr>
          <a:xfrm>
            <a:off x="4836411" y="1891513"/>
            <a:ext cx="4307589" cy="2862322"/>
          </a:xfrm>
          <a:prstGeom prst="rect">
            <a:avLst/>
          </a:prstGeom>
          <a:noFill/>
        </p:spPr>
        <p:txBody>
          <a:bodyPr wrap="none" rtlCol="0">
            <a:spAutoFit/>
          </a:bodyPr>
          <a:lstStyle/>
          <a:p>
            <a:r>
              <a:rPr lang="en-US" altLang="zh-CN" sz="3600" b="1" dirty="0"/>
              <a:t>L</a:t>
            </a:r>
            <a:r>
              <a:rPr lang="en-US" altLang="zh-CN" sz="3600" b="1" baseline="-25000" dirty="0"/>
              <a:t>1</a:t>
            </a:r>
            <a:r>
              <a:rPr lang="en-US" altLang="zh-CN" sz="3600" b="1" dirty="0"/>
              <a:t>:	if (x &lt; y) </a:t>
            </a:r>
            <a:r>
              <a:rPr lang="en-US" altLang="zh-CN" sz="3600" b="1" dirty="0" err="1"/>
              <a:t>goto</a:t>
            </a:r>
            <a:r>
              <a:rPr lang="en-US" altLang="zh-CN" sz="3600" b="1" dirty="0"/>
              <a:t> L</a:t>
            </a:r>
            <a:r>
              <a:rPr lang="en-US" altLang="zh-CN" sz="3600" b="1" baseline="-25000" dirty="0"/>
              <a:t>2</a:t>
            </a:r>
          </a:p>
          <a:p>
            <a:r>
              <a:rPr lang="en-US" altLang="zh-CN" sz="3600" b="1" dirty="0"/>
              <a:t>		</a:t>
            </a:r>
            <a:r>
              <a:rPr lang="en-US" altLang="zh-CN" sz="3600" b="1" dirty="0" err="1"/>
              <a:t>goto</a:t>
            </a:r>
            <a:r>
              <a:rPr lang="en-US" altLang="zh-CN" sz="3600" b="1" dirty="0"/>
              <a:t> L</a:t>
            </a:r>
            <a:r>
              <a:rPr lang="en-US" altLang="zh-CN" sz="3600" b="1" baseline="-25000" dirty="0"/>
              <a:t>3</a:t>
            </a:r>
          </a:p>
          <a:p>
            <a:r>
              <a:rPr lang="en-US" altLang="zh-CN" sz="3600" b="1" dirty="0"/>
              <a:t>L</a:t>
            </a:r>
            <a:r>
              <a:rPr lang="en-US" altLang="zh-CN" sz="3600" b="1" baseline="-25000" dirty="0"/>
              <a:t>2</a:t>
            </a:r>
            <a:r>
              <a:rPr lang="en-US" altLang="zh-CN" sz="3600" b="1" dirty="0"/>
              <a:t>:	x = x * 2</a:t>
            </a:r>
          </a:p>
          <a:p>
            <a:r>
              <a:rPr lang="en-US" altLang="zh-CN" sz="3600" b="1" dirty="0"/>
              <a:t>		</a:t>
            </a:r>
            <a:r>
              <a:rPr lang="en-US" altLang="zh-CN" sz="3600" b="1" dirty="0" err="1"/>
              <a:t>goto</a:t>
            </a:r>
            <a:r>
              <a:rPr lang="en-US" altLang="zh-CN" sz="3600" b="1" dirty="0"/>
              <a:t> L</a:t>
            </a:r>
            <a:r>
              <a:rPr lang="en-US" altLang="zh-CN" sz="3600" b="1" baseline="-25000" dirty="0"/>
              <a:t>1</a:t>
            </a:r>
          </a:p>
          <a:p>
            <a:r>
              <a:rPr lang="en-US" altLang="zh-CN" sz="3600" b="1" dirty="0"/>
              <a:t>L</a:t>
            </a:r>
            <a:r>
              <a:rPr lang="en-US" altLang="zh-CN" sz="3600" b="1" baseline="-25000" dirty="0"/>
              <a:t>3</a:t>
            </a:r>
            <a:r>
              <a:rPr lang="en-US" altLang="zh-CN" sz="3600" b="1" dirty="0"/>
              <a:t>:	y = x</a:t>
            </a:r>
            <a:endParaRPr lang="en-US" altLang="zh-CN" sz="3600" b="1" baseline="-25000" dirty="0"/>
          </a:p>
        </p:txBody>
      </p:sp>
      <p:sp>
        <p:nvSpPr>
          <p:cNvPr id="8" name="文本框 7">
            <a:extLst>
              <a:ext uri="{FF2B5EF4-FFF2-40B4-BE49-F238E27FC236}">
                <a16:creationId xmlns:a16="http://schemas.microsoft.com/office/drawing/2014/main" id="{B392F107-217E-48D6-BB9D-9AA5EE8ABCBB}"/>
              </a:ext>
            </a:extLst>
          </p:cNvPr>
          <p:cNvSpPr txBox="1"/>
          <p:nvPr/>
        </p:nvSpPr>
        <p:spPr>
          <a:xfrm>
            <a:off x="961987" y="1887371"/>
            <a:ext cx="2614818" cy="1754326"/>
          </a:xfrm>
          <a:prstGeom prst="rect">
            <a:avLst/>
          </a:prstGeom>
          <a:noFill/>
        </p:spPr>
        <p:txBody>
          <a:bodyPr wrap="none" rtlCol="0">
            <a:spAutoFit/>
          </a:bodyPr>
          <a:lstStyle/>
          <a:p>
            <a:r>
              <a:rPr lang="en-US" altLang="zh-CN" sz="3600" b="1" dirty="0"/>
              <a:t>while (x &lt; y)</a:t>
            </a:r>
          </a:p>
          <a:p>
            <a:r>
              <a:rPr lang="en-US" altLang="zh-CN" sz="3600" b="1" dirty="0"/>
              <a:t>	x = x * 2;</a:t>
            </a:r>
          </a:p>
          <a:p>
            <a:r>
              <a:rPr lang="en-US" altLang="zh-CN" sz="3600" b="1" dirty="0"/>
              <a:t>y = x;</a:t>
            </a:r>
            <a:endParaRPr lang="zh-CN" altLang="en-US" sz="3600" b="1" dirty="0"/>
          </a:p>
        </p:txBody>
      </p:sp>
      <p:sp>
        <p:nvSpPr>
          <p:cNvPr id="4" name="日期占位符 3">
            <a:extLst>
              <a:ext uri="{FF2B5EF4-FFF2-40B4-BE49-F238E27FC236}">
                <a16:creationId xmlns:a16="http://schemas.microsoft.com/office/drawing/2014/main" id="{07ED4CF0-5159-80AD-AEEE-303B274505D2}"/>
              </a:ext>
            </a:extLst>
          </p:cNvPr>
          <p:cNvSpPr>
            <a:spLocks noGrp="1"/>
          </p:cNvSpPr>
          <p:nvPr>
            <p:ph type="dt" sz="half" idx="10"/>
          </p:nvPr>
        </p:nvSpPr>
        <p:spPr/>
        <p:txBody>
          <a:bodyPr/>
          <a:lstStyle/>
          <a:p>
            <a:fld id="{82B92711-CDC1-4606-8F56-F4B83F4522C7}" type="datetime2">
              <a:rPr lang="zh-CN" altLang="en-US" smtClean="0"/>
              <a:t>2025年2月23日</a:t>
            </a:fld>
            <a:endParaRPr lang="zh-CN" altLang="en-US" dirty="0"/>
          </a:p>
        </p:txBody>
      </p:sp>
      <p:sp>
        <p:nvSpPr>
          <p:cNvPr id="6" name="页脚占位符 5">
            <a:extLst>
              <a:ext uri="{FF2B5EF4-FFF2-40B4-BE49-F238E27FC236}">
                <a16:creationId xmlns:a16="http://schemas.microsoft.com/office/drawing/2014/main" id="{7CFAA185-DDA5-3955-A316-F524E0E1563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9" name="灯片编号占位符 8">
            <a:extLst>
              <a:ext uri="{FF2B5EF4-FFF2-40B4-BE49-F238E27FC236}">
                <a16:creationId xmlns:a16="http://schemas.microsoft.com/office/drawing/2014/main" id="{9C82FEB1-E0EC-906F-EEC6-53586DE9D61E}"/>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extLst>
      <p:ext uri="{BB962C8B-B14F-4D97-AF65-F5344CB8AC3E}">
        <p14:creationId xmlns:p14="http://schemas.microsoft.com/office/powerpoint/2010/main" val="3160992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227D403-F65F-DB4B-7602-D7A2909044AC}"/>
              </a:ext>
            </a:extLst>
          </p:cNvPr>
          <p:cNvSpPr>
            <a:spLocks noGrp="1"/>
          </p:cNvSpPr>
          <p:nvPr>
            <p:ph type="dt" sz="half" idx="4294967295"/>
          </p:nvPr>
        </p:nvSpPr>
        <p:spPr>
          <a:xfrm>
            <a:off x="0" y="11113"/>
            <a:ext cx="3086100" cy="179387"/>
          </a:xfrm>
        </p:spPr>
        <p:txBody>
          <a:bodyPr/>
          <a:lstStyle/>
          <a:p>
            <a:fld id="{BE2A069E-933F-440D-A0A2-214A4A38F04D}"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31D1733B-61E3-013F-6250-D61045A77D48}"/>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9C04458C-9D62-2CB2-D3FE-C4DD64D536AE}"/>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23</a:t>
            </a:fld>
            <a:endParaRPr lang="zh-CN" altLang="en-US"/>
          </a:p>
        </p:txBody>
      </p:sp>
      <p:sp>
        <p:nvSpPr>
          <p:cNvPr id="9" name="文本框 8">
            <a:extLst>
              <a:ext uri="{FF2B5EF4-FFF2-40B4-BE49-F238E27FC236}">
                <a16:creationId xmlns:a16="http://schemas.microsoft.com/office/drawing/2014/main" id="{F0E5C2BB-9E6F-4E88-0845-B5DA6CF059CE}"/>
              </a:ext>
            </a:extLst>
          </p:cNvPr>
          <p:cNvSpPr txBox="1"/>
          <p:nvPr>
            <p:custDataLst>
              <p:tags r:id="rId2"/>
            </p:custDataLst>
          </p:nvPr>
        </p:nvSpPr>
        <p:spPr>
          <a:xfrm>
            <a:off x="914400" y="635000"/>
            <a:ext cx="4783037" cy="2143125"/>
          </a:xfrm>
          <a:prstGeom prst="rect">
            <a:avLst/>
          </a:prstGeom>
          <a:noFill/>
        </p:spPr>
        <p:txBody>
          <a:bodyPr vert="horz" wrap="square" rtlCol="0" anchor="ctr" anchorCtr="0">
            <a:noAutofit/>
          </a:bodyPr>
          <a:lstStyle/>
          <a:p>
            <a:r>
              <a:rPr lang="zh-CN" altLang="en-US" sz="3200" dirty="0"/>
              <a:t>根据右侧控制流循环语句的代码含义，翻译后的三地址码空白处应填写？</a:t>
            </a:r>
          </a:p>
        </p:txBody>
      </p:sp>
      <p:sp>
        <p:nvSpPr>
          <p:cNvPr id="10" name="文本框 9">
            <a:extLst>
              <a:ext uri="{FF2B5EF4-FFF2-40B4-BE49-F238E27FC236}">
                <a16:creationId xmlns:a16="http://schemas.microsoft.com/office/drawing/2014/main" id="{C2A329E4-C108-2A49-24B2-4CC6EFA0B2E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400" b="1" dirty="0"/>
              <a:t>x &lt; y</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文本框 10">
            <a:extLst>
              <a:ext uri="{FF2B5EF4-FFF2-40B4-BE49-F238E27FC236}">
                <a16:creationId xmlns:a16="http://schemas.microsoft.com/office/drawing/2014/main" id="{E36588D1-D0C8-B925-0D6C-89BC3D7AF826}"/>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400" b="1" dirty="0"/>
              <a:t>x &gt;= y</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文本框 11">
            <a:extLst>
              <a:ext uri="{FF2B5EF4-FFF2-40B4-BE49-F238E27FC236}">
                <a16:creationId xmlns:a16="http://schemas.microsoft.com/office/drawing/2014/main" id="{529B0058-3CAA-FDB4-303C-BBE1BB75F558}"/>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400" b="1" dirty="0"/>
              <a:t>a &gt; b</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F943FB94-ABAB-1845-2B36-252276FB9933}"/>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400" b="1" dirty="0"/>
              <a:t>a &lt;= b</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0D32F58A-7881-5E53-6BA1-7F60493BC4B9}"/>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D2619A4F-735A-8463-F7E4-CE01B981D2E2}"/>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8B8424DF-1263-D839-1D7D-78DCC51AC5CE}"/>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05A7CCC5-E247-95B1-3B71-7CCD617E69B2}"/>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441AD9AD-ECA4-33D9-0722-7028CE05A300}"/>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5" name="文本框 24">
            <a:extLst>
              <a:ext uri="{FF2B5EF4-FFF2-40B4-BE49-F238E27FC236}">
                <a16:creationId xmlns:a16="http://schemas.microsoft.com/office/drawing/2014/main" id="{37EFFDA8-AE0F-2372-8E82-8E17B5747670}"/>
              </a:ext>
            </a:extLst>
          </p:cNvPr>
          <p:cNvSpPr txBox="1"/>
          <p:nvPr/>
        </p:nvSpPr>
        <p:spPr>
          <a:xfrm>
            <a:off x="6018251" y="943079"/>
            <a:ext cx="2097049" cy="1815882"/>
          </a:xfrm>
          <a:prstGeom prst="rect">
            <a:avLst/>
          </a:prstGeom>
          <a:noFill/>
          <a:ln>
            <a:solidFill>
              <a:schemeClr val="accent1"/>
            </a:solidFill>
          </a:ln>
        </p:spPr>
        <p:txBody>
          <a:bodyPr wrap="none" rtlCol="0">
            <a:spAutoFit/>
          </a:bodyPr>
          <a:lstStyle/>
          <a:p>
            <a:r>
              <a:rPr lang="en-US" altLang="zh-CN" sz="2800" b="1" dirty="0"/>
              <a:t>while (a &gt; b)</a:t>
            </a:r>
          </a:p>
          <a:p>
            <a:r>
              <a:rPr lang="en-US" altLang="zh-CN" sz="2800" b="1" dirty="0"/>
              <a:t>	if (x &lt; y)</a:t>
            </a:r>
          </a:p>
          <a:p>
            <a:r>
              <a:rPr lang="en-US" altLang="zh-CN" sz="2800" b="1" dirty="0"/>
              <a:t>	b = b * 2;</a:t>
            </a:r>
          </a:p>
          <a:p>
            <a:r>
              <a:rPr lang="en-US" altLang="zh-CN" sz="2800" b="1" dirty="0"/>
              <a:t>y = x;</a:t>
            </a:r>
            <a:endParaRPr lang="zh-CN" altLang="en-US" sz="2800" b="1" dirty="0"/>
          </a:p>
        </p:txBody>
      </p:sp>
      <p:sp>
        <p:nvSpPr>
          <p:cNvPr id="26" name="文本框 25">
            <a:extLst>
              <a:ext uri="{FF2B5EF4-FFF2-40B4-BE49-F238E27FC236}">
                <a16:creationId xmlns:a16="http://schemas.microsoft.com/office/drawing/2014/main" id="{5CE50130-3C30-49EC-F5D1-786CFDB7030D}"/>
              </a:ext>
            </a:extLst>
          </p:cNvPr>
          <p:cNvSpPr txBox="1"/>
          <p:nvPr/>
        </p:nvSpPr>
        <p:spPr>
          <a:xfrm>
            <a:off x="4572000" y="3204072"/>
            <a:ext cx="3663182" cy="2677656"/>
          </a:xfrm>
          <a:prstGeom prst="rect">
            <a:avLst/>
          </a:prstGeom>
          <a:noFill/>
          <a:ln>
            <a:solidFill>
              <a:schemeClr val="accent1"/>
            </a:solidFill>
          </a:ln>
        </p:spPr>
        <p:txBody>
          <a:bodyPr wrap="none" rtlCol="0">
            <a:spAutoFit/>
          </a:bodyPr>
          <a:lstStyle/>
          <a:p>
            <a:r>
              <a:rPr lang="en-US" altLang="zh-CN" sz="2800" b="1" dirty="0"/>
              <a:t>L</a:t>
            </a:r>
            <a:r>
              <a:rPr lang="en-US" altLang="zh-CN" sz="2800" b="1" baseline="-25000" dirty="0"/>
              <a:t>1</a:t>
            </a:r>
            <a:r>
              <a:rPr lang="en-US" altLang="zh-CN" sz="2800" b="1" dirty="0"/>
              <a:t>:	if (a &gt; b) </a:t>
            </a:r>
            <a:r>
              <a:rPr lang="en-US" altLang="zh-CN" sz="2800" b="1" dirty="0" err="1"/>
              <a:t>goto</a:t>
            </a:r>
            <a:r>
              <a:rPr lang="en-US" altLang="zh-CN" sz="2800" b="1" dirty="0"/>
              <a:t> L</a:t>
            </a:r>
            <a:r>
              <a:rPr lang="en-US" altLang="zh-CN" sz="2800" b="1" baseline="-25000" dirty="0"/>
              <a:t>2</a:t>
            </a:r>
          </a:p>
          <a:p>
            <a:r>
              <a:rPr lang="en-US" altLang="zh-CN" sz="2800" b="1" dirty="0"/>
              <a:t>		</a:t>
            </a:r>
            <a:r>
              <a:rPr lang="en-US" altLang="zh-CN" sz="2800" b="1" dirty="0" err="1"/>
              <a:t>goto</a:t>
            </a:r>
            <a:r>
              <a:rPr lang="en-US" altLang="zh-CN" sz="2800" b="1" dirty="0"/>
              <a:t> L</a:t>
            </a:r>
            <a:r>
              <a:rPr lang="en-US" altLang="zh-CN" sz="2800" b="1" baseline="-25000" dirty="0"/>
              <a:t>3</a:t>
            </a:r>
          </a:p>
          <a:p>
            <a:r>
              <a:rPr lang="en-US" altLang="zh-CN" sz="2800" b="1" dirty="0"/>
              <a:t>L</a:t>
            </a:r>
            <a:r>
              <a:rPr lang="en-US" altLang="zh-CN" sz="2800" b="1" baseline="-25000" dirty="0"/>
              <a:t>2</a:t>
            </a:r>
            <a:r>
              <a:rPr lang="en-US" altLang="zh-CN" sz="2800" b="1" dirty="0"/>
              <a:t>:	if </a:t>
            </a:r>
            <a:r>
              <a:rPr lang="en-US" altLang="zh-CN" sz="2800" b="1" dirty="0">
                <a:solidFill>
                  <a:srgbClr val="C00000"/>
                </a:solidFill>
              </a:rPr>
              <a:t>(</a:t>
            </a:r>
            <a:r>
              <a:rPr lang="en-US" altLang="zh-CN" sz="2800" b="1" dirty="0">
                <a:solidFill>
                  <a:srgbClr val="C00000"/>
                </a:solidFill>
                <a:highlight>
                  <a:srgbClr val="FFFF00"/>
                </a:highlight>
              </a:rPr>
              <a:t>         </a:t>
            </a:r>
            <a:r>
              <a:rPr lang="en-US" altLang="zh-CN" sz="2800" b="1" dirty="0">
                <a:solidFill>
                  <a:srgbClr val="C00000"/>
                </a:solidFill>
              </a:rPr>
              <a:t>) </a:t>
            </a:r>
            <a:r>
              <a:rPr lang="en-US" altLang="zh-CN" sz="2800" b="1" dirty="0" err="1"/>
              <a:t>goto</a:t>
            </a:r>
            <a:r>
              <a:rPr lang="en-US" altLang="zh-CN" sz="2800" b="1" dirty="0"/>
              <a:t> L</a:t>
            </a:r>
            <a:r>
              <a:rPr lang="en-US" altLang="zh-CN" sz="2800" b="1" baseline="-25000" dirty="0"/>
              <a:t>1</a:t>
            </a:r>
          </a:p>
          <a:p>
            <a:r>
              <a:rPr lang="en-US" altLang="zh-CN" sz="2800" b="1" dirty="0"/>
              <a:t>		b = b * 2</a:t>
            </a:r>
          </a:p>
          <a:p>
            <a:r>
              <a:rPr lang="en-US" altLang="zh-CN" sz="2800" b="1" dirty="0"/>
              <a:t>		</a:t>
            </a:r>
            <a:r>
              <a:rPr lang="en-US" altLang="zh-CN" sz="2800" b="1" dirty="0" err="1"/>
              <a:t>goto</a:t>
            </a:r>
            <a:r>
              <a:rPr lang="en-US" altLang="zh-CN" sz="2800" b="1" dirty="0"/>
              <a:t> L</a:t>
            </a:r>
            <a:r>
              <a:rPr lang="en-US" altLang="zh-CN" sz="2800" b="1" baseline="-25000" dirty="0"/>
              <a:t>1</a:t>
            </a:r>
          </a:p>
          <a:p>
            <a:r>
              <a:rPr lang="en-US" altLang="zh-CN" sz="2800" b="1" dirty="0"/>
              <a:t>L</a:t>
            </a:r>
            <a:r>
              <a:rPr lang="en-US" altLang="zh-CN" sz="2800" b="1" baseline="-25000" dirty="0"/>
              <a:t>3</a:t>
            </a:r>
            <a:r>
              <a:rPr lang="en-US" altLang="zh-CN" sz="2800" b="1" dirty="0"/>
              <a:t>:	y = x</a:t>
            </a:r>
            <a:endParaRPr lang="en-US" altLang="zh-CN" sz="2800" b="1" baseline="-25000" dirty="0"/>
          </a:p>
        </p:txBody>
      </p:sp>
      <p:grpSp>
        <p:nvGrpSpPr>
          <p:cNvPr id="23" name="组合 22">
            <a:extLst>
              <a:ext uri="{FF2B5EF4-FFF2-40B4-BE49-F238E27FC236}">
                <a16:creationId xmlns:a16="http://schemas.microsoft.com/office/drawing/2014/main" id="{8D338FBF-7D4F-247A-C2D5-8CD24E19601D}"/>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595B4A8F-BC07-0143-DADC-F417AC8F973C}"/>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9A1D8EB1-5995-AA4C-1596-5653C5B19E1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92507E86-0EF7-FF5E-27BA-3F2800B57E43}"/>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97CE2B5F-298B-8CFC-27FB-F61C0594962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6AB91437-1D82-5C7C-CB14-547B0243A119}"/>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42885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EB598130-7F42-441F-9735-6AC0791F0C75}"/>
              </a:ext>
            </a:extLst>
          </p:cNvPr>
          <p:cNvSpPr>
            <a:spLocks noGrp="1"/>
          </p:cNvSpPr>
          <p:nvPr>
            <p:ph type="title"/>
          </p:nvPr>
        </p:nvSpPr>
        <p:spPr/>
        <p:txBody>
          <a:bodyPr/>
          <a:lstStyle/>
          <a:p>
            <a:r>
              <a:rPr lang="en-US" altLang="zh-CN" dirty="0"/>
              <a:t>7.1.3 </a:t>
            </a:r>
            <a:r>
              <a:rPr lang="zh-CN" altLang="en-US" dirty="0"/>
              <a:t>三地址代码</a:t>
            </a:r>
          </a:p>
        </p:txBody>
      </p:sp>
      <p:sp>
        <p:nvSpPr>
          <p:cNvPr id="40963" name="内容占位符 2">
            <a:extLst>
              <a:ext uri="{FF2B5EF4-FFF2-40B4-BE49-F238E27FC236}">
                <a16:creationId xmlns:a16="http://schemas.microsoft.com/office/drawing/2014/main" id="{5AD6766C-5FEE-400A-BC1C-C63AB2F50153}"/>
              </a:ext>
            </a:extLst>
          </p:cNvPr>
          <p:cNvSpPr>
            <a:spLocks noGrp="1"/>
          </p:cNvSpPr>
          <p:nvPr>
            <p:ph idx="1"/>
          </p:nvPr>
        </p:nvSpPr>
        <p:spPr/>
        <p:txBody>
          <a:bodyPr/>
          <a:lstStyle/>
          <a:p>
            <a:r>
              <a:rPr lang="zh-CN" altLang="en-US"/>
              <a:t>三地址指令是中间代码的抽象形式。在编译器中，三地址指令可以用</a:t>
            </a:r>
            <a:r>
              <a:rPr lang="zh-CN" altLang="en-US">
                <a:solidFill>
                  <a:srgbClr val="FF0000"/>
                </a:solidFill>
              </a:rPr>
              <a:t>记录</a:t>
            </a:r>
            <a:r>
              <a:rPr lang="zh-CN" altLang="en-US"/>
              <a:t>来实现，这种记录有</a:t>
            </a:r>
            <a:r>
              <a:rPr lang="zh-CN" altLang="en-US">
                <a:solidFill>
                  <a:srgbClr val="FF0000"/>
                </a:solidFill>
              </a:rPr>
              <a:t>算符域</a:t>
            </a:r>
            <a:r>
              <a:rPr lang="zh-CN" altLang="en-US"/>
              <a:t>和</a:t>
            </a:r>
            <a:r>
              <a:rPr lang="zh-CN" altLang="en-US">
                <a:solidFill>
                  <a:srgbClr val="FF0000"/>
                </a:solidFill>
              </a:rPr>
              <a:t>运算对象域</a:t>
            </a:r>
            <a:r>
              <a:rPr lang="zh-CN" altLang="en-US"/>
              <a:t>，不同编译器对这种记录的设计可能不一样。</a:t>
            </a:r>
          </a:p>
        </p:txBody>
      </p:sp>
      <p:sp>
        <p:nvSpPr>
          <p:cNvPr id="2" name="日期占位符 1">
            <a:extLst>
              <a:ext uri="{FF2B5EF4-FFF2-40B4-BE49-F238E27FC236}">
                <a16:creationId xmlns:a16="http://schemas.microsoft.com/office/drawing/2014/main" id="{72ADD7BB-AEAA-FBD5-A31C-210C3106167B}"/>
              </a:ext>
            </a:extLst>
          </p:cNvPr>
          <p:cNvSpPr>
            <a:spLocks noGrp="1"/>
          </p:cNvSpPr>
          <p:nvPr>
            <p:ph type="dt" sz="half" idx="10"/>
          </p:nvPr>
        </p:nvSpPr>
        <p:spPr/>
        <p:txBody>
          <a:bodyPr/>
          <a:lstStyle/>
          <a:p>
            <a:fld id="{627AF47D-6493-452A-81E5-87FEC76F4F75}"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56619F74-709A-DEFD-5A90-8FFAF3A7890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E7CEA212-BC45-9D21-9BFB-C5CC8D969C4B}"/>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8BF9B-0E0A-47F9-B667-ADAA8F690E59}"/>
              </a:ext>
            </a:extLst>
          </p:cNvPr>
          <p:cNvSpPr>
            <a:spLocks noGrp="1"/>
          </p:cNvSpPr>
          <p:nvPr>
            <p:ph type="title"/>
          </p:nvPr>
        </p:nvSpPr>
        <p:spPr/>
        <p:txBody>
          <a:bodyPr/>
          <a:lstStyle/>
          <a:p>
            <a:r>
              <a:rPr lang="en-US" altLang="zh-CN" dirty="0"/>
              <a:t>7.1.3 </a:t>
            </a:r>
            <a:r>
              <a:rPr lang="zh-CN" altLang="en-US" dirty="0"/>
              <a:t>三地址代码</a:t>
            </a:r>
          </a:p>
        </p:txBody>
      </p:sp>
      <p:sp>
        <p:nvSpPr>
          <p:cNvPr id="3" name="内容占位符 2">
            <a:extLst>
              <a:ext uri="{FF2B5EF4-FFF2-40B4-BE49-F238E27FC236}">
                <a16:creationId xmlns:a16="http://schemas.microsoft.com/office/drawing/2014/main" id="{7A615AA6-0A70-4E08-8706-EA2E388824D2}"/>
              </a:ext>
            </a:extLst>
          </p:cNvPr>
          <p:cNvSpPr>
            <a:spLocks noGrp="1"/>
          </p:cNvSpPr>
          <p:nvPr>
            <p:ph idx="1"/>
          </p:nvPr>
        </p:nvSpPr>
        <p:spPr/>
        <p:txBody>
          <a:bodyPr/>
          <a:lstStyle/>
          <a:p>
            <a:r>
              <a:rPr lang="zh-CN" altLang="en-US" dirty="0"/>
              <a:t>这里只是列出了</a:t>
            </a:r>
            <a:r>
              <a:rPr lang="en-US" altLang="zh-CN" b="1" dirty="0"/>
              <a:t>2</a:t>
            </a:r>
            <a:r>
              <a:rPr lang="zh-CN" altLang="en-US" dirty="0"/>
              <a:t>个简单的示例，给大家一个初步概念</a:t>
            </a:r>
            <a:endParaRPr lang="en-US" altLang="zh-CN" dirty="0"/>
          </a:p>
          <a:p>
            <a:r>
              <a:rPr lang="zh-CN" altLang="en-US" dirty="0"/>
              <a:t>接下来的</a:t>
            </a:r>
            <a:r>
              <a:rPr lang="en-US" altLang="zh-CN" b="1" dirty="0"/>
              <a:t>7.2-7.4</a:t>
            </a:r>
            <a:r>
              <a:rPr lang="zh-CN" altLang="en-US" dirty="0"/>
              <a:t>小节中各类代码语句到中间语言的翻译过程，几乎都是用三地址码完成的，包括：声明语句、赋值语句、布尔表达式语句、控制流语句、开关语句、过程调用语句</a:t>
            </a:r>
            <a:endParaRPr lang="en-US" altLang="zh-CN" dirty="0"/>
          </a:p>
          <a:p>
            <a:r>
              <a:rPr lang="zh-CN" altLang="en-US" dirty="0"/>
              <a:t>要学会给各类语句写出三地址代码</a:t>
            </a:r>
          </a:p>
        </p:txBody>
      </p:sp>
      <p:sp>
        <p:nvSpPr>
          <p:cNvPr id="4" name="日期占位符 3">
            <a:extLst>
              <a:ext uri="{FF2B5EF4-FFF2-40B4-BE49-F238E27FC236}">
                <a16:creationId xmlns:a16="http://schemas.microsoft.com/office/drawing/2014/main" id="{41E47928-22B7-CE31-2395-D66C995D7BCF}"/>
              </a:ext>
            </a:extLst>
          </p:cNvPr>
          <p:cNvSpPr>
            <a:spLocks noGrp="1"/>
          </p:cNvSpPr>
          <p:nvPr>
            <p:ph type="dt" sz="half" idx="10"/>
          </p:nvPr>
        </p:nvSpPr>
        <p:spPr/>
        <p:txBody>
          <a:bodyPr/>
          <a:lstStyle/>
          <a:p>
            <a:fld id="{3BEF4F05-4CA5-4B2D-B33D-92185CBFA412}"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10A35328-06C3-E61A-C29B-7C4C728B4AC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7C672C99-5DD4-B028-11C8-A834AD3B97CC}"/>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Tree>
    <p:extLst>
      <p:ext uri="{BB962C8B-B14F-4D97-AF65-F5344CB8AC3E}">
        <p14:creationId xmlns:p14="http://schemas.microsoft.com/office/powerpoint/2010/main" val="2613269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3F7387A6-9B7C-4148-B6EE-09E7FFCE45FC}"/>
              </a:ext>
            </a:extLst>
          </p:cNvPr>
          <p:cNvSpPr>
            <a:spLocks noGrp="1"/>
          </p:cNvSpPr>
          <p:nvPr>
            <p:ph type="title"/>
          </p:nvPr>
        </p:nvSpPr>
        <p:spPr/>
        <p:txBody>
          <a:bodyPr/>
          <a:lstStyle/>
          <a:p>
            <a:r>
              <a:rPr lang="en-US" altLang="zh-CN"/>
              <a:t>7.1.4 </a:t>
            </a:r>
            <a:r>
              <a:rPr lang="zh-CN" altLang="en-US"/>
              <a:t>静态单赋值形式</a:t>
            </a:r>
          </a:p>
        </p:txBody>
      </p:sp>
      <p:sp>
        <p:nvSpPr>
          <p:cNvPr id="41987" name="内容占位符 2">
            <a:extLst>
              <a:ext uri="{FF2B5EF4-FFF2-40B4-BE49-F238E27FC236}">
                <a16:creationId xmlns:a16="http://schemas.microsoft.com/office/drawing/2014/main" id="{3EC648B4-43D2-4E5E-86BB-7CE3CFF355AE}"/>
              </a:ext>
            </a:extLst>
          </p:cNvPr>
          <p:cNvSpPr>
            <a:spLocks noGrp="1"/>
          </p:cNvSpPr>
          <p:nvPr>
            <p:ph idx="1"/>
          </p:nvPr>
        </p:nvSpPr>
        <p:spPr/>
        <p:txBody>
          <a:bodyPr/>
          <a:lstStyle/>
          <a:p>
            <a:r>
              <a:rPr lang="zh-CN" altLang="en-US" dirty="0"/>
              <a:t>静态单赋值形式（</a:t>
            </a:r>
            <a:r>
              <a:rPr lang="en-US" altLang="zh-CN" dirty="0"/>
              <a:t>static single-assignment form, </a:t>
            </a:r>
            <a:r>
              <a:rPr lang="en-US" altLang="zh-CN" b="1" dirty="0"/>
              <a:t>SSA</a:t>
            </a:r>
            <a:r>
              <a:rPr lang="zh-CN" altLang="en-US" dirty="0"/>
              <a:t>）是一种便于某些代码优化的中间表示。</a:t>
            </a:r>
            <a:endParaRPr lang="en-US" altLang="zh-CN" dirty="0"/>
          </a:p>
          <a:p>
            <a:pPr lvl="1"/>
            <a:r>
              <a:rPr lang="en-US" altLang="zh-CN" b="1" dirty="0"/>
              <a:t>SSA</a:t>
            </a:r>
            <a:r>
              <a:rPr lang="zh-CN" altLang="en-US" dirty="0"/>
              <a:t>表示与三地址码类似，但有两个显著的特点可区别于三地址码。</a:t>
            </a:r>
            <a:endParaRPr lang="en-US" altLang="zh-CN" dirty="0"/>
          </a:p>
          <a:p>
            <a:pPr lvl="1"/>
            <a:r>
              <a:rPr lang="zh-CN" altLang="en-US" dirty="0"/>
              <a:t>第一个特点：</a:t>
            </a:r>
            <a:r>
              <a:rPr lang="en-US" altLang="zh-CN" b="1" dirty="0"/>
              <a:t>SSA</a:t>
            </a:r>
            <a:r>
              <a:rPr lang="zh-CN" altLang="en-US" dirty="0"/>
              <a:t>中所有的赋值指令都是对不同变量的赋值。（静态单赋值的术语名称由此而来）</a:t>
            </a:r>
            <a:endParaRPr lang="en-US" altLang="zh-CN" dirty="0"/>
          </a:p>
          <a:p>
            <a:pPr lvl="1"/>
            <a:r>
              <a:rPr lang="zh-CN" altLang="en-US" dirty="0"/>
              <a:t>第二个特点：使用</a:t>
            </a:r>
            <a:r>
              <a:rPr lang="zh-CN" altLang="en-US" dirty="0">
                <a:sym typeface="Symbol" panose="05050102010706020507" pitchFamily="18" charset="2"/>
              </a:rPr>
              <a:t></a:t>
            </a:r>
            <a:r>
              <a:rPr lang="zh-CN" altLang="en-US" dirty="0"/>
              <a:t>函数组合从不同控制流路径来的两个定值。</a:t>
            </a:r>
          </a:p>
        </p:txBody>
      </p:sp>
      <p:sp>
        <p:nvSpPr>
          <p:cNvPr id="2" name="日期占位符 1">
            <a:extLst>
              <a:ext uri="{FF2B5EF4-FFF2-40B4-BE49-F238E27FC236}">
                <a16:creationId xmlns:a16="http://schemas.microsoft.com/office/drawing/2014/main" id="{67B421B5-74A1-9803-EFA3-A717FEB0A1B2}"/>
              </a:ext>
            </a:extLst>
          </p:cNvPr>
          <p:cNvSpPr>
            <a:spLocks noGrp="1"/>
          </p:cNvSpPr>
          <p:nvPr>
            <p:ph type="dt" sz="half" idx="10"/>
          </p:nvPr>
        </p:nvSpPr>
        <p:spPr/>
        <p:txBody>
          <a:bodyPr/>
          <a:lstStyle/>
          <a:p>
            <a:fld id="{FFCD685D-84CD-4C37-B2F9-3C980AA73DD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927A1A4A-CFC6-D888-7D60-DB9973D1353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64408334-4539-2D57-02A5-BCFBE55A7653}"/>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2661DCBD-1297-43AE-A2E5-2679772CC327}"/>
              </a:ext>
            </a:extLst>
          </p:cNvPr>
          <p:cNvSpPr>
            <a:spLocks noGrp="1"/>
          </p:cNvSpPr>
          <p:nvPr>
            <p:ph type="title"/>
          </p:nvPr>
        </p:nvSpPr>
        <p:spPr/>
        <p:txBody>
          <a:bodyPr/>
          <a:lstStyle/>
          <a:p>
            <a:r>
              <a:rPr lang="en-US" altLang="zh-CN"/>
              <a:t>7.1.4 </a:t>
            </a:r>
            <a:r>
              <a:rPr lang="zh-CN" altLang="en-US"/>
              <a:t>静态单赋值形式</a:t>
            </a:r>
          </a:p>
        </p:txBody>
      </p:sp>
      <p:sp>
        <p:nvSpPr>
          <p:cNvPr id="43011" name="内容占位符 2">
            <a:extLst>
              <a:ext uri="{FF2B5EF4-FFF2-40B4-BE49-F238E27FC236}">
                <a16:creationId xmlns:a16="http://schemas.microsoft.com/office/drawing/2014/main" id="{8D53BDA5-9B8E-46DB-AA45-573944FCE96C}"/>
              </a:ext>
            </a:extLst>
          </p:cNvPr>
          <p:cNvSpPr>
            <a:spLocks noGrp="1"/>
          </p:cNvSpPr>
          <p:nvPr>
            <p:ph idx="1"/>
          </p:nvPr>
        </p:nvSpPr>
        <p:spPr>
          <a:xfrm>
            <a:off x="628650" y="1257300"/>
            <a:ext cx="7886700" cy="5466229"/>
          </a:xfrm>
        </p:spPr>
        <p:txBody>
          <a:bodyPr>
            <a:normAutofit/>
          </a:bodyPr>
          <a:lstStyle/>
          <a:p>
            <a:r>
              <a:rPr lang="zh-CN" altLang="en-US" dirty="0"/>
              <a:t>第一个特点：</a:t>
            </a:r>
            <a:endParaRPr lang="en-US" altLang="zh-CN" dirty="0"/>
          </a:p>
          <a:p>
            <a:pPr lvl="1"/>
            <a:r>
              <a:rPr lang="zh-CN" altLang="en-US" dirty="0"/>
              <a:t>使用三地址码和</a:t>
            </a:r>
            <a:r>
              <a:rPr lang="en-US" altLang="zh-CN" b="1" dirty="0"/>
              <a:t>SSA</a:t>
            </a:r>
            <a:r>
              <a:rPr lang="zh-CN" altLang="en-US" dirty="0"/>
              <a:t>写的中间语言程序区别</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marL="457200" lvl="1" indent="0">
              <a:buNone/>
            </a:pPr>
            <a:endParaRPr lang="en-US" altLang="zh-CN" b="1" dirty="0"/>
          </a:p>
          <a:p>
            <a:pPr lvl="1"/>
            <a:endParaRPr lang="en-US" altLang="zh-CN" b="1" dirty="0"/>
          </a:p>
          <a:p>
            <a:pPr lvl="1"/>
            <a:r>
              <a:rPr lang="en-US" altLang="zh-CN" b="1" dirty="0"/>
              <a:t>SSA</a:t>
            </a:r>
            <a:r>
              <a:rPr lang="zh-CN" altLang="en-US" dirty="0"/>
              <a:t>中，使用不同下标的</a:t>
            </a:r>
            <a:r>
              <a:rPr lang="en-US" altLang="zh-CN" b="1" dirty="0"/>
              <a:t>p</a:t>
            </a:r>
            <a:r>
              <a:rPr lang="zh-CN" altLang="en-US" dirty="0"/>
              <a:t>和</a:t>
            </a:r>
            <a:r>
              <a:rPr lang="en-US" altLang="zh-CN" b="1" dirty="0"/>
              <a:t>q</a:t>
            </a:r>
            <a:r>
              <a:rPr lang="zh-CN" altLang="en-US" dirty="0"/>
              <a:t>代表不同变量</a:t>
            </a:r>
            <a:endParaRPr lang="en-US" altLang="zh-CN" dirty="0"/>
          </a:p>
        </p:txBody>
      </p:sp>
      <p:sp>
        <p:nvSpPr>
          <p:cNvPr id="43012" name="文本框 3">
            <a:extLst>
              <a:ext uri="{FF2B5EF4-FFF2-40B4-BE49-F238E27FC236}">
                <a16:creationId xmlns:a16="http://schemas.microsoft.com/office/drawing/2014/main" id="{479913D5-8D7F-448B-BB6C-4842D080DF54}"/>
              </a:ext>
            </a:extLst>
          </p:cNvPr>
          <p:cNvSpPr txBox="1">
            <a:spLocks noChangeArrowheads="1"/>
          </p:cNvSpPr>
          <p:nvPr/>
        </p:nvSpPr>
        <p:spPr bwMode="auto">
          <a:xfrm>
            <a:off x="1810871" y="2281518"/>
            <a:ext cx="26670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t>p = a + b</a:t>
            </a:r>
          </a:p>
          <a:p>
            <a:pPr algn="ctr">
              <a:spcBef>
                <a:spcPct val="0"/>
              </a:spcBef>
              <a:buClrTx/>
              <a:buSzTx/>
              <a:buFontTx/>
              <a:buNone/>
            </a:pPr>
            <a:r>
              <a:rPr lang="en-US" altLang="zh-CN" sz="2800" b="1" dirty="0"/>
              <a:t>q = p - c</a:t>
            </a:r>
          </a:p>
          <a:p>
            <a:pPr algn="ctr">
              <a:spcBef>
                <a:spcPct val="0"/>
              </a:spcBef>
              <a:buClrTx/>
              <a:buSzTx/>
              <a:buFontTx/>
              <a:buNone/>
            </a:pPr>
            <a:r>
              <a:rPr lang="en-US" altLang="zh-CN" sz="2800" b="1" dirty="0"/>
              <a:t>p = q * d</a:t>
            </a:r>
          </a:p>
          <a:p>
            <a:pPr algn="ctr">
              <a:spcBef>
                <a:spcPct val="0"/>
              </a:spcBef>
              <a:buClrTx/>
              <a:buSzTx/>
              <a:buFontTx/>
              <a:buNone/>
            </a:pPr>
            <a:r>
              <a:rPr lang="en-US" altLang="zh-CN" sz="2800" b="1" dirty="0"/>
              <a:t>p = e - p</a:t>
            </a:r>
          </a:p>
          <a:p>
            <a:pPr algn="ctr">
              <a:spcBef>
                <a:spcPct val="0"/>
              </a:spcBef>
              <a:buClrTx/>
              <a:buSzTx/>
              <a:buFontTx/>
              <a:buNone/>
            </a:pPr>
            <a:r>
              <a:rPr lang="en-US" altLang="zh-CN" sz="2800" b="1" dirty="0"/>
              <a:t>q = p + q</a:t>
            </a:r>
          </a:p>
          <a:p>
            <a:pPr algn="ctr">
              <a:spcBef>
                <a:spcPct val="0"/>
              </a:spcBef>
              <a:buClrTx/>
              <a:buSzTx/>
              <a:buFontTx/>
              <a:buNone/>
            </a:pPr>
            <a:endParaRPr lang="en-US" altLang="zh-CN" sz="2800" b="1" dirty="0"/>
          </a:p>
          <a:p>
            <a:pPr algn="ctr">
              <a:spcBef>
                <a:spcPct val="0"/>
              </a:spcBef>
              <a:buClrTx/>
              <a:buSzTx/>
              <a:buFontTx/>
              <a:buNone/>
            </a:pPr>
            <a:r>
              <a:rPr lang="en-US" altLang="zh-CN" sz="2800" b="1" dirty="0"/>
              <a:t>(a) </a:t>
            </a:r>
            <a:r>
              <a:rPr lang="zh-CN" altLang="en-US" sz="2800" dirty="0"/>
              <a:t>三地址代码</a:t>
            </a:r>
          </a:p>
        </p:txBody>
      </p:sp>
      <p:sp>
        <p:nvSpPr>
          <p:cNvPr id="43013" name="文本框 4">
            <a:extLst>
              <a:ext uri="{FF2B5EF4-FFF2-40B4-BE49-F238E27FC236}">
                <a16:creationId xmlns:a16="http://schemas.microsoft.com/office/drawing/2014/main" id="{D09799A9-0E64-4A10-BDB8-4EB07E570BFA}"/>
              </a:ext>
            </a:extLst>
          </p:cNvPr>
          <p:cNvSpPr txBox="1">
            <a:spLocks noChangeArrowheads="1"/>
          </p:cNvSpPr>
          <p:nvPr/>
        </p:nvSpPr>
        <p:spPr bwMode="auto">
          <a:xfrm>
            <a:off x="4324350" y="2281518"/>
            <a:ext cx="35052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800" b="1" dirty="0"/>
              <a:t>p</a:t>
            </a:r>
            <a:r>
              <a:rPr lang="en-US" altLang="zh-CN" sz="2800" b="1" baseline="-25000" dirty="0"/>
              <a:t>1</a:t>
            </a:r>
            <a:r>
              <a:rPr lang="en-US" altLang="zh-CN" sz="2800" b="1" dirty="0"/>
              <a:t> = a + b</a:t>
            </a:r>
          </a:p>
          <a:p>
            <a:pPr algn="ctr">
              <a:spcBef>
                <a:spcPct val="0"/>
              </a:spcBef>
              <a:buClrTx/>
              <a:buSzTx/>
              <a:buFontTx/>
              <a:buNone/>
            </a:pPr>
            <a:r>
              <a:rPr lang="en-US" altLang="zh-CN" sz="2800" b="1" dirty="0"/>
              <a:t>q</a:t>
            </a:r>
            <a:r>
              <a:rPr lang="en-US" altLang="zh-CN" sz="2800" b="1" baseline="-25000" dirty="0"/>
              <a:t>1</a:t>
            </a:r>
            <a:r>
              <a:rPr lang="en-US" altLang="zh-CN" sz="2800" b="1" dirty="0"/>
              <a:t> = p</a:t>
            </a:r>
            <a:r>
              <a:rPr lang="en-US" altLang="zh-CN" sz="2800" b="1" baseline="-25000" dirty="0"/>
              <a:t>1</a:t>
            </a:r>
            <a:r>
              <a:rPr lang="en-US" altLang="zh-CN" sz="2800" b="1" dirty="0"/>
              <a:t> - c</a:t>
            </a:r>
          </a:p>
          <a:p>
            <a:pPr algn="ctr">
              <a:spcBef>
                <a:spcPct val="0"/>
              </a:spcBef>
              <a:buClrTx/>
              <a:buSzTx/>
              <a:buFontTx/>
              <a:buNone/>
            </a:pPr>
            <a:r>
              <a:rPr lang="en-US" altLang="zh-CN" sz="2800" b="1" dirty="0"/>
              <a:t>p</a:t>
            </a:r>
            <a:r>
              <a:rPr lang="en-US" altLang="zh-CN" sz="2800" b="1" baseline="-25000" dirty="0"/>
              <a:t>2</a:t>
            </a:r>
            <a:r>
              <a:rPr lang="en-US" altLang="zh-CN" sz="2800" b="1" dirty="0"/>
              <a:t> = q</a:t>
            </a:r>
            <a:r>
              <a:rPr lang="en-US" altLang="zh-CN" sz="2800" b="1" baseline="-25000" dirty="0"/>
              <a:t>1</a:t>
            </a:r>
            <a:r>
              <a:rPr lang="en-US" altLang="zh-CN" sz="2800" b="1" dirty="0"/>
              <a:t> * d</a:t>
            </a:r>
          </a:p>
          <a:p>
            <a:pPr algn="ctr">
              <a:spcBef>
                <a:spcPct val="0"/>
              </a:spcBef>
              <a:buClrTx/>
              <a:buSzTx/>
              <a:buFontTx/>
              <a:buNone/>
            </a:pPr>
            <a:r>
              <a:rPr lang="en-US" altLang="zh-CN" sz="2800" b="1" dirty="0"/>
              <a:t>p</a:t>
            </a:r>
            <a:r>
              <a:rPr lang="en-US" altLang="zh-CN" sz="2800" b="1" baseline="-25000" dirty="0"/>
              <a:t>3</a:t>
            </a:r>
            <a:r>
              <a:rPr lang="en-US" altLang="zh-CN" sz="2800" b="1" dirty="0"/>
              <a:t> = e – p</a:t>
            </a:r>
            <a:r>
              <a:rPr lang="en-US" altLang="zh-CN" sz="2800" b="1" baseline="-25000" dirty="0"/>
              <a:t>2</a:t>
            </a:r>
            <a:endParaRPr lang="en-US" altLang="zh-CN" sz="2800" b="1" dirty="0"/>
          </a:p>
          <a:p>
            <a:pPr algn="ctr">
              <a:spcBef>
                <a:spcPct val="0"/>
              </a:spcBef>
              <a:buClrTx/>
              <a:buSzTx/>
              <a:buFontTx/>
              <a:buNone/>
            </a:pPr>
            <a:r>
              <a:rPr lang="en-US" altLang="zh-CN" sz="2800" b="1" dirty="0"/>
              <a:t>q</a:t>
            </a:r>
            <a:r>
              <a:rPr lang="en-US" altLang="zh-CN" sz="2800" b="1" baseline="-25000" dirty="0"/>
              <a:t>2</a:t>
            </a:r>
            <a:r>
              <a:rPr lang="en-US" altLang="zh-CN" sz="2800" b="1" dirty="0"/>
              <a:t> = p</a:t>
            </a:r>
            <a:r>
              <a:rPr lang="en-US" altLang="zh-CN" sz="2800" b="1" baseline="-25000" dirty="0"/>
              <a:t>3</a:t>
            </a:r>
            <a:r>
              <a:rPr lang="en-US" altLang="zh-CN" sz="2800" b="1" dirty="0"/>
              <a:t> + q</a:t>
            </a:r>
            <a:r>
              <a:rPr lang="en-US" altLang="zh-CN" sz="2800" b="1" baseline="-25000" dirty="0"/>
              <a:t>1</a:t>
            </a:r>
            <a:endParaRPr lang="en-US" altLang="zh-CN" sz="2800" b="1" dirty="0"/>
          </a:p>
          <a:p>
            <a:pPr algn="ctr">
              <a:spcBef>
                <a:spcPct val="0"/>
              </a:spcBef>
              <a:buClrTx/>
              <a:buSzTx/>
              <a:buFontTx/>
              <a:buNone/>
            </a:pPr>
            <a:endParaRPr lang="en-US" altLang="zh-CN" sz="2800" b="1" dirty="0"/>
          </a:p>
          <a:p>
            <a:pPr algn="ctr">
              <a:spcBef>
                <a:spcPct val="0"/>
              </a:spcBef>
              <a:buClrTx/>
              <a:buSzTx/>
              <a:buFontTx/>
              <a:buNone/>
            </a:pPr>
            <a:r>
              <a:rPr lang="en-US" altLang="zh-CN" sz="2800" b="1" dirty="0"/>
              <a:t>(b) </a:t>
            </a:r>
            <a:r>
              <a:rPr lang="zh-CN" altLang="en-US" sz="2800" dirty="0"/>
              <a:t>静态单赋值形式</a:t>
            </a:r>
          </a:p>
        </p:txBody>
      </p:sp>
      <p:sp>
        <p:nvSpPr>
          <p:cNvPr id="2" name="日期占位符 1">
            <a:extLst>
              <a:ext uri="{FF2B5EF4-FFF2-40B4-BE49-F238E27FC236}">
                <a16:creationId xmlns:a16="http://schemas.microsoft.com/office/drawing/2014/main" id="{B4360BE3-D5F4-0FB8-BDC6-29FDF9B1555A}"/>
              </a:ext>
            </a:extLst>
          </p:cNvPr>
          <p:cNvSpPr>
            <a:spLocks noGrp="1"/>
          </p:cNvSpPr>
          <p:nvPr>
            <p:ph type="dt" sz="half" idx="10"/>
          </p:nvPr>
        </p:nvSpPr>
        <p:spPr/>
        <p:txBody>
          <a:bodyPr/>
          <a:lstStyle/>
          <a:p>
            <a:fld id="{67FC4E79-CD13-4780-BC05-535ED6C85D44}"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52E29B94-3F5D-5AB7-A204-EA1250AF53C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EEBCC4CB-3EBE-ED39-F71A-1A4247408D9B}"/>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76DF0891-7AC5-4897-A610-CF45E197695A}"/>
              </a:ext>
            </a:extLst>
          </p:cNvPr>
          <p:cNvSpPr>
            <a:spLocks noGrp="1"/>
          </p:cNvSpPr>
          <p:nvPr>
            <p:ph type="title"/>
          </p:nvPr>
        </p:nvSpPr>
        <p:spPr/>
        <p:txBody>
          <a:bodyPr/>
          <a:lstStyle/>
          <a:p>
            <a:r>
              <a:rPr lang="en-US" altLang="zh-CN"/>
              <a:t>7.1.4 </a:t>
            </a:r>
            <a:r>
              <a:rPr lang="zh-CN" altLang="en-US"/>
              <a:t>静态单赋值形式</a:t>
            </a:r>
          </a:p>
        </p:txBody>
      </p:sp>
      <p:sp>
        <p:nvSpPr>
          <p:cNvPr id="44035" name="内容占位符 2">
            <a:extLst>
              <a:ext uri="{FF2B5EF4-FFF2-40B4-BE49-F238E27FC236}">
                <a16:creationId xmlns:a16="http://schemas.microsoft.com/office/drawing/2014/main" id="{55BBA1F0-597A-480A-B52B-35DC4C966114}"/>
              </a:ext>
            </a:extLst>
          </p:cNvPr>
          <p:cNvSpPr>
            <a:spLocks noGrp="1"/>
          </p:cNvSpPr>
          <p:nvPr>
            <p:ph idx="1"/>
          </p:nvPr>
        </p:nvSpPr>
        <p:spPr/>
        <p:txBody>
          <a:bodyPr/>
          <a:lstStyle/>
          <a:p>
            <a:r>
              <a:rPr lang="zh-CN" altLang="en-US" dirty="0"/>
              <a:t>第二个特点：</a:t>
            </a:r>
            <a:endParaRPr lang="en-US" altLang="zh-CN" dirty="0"/>
          </a:p>
          <a:p>
            <a:pPr lvl="1">
              <a:spcBef>
                <a:spcPct val="0"/>
              </a:spcBef>
            </a:pPr>
            <a:r>
              <a:rPr lang="zh-CN" altLang="en-US" b="0" dirty="0"/>
              <a:t>源程序：</a:t>
            </a:r>
            <a:endParaRPr lang="en-US" altLang="zh-CN" b="0" dirty="0"/>
          </a:p>
          <a:p>
            <a:pPr>
              <a:spcBef>
                <a:spcPct val="0"/>
              </a:spcBef>
              <a:buClrTx/>
              <a:buSzTx/>
              <a:buFontTx/>
              <a:buNone/>
            </a:pPr>
            <a:r>
              <a:rPr lang="en-US" altLang="zh-CN" sz="2800" b="1" dirty="0"/>
              <a:t>	     if (flag)  x = -1;  else x = 1;</a:t>
            </a:r>
          </a:p>
          <a:p>
            <a:pPr>
              <a:spcBef>
                <a:spcPct val="0"/>
              </a:spcBef>
              <a:buClrTx/>
              <a:buSzTx/>
              <a:buFontTx/>
              <a:buNone/>
            </a:pPr>
            <a:r>
              <a:rPr lang="en-US" altLang="zh-CN" sz="2800" b="1" dirty="0"/>
              <a:t>        y = x * a;</a:t>
            </a:r>
            <a:endParaRPr lang="zh-CN" altLang="en-US" sz="2800" b="1" dirty="0"/>
          </a:p>
          <a:p>
            <a:pPr lvl="1"/>
            <a:endParaRPr lang="en-US" altLang="zh-CN" dirty="0"/>
          </a:p>
          <a:p>
            <a:pPr lvl="1">
              <a:spcBef>
                <a:spcPct val="0"/>
              </a:spcBef>
            </a:pPr>
            <a:r>
              <a:rPr lang="en-US" altLang="zh-CN" b="1" dirty="0"/>
              <a:t>SSA</a:t>
            </a:r>
            <a:r>
              <a:rPr lang="zh-CN" altLang="en-US" b="0" dirty="0"/>
              <a:t>表示：</a:t>
            </a:r>
            <a:endParaRPr lang="en-US" altLang="zh-CN" b="0" dirty="0"/>
          </a:p>
          <a:p>
            <a:pPr>
              <a:spcBef>
                <a:spcPct val="0"/>
              </a:spcBef>
              <a:buClrTx/>
              <a:buSzTx/>
              <a:buFontTx/>
              <a:buNone/>
            </a:pPr>
            <a:r>
              <a:rPr lang="en-US" altLang="zh-CN" sz="2800" b="1" dirty="0"/>
              <a:t>       if (flag)  x</a:t>
            </a:r>
            <a:r>
              <a:rPr lang="en-US" altLang="zh-CN" sz="2800" b="1" baseline="-25000" dirty="0"/>
              <a:t>1</a:t>
            </a:r>
            <a:r>
              <a:rPr lang="en-US" altLang="zh-CN" sz="2800" b="1" dirty="0"/>
              <a:t> = -1;  else x</a:t>
            </a:r>
            <a:r>
              <a:rPr lang="en-US" altLang="zh-CN" sz="2800" b="1" baseline="-25000" dirty="0"/>
              <a:t>2</a:t>
            </a:r>
            <a:r>
              <a:rPr lang="en-US" altLang="zh-CN" sz="2800" b="1" dirty="0"/>
              <a:t> = 1;</a:t>
            </a:r>
          </a:p>
          <a:p>
            <a:pPr>
              <a:spcBef>
                <a:spcPct val="0"/>
              </a:spcBef>
              <a:buClrTx/>
              <a:buSzTx/>
              <a:buFontTx/>
              <a:buNone/>
            </a:pPr>
            <a:r>
              <a:rPr lang="en-US" altLang="zh-CN" sz="2800" b="1" dirty="0"/>
              <a:t>        y = </a:t>
            </a:r>
            <a:r>
              <a:rPr lang="en-US" altLang="zh-CN" sz="2800" b="1" dirty="0">
                <a:solidFill>
                  <a:srgbClr val="FF0000"/>
                </a:solidFill>
              </a:rPr>
              <a:t>x</a:t>
            </a:r>
            <a:r>
              <a:rPr lang="en-US" altLang="zh-CN" sz="2800" b="1" dirty="0"/>
              <a:t> * a;</a:t>
            </a:r>
            <a:endParaRPr lang="zh-CN" altLang="en-US" sz="2800" b="1" dirty="0"/>
          </a:p>
          <a:p>
            <a:pPr lvl="1"/>
            <a:endParaRPr lang="zh-CN" altLang="en-US" dirty="0"/>
          </a:p>
        </p:txBody>
      </p:sp>
      <p:sp>
        <p:nvSpPr>
          <p:cNvPr id="7" name="对话气泡: 圆角矩形 6">
            <a:extLst>
              <a:ext uri="{FF2B5EF4-FFF2-40B4-BE49-F238E27FC236}">
                <a16:creationId xmlns:a16="http://schemas.microsoft.com/office/drawing/2014/main" id="{AD883A74-AC7F-4D52-A99D-A12180799475}"/>
              </a:ext>
            </a:extLst>
          </p:cNvPr>
          <p:cNvSpPr/>
          <p:nvPr/>
        </p:nvSpPr>
        <p:spPr>
          <a:xfrm>
            <a:off x="2081211" y="5201771"/>
            <a:ext cx="3028670" cy="797858"/>
          </a:xfrm>
          <a:prstGeom prst="wedgeRoundRectCallout">
            <a:avLst>
              <a:gd name="adj1" fmla="val -44808"/>
              <a:gd name="adj2" fmla="val -97018"/>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just"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zh-CN" altLang="en-US" sz="2800" b="0" i="0" u="none" strike="noStrike" kern="1200" cap="none" spc="0" normalizeH="0" baseline="0" noProof="0" dirty="0">
                <a:ln>
                  <a:noFill/>
                </a:ln>
                <a:solidFill>
                  <a:prstClr val="black"/>
                </a:solidFill>
                <a:effectLst/>
                <a:uLnTx/>
                <a:uFillTx/>
                <a:latin typeface="Times New Roman"/>
                <a:ea typeface="黑体"/>
                <a:cs typeface="+mn-cs"/>
              </a:rPr>
              <a:t>这里的</a:t>
            </a:r>
            <a:r>
              <a:rPr kumimoji="0" lang="en-US" altLang="zh-CN" sz="2800" b="1" i="0" u="none" strike="noStrike" kern="1200" cap="none" spc="0" normalizeH="0" baseline="0" noProof="0" dirty="0">
                <a:ln>
                  <a:noFill/>
                </a:ln>
                <a:solidFill>
                  <a:srgbClr val="FF0000"/>
                </a:solidFill>
                <a:effectLst/>
                <a:uLnTx/>
                <a:uFillTx/>
                <a:latin typeface="Times New Roman"/>
                <a:ea typeface="黑体"/>
                <a:cs typeface="+mn-cs"/>
              </a:rPr>
              <a:t>x = x</a:t>
            </a:r>
            <a:r>
              <a:rPr kumimoji="0" lang="en-US" altLang="zh-CN" sz="2800" b="1" i="0" u="none" strike="noStrike" kern="1200" cap="none" spc="0" normalizeH="0" baseline="-25000" noProof="0" dirty="0">
                <a:ln>
                  <a:noFill/>
                </a:ln>
                <a:solidFill>
                  <a:srgbClr val="FF0000"/>
                </a:solidFill>
                <a:effectLst/>
                <a:uLnTx/>
                <a:uFillTx/>
                <a:latin typeface="Times New Roman"/>
                <a:ea typeface="黑体"/>
                <a:cs typeface="+mn-cs"/>
              </a:rPr>
              <a:t>1</a:t>
            </a:r>
            <a:r>
              <a:rPr kumimoji="0" lang="en-US" altLang="zh-CN" sz="2800" b="1" i="0" u="none" strike="noStrike" kern="1200" cap="none" spc="0" normalizeH="0" baseline="0" noProof="0" dirty="0">
                <a:ln>
                  <a:noFill/>
                </a:ln>
                <a:solidFill>
                  <a:srgbClr val="FF0000"/>
                </a:solidFill>
                <a:effectLst/>
                <a:uLnTx/>
                <a:uFillTx/>
                <a:latin typeface="Times New Roman"/>
                <a:ea typeface="黑体"/>
                <a:cs typeface="+mn-cs"/>
              </a:rPr>
              <a:t>? x</a:t>
            </a:r>
            <a:r>
              <a:rPr kumimoji="0" lang="en-US" altLang="zh-CN" sz="2800" b="1" i="0" u="none" strike="noStrike" kern="1200" cap="none" spc="0" normalizeH="0" baseline="-25000" noProof="0" dirty="0">
                <a:ln>
                  <a:noFill/>
                </a:ln>
                <a:solidFill>
                  <a:srgbClr val="FF0000"/>
                </a:solidFill>
                <a:effectLst/>
                <a:uLnTx/>
                <a:uFillTx/>
                <a:latin typeface="Times New Roman"/>
                <a:ea typeface="黑体"/>
                <a:cs typeface="+mn-cs"/>
              </a:rPr>
              <a:t>2</a:t>
            </a:r>
            <a:r>
              <a:rPr kumimoji="0" lang="en-US" altLang="zh-CN" sz="2800" b="1" i="0" u="none" strike="noStrike" kern="1200" cap="none" spc="0" normalizeH="0" baseline="0" noProof="0" dirty="0">
                <a:ln>
                  <a:noFill/>
                </a:ln>
                <a:solidFill>
                  <a:srgbClr val="FF0000"/>
                </a:solidFill>
                <a:effectLst/>
                <a:uLnTx/>
                <a:uFillTx/>
                <a:latin typeface="Times New Roman"/>
                <a:ea typeface="黑体"/>
                <a:cs typeface="+mn-cs"/>
              </a:rPr>
              <a:t>?</a:t>
            </a:r>
            <a:endParaRPr kumimoji="0" lang="zh-CN" altLang="en-US" sz="2800" b="1" i="0" u="none" strike="noStrike" kern="1200" cap="none" spc="0" normalizeH="0" baseline="0" noProof="0" dirty="0">
              <a:ln>
                <a:noFill/>
              </a:ln>
              <a:solidFill>
                <a:srgbClr val="FF0000"/>
              </a:solidFill>
              <a:effectLst/>
              <a:uLnTx/>
              <a:uFillTx/>
              <a:latin typeface="Times New Roman"/>
              <a:ea typeface="黑体"/>
              <a:cs typeface="+mn-cs"/>
            </a:endParaRPr>
          </a:p>
        </p:txBody>
      </p:sp>
      <p:sp>
        <p:nvSpPr>
          <p:cNvPr id="2" name="日期占位符 1">
            <a:extLst>
              <a:ext uri="{FF2B5EF4-FFF2-40B4-BE49-F238E27FC236}">
                <a16:creationId xmlns:a16="http://schemas.microsoft.com/office/drawing/2014/main" id="{A6E539DA-027A-1A5F-0E83-11F1684EA2FA}"/>
              </a:ext>
            </a:extLst>
          </p:cNvPr>
          <p:cNvSpPr>
            <a:spLocks noGrp="1"/>
          </p:cNvSpPr>
          <p:nvPr>
            <p:ph type="dt" sz="half" idx="10"/>
          </p:nvPr>
        </p:nvSpPr>
        <p:spPr/>
        <p:txBody>
          <a:bodyPr/>
          <a:lstStyle/>
          <a:p>
            <a:fld id="{4C90EDE7-3F7A-42E8-A6CF-F469C991F5CA}"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62E8EAAD-FFE3-7B00-EAB6-CAFD9E60C2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1962717D-F4B8-CEED-2CB2-5DA69150739B}"/>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76DF0891-7AC5-4897-A610-CF45E197695A}"/>
              </a:ext>
            </a:extLst>
          </p:cNvPr>
          <p:cNvSpPr>
            <a:spLocks noGrp="1"/>
          </p:cNvSpPr>
          <p:nvPr>
            <p:ph type="title"/>
          </p:nvPr>
        </p:nvSpPr>
        <p:spPr/>
        <p:txBody>
          <a:bodyPr/>
          <a:lstStyle/>
          <a:p>
            <a:r>
              <a:rPr lang="en-US" altLang="zh-CN"/>
              <a:t>7.1.4 </a:t>
            </a:r>
            <a:r>
              <a:rPr lang="zh-CN" altLang="en-US"/>
              <a:t>静态单赋值形式</a:t>
            </a:r>
          </a:p>
        </p:txBody>
      </p:sp>
      <p:sp>
        <p:nvSpPr>
          <p:cNvPr id="44035" name="内容占位符 2">
            <a:extLst>
              <a:ext uri="{FF2B5EF4-FFF2-40B4-BE49-F238E27FC236}">
                <a16:creationId xmlns:a16="http://schemas.microsoft.com/office/drawing/2014/main" id="{55BBA1F0-597A-480A-B52B-35DC4C966114}"/>
              </a:ext>
            </a:extLst>
          </p:cNvPr>
          <p:cNvSpPr>
            <a:spLocks noGrp="1"/>
          </p:cNvSpPr>
          <p:nvPr>
            <p:ph idx="1"/>
          </p:nvPr>
        </p:nvSpPr>
        <p:spPr/>
        <p:txBody>
          <a:bodyPr/>
          <a:lstStyle/>
          <a:p>
            <a:r>
              <a:rPr lang="zh-CN" altLang="en-US" dirty="0"/>
              <a:t>第二个特点：</a:t>
            </a:r>
            <a:endParaRPr lang="en-US" altLang="zh-CN" dirty="0"/>
          </a:p>
          <a:p>
            <a:pPr lvl="1">
              <a:spcBef>
                <a:spcPct val="0"/>
              </a:spcBef>
            </a:pPr>
            <a:r>
              <a:rPr lang="zh-CN" altLang="en-US" b="0" dirty="0"/>
              <a:t>源程序：</a:t>
            </a:r>
            <a:endParaRPr lang="en-US" altLang="zh-CN" b="0" dirty="0"/>
          </a:p>
          <a:p>
            <a:pPr>
              <a:spcBef>
                <a:spcPct val="0"/>
              </a:spcBef>
              <a:buClrTx/>
              <a:buSzTx/>
              <a:buFontTx/>
              <a:buNone/>
            </a:pPr>
            <a:r>
              <a:rPr lang="en-US" altLang="zh-CN" sz="2800" b="1" dirty="0"/>
              <a:t>	     if (flag)  x = -1;  else x = 1;</a:t>
            </a:r>
          </a:p>
          <a:p>
            <a:pPr>
              <a:spcBef>
                <a:spcPct val="0"/>
              </a:spcBef>
              <a:buClrTx/>
              <a:buSzTx/>
              <a:buFontTx/>
              <a:buNone/>
            </a:pPr>
            <a:r>
              <a:rPr lang="en-US" altLang="zh-CN" sz="2800" b="1" dirty="0"/>
              <a:t>        y = x * a;</a:t>
            </a:r>
            <a:endParaRPr lang="zh-CN" altLang="en-US" sz="2800" b="1" dirty="0"/>
          </a:p>
          <a:p>
            <a:pPr lvl="1"/>
            <a:endParaRPr lang="en-US" altLang="zh-CN" dirty="0"/>
          </a:p>
          <a:p>
            <a:pPr lvl="1">
              <a:spcBef>
                <a:spcPct val="0"/>
              </a:spcBef>
            </a:pPr>
            <a:r>
              <a:rPr lang="en-US" altLang="zh-CN" b="1" dirty="0"/>
              <a:t>SSA</a:t>
            </a:r>
            <a:r>
              <a:rPr lang="zh-CN" altLang="en-US" b="0" dirty="0"/>
              <a:t>表示：</a:t>
            </a:r>
            <a:endParaRPr lang="en-US" altLang="zh-CN" b="0" dirty="0"/>
          </a:p>
          <a:p>
            <a:pPr>
              <a:spcBef>
                <a:spcPct val="0"/>
              </a:spcBef>
              <a:buClrTx/>
              <a:buSzTx/>
              <a:buFontTx/>
              <a:buNone/>
            </a:pPr>
            <a:r>
              <a:rPr lang="en-US" altLang="zh-CN" sz="2800" b="1" dirty="0"/>
              <a:t>       if (flag)  x</a:t>
            </a:r>
            <a:r>
              <a:rPr lang="en-US" altLang="zh-CN" sz="2800" b="1" baseline="-25000" dirty="0"/>
              <a:t>1</a:t>
            </a:r>
            <a:r>
              <a:rPr lang="en-US" altLang="zh-CN" sz="2800" b="1" dirty="0"/>
              <a:t> = -1;  else x</a:t>
            </a:r>
            <a:r>
              <a:rPr lang="en-US" altLang="zh-CN" sz="2800" b="1" baseline="-25000" dirty="0"/>
              <a:t>2</a:t>
            </a:r>
            <a:r>
              <a:rPr lang="en-US" altLang="zh-CN" sz="2800" b="1" dirty="0"/>
              <a:t> = 1;</a:t>
            </a:r>
          </a:p>
          <a:p>
            <a:pPr>
              <a:spcBef>
                <a:spcPct val="0"/>
              </a:spcBef>
              <a:buClrTx/>
              <a:buSzTx/>
              <a:buFontTx/>
              <a:buNone/>
            </a:pPr>
            <a:r>
              <a:rPr lang="en-US" altLang="zh-CN" sz="2800" b="1" dirty="0"/>
              <a:t>        </a:t>
            </a:r>
            <a:r>
              <a:rPr lang="en-US" altLang="zh-CN" sz="2800" b="1" dirty="0">
                <a:solidFill>
                  <a:srgbClr val="FF0000"/>
                </a:solidFill>
              </a:rPr>
              <a:t>x</a:t>
            </a:r>
            <a:r>
              <a:rPr lang="en-US" altLang="zh-CN" sz="2800" b="1" baseline="-25000" dirty="0">
                <a:solidFill>
                  <a:srgbClr val="FF0000"/>
                </a:solidFill>
              </a:rPr>
              <a:t>3</a:t>
            </a:r>
            <a:r>
              <a:rPr lang="en-US" altLang="zh-CN" sz="2800" b="1" dirty="0">
                <a:solidFill>
                  <a:srgbClr val="FF0000"/>
                </a:solidFill>
              </a:rPr>
              <a:t> = </a:t>
            </a:r>
            <a:r>
              <a:rPr lang="en-US" altLang="zh-CN" sz="2800" b="1" dirty="0">
                <a:solidFill>
                  <a:srgbClr val="FF0000"/>
                </a:solidFill>
                <a:sym typeface="Symbol" panose="05050102010706020507" pitchFamily="18" charset="2"/>
              </a:rPr>
              <a:t></a:t>
            </a:r>
            <a:r>
              <a:rPr lang="en-US" altLang="zh-CN" sz="2800" b="1" dirty="0">
                <a:solidFill>
                  <a:srgbClr val="FF0000"/>
                </a:solidFill>
              </a:rPr>
              <a:t>(x</a:t>
            </a:r>
            <a:r>
              <a:rPr lang="en-US" altLang="zh-CN" sz="2800" b="1" baseline="-25000" dirty="0">
                <a:solidFill>
                  <a:srgbClr val="FF0000"/>
                </a:solidFill>
              </a:rPr>
              <a:t>1</a:t>
            </a:r>
            <a:r>
              <a:rPr lang="en-US" altLang="zh-CN" sz="2800" b="1" dirty="0">
                <a:solidFill>
                  <a:srgbClr val="FF0000"/>
                </a:solidFill>
              </a:rPr>
              <a:t>, x</a:t>
            </a:r>
            <a:r>
              <a:rPr lang="en-US" altLang="zh-CN" sz="2800" b="1" baseline="-25000" dirty="0">
                <a:solidFill>
                  <a:srgbClr val="FF0000"/>
                </a:solidFill>
              </a:rPr>
              <a:t>2</a:t>
            </a:r>
            <a:r>
              <a:rPr lang="en-US" altLang="zh-CN" sz="2800" b="1" dirty="0">
                <a:solidFill>
                  <a:srgbClr val="FF0000"/>
                </a:solidFill>
              </a:rPr>
              <a:t>);</a:t>
            </a:r>
          </a:p>
          <a:p>
            <a:pPr>
              <a:spcBef>
                <a:spcPct val="0"/>
              </a:spcBef>
              <a:buClrTx/>
              <a:buSzTx/>
              <a:buFontTx/>
              <a:buNone/>
            </a:pPr>
            <a:r>
              <a:rPr lang="en-US" altLang="zh-CN" sz="2800" b="1" dirty="0">
                <a:solidFill>
                  <a:srgbClr val="000000"/>
                </a:solidFill>
              </a:rPr>
              <a:t>        y = </a:t>
            </a:r>
            <a:r>
              <a:rPr lang="en-US" altLang="zh-CN" sz="2800" b="1" dirty="0">
                <a:solidFill>
                  <a:srgbClr val="FF0000"/>
                </a:solidFill>
              </a:rPr>
              <a:t>x</a:t>
            </a:r>
            <a:r>
              <a:rPr lang="en-US" altLang="zh-CN" sz="2800" b="1" baseline="-25000" dirty="0">
                <a:solidFill>
                  <a:srgbClr val="FF0000"/>
                </a:solidFill>
              </a:rPr>
              <a:t>3</a:t>
            </a:r>
            <a:r>
              <a:rPr lang="en-US" altLang="zh-CN" sz="2800" b="1" dirty="0">
                <a:solidFill>
                  <a:srgbClr val="000000"/>
                </a:solidFill>
              </a:rPr>
              <a:t> * a;</a:t>
            </a:r>
            <a:endParaRPr lang="zh-CN" altLang="en-US" sz="2800" b="1" dirty="0">
              <a:solidFill>
                <a:srgbClr val="000000"/>
              </a:solidFill>
            </a:endParaRPr>
          </a:p>
          <a:p>
            <a:pPr lvl="1"/>
            <a:endParaRPr lang="zh-CN" altLang="en-US" dirty="0"/>
          </a:p>
        </p:txBody>
      </p:sp>
      <p:sp>
        <p:nvSpPr>
          <p:cNvPr id="2" name="对话气泡: 圆角矩形 1">
            <a:extLst>
              <a:ext uri="{FF2B5EF4-FFF2-40B4-BE49-F238E27FC236}">
                <a16:creationId xmlns:a16="http://schemas.microsoft.com/office/drawing/2014/main" id="{732F04FD-B366-4A0F-B1B8-FC42AEE81689}"/>
              </a:ext>
            </a:extLst>
          </p:cNvPr>
          <p:cNvSpPr/>
          <p:nvPr/>
        </p:nvSpPr>
        <p:spPr>
          <a:xfrm>
            <a:off x="5900177" y="3429000"/>
            <a:ext cx="3028670" cy="2438399"/>
          </a:xfrm>
          <a:prstGeom prst="wedgeRoundRectCallout">
            <a:avLst>
              <a:gd name="adj1" fmla="val -124727"/>
              <a:gd name="adj2" fmla="val 735"/>
              <a:gd name="adj3" fmla="val 1666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800" b="0" dirty="0">
                <a:solidFill>
                  <a:schemeClr val="tx1"/>
                </a:solidFill>
              </a:rPr>
              <a:t>若控制流通过条件为真的部分，则</a:t>
            </a:r>
            <a:r>
              <a:rPr lang="zh-CN" altLang="en-US" sz="2800" b="0" dirty="0">
                <a:solidFill>
                  <a:schemeClr val="tx1"/>
                </a:solidFill>
                <a:sym typeface="Symbol" panose="05050102010706020507" pitchFamily="18" charset="2"/>
              </a:rPr>
              <a:t></a:t>
            </a:r>
            <a:r>
              <a:rPr lang="zh-CN" altLang="en-US" sz="2800" b="0" dirty="0">
                <a:solidFill>
                  <a:schemeClr val="tx1"/>
                </a:solidFill>
              </a:rPr>
              <a:t>为</a:t>
            </a:r>
            <a:r>
              <a:rPr lang="en-US" altLang="zh-CN" sz="2800" dirty="0">
                <a:solidFill>
                  <a:schemeClr val="tx1"/>
                </a:solidFill>
              </a:rPr>
              <a:t>x</a:t>
            </a:r>
            <a:r>
              <a:rPr lang="en-US" altLang="zh-CN" sz="2800" baseline="-25000" dirty="0">
                <a:solidFill>
                  <a:schemeClr val="tx1"/>
                </a:solidFill>
              </a:rPr>
              <a:t>1</a:t>
            </a:r>
            <a:r>
              <a:rPr lang="zh-CN" altLang="en-US" sz="2800" b="0" dirty="0">
                <a:solidFill>
                  <a:schemeClr val="tx1"/>
                </a:solidFill>
              </a:rPr>
              <a:t>，若通过条件为假的部分，则</a:t>
            </a:r>
            <a:r>
              <a:rPr lang="zh-CN" altLang="en-US" sz="2800" b="0" dirty="0">
                <a:solidFill>
                  <a:schemeClr val="tx1"/>
                </a:solidFill>
                <a:sym typeface="Symbol" panose="05050102010706020507" pitchFamily="18" charset="2"/>
              </a:rPr>
              <a:t></a:t>
            </a:r>
            <a:r>
              <a:rPr lang="zh-CN" altLang="en-US" sz="2800" b="0" dirty="0">
                <a:solidFill>
                  <a:schemeClr val="tx1"/>
                </a:solidFill>
              </a:rPr>
              <a:t>为</a:t>
            </a:r>
            <a:r>
              <a:rPr lang="en-US" altLang="zh-CN" sz="2800" dirty="0">
                <a:solidFill>
                  <a:schemeClr val="tx1"/>
                </a:solidFill>
              </a:rPr>
              <a:t>x</a:t>
            </a:r>
            <a:r>
              <a:rPr lang="en-US" altLang="zh-CN" sz="2800" baseline="-25000" dirty="0">
                <a:solidFill>
                  <a:schemeClr val="tx1"/>
                </a:solidFill>
              </a:rPr>
              <a:t>2</a:t>
            </a:r>
            <a:endParaRPr lang="zh-CN" altLang="en-US" sz="2800" dirty="0">
              <a:solidFill>
                <a:schemeClr val="tx1"/>
              </a:solidFill>
            </a:endParaRPr>
          </a:p>
        </p:txBody>
      </p:sp>
      <p:sp>
        <p:nvSpPr>
          <p:cNvPr id="3" name="日期占位符 2">
            <a:extLst>
              <a:ext uri="{FF2B5EF4-FFF2-40B4-BE49-F238E27FC236}">
                <a16:creationId xmlns:a16="http://schemas.microsoft.com/office/drawing/2014/main" id="{DCADD5C8-C26E-57E9-C2AC-4697405BC05D}"/>
              </a:ext>
            </a:extLst>
          </p:cNvPr>
          <p:cNvSpPr>
            <a:spLocks noGrp="1"/>
          </p:cNvSpPr>
          <p:nvPr>
            <p:ph type="dt" sz="half" idx="10"/>
          </p:nvPr>
        </p:nvSpPr>
        <p:spPr/>
        <p:txBody>
          <a:bodyPr/>
          <a:lstStyle/>
          <a:p>
            <a:fld id="{7D17DD90-C7D9-4DAD-A476-93BFEC8129FE}" type="datetime2">
              <a:rPr lang="zh-CN" altLang="en-US" smtClean="0"/>
              <a:t>2025年2月23日</a:t>
            </a:fld>
            <a:endParaRPr lang="zh-CN" altLang="en-US" dirty="0"/>
          </a:p>
        </p:txBody>
      </p:sp>
      <p:sp>
        <p:nvSpPr>
          <p:cNvPr id="4" name="页脚占位符 3">
            <a:extLst>
              <a:ext uri="{FF2B5EF4-FFF2-40B4-BE49-F238E27FC236}">
                <a16:creationId xmlns:a16="http://schemas.microsoft.com/office/drawing/2014/main" id="{FAA2162D-FC54-6BF7-07EE-BDD41CA384C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3AB70F37-8C7E-3BDF-F86F-3805A29A5E63}"/>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extLst>
      <p:ext uri="{BB962C8B-B14F-4D97-AF65-F5344CB8AC3E}">
        <p14:creationId xmlns:p14="http://schemas.microsoft.com/office/powerpoint/2010/main" val="240881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4FF3547-B383-4A5A-806E-7F2D81D37A28}"/>
              </a:ext>
            </a:extLst>
          </p:cNvPr>
          <p:cNvSpPr>
            <a:spLocks noGrp="1" noChangeArrowheads="1"/>
          </p:cNvSpPr>
          <p:nvPr>
            <p:ph type="title"/>
          </p:nvPr>
        </p:nvSpPr>
        <p:spPr/>
        <p:txBody>
          <a:bodyPr/>
          <a:lstStyle/>
          <a:p>
            <a:pPr eaLnBrk="1" hangingPunct="1"/>
            <a:r>
              <a:rPr lang="en-US" altLang="zh-CN"/>
              <a:t>7.2 </a:t>
            </a:r>
            <a:r>
              <a:rPr lang="zh-CN" altLang="en-US"/>
              <a:t>声明语句</a:t>
            </a:r>
          </a:p>
        </p:txBody>
      </p:sp>
      <p:sp>
        <p:nvSpPr>
          <p:cNvPr id="46083" name="Rectangle 3">
            <a:extLst>
              <a:ext uri="{FF2B5EF4-FFF2-40B4-BE49-F238E27FC236}">
                <a16:creationId xmlns:a16="http://schemas.microsoft.com/office/drawing/2014/main" id="{2EA8EC47-469D-4BF4-9123-A40397FD220E}"/>
              </a:ext>
            </a:extLst>
          </p:cNvPr>
          <p:cNvSpPr>
            <a:spLocks noGrp="1" noChangeArrowheads="1"/>
          </p:cNvSpPr>
          <p:nvPr>
            <p:ph idx="1"/>
          </p:nvPr>
        </p:nvSpPr>
        <p:spPr/>
        <p:txBody>
          <a:bodyPr/>
          <a:lstStyle/>
          <a:p>
            <a:pPr eaLnBrk="1" hangingPunct="1"/>
            <a:r>
              <a:rPr lang="zh-CN" altLang="en-US">
                <a:latin typeface="宋体" panose="02010600030101010101" pitchFamily="2" charset="-122"/>
              </a:rPr>
              <a:t>本节讨论向中间表示的翻译问题：如何翻译声明语句</a:t>
            </a:r>
          </a:p>
          <a:p>
            <a:pPr lvl="1" eaLnBrk="1" hangingPunct="1"/>
            <a:r>
              <a:rPr lang="zh-CN" altLang="en-US">
                <a:latin typeface="宋体" panose="02010600030101010101" pitchFamily="2" charset="-122"/>
              </a:rPr>
              <a:t>为局部名字建立符号表条目</a:t>
            </a:r>
          </a:p>
          <a:p>
            <a:pPr lvl="1" eaLnBrk="1" hangingPunct="1"/>
            <a:r>
              <a:rPr lang="zh-CN" altLang="en-US">
                <a:latin typeface="宋体" panose="02010600030101010101" pitchFamily="2" charset="-122"/>
              </a:rPr>
              <a:t>为它分配存储单元</a:t>
            </a:r>
          </a:p>
          <a:p>
            <a:pPr lvl="1" eaLnBrk="1" hangingPunct="1"/>
            <a:r>
              <a:rPr lang="zh-CN" altLang="en-US">
                <a:latin typeface="宋体" panose="02010600030101010101" pitchFamily="2" charset="-122"/>
              </a:rPr>
              <a:t>符号表中包含名字的类型和分配给它的存储单元的</a:t>
            </a:r>
            <a:r>
              <a:rPr lang="zh-CN" altLang="en-US">
                <a:solidFill>
                  <a:srgbClr val="FF0000"/>
                </a:solidFill>
                <a:latin typeface="宋体" panose="02010600030101010101" pitchFamily="2" charset="-122"/>
              </a:rPr>
              <a:t>相对地址</a:t>
            </a:r>
            <a:r>
              <a:rPr lang="zh-CN" altLang="en-US">
                <a:latin typeface="宋体" panose="02010600030101010101" pitchFamily="2" charset="-122"/>
              </a:rPr>
              <a:t>等信息。</a:t>
            </a:r>
            <a:endParaRPr lang="en-US" altLang="zh-CN">
              <a:latin typeface="宋体" panose="02010600030101010101" pitchFamily="2" charset="-122"/>
            </a:endParaRPr>
          </a:p>
          <a:p>
            <a:pPr lvl="2" eaLnBrk="1" hangingPunct="1"/>
            <a:r>
              <a:rPr lang="zh-CN" altLang="en-US">
                <a:latin typeface="宋体" panose="02010600030101010101" pitchFamily="2" charset="-122"/>
              </a:rPr>
              <a:t>相对地址是对</a:t>
            </a:r>
            <a:r>
              <a:rPr lang="zh-CN" altLang="en-US">
                <a:solidFill>
                  <a:srgbClr val="FF0000"/>
                </a:solidFill>
                <a:latin typeface="宋体" panose="02010600030101010101" pitchFamily="2" charset="-122"/>
              </a:rPr>
              <a:t>静态数据区基址</a:t>
            </a:r>
            <a:r>
              <a:rPr lang="zh-CN" altLang="en-US">
                <a:latin typeface="宋体" panose="02010600030101010101" pitchFamily="2" charset="-122"/>
              </a:rPr>
              <a:t>的偏移或是对</a:t>
            </a:r>
            <a:r>
              <a:rPr lang="zh-CN" altLang="en-US">
                <a:solidFill>
                  <a:srgbClr val="FF0000"/>
                </a:solidFill>
                <a:latin typeface="宋体" panose="02010600030101010101" pitchFamily="2" charset="-122"/>
              </a:rPr>
              <a:t>活动记录中某个基址</a:t>
            </a:r>
            <a:r>
              <a:rPr lang="zh-CN" altLang="en-US">
                <a:latin typeface="宋体" panose="02010600030101010101" pitchFamily="2" charset="-122"/>
              </a:rPr>
              <a:t>的偏移</a:t>
            </a:r>
            <a:endParaRPr lang="en-US" altLang="zh-CN">
              <a:latin typeface="宋体" panose="02010600030101010101" pitchFamily="2" charset="-122"/>
            </a:endParaRPr>
          </a:p>
          <a:p>
            <a:pPr lvl="2" eaLnBrk="1" hangingPunct="1"/>
            <a:r>
              <a:rPr lang="zh-CN" altLang="en-US">
                <a:latin typeface="宋体" panose="02010600030101010101" pitchFamily="2" charset="-122"/>
              </a:rPr>
              <a:t>下面的讨论忽略数据对象对齐问题</a:t>
            </a:r>
          </a:p>
          <a:p>
            <a:pPr eaLnBrk="1" hangingPunct="1"/>
            <a:endParaRPr lang="en-US" altLang="zh-CN"/>
          </a:p>
        </p:txBody>
      </p:sp>
      <p:sp>
        <p:nvSpPr>
          <p:cNvPr id="2" name="日期占位符 1">
            <a:extLst>
              <a:ext uri="{FF2B5EF4-FFF2-40B4-BE49-F238E27FC236}">
                <a16:creationId xmlns:a16="http://schemas.microsoft.com/office/drawing/2014/main" id="{622C98C9-2705-1B98-1492-97B9F6EF9FFA}"/>
              </a:ext>
            </a:extLst>
          </p:cNvPr>
          <p:cNvSpPr>
            <a:spLocks noGrp="1"/>
          </p:cNvSpPr>
          <p:nvPr>
            <p:ph type="dt" sz="half" idx="10"/>
          </p:nvPr>
        </p:nvSpPr>
        <p:spPr/>
        <p:txBody>
          <a:bodyPr/>
          <a:lstStyle/>
          <a:p>
            <a:fld id="{CD19ECD4-4C5C-4CB8-9AF9-5CC2DAB5FA5D}"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67D92E8-26CB-A8A1-2F13-DDBCFBB6A2A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74954091-226C-8DB3-8794-355ECD0D987E}"/>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FBCA728-2DCD-4B9C-AF6C-90B61B499853}"/>
              </a:ext>
            </a:extLst>
          </p:cNvPr>
          <p:cNvSpPr>
            <a:spLocks noGrp="1" noChangeArrowheads="1"/>
          </p:cNvSpPr>
          <p:nvPr>
            <p:ph type="title"/>
          </p:nvPr>
        </p:nvSpPr>
        <p:spPr/>
        <p:txBody>
          <a:bodyPr/>
          <a:lstStyle/>
          <a:p>
            <a:pPr eaLnBrk="1" hangingPunct="1"/>
            <a:r>
              <a:rPr lang="en-US" altLang="zh-CN" dirty="0"/>
              <a:t>7.2.1 </a:t>
            </a:r>
            <a:r>
              <a:rPr lang="zh-CN" altLang="en-US" dirty="0"/>
              <a:t>过程中的声明</a:t>
            </a:r>
          </a:p>
        </p:txBody>
      </p:sp>
      <p:sp>
        <p:nvSpPr>
          <p:cNvPr id="47107" name="Rectangle 3">
            <a:extLst>
              <a:ext uri="{FF2B5EF4-FFF2-40B4-BE49-F238E27FC236}">
                <a16:creationId xmlns:a16="http://schemas.microsoft.com/office/drawing/2014/main" id="{FC953105-C2EC-4677-90F5-E25E04FD6333}"/>
              </a:ext>
            </a:extLst>
          </p:cNvPr>
          <p:cNvSpPr>
            <a:spLocks noGrp="1" noChangeArrowheads="1"/>
          </p:cNvSpPr>
          <p:nvPr>
            <p:ph idx="1"/>
          </p:nvPr>
        </p:nvSpPr>
        <p:spPr>
          <a:xfrm>
            <a:off x="628650" y="1257300"/>
            <a:ext cx="7886700" cy="5466229"/>
          </a:xfrm>
        </p:spPr>
        <p:txBody>
          <a:bodyPr>
            <a:normAutofit/>
          </a:bodyPr>
          <a:lstStyle/>
          <a:p>
            <a:pPr algn="just" eaLnBrk="1" hangingPunct="1">
              <a:spcBef>
                <a:spcPct val="15000"/>
              </a:spcBef>
              <a:buFont typeface="Wingdings" panose="05000000000000000000" pitchFamily="2" charset="2"/>
              <a:buNone/>
            </a:pPr>
            <a:r>
              <a:rPr lang="zh-CN" altLang="en-US" sz="2400" dirty="0">
                <a:latin typeface="宋体" panose="02010600030101010101" pitchFamily="2" charset="-122"/>
              </a:rPr>
              <a:t>计算被声明名字的类型和相对地址</a:t>
            </a:r>
            <a:endParaRPr lang="zh-CN" altLang="en-US" sz="2400" i="1" dirty="0"/>
          </a:p>
          <a:p>
            <a:pPr algn="just" eaLnBrk="1" hangingPunct="1">
              <a:spcBef>
                <a:spcPct val="15000"/>
              </a:spcBef>
              <a:buFont typeface="Wingdings" panose="05000000000000000000" pitchFamily="2" charset="2"/>
              <a:buNone/>
            </a:pPr>
            <a:r>
              <a:rPr lang="en-US" altLang="zh-CN" sz="2400" b="1" i="1" dirty="0"/>
              <a:t>P </a:t>
            </a:r>
            <a:r>
              <a:rPr lang="en-US" altLang="zh-CN" sz="2400" b="1" dirty="0">
                <a:sym typeface="Symbol" panose="05050102010706020507" pitchFamily="18" charset="2"/>
              </a:rPr>
              <a:t></a:t>
            </a:r>
            <a:r>
              <a:rPr lang="en-US" altLang="zh-CN" sz="2400" b="1" dirty="0"/>
              <a:t>		</a:t>
            </a:r>
            <a:r>
              <a:rPr lang="en-US" altLang="zh-CN" sz="2400" b="1" dirty="0">
                <a:solidFill>
                  <a:srgbClr val="008000"/>
                </a:solidFill>
              </a:rPr>
              <a:t>{</a:t>
            </a:r>
            <a:r>
              <a:rPr lang="en-US" altLang="zh-CN" sz="2400" b="1" i="1" dirty="0">
                <a:solidFill>
                  <a:srgbClr val="008000"/>
                </a:solidFill>
              </a:rPr>
              <a:t>offset</a:t>
            </a:r>
            <a:r>
              <a:rPr lang="en-US" altLang="zh-CN" sz="2400" b="1" dirty="0">
                <a:solidFill>
                  <a:srgbClr val="008000"/>
                </a:solidFill>
              </a:rPr>
              <a:t> = 0}	</a:t>
            </a:r>
          </a:p>
          <a:p>
            <a:pPr algn="just" eaLnBrk="1" hangingPunct="1">
              <a:spcBef>
                <a:spcPct val="15000"/>
              </a:spcBef>
              <a:buFont typeface="Wingdings" panose="05000000000000000000" pitchFamily="2" charset="2"/>
              <a:buNone/>
            </a:pPr>
            <a:r>
              <a:rPr lang="en-US" altLang="zh-CN" sz="2400" b="1" i="1" dirty="0"/>
              <a:t>         D S</a:t>
            </a:r>
            <a:endParaRPr lang="en-US" altLang="zh-CN" sz="2400" b="1" dirty="0"/>
          </a:p>
          <a:p>
            <a:pPr algn="just" eaLnBrk="1" hangingPunct="1">
              <a:spcBef>
                <a:spcPct val="15000"/>
              </a:spcBef>
              <a:buFont typeface="Wingdings" panose="05000000000000000000" pitchFamily="2" charset="2"/>
              <a:buNone/>
            </a:pPr>
            <a:r>
              <a:rPr lang="en-US" altLang="zh-CN" sz="2400" b="1" i="1" dirty="0"/>
              <a:t>D </a:t>
            </a:r>
            <a:r>
              <a:rPr lang="en-US" altLang="zh-CN" sz="2400" b="1" dirty="0">
                <a:sym typeface="Symbol" panose="05050102010706020507" pitchFamily="18" charset="2"/>
              </a:rPr>
              <a:t></a:t>
            </a:r>
            <a:r>
              <a:rPr lang="en-US" altLang="zh-CN" sz="2400" b="1" dirty="0"/>
              <a:t> </a:t>
            </a:r>
            <a:r>
              <a:rPr lang="en-US" altLang="zh-CN" sz="2400" b="1" i="1" dirty="0"/>
              <a:t>D </a:t>
            </a:r>
            <a:r>
              <a:rPr lang="en-US" altLang="zh-CN" sz="2400" b="1" dirty="0"/>
              <a:t>; </a:t>
            </a:r>
            <a:r>
              <a:rPr lang="en-US" altLang="zh-CN" sz="2400" b="1" i="1" dirty="0"/>
              <a:t>D</a:t>
            </a:r>
            <a:r>
              <a:rPr lang="en-US" altLang="zh-CN" sz="2400" b="1" dirty="0"/>
              <a:t> </a:t>
            </a:r>
          </a:p>
          <a:p>
            <a:pPr algn="just" eaLnBrk="1" hangingPunct="1">
              <a:spcBef>
                <a:spcPct val="15000"/>
              </a:spcBef>
              <a:buFont typeface="Wingdings" panose="05000000000000000000" pitchFamily="2" charset="2"/>
              <a:buNone/>
            </a:pPr>
            <a:r>
              <a:rPr lang="en-US" altLang="zh-CN" sz="2400" b="1" i="1" dirty="0"/>
              <a:t>D </a:t>
            </a:r>
            <a:r>
              <a:rPr lang="en-US" altLang="zh-CN" sz="2400" b="1" dirty="0">
                <a:sym typeface="Symbol" panose="05050102010706020507" pitchFamily="18" charset="2"/>
              </a:rPr>
              <a:t></a:t>
            </a:r>
            <a:r>
              <a:rPr lang="en-US" altLang="zh-CN" sz="2400" b="1" dirty="0"/>
              <a:t> id : </a:t>
            </a:r>
            <a:r>
              <a:rPr lang="en-US" altLang="zh-CN" sz="2400" b="1" i="1" dirty="0"/>
              <a:t>T	</a:t>
            </a:r>
            <a:r>
              <a:rPr lang="en-US" altLang="zh-CN" sz="2400" b="1" dirty="0">
                <a:solidFill>
                  <a:srgbClr val="008000"/>
                </a:solidFill>
              </a:rPr>
              <a:t>{</a:t>
            </a:r>
            <a:r>
              <a:rPr lang="en-US" altLang="zh-CN" sz="2400" b="1" i="1" dirty="0">
                <a:solidFill>
                  <a:srgbClr val="008000"/>
                </a:solidFill>
              </a:rPr>
              <a:t>enter</a:t>
            </a:r>
            <a:r>
              <a:rPr lang="en-US" altLang="zh-CN" sz="2400" b="1" dirty="0">
                <a:solidFill>
                  <a:srgbClr val="008000"/>
                </a:solidFill>
              </a:rPr>
              <a:t> ( id.</a:t>
            </a:r>
            <a:r>
              <a:rPr lang="en-US" altLang="zh-CN" sz="2400" b="1" i="1" dirty="0">
                <a:solidFill>
                  <a:srgbClr val="008000"/>
                </a:solidFill>
              </a:rPr>
              <a:t>name</a:t>
            </a: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type</a:t>
            </a:r>
            <a:r>
              <a:rPr lang="en-US" altLang="zh-CN" sz="2400" b="1" dirty="0">
                <a:solidFill>
                  <a:srgbClr val="008000"/>
                </a:solidFill>
              </a:rPr>
              <a:t>, </a:t>
            </a:r>
            <a:r>
              <a:rPr lang="en-US" altLang="zh-CN" sz="2400" b="1" i="1" dirty="0">
                <a:solidFill>
                  <a:srgbClr val="008000"/>
                </a:solidFill>
              </a:rPr>
              <a:t>offset</a:t>
            </a:r>
            <a:r>
              <a:rPr lang="en-US" altLang="zh-CN" sz="2400" b="1" dirty="0">
                <a:solidFill>
                  <a:srgbClr val="008000"/>
                </a:solidFill>
              </a:rPr>
              <a:t>);</a:t>
            </a:r>
          </a:p>
          <a:p>
            <a:pPr algn="just" eaLnBrk="1" hangingPunct="1">
              <a:spcBef>
                <a:spcPct val="15000"/>
              </a:spcBef>
              <a:buFont typeface="Wingdings" panose="05000000000000000000" pitchFamily="2" charset="2"/>
              <a:buNone/>
            </a:pPr>
            <a:r>
              <a:rPr lang="en-US" altLang="zh-CN" sz="2400" b="1" i="1" dirty="0">
                <a:solidFill>
                  <a:srgbClr val="008000"/>
                </a:solidFill>
              </a:rPr>
              <a:t>			offset </a:t>
            </a:r>
            <a:r>
              <a:rPr lang="en-US" altLang="zh-CN" sz="2400" b="1" dirty="0">
                <a:solidFill>
                  <a:srgbClr val="008000"/>
                </a:solidFill>
              </a:rPr>
              <a:t>= </a:t>
            </a:r>
            <a:r>
              <a:rPr lang="en-US" altLang="zh-CN" sz="2400" b="1" i="1" dirty="0">
                <a:solidFill>
                  <a:srgbClr val="008000"/>
                </a:solidFill>
              </a:rPr>
              <a:t>offset </a:t>
            </a: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width</a:t>
            </a:r>
            <a:r>
              <a:rPr lang="en-US" altLang="zh-CN" sz="2400" b="1" dirty="0">
                <a:solidFill>
                  <a:srgbClr val="008000"/>
                </a:solidFill>
              </a:rPr>
              <a:t> }</a:t>
            </a:r>
          </a:p>
          <a:p>
            <a:pPr algn="just" eaLnBrk="1" hangingPunct="1">
              <a:spcBef>
                <a:spcPct val="15000"/>
              </a:spcBef>
              <a:buFont typeface="Wingdings" panose="05000000000000000000" pitchFamily="2" charset="2"/>
              <a:buNone/>
            </a:pPr>
            <a:r>
              <a:rPr lang="en-US" altLang="zh-CN" sz="2400" b="1" i="1" dirty="0"/>
              <a:t>T </a:t>
            </a:r>
            <a:r>
              <a:rPr lang="en-US" altLang="zh-CN" sz="2400" b="1" dirty="0">
                <a:sym typeface="Symbol" panose="05050102010706020507" pitchFamily="18" charset="2"/>
              </a:rPr>
              <a:t></a:t>
            </a:r>
            <a:r>
              <a:rPr lang="en-US" altLang="zh-CN" sz="2400" b="1" dirty="0"/>
              <a:t> integer	 </a:t>
            </a:r>
            <a:r>
              <a:rPr lang="en-US" altLang="zh-CN" sz="2400" b="1" dirty="0">
                <a:solidFill>
                  <a:srgbClr val="008000"/>
                </a:solidFill>
              </a:rPr>
              <a:t>{</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type</a:t>
            </a:r>
            <a:r>
              <a:rPr lang="en-US" altLang="zh-CN" sz="2400" b="1" i="1" dirty="0">
                <a:solidFill>
                  <a:srgbClr val="008000"/>
                </a:solidFill>
              </a:rPr>
              <a:t> </a:t>
            </a:r>
            <a:r>
              <a:rPr lang="en-US" altLang="zh-CN" sz="2400" b="1" dirty="0">
                <a:solidFill>
                  <a:srgbClr val="008000"/>
                </a:solidFill>
              </a:rPr>
              <a:t>=</a:t>
            </a:r>
            <a:r>
              <a:rPr lang="en-US" altLang="zh-CN" sz="2400" b="1" i="1" dirty="0">
                <a:solidFill>
                  <a:srgbClr val="008000"/>
                </a:solidFill>
              </a:rPr>
              <a:t> integer</a:t>
            </a: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width</a:t>
            </a:r>
            <a:r>
              <a:rPr lang="en-US" altLang="zh-CN" sz="2400" b="1" dirty="0">
                <a:solidFill>
                  <a:srgbClr val="008000"/>
                </a:solidFill>
              </a:rPr>
              <a:t> = 4 }</a:t>
            </a:r>
          </a:p>
          <a:p>
            <a:pPr algn="just" eaLnBrk="1" hangingPunct="1">
              <a:spcBef>
                <a:spcPct val="15000"/>
              </a:spcBef>
              <a:buFont typeface="Wingdings" panose="05000000000000000000" pitchFamily="2" charset="2"/>
              <a:buNone/>
            </a:pPr>
            <a:r>
              <a:rPr lang="en-US" altLang="zh-CN" sz="2400" b="1" i="1" dirty="0"/>
              <a:t>T</a:t>
            </a:r>
            <a:r>
              <a:rPr lang="en-US" altLang="zh-CN" sz="2400" b="1" dirty="0">
                <a:sym typeface="Symbol" panose="05050102010706020507" pitchFamily="18" charset="2"/>
              </a:rPr>
              <a:t></a:t>
            </a:r>
            <a:r>
              <a:rPr lang="en-US" altLang="zh-CN" sz="2400" b="1" dirty="0"/>
              <a:t> real  	</a:t>
            </a:r>
            <a:r>
              <a:rPr lang="en-US" altLang="zh-CN" sz="2400" b="1" dirty="0">
                <a:solidFill>
                  <a:srgbClr val="008000"/>
                </a:solidFill>
              </a:rPr>
              <a:t>{</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type</a:t>
            </a:r>
            <a:r>
              <a:rPr lang="en-US" altLang="zh-CN" sz="2400" b="1" i="1" dirty="0">
                <a:solidFill>
                  <a:srgbClr val="008000"/>
                </a:solidFill>
              </a:rPr>
              <a:t> </a:t>
            </a:r>
            <a:r>
              <a:rPr lang="en-US" altLang="zh-CN" sz="2400" b="1" dirty="0">
                <a:solidFill>
                  <a:srgbClr val="008000"/>
                </a:solidFill>
              </a:rPr>
              <a:t>= </a:t>
            </a:r>
            <a:r>
              <a:rPr lang="en-US" altLang="zh-CN" sz="2400" b="1" i="1" dirty="0">
                <a:solidFill>
                  <a:srgbClr val="008000"/>
                </a:solidFill>
              </a:rPr>
              <a:t>real</a:t>
            </a: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width</a:t>
            </a:r>
            <a:r>
              <a:rPr lang="en-US" altLang="zh-CN" sz="2400" b="1" dirty="0">
                <a:solidFill>
                  <a:srgbClr val="008000"/>
                </a:solidFill>
              </a:rPr>
              <a:t> = 8 }</a:t>
            </a:r>
          </a:p>
          <a:p>
            <a:pPr algn="just" eaLnBrk="1" hangingPunct="1">
              <a:spcBef>
                <a:spcPct val="15000"/>
              </a:spcBef>
              <a:buFont typeface="Wingdings" panose="05000000000000000000" pitchFamily="2" charset="2"/>
              <a:buNone/>
            </a:pPr>
            <a:r>
              <a:rPr lang="en-US" altLang="zh-CN" sz="2400" b="1" i="1" dirty="0"/>
              <a:t>T</a:t>
            </a:r>
            <a:r>
              <a:rPr lang="en-US" altLang="zh-CN" sz="2400" b="1" dirty="0">
                <a:sym typeface="Symbol" panose="05050102010706020507" pitchFamily="18" charset="2"/>
              </a:rPr>
              <a:t></a:t>
            </a:r>
            <a:r>
              <a:rPr lang="en-US" altLang="zh-CN" sz="2400" b="1" dirty="0"/>
              <a:t> array [ num ] of </a:t>
            </a:r>
            <a:r>
              <a:rPr lang="en-US" altLang="zh-CN" sz="2400" b="1" i="1" dirty="0"/>
              <a:t>T</a:t>
            </a:r>
            <a:r>
              <a:rPr lang="en-US" altLang="zh-CN" sz="2400" b="1" baseline="-30000" dirty="0"/>
              <a:t>1</a:t>
            </a:r>
          </a:p>
          <a:p>
            <a:pPr algn="just" eaLnBrk="1" hangingPunct="1">
              <a:spcBef>
                <a:spcPct val="15000"/>
              </a:spcBef>
              <a:buFont typeface="Wingdings" panose="05000000000000000000" pitchFamily="2" charset="2"/>
              <a:buNone/>
            </a:pPr>
            <a:r>
              <a:rPr lang="en-US" altLang="zh-CN" sz="2400" b="1" dirty="0"/>
              <a:t>			</a:t>
            </a:r>
            <a:r>
              <a:rPr lang="en-US" altLang="zh-CN" sz="2400" b="1" dirty="0">
                <a:solidFill>
                  <a:srgbClr val="008000"/>
                </a:solidFill>
              </a:rPr>
              <a:t>{</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type</a:t>
            </a:r>
            <a:r>
              <a:rPr lang="en-US" altLang="zh-CN" sz="2400" b="1" dirty="0">
                <a:solidFill>
                  <a:srgbClr val="008000"/>
                </a:solidFill>
              </a:rPr>
              <a:t> = </a:t>
            </a:r>
            <a:r>
              <a:rPr lang="en-US" altLang="zh-CN" sz="2400" b="1" i="1" dirty="0">
                <a:solidFill>
                  <a:srgbClr val="008000"/>
                </a:solidFill>
              </a:rPr>
              <a:t>array</a:t>
            </a:r>
            <a:r>
              <a:rPr lang="en-US" altLang="zh-CN" sz="2400" b="1" dirty="0">
                <a:solidFill>
                  <a:srgbClr val="008000"/>
                </a:solidFill>
              </a:rPr>
              <a:t> (</a:t>
            </a:r>
            <a:r>
              <a:rPr lang="en-US" altLang="zh-CN" sz="2400" b="1" dirty="0" err="1">
                <a:solidFill>
                  <a:srgbClr val="008000"/>
                </a:solidFill>
              </a:rPr>
              <a:t>num.</a:t>
            </a:r>
            <a:r>
              <a:rPr lang="en-US" altLang="zh-CN" sz="2400" b="1" i="1" dirty="0" err="1">
                <a:solidFill>
                  <a:srgbClr val="008000"/>
                </a:solidFill>
              </a:rPr>
              <a:t>val</a:t>
            </a:r>
            <a:r>
              <a:rPr lang="en-US" altLang="zh-CN" sz="2400" b="1" dirty="0">
                <a:solidFill>
                  <a:srgbClr val="008000"/>
                </a:solidFill>
              </a:rPr>
              <a:t>,</a:t>
            </a:r>
            <a:r>
              <a:rPr lang="en-US" altLang="zh-CN" sz="2400" b="1" i="1" dirty="0">
                <a:solidFill>
                  <a:srgbClr val="008000"/>
                </a:solidFill>
              </a:rPr>
              <a:t> T</a:t>
            </a:r>
            <a:r>
              <a:rPr lang="en-US" altLang="zh-CN" sz="2400" b="1" baseline="-30000" dirty="0">
                <a:solidFill>
                  <a:srgbClr val="008000"/>
                </a:solidFill>
              </a:rPr>
              <a:t>1</a:t>
            </a:r>
            <a:r>
              <a:rPr lang="en-US" altLang="zh-CN" sz="2400" b="1" dirty="0">
                <a:solidFill>
                  <a:srgbClr val="008000"/>
                </a:solidFill>
              </a:rPr>
              <a:t>.</a:t>
            </a:r>
            <a:r>
              <a:rPr lang="en-US" altLang="zh-CN" sz="2400" b="1" i="1" dirty="0">
                <a:solidFill>
                  <a:srgbClr val="008000"/>
                </a:solidFill>
              </a:rPr>
              <a:t>type</a:t>
            </a:r>
            <a:r>
              <a:rPr lang="en-US" altLang="zh-CN" sz="2400" b="1" dirty="0">
                <a:solidFill>
                  <a:srgbClr val="008000"/>
                </a:solidFill>
              </a:rPr>
              <a:t>);</a:t>
            </a:r>
          </a:p>
          <a:p>
            <a:pPr algn="just" eaLnBrk="1" hangingPunct="1">
              <a:spcBef>
                <a:spcPct val="15000"/>
              </a:spcBef>
              <a:buFont typeface="Wingdings" panose="05000000000000000000" pitchFamily="2" charset="2"/>
              <a:buNone/>
            </a:pP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width</a:t>
            </a:r>
            <a:r>
              <a:rPr lang="en-US" altLang="zh-CN" sz="2400" b="1" i="1" dirty="0">
                <a:solidFill>
                  <a:srgbClr val="008000"/>
                </a:solidFill>
              </a:rPr>
              <a:t> </a:t>
            </a:r>
            <a:r>
              <a:rPr lang="en-US" altLang="zh-CN" sz="2400" b="1" dirty="0">
                <a:solidFill>
                  <a:srgbClr val="008000"/>
                </a:solidFill>
              </a:rPr>
              <a:t>= </a:t>
            </a:r>
            <a:r>
              <a:rPr lang="en-US" altLang="zh-CN" sz="2400" b="1" dirty="0" err="1">
                <a:solidFill>
                  <a:srgbClr val="008000"/>
                </a:solidFill>
              </a:rPr>
              <a:t>num.</a:t>
            </a:r>
            <a:r>
              <a:rPr lang="en-US" altLang="zh-CN" sz="2400" b="1" i="1" dirty="0" err="1">
                <a:solidFill>
                  <a:srgbClr val="008000"/>
                </a:solidFill>
              </a:rPr>
              <a:t>val</a:t>
            </a:r>
            <a:r>
              <a:rPr lang="en-US" altLang="zh-CN" sz="2400" b="1" dirty="0">
                <a:solidFill>
                  <a:srgbClr val="008000"/>
                </a:solidFill>
              </a:rPr>
              <a:t> </a:t>
            </a:r>
            <a:r>
              <a:rPr lang="en-US" altLang="zh-CN" sz="2400" b="1" dirty="0">
                <a:solidFill>
                  <a:srgbClr val="008000"/>
                </a:solidFill>
                <a:sym typeface="Symbol" panose="05050102010706020507" pitchFamily="18" charset="2"/>
              </a:rPr>
              <a:t></a:t>
            </a:r>
            <a:r>
              <a:rPr lang="en-US" altLang="zh-CN" sz="2400" b="1" i="1" dirty="0">
                <a:solidFill>
                  <a:srgbClr val="008000"/>
                </a:solidFill>
              </a:rPr>
              <a:t> T</a:t>
            </a:r>
            <a:r>
              <a:rPr lang="en-US" altLang="zh-CN" sz="2400" b="1" baseline="-30000" dirty="0">
                <a:solidFill>
                  <a:srgbClr val="008000"/>
                </a:solidFill>
              </a:rPr>
              <a:t>1</a:t>
            </a:r>
            <a:r>
              <a:rPr lang="en-US" altLang="zh-CN" sz="2400" b="1" dirty="0">
                <a:solidFill>
                  <a:srgbClr val="008000"/>
                </a:solidFill>
              </a:rPr>
              <a:t>.</a:t>
            </a:r>
            <a:r>
              <a:rPr lang="en-US" altLang="zh-CN" sz="2400" b="1" i="1" dirty="0">
                <a:solidFill>
                  <a:srgbClr val="008000"/>
                </a:solidFill>
              </a:rPr>
              <a:t>width</a:t>
            </a:r>
            <a:r>
              <a:rPr lang="en-US" altLang="zh-CN" sz="2400" b="1" dirty="0">
                <a:solidFill>
                  <a:srgbClr val="008000"/>
                </a:solidFill>
              </a:rPr>
              <a:t>}</a:t>
            </a:r>
          </a:p>
          <a:p>
            <a:pPr algn="just" eaLnBrk="1" hangingPunct="1">
              <a:spcBef>
                <a:spcPct val="15000"/>
              </a:spcBef>
              <a:buFont typeface="Wingdings" panose="05000000000000000000" pitchFamily="2" charset="2"/>
              <a:buNone/>
            </a:pPr>
            <a:r>
              <a:rPr lang="en-US" altLang="zh-CN" sz="2400" b="1" i="1" dirty="0"/>
              <a:t>T</a:t>
            </a:r>
            <a:r>
              <a:rPr lang="en-US" altLang="zh-CN" sz="2400" b="1" dirty="0">
                <a:sym typeface="Symbol" panose="05050102010706020507" pitchFamily="18" charset="2"/>
              </a:rPr>
              <a:t></a:t>
            </a:r>
            <a:r>
              <a:rPr lang="en-US" altLang="zh-CN" sz="2400" b="1" dirty="0"/>
              <a:t> </a:t>
            </a:r>
            <a:r>
              <a:rPr lang="en-US" altLang="zh-CN" sz="2400" b="1" dirty="0">
                <a:sym typeface="Symbol" panose="05050102010706020507" pitchFamily="18" charset="2"/>
              </a:rPr>
              <a:t></a:t>
            </a:r>
            <a:r>
              <a:rPr lang="en-US" altLang="zh-CN" sz="2400" b="1" i="1" dirty="0"/>
              <a:t>T</a:t>
            </a:r>
            <a:r>
              <a:rPr lang="en-US" altLang="zh-CN" sz="2400" b="1" baseline="-30000" dirty="0"/>
              <a:t>1  	</a:t>
            </a:r>
            <a:r>
              <a:rPr lang="en-US" altLang="zh-CN" sz="2400" b="1" dirty="0">
                <a:solidFill>
                  <a:srgbClr val="008000"/>
                </a:solidFill>
              </a:rPr>
              <a:t>{</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type</a:t>
            </a:r>
            <a:r>
              <a:rPr lang="en-US" altLang="zh-CN" sz="2400" b="1" i="1" dirty="0">
                <a:solidFill>
                  <a:srgbClr val="008000"/>
                </a:solidFill>
              </a:rPr>
              <a:t> </a:t>
            </a:r>
            <a:r>
              <a:rPr lang="en-US" altLang="zh-CN" sz="2400" b="1" dirty="0">
                <a:solidFill>
                  <a:srgbClr val="008000"/>
                </a:solidFill>
              </a:rPr>
              <a:t>= </a:t>
            </a:r>
            <a:r>
              <a:rPr lang="en-US" altLang="zh-CN" sz="2400" b="1" i="1" dirty="0">
                <a:solidFill>
                  <a:srgbClr val="008000"/>
                </a:solidFill>
              </a:rPr>
              <a:t>pointer </a:t>
            </a:r>
            <a:r>
              <a:rPr lang="en-US" altLang="zh-CN" sz="2400" b="1" dirty="0">
                <a:solidFill>
                  <a:srgbClr val="008000"/>
                </a:solidFill>
              </a:rPr>
              <a:t>(</a:t>
            </a:r>
            <a:r>
              <a:rPr lang="en-US" altLang="zh-CN" sz="2400" b="1" i="1" dirty="0">
                <a:solidFill>
                  <a:srgbClr val="008000"/>
                </a:solidFill>
              </a:rPr>
              <a:t>T</a:t>
            </a:r>
            <a:r>
              <a:rPr lang="en-US" altLang="zh-CN" sz="2400" b="1" baseline="-30000" dirty="0">
                <a:solidFill>
                  <a:srgbClr val="008000"/>
                </a:solidFill>
              </a:rPr>
              <a:t>1</a:t>
            </a:r>
            <a:r>
              <a:rPr lang="en-US" altLang="zh-CN" sz="2400" b="1" dirty="0">
                <a:solidFill>
                  <a:srgbClr val="008000"/>
                </a:solidFill>
              </a:rPr>
              <a:t>.</a:t>
            </a:r>
            <a:r>
              <a:rPr lang="en-US" altLang="zh-CN" sz="2400" b="1" i="1" dirty="0">
                <a:solidFill>
                  <a:srgbClr val="008000"/>
                </a:solidFill>
              </a:rPr>
              <a:t>type</a:t>
            </a:r>
            <a:r>
              <a:rPr lang="en-US" altLang="zh-CN" sz="2400" b="1" dirty="0">
                <a:solidFill>
                  <a:srgbClr val="008000"/>
                </a:solidFill>
              </a:rPr>
              <a:t>); </a:t>
            </a:r>
            <a:r>
              <a:rPr lang="en-US" altLang="zh-CN" sz="2400" b="1" i="1" dirty="0" err="1">
                <a:solidFill>
                  <a:srgbClr val="008000"/>
                </a:solidFill>
              </a:rPr>
              <a:t>T</a:t>
            </a:r>
            <a:r>
              <a:rPr lang="en-US" altLang="zh-CN" sz="2400" b="1" dirty="0" err="1">
                <a:solidFill>
                  <a:srgbClr val="008000"/>
                </a:solidFill>
              </a:rPr>
              <a:t>.</a:t>
            </a:r>
            <a:r>
              <a:rPr lang="en-US" altLang="zh-CN" sz="2400" b="1" i="1" dirty="0" err="1">
                <a:solidFill>
                  <a:srgbClr val="008000"/>
                </a:solidFill>
              </a:rPr>
              <a:t>width</a:t>
            </a:r>
            <a:r>
              <a:rPr lang="en-US" altLang="zh-CN" sz="2400" b="1" dirty="0">
                <a:solidFill>
                  <a:srgbClr val="008000"/>
                </a:solidFill>
              </a:rPr>
              <a:t> = 4 }</a:t>
            </a:r>
            <a:endParaRPr lang="en-US" altLang="zh-CN" sz="2400" dirty="0">
              <a:solidFill>
                <a:srgbClr val="008000"/>
              </a:solidFill>
            </a:endParaRPr>
          </a:p>
        </p:txBody>
      </p:sp>
      <p:sp>
        <p:nvSpPr>
          <p:cNvPr id="2" name="文本框 1">
            <a:extLst>
              <a:ext uri="{FF2B5EF4-FFF2-40B4-BE49-F238E27FC236}">
                <a16:creationId xmlns:a16="http://schemas.microsoft.com/office/drawing/2014/main" id="{74055C96-B4E1-4247-AC66-53162DC2F130}"/>
              </a:ext>
            </a:extLst>
          </p:cNvPr>
          <p:cNvSpPr txBox="1">
            <a:spLocks noChangeArrowheads="1"/>
          </p:cNvSpPr>
          <p:nvPr/>
        </p:nvSpPr>
        <p:spPr bwMode="auto">
          <a:xfrm>
            <a:off x="6176962" y="1257300"/>
            <a:ext cx="233838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zh-CN" altLang="en-US" sz="2400" b="0" dirty="0">
                <a:solidFill>
                  <a:srgbClr val="FF00FF"/>
                </a:solidFill>
              </a:rPr>
              <a:t>实际情况中，</a:t>
            </a:r>
            <a:endParaRPr lang="en-US" altLang="zh-CN" sz="2400" b="0" dirty="0">
              <a:solidFill>
                <a:srgbClr val="FF00FF"/>
              </a:solidFill>
            </a:endParaRPr>
          </a:p>
          <a:p>
            <a:pPr>
              <a:spcBef>
                <a:spcPct val="0"/>
              </a:spcBef>
              <a:buClrTx/>
              <a:buSzTx/>
              <a:buFontTx/>
              <a:buNone/>
            </a:pPr>
            <a:r>
              <a:rPr lang="en-US" altLang="zh-CN" sz="2400" i="1" dirty="0">
                <a:solidFill>
                  <a:srgbClr val="FF00FF"/>
                </a:solidFill>
              </a:rPr>
              <a:t>offset</a:t>
            </a:r>
            <a:r>
              <a:rPr lang="zh-CN" altLang="en-US" sz="2400" b="0" dirty="0">
                <a:solidFill>
                  <a:srgbClr val="FF00FF"/>
                </a:solidFill>
              </a:rPr>
              <a:t>初值可能</a:t>
            </a:r>
            <a:endParaRPr lang="en-US" altLang="zh-CN" sz="2400" b="0" dirty="0">
              <a:solidFill>
                <a:srgbClr val="FF00FF"/>
              </a:solidFill>
            </a:endParaRPr>
          </a:p>
          <a:p>
            <a:pPr>
              <a:spcBef>
                <a:spcPct val="0"/>
              </a:spcBef>
              <a:buClrTx/>
              <a:buSzTx/>
              <a:buFontTx/>
              <a:buNone/>
            </a:pPr>
            <a:r>
              <a:rPr lang="zh-CN" altLang="en-US" sz="2400" b="0" dirty="0">
                <a:solidFill>
                  <a:srgbClr val="FF00FF"/>
                </a:solidFill>
              </a:rPr>
              <a:t>不为</a:t>
            </a:r>
            <a:r>
              <a:rPr lang="en-US" altLang="zh-CN" sz="2400" dirty="0">
                <a:solidFill>
                  <a:srgbClr val="FF00FF"/>
                </a:solidFill>
              </a:rPr>
              <a:t>0</a:t>
            </a:r>
            <a:r>
              <a:rPr lang="zh-CN" altLang="en-US" sz="2400" b="0" dirty="0">
                <a:solidFill>
                  <a:srgbClr val="FF00FF"/>
                </a:solidFill>
              </a:rPr>
              <a:t>，而且可</a:t>
            </a:r>
            <a:endParaRPr lang="en-US" altLang="zh-CN" sz="2400" b="0" dirty="0">
              <a:solidFill>
                <a:srgbClr val="FF00FF"/>
              </a:solidFill>
            </a:endParaRPr>
          </a:p>
          <a:p>
            <a:pPr>
              <a:spcBef>
                <a:spcPct val="0"/>
              </a:spcBef>
              <a:buClrTx/>
              <a:buSzTx/>
              <a:buFontTx/>
              <a:buNone/>
            </a:pPr>
            <a:r>
              <a:rPr lang="zh-CN" altLang="en-US" sz="2400" b="0" dirty="0">
                <a:solidFill>
                  <a:srgbClr val="FF00FF"/>
                </a:solidFill>
              </a:rPr>
              <a:t>能每次都减小。</a:t>
            </a:r>
          </a:p>
        </p:txBody>
      </p:sp>
      <p:sp>
        <p:nvSpPr>
          <p:cNvPr id="3" name="日期占位符 2">
            <a:extLst>
              <a:ext uri="{FF2B5EF4-FFF2-40B4-BE49-F238E27FC236}">
                <a16:creationId xmlns:a16="http://schemas.microsoft.com/office/drawing/2014/main" id="{6D233EF2-F8EB-C174-EBDC-969CA77F9DBC}"/>
              </a:ext>
            </a:extLst>
          </p:cNvPr>
          <p:cNvSpPr>
            <a:spLocks noGrp="1"/>
          </p:cNvSpPr>
          <p:nvPr>
            <p:ph type="dt" sz="half" idx="10"/>
          </p:nvPr>
        </p:nvSpPr>
        <p:spPr/>
        <p:txBody>
          <a:bodyPr/>
          <a:lstStyle/>
          <a:p>
            <a:fld id="{B8312D2B-A8E6-4602-A398-4A14EAF7D0B7}" type="datetime2">
              <a:rPr lang="zh-CN" altLang="en-US" smtClean="0"/>
              <a:t>2025年2月23日</a:t>
            </a:fld>
            <a:endParaRPr lang="zh-CN" altLang="en-US" dirty="0"/>
          </a:p>
        </p:txBody>
      </p:sp>
      <p:sp>
        <p:nvSpPr>
          <p:cNvPr id="4" name="页脚占位符 3">
            <a:extLst>
              <a:ext uri="{FF2B5EF4-FFF2-40B4-BE49-F238E27FC236}">
                <a16:creationId xmlns:a16="http://schemas.microsoft.com/office/drawing/2014/main" id="{5C65E1F0-5C32-976C-8F7C-B75D89D0473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5" name="灯片编号占位符 4">
            <a:extLst>
              <a:ext uri="{FF2B5EF4-FFF2-40B4-BE49-F238E27FC236}">
                <a16:creationId xmlns:a16="http://schemas.microsoft.com/office/drawing/2014/main" id="{CEBB9579-141C-CBD0-1CB7-5EF91A4F3522}"/>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DCBFBF0-8E11-497E-95F5-A22CFE57FA61}"/>
              </a:ext>
            </a:extLst>
          </p:cNvPr>
          <p:cNvSpPr>
            <a:spLocks noGrp="1" noChangeArrowheads="1"/>
          </p:cNvSpPr>
          <p:nvPr>
            <p:ph type="title"/>
          </p:nvPr>
        </p:nvSpPr>
        <p:spPr/>
        <p:txBody>
          <a:bodyPr/>
          <a:lstStyle/>
          <a:p>
            <a:r>
              <a:rPr lang="en-US" altLang="zh-CN"/>
              <a:t>7.3 </a:t>
            </a:r>
            <a:r>
              <a:rPr lang="zh-CN" altLang="en-US"/>
              <a:t>赋值语句</a:t>
            </a:r>
          </a:p>
        </p:txBody>
      </p:sp>
      <p:sp>
        <p:nvSpPr>
          <p:cNvPr id="57347" name="Rectangle 3">
            <a:extLst>
              <a:ext uri="{FF2B5EF4-FFF2-40B4-BE49-F238E27FC236}">
                <a16:creationId xmlns:a16="http://schemas.microsoft.com/office/drawing/2014/main" id="{EC359350-E5E6-45CB-9CE2-59EDEC50A604}"/>
              </a:ext>
            </a:extLst>
          </p:cNvPr>
          <p:cNvSpPr>
            <a:spLocks noGrp="1" noChangeArrowheads="1"/>
          </p:cNvSpPr>
          <p:nvPr>
            <p:ph idx="1"/>
          </p:nvPr>
        </p:nvSpPr>
        <p:spPr/>
        <p:txBody>
          <a:bodyPr/>
          <a:lstStyle/>
          <a:p>
            <a:r>
              <a:rPr lang="zh-CN" altLang="en-US"/>
              <a:t>本节讨论将赋值语句翻译成中间表示（三地址码）</a:t>
            </a:r>
          </a:p>
          <a:p>
            <a:pPr lvl="1"/>
            <a:r>
              <a:rPr lang="zh-CN" altLang="en-US"/>
              <a:t>符号表中的名字</a:t>
            </a:r>
            <a:endParaRPr lang="en-US" altLang="zh-CN"/>
          </a:p>
          <a:p>
            <a:pPr lvl="1"/>
            <a:r>
              <a:rPr lang="zh-CN" altLang="en-US"/>
              <a:t>数组元素的地址计算*</a:t>
            </a:r>
            <a:endParaRPr lang="en-US" altLang="zh-CN"/>
          </a:p>
          <a:p>
            <a:pPr lvl="1"/>
            <a:r>
              <a:rPr lang="zh-CN" altLang="en-US"/>
              <a:t>数组元素地址计算的翻译*</a:t>
            </a:r>
          </a:p>
          <a:p>
            <a:pPr lvl="1"/>
            <a:r>
              <a:rPr lang="zh-CN" altLang="en-US"/>
              <a:t>类型转换</a:t>
            </a:r>
          </a:p>
          <a:p>
            <a:pPr lvl="1"/>
            <a:endParaRPr lang="zh-CN" altLang="en-US"/>
          </a:p>
          <a:p>
            <a:pPr lvl="1"/>
            <a:endParaRPr lang="en-US" altLang="zh-CN"/>
          </a:p>
        </p:txBody>
      </p:sp>
      <p:sp>
        <p:nvSpPr>
          <p:cNvPr id="2" name="日期占位符 1">
            <a:extLst>
              <a:ext uri="{FF2B5EF4-FFF2-40B4-BE49-F238E27FC236}">
                <a16:creationId xmlns:a16="http://schemas.microsoft.com/office/drawing/2014/main" id="{78ECC34B-25D1-2069-DD81-D2439D8E16F6}"/>
              </a:ext>
            </a:extLst>
          </p:cNvPr>
          <p:cNvSpPr>
            <a:spLocks noGrp="1"/>
          </p:cNvSpPr>
          <p:nvPr>
            <p:ph type="dt" sz="half" idx="10"/>
          </p:nvPr>
        </p:nvSpPr>
        <p:spPr/>
        <p:txBody>
          <a:bodyPr/>
          <a:lstStyle/>
          <a:p>
            <a:fld id="{1CA92D2E-EB8A-4CBE-9B12-7E5E11AEE92C}"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4415A2C-1EC4-EF9F-E5B0-A059DC8B2D1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86BDC0BB-01A4-5C20-6AB2-2E1DB4AA5040}"/>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AA3EB69-3DC7-4632-9BE1-A5D2E2D64655}"/>
              </a:ext>
            </a:extLst>
          </p:cNvPr>
          <p:cNvSpPr>
            <a:spLocks noGrp="1" noChangeArrowheads="1"/>
          </p:cNvSpPr>
          <p:nvPr>
            <p:ph type="title"/>
          </p:nvPr>
        </p:nvSpPr>
        <p:spPr/>
        <p:txBody>
          <a:bodyPr/>
          <a:lstStyle/>
          <a:p>
            <a:r>
              <a:rPr lang="en-US" altLang="zh-CN"/>
              <a:t>7.3.1 </a:t>
            </a:r>
            <a:r>
              <a:rPr lang="zh-CN" altLang="en-US"/>
              <a:t>符号表中的名字</a:t>
            </a:r>
          </a:p>
        </p:txBody>
      </p:sp>
      <p:sp>
        <p:nvSpPr>
          <p:cNvPr id="58371" name="Rectangle 3">
            <a:extLst>
              <a:ext uri="{FF2B5EF4-FFF2-40B4-BE49-F238E27FC236}">
                <a16:creationId xmlns:a16="http://schemas.microsoft.com/office/drawing/2014/main" id="{848AD299-ED28-42C7-8E7A-A3179BBFE4AE}"/>
              </a:ext>
            </a:extLst>
          </p:cNvPr>
          <p:cNvSpPr>
            <a:spLocks noGrp="1" noChangeArrowheads="1"/>
          </p:cNvSpPr>
          <p:nvPr>
            <p:ph idx="1"/>
          </p:nvPr>
        </p:nvSpPr>
        <p:spPr/>
        <p:txBody>
          <a:bodyPr/>
          <a:lstStyle/>
          <a:p>
            <a:r>
              <a:rPr lang="zh-CN" altLang="en-US" dirty="0"/>
              <a:t>介绍中间语言时，为直观，让名字直接出现在三地址码中，实际上应该把</a:t>
            </a:r>
            <a:r>
              <a:rPr lang="zh-CN" altLang="en-US" dirty="0">
                <a:solidFill>
                  <a:srgbClr val="FF0000"/>
                </a:solidFill>
              </a:rPr>
              <a:t>名字</a:t>
            </a:r>
            <a:r>
              <a:rPr lang="zh-CN" altLang="en-US" dirty="0"/>
              <a:t>理解为它们</a:t>
            </a:r>
            <a:r>
              <a:rPr lang="zh-CN" altLang="en-US" dirty="0">
                <a:solidFill>
                  <a:srgbClr val="FF0000"/>
                </a:solidFill>
              </a:rPr>
              <a:t>在符号表中位置的指针</a:t>
            </a:r>
            <a:r>
              <a:rPr lang="zh-CN" altLang="en-US" dirty="0"/>
              <a:t>。</a:t>
            </a:r>
            <a:endParaRPr lang="en-US" altLang="zh-CN" dirty="0"/>
          </a:p>
          <a:p>
            <a:r>
              <a:rPr lang="zh-CN" altLang="en-US" dirty="0"/>
              <a:t>编译器在处理名字时，需要在符号表中查找其定义，获得其属性，然后在生成的三地址码中使用它在符号表中位置的指针。</a:t>
            </a:r>
          </a:p>
          <a:p>
            <a:pPr lvl="1"/>
            <a:endParaRPr lang="en-US" altLang="zh-CN" dirty="0"/>
          </a:p>
        </p:txBody>
      </p:sp>
      <p:sp>
        <p:nvSpPr>
          <p:cNvPr id="2" name="日期占位符 1">
            <a:extLst>
              <a:ext uri="{FF2B5EF4-FFF2-40B4-BE49-F238E27FC236}">
                <a16:creationId xmlns:a16="http://schemas.microsoft.com/office/drawing/2014/main" id="{DE22F5EA-5D98-0CE6-9619-9581307B8F8D}"/>
              </a:ext>
            </a:extLst>
          </p:cNvPr>
          <p:cNvSpPr>
            <a:spLocks noGrp="1"/>
          </p:cNvSpPr>
          <p:nvPr>
            <p:ph type="dt" sz="half" idx="10"/>
          </p:nvPr>
        </p:nvSpPr>
        <p:spPr/>
        <p:txBody>
          <a:bodyPr/>
          <a:lstStyle/>
          <a:p>
            <a:fld id="{C7BF006C-D681-45AE-A699-707223F63907}"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57E62F3-7F5F-4B5C-A832-B56A94CD3AD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A7A0E9EC-93A7-877E-AA78-A1EEFE83C1F9}"/>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F02679D-91CA-4921-B6D6-9D264CF082A7}"/>
              </a:ext>
            </a:extLst>
          </p:cNvPr>
          <p:cNvSpPr>
            <a:spLocks noGrp="1" noChangeArrowheads="1"/>
          </p:cNvSpPr>
          <p:nvPr>
            <p:ph type="title"/>
          </p:nvPr>
        </p:nvSpPr>
        <p:spPr/>
        <p:txBody>
          <a:bodyPr/>
          <a:lstStyle/>
          <a:p>
            <a:r>
              <a:rPr lang="en-US" altLang="zh-CN"/>
              <a:t>7.3.1 </a:t>
            </a:r>
            <a:r>
              <a:rPr lang="zh-CN" altLang="en-US"/>
              <a:t>符号表中的名字</a:t>
            </a:r>
          </a:p>
        </p:txBody>
      </p:sp>
      <p:sp>
        <p:nvSpPr>
          <p:cNvPr id="59395" name="Rectangle 3">
            <a:extLst>
              <a:ext uri="{FF2B5EF4-FFF2-40B4-BE49-F238E27FC236}">
                <a16:creationId xmlns:a16="http://schemas.microsoft.com/office/drawing/2014/main" id="{6B8C0BCF-7F97-4F3C-AD24-E1E8D0B0B761}"/>
              </a:ext>
            </a:extLst>
          </p:cNvPr>
          <p:cNvSpPr>
            <a:spLocks noGrp="1" noChangeArrowheads="1"/>
          </p:cNvSpPr>
          <p:nvPr>
            <p:ph idx="1"/>
          </p:nvPr>
        </p:nvSpPr>
        <p:spPr/>
        <p:txBody>
          <a:bodyPr/>
          <a:lstStyle/>
          <a:p>
            <a:pPr algn="just">
              <a:spcBef>
                <a:spcPct val="15000"/>
              </a:spcBef>
              <a:buFont typeface="Wingdings" panose="05000000000000000000" pitchFamily="2" charset="2"/>
              <a:buNone/>
            </a:pPr>
            <a:r>
              <a:rPr lang="en-US" altLang="zh-CN" b="1" i="1" dirty="0"/>
              <a:t>S </a:t>
            </a:r>
            <a:r>
              <a:rPr lang="en-US" altLang="zh-CN" b="1" dirty="0">
                <a:sym typeface="Symbol" panose="05050102010706020507" pitchFamily="18" charset="2"/>
              </a:rPr>
              <a:t></a:t>
            </a:r>
            <a:r>
              <a:rPr lang="en-US" altLang="zh-CN" b="1" dirty="0"/>
              <a:t> id := </a:t>
            </a:r>
            <a:r>
              <a:rPr lang="en-US" altLang="zh-CN" b="1" i="1" dirty="0"/>
              <a:t>E 	</a:t>
            </a:r>
            <a:r>
              <a:rPr lang="en-US" altLang="zh-CN" b="1" dirty="0">
                <a:solidFill>
                  <a:srgbClr val="008000"/>
                </a:solidFill>
              </a:rPr>
              <a:t>{</a:t>
            </a:r>
            <a:r>
              <a:rPr lang="en-US" altLang="zh-CN" b="1" i="1" dirty="0">
                <a:solidFill>
                  <a:srgbClr val="008000"/>
                </a:solidFill>
              </a:rPr>
              <a:t>p</a:t>
            </a:r>
            <a:r>
              <a:rPr lang="en-US" altLang="zh-CN" b="1" dirty="0">
                <a:solidFill>
                  <a:srgbClr val="008000"/>
                </a:solidFill>
              </a:rPr>
              <a:t> = </a:t>
            </a:r>
            <a:r>
              <a:rPr lang="en-US" altLang="zh-CN" b="1" i="1" dirty="0">
                <a:solidFill>
                  <a:srgbClr val="008000"/>
                </a:solidFill>
              </a:rPr>
              <a:t>lookup</a:t>
            </a:r>
            <a:r>
              <a:rPr lang="en-US" altLang="zh-CN" b="1" dirty="0">
                <a:solidFill>
                  <a:srgbClr val="008000"/>
                </a:solidFill>
              </a:rPr>
              <a:t>(id.</a:t>
            </a:r>
            <a:r>
              <a:rPr lang="en-US" altLang="zh-CN" b="1" i="1" dirty="0">
                <a:solidFill>
                  <a:srgbClr val="008000"/>
                </a:solidFill>
              </a:rPr>
              <a:t>name</a:t>
            </a:r>
            <a:r>
              <a:rPr lang="en-US" altLang="zh-CN" b="1" dirty="0">
                <a:solidFill>
                  <a:srgbClr val="008000"/>
                </a:solidFill>
              </a:rPr>
              <a:t>);</a:t>
            </a:r>
          </a:p>
          <a:p>
            <a:pPr algn="just">
              <a:spcBef>
                <a:spcPct val="15000"/>
              </a:spcBef>
              <a:buFont typeface="Wingdings" panose="05000000000000000000" pitchFamily="2" charset="2"/>
              <a:buNone/>
            </a:pPr>
            <a:r>
              <a:rPr lang="en-US" altLang="zh-CN" b="1" dirty="0">
                <a:solidFill>
                  <a:srgbClr val="008000"/>
                </a:solidFill>
              </a:rPr>
              <a:t>				if (</a:t>
            </a:r>
            <a:r>
              <a:rPr lang="en-US" altLang="zh-CN" b="1" i="1" dirty="0">
                <a:solidFill>
                  <a:srgbClr val="008000"/>
                </a:solidFill>
              </a:rPr>
              <a:t>p </a:t>
            </a:r>
            <a:r>
              <a:rPr lang="en-US" altLang="zh-CN" b="1" dirty="0">
                <a:solidFill>
                  <a:srgbClr val="008000"/>
                </a:solidFill>
              </a:rPr>
              <a:t>!</a:t>
            </a:r>
            <a:r>
              <a:rPr lang="en-US" altLang="zh-CN" b="1" dirty="0">
                <a:solidFill>
                  <a:srgbClr val="008000"/>
                </a:solidFill>
                <a:sym typeface="Symbol" panose="05050102010706020507" pitchFamily="18" charset="2"/>
              </a:rPr>
              <a:t>=</a:t>
            </a:r>
            <a:r>
              <a:rPr lang="en-US" altLang="zh-CN" b="1" dirty="0">
                <a:solidFill>
                  <a:srgbClr val="008000"/>
                </a:solidFill>
              </a:rPr>
              <a:t> </a:t>
            </a:r>
            <a:r>
              <a:rPr lang="en-US" altLang="zh-CN" b="1" i="1" dirty="0">
                <a:solidFill>
                  <a:srgbClr val="008000"/>
                </a:solidFill>
              </a:rPr>
              <a:t>nil</a:t>
            </a:r>
            <a:r>
              <a:rPr lang="en-US" altLang="zh-CN" b="1" dirty="0">
                <a:solidFill>
                  <a:srgbClr val="008000"/>
                </a:solidFill>
              </a:rPr>
              <a:t>)</a:t>
            </a:r>
          </a:p>
          <a:p>
            <a:pPr algn="just">
              <a:spcBef>
                <a:spcPct val="15000"/>
              </a:spcBef>
              <a:buFont typeface="Wingdings" panose="05000000000000000000" pitchFamily="2" charset="2"/>
              <a:buNone/>
            </a:pPr>
            <a:r>
              <a:rPr lang="en-US" altLang="zh-CN" b="1" i="1" dirty="0">
                <a:solidFill>
                  <a:srgbClr val="008000"/>
                </a:solidFill>
              </a:rPr>
              <a:t>				    emit</a:t>
            </a:r>
            <a:r>
              <a:rPr lang="en-US" altLang="zh-CN" b="1" dirty="0">
                <a:solidFill>
                  <a:srgbClr val="008000"/>
                </a:solidFill>
              </a:rPr>
              <a:t> ( </a:t>
            </a:r>
            <a:r>
              <a:rPr lang="en-US" altLang="zh-CN" b="1" i="1" dirty="0">
                <a:solidFill>
                  <a:srgbClr val="008000"/>
                </a:solidFill>
              </a:rPr>
              <a:t>p</a:t>
            </a:r>
            <a:r>
              <a:rPr lang="en-US" altLang="zh-CN" b="1" dirty="0">
                <a:solidFill>
                  <a:srgbClr val="008000"/>
                </a:solidFill>
              </a:rPr>
              <a:t>, ‘=’, </a:t>
            </a:r>
            <a:r>
              <a:rPr lang="en-US" altLang="zh-CN" b="1" i="1" dirty="0" err="1">
                <a:solidFill>
                  <a:srgbClr val="008000"/>
                </a:solidFill>
              </a:rPr>
              <a:t>E</a:t>
            </a:r>
            <a:r>
              <a:rPr lang="en-US" altLang="zh-CN" b="1" dirty="0" err="1">
                <a:solidFill>
                  <a:srgbClr val="008000"/>
                </a:solidFill>
              </a:rPr>
              <a:t>.</a:t>
            </a:r>
            <a:r>
              <a:rPr lang="en-US" altLang="zh-CN" b="1" i="1" dirty="0" err="1">
                <a:solidFill>
                  <a:srgbClr val="008000"/>
                </a:solidFill>
              </a:rPr>
              <a:t>place</a:t>
            </a:r>
            <a:r>
              <a:rPr lang="en-US" altLang="zh-CN" b="1" dirty="0">
                <a:solidFill>
                  <a:srgbClr val="008000"/>
                </a:solidFill>
              </a:rPr>
              <a:t>);</a:t>
            </a:r>
          </a:p>
          <a:p>
            <a:pPr algn="just">
              <a:spcBef>
                <a:spcPct val="15000"/>
              </a:spcBef>
              <a:buFont typeface="Wingdings" panose="05000000000000000000" pitchFamily="2" charset="2"/>
              <a:buNone/>
            </a:pPr>
            <a:r>
              <a:rPr lang="en-US" altLang="zh-CN" b="1" dirty="0">
                <a:solidFill>
                  <a:srgbClr val="008000"/>
                </a:solidFill>
              </a:rPr>
              <a:t>				else </a:t>
            </a:r>
            <a:r>
              <a:rPr lang="en-US" altLang="zh-CN" b="1" i="1" dirty="0">
                <a:solidFill>
                  <a:srgbClr val="008000"/>
                </a:solidFill>
              </a:rPr>
              <a:t>error</a:t>
            </a:r>
            <a:r>
              <a:rPr lang="en-US" altLang="zh-CN" b="1" dirty="0">
                <a:solidFill>
                  <a:srgbClr val="008000"/>
                </a:solidFill>
              </a:rPr>
              <a:t>; }</a:t>
            </a:r>
          </a:p>
          <a:p>
            <a:pPr algn="just">
              <a:spcBef>
                <a:spcPct val="15000"/>
              </a:spcBef>
              <a:buFont typeface="Wingdings" panose="05000000000000000000" pitchFamily="2" charset="2"/>
              <a:buNone/>
            </a:pPr>
            <a:r>
              <a:rPr lang="en-US" altLang="zh-CN" b="1" i="1" dirty="0"/>
              <a:t>E </a:t>
            </a:r>
            <a:r>
              <a:rPr lang="en-US" altLang="zh-CN" b="1" dirty="0">
                <a:sym typeface="Symbol" panose="05050102010706020507" pitchFamily="18" charset="2"/>
              </a:rPr>
              <a:t></a:t>
            </a:r>
            <a:r>
              <a:rPr lang="en-US" altLang="zh-CN" b="1" dirty="0"/>
              <a:t> </a:t>
            </a:r>
            <a:r>
              <a:rPr lang="en-US" altLang="zh-CN" b="1" i="1" dirty="0"/>
              <a:t>E</a:t>
            </a:r>
            <a:r>
              <a:rPr lang="en-US" altLang="zh-CN" b="1" baseline="-30000" dirty="0"/>
              <a:t>1 </a:t>
            </a:r>
            <a:r>
              <a:rPr lang="en-US" altLang="zh-CN" b="1" dirty="0"/>
              <a:t>+ </a:t>
            </a:r>
            <a:r>
              <a:rPr lang="en-US" altLang="zh-CN" b="1" i="1" dirty="0"/>
              <a:t>E</a:t>
            </a:r>
            <a:r>
              <a:rPr lang="en-US" altLang="zh-CN" b="1" baseline="-30000" dirty="0"/>
              <a:t>2	</a:t>
            </a:r>
            <a:r>
              <a:rPr lang="en-US" altLang="zh-CN" b="1" dirty="0">
                <a:solidFill>
                  <a:srgbClr val="008000"/>
                </a:solidFill>
              </a:rPr>
              <a:t>{</a:t>
            </a:r>
            <a:r>
              <a:rPr lang="en-US" altLang="zh-CN" b="1" i="1" dirty="0" err="1">
                <a:solidFill>
                  <a:srgbClr val="008000"/>
                </a:solidFill>
              </a:rPr>
              <a:t>E</a:t>
            </a:r>
            <a:r>
              <a:rPr lang="en-US" altLang="zh-CN" b="1" dirty="0" err="1">
                <a:solidFill>
                  <a:srgbClr val="008000"/>
                </a:solidFill>
              </a:rPr>
              <a:t>.</a:t>
            </a:r>
            <a:r>
              <a:rPr lang="en-US" altLang="zh-CN" b="1" i="1" dirty="0" err="1">
                <a:solidFill>
                  <a:srgbClr val="008000"/>
                </a:solidFill>
              </a:rPr>
              <a:t>place</a:t>
            </a:r>
            <a:r>
              <a:rPr lang="en-US" altLang="zh-CN" b="1" dirty="0">
                <a:solidFill>
                  <a:srgbClr val="008000"/>
                </a:solidFill>
              </a:rPr>
              <a:t> = </a:t>
            </a:r>
            <a:r>
              <a:rPr lang="en-US" altLang="zh-CN" b="1" i="1" dirty="0" err="1">
                <a:solidFill>
                  <a:srgbClr val="008000"/>
                </a:solidFill>
              </a:rPr>
              <a:t>newTemp</a:t>
            </a:r>
            <a:r>
              <a:rPr lang="en-US" altLang="zh-CN" b="1" dirty="0">
                <a:solidFill>
                  <a:srgbClr val="008000"/>
                </a:solidFill>
              </a:rPr>
              <a:t>();</a:t>
            </a:r>
          </a:p>
          <a:p>
            <a:pPr algn="just">
              <a:spcBef>
                <a:spcPct val="15000"/>
              </a:spcBef>
              <a:buFont typeface="Wingdings" panose="05000000000000000000" pitchFamily="2" charset="2"/>
              <a:buNone/>
            </a:pPr>
            <a:r>
              <a:rPr lang="en-US" altLang="zh-CN" b="1" dirty="0">
                <a:solidFill>
                  <a:srgbClr val="008000"/>
                </a:solidFill>
              </a:rPr>
              <a:t> 				</a:t>
            </a:r>
            <a:r>
              <a:rPr lang="en-US" altLang="zh-CN" b="1" i="1" dirty="0">
                <a:solidFill>
                  <a:srgbClr val="008000"/>
                </a:solidFill>
              </a:rPr>
              <a:t>emit</a:t>
            </a:r>
            <a:r>
              <a:rPr lang="en-US" altLang="zh-CN" b="1" dirty="0">
                <a:solidFill>
                  <a:srgbClr val="008000"/>
                </a:solidFill>
              </a:rPr>
              <a:t> (</a:t>
            </a:r>
            <a:r>
              <a:rPr lang="en-US" altLang="zh-CN" b="1" i="1" dirty="0" err="1">
                <a:solidFill>
                  <a:srgbClr val="008000"/>
                </a:solidFill>
              </a:rPr>
              <a:t>E</a:t>
            </a:r>
            <a:r>
              <a:rPr lang="en-US" altLang="zh-CN" b="1" dirty="0" err="1">
                <a:solidFill>
                  <a:srgbClr val="008000"/>
                </a:solidFill>
              </a:rPr>
              <a:t>.</a:t>
            </a:r>
            <a:r>
              <a:rPr lang="en-US" altLang="zh-CN" b="1" i="1" dirty="0" err="1">
                <a:solidFill>
                  <a:srgbClr val="008000"/>
                </a:solidFill>
              </a:rPr>
              <a:t>place</a:t>
            </a:r>
            <a:r>
              <a:rPr lang="en-US" altLang="zh-CN" b="1" dirty="0">
                <a:solidFill>
                  <a:srgbClr val="008000"/>
                </a:solidFill>
              </a:rPr>
              <a:t>, ‘=’, </a:t>
            </a:r>
            <a:r>
              <a:rPr lang="en-US" altLang="zh-CN" b="1" i="1" dirty="0">
                <a:solidFill>
                  <a:srgbClr val="008000"/>
                </a:solidFill>
              </a:rPr>
              <a:t>E</a:t>
            </a:r>
            <a:r>
              <a:rPr lang="en-US" altLang="zh-CN" b="1" baseline="-30000" dirty="0">
                <a:solidFill>
                  <a:srgbClr val="008000"/>
                </a:solidFill>
              </a:rPr>
              <a:t>1</a:t>
            </a:r>
            <a:r>
              <a:rPr lang="en-US" altLang="zh-CN" b="1" dirty="0">
                <a:solidFill>
                  <a:srgbClr val="008000"/>
                </a:solidFill>
              </a:rPr>
              <a:t>.</a:t>
            </a:r>
            <a:r>
              <a:rPr lang="en-US" altLang="zh-CN" b="1" i="1" dirty="0">
                <a:solidFill>
                  <a:srgbClr val="008000"/>
                </a:solidFill>
              </a:rPr>
              <a:t>place</a:t>
            </a:r>
            <a:r>
              <a:rPr lang="en-US" altLang="zh-CN" b="1" dirty="0">
                <a:solidFill>
                  <a:srgbClr val="008000"/>
                </a:solidFill>
              </a:rPr>
              <a:t>,</a:t>
            </a:r>
          </a:p>
          <a:p>
            <a:pPr algn="just">
              <a:spcBef>
                <a:spcPct val="15000"/>
              </a:spcBef>
              <a:buFont typeface="Wingdings" panose="05000000000000000000" pitchFamily="2" charset="2"/>
              <a:buNone/>
            </a:pPr>
            <a:r>
              <a:rPr lang="en-US" altLang="zh-CN" b="1" dirty="0">
                <a:solidFill>
                  <a:srgbClr val="008000"/>
                </a:solidFill>
              </a:rPr>
              <a:t>                                    ‘+’, </a:t>
            </a:r>
            <a:r>
              <a:rPr lang="en-US" altLang="zh-CN" b="1" i="1" dirty="0">
                <a:solidFill>
                  <a:srgbClr val="008000"/>
                </a:solidFill>
              </a:rPr>
              <a:t>E</a:t>
            </a:r>
            <a:r>
              <a:rPr lang="en-US" altLang="zh-CN" b="1" baseline="-30000" dirty="0">
                <a:solidFill>
                  <a:srgbClr val="008000"/>
                </a:solidFill>
              </a:rPr>
              <a:t>2</a:t>
            </a:r>
            <a:r>
              <a:rPr lang="en-US" altLang="zh-CN" b="1" dirty="0">
                <a:solidFill>
                  <a:srgbClr val="008000"/>
                </a:solidFill>
              </a:rPr>
              <a:t>.</a:t>
            </a:r>
            <a:r>
              <a:rPr lang="en-US" altLang="zh-CN" b="1" i="1" dirty="0">
                <a:solidFill>
                  <a:srgbClr val="008000"/>
                </a:solidFill>
              </a:rPr>
              <a:t>place</a:t>
            </a:r>
            <a:r>
              <a:rPr lang="en-US" altLang="zh-CN" b="1" dirty="0">
                <a:solidFill>
                  <a:srgbClr val="008000"/>
                </a:solidFill>
              </a:rPr>
              <a:t>) }</a:t>
            </a:r>
          </a:p>
          <a:p>
            <a:endParaRPr lang="en-US" altLang="zh-CN" dirty="0"/>
          </a:p>
        </p:txBody>
      </p:sp>
      <p:sp>
        <p:nvSpPr>
          <p:cNvPr id="2" name="日期占位符 1">
            <a:extLst>
              <a:ext uri="{FF2B5EF4-FFF2-40B4-BE49-F238E27FC236}">
                <a16:creationId xmlns:a16="http://schemas.microsoft.com/office/drawing/2014/main" id="{36906D22-622B-E98C-2E2F-B76C1C5DE50E}"/>
              </a:ext>
            </a:extLst>
          </p:cNvPr>
          <p:cNvSpPr>
            <a:spLocks noGrp="1"/>
          </p:cNvSpPr>
          <p:nvPr>
            <p:ph type="dt" sz="half" idx="10"/>
          </p:nvPr>
        </p:nvSpPr>
        <p:spPr/>
        <p:txBody>
          <a:bodyPr/>
          <a:lstStyle/>
          <a:p>
            <a:fld id="{EB015149-C4CD-49FF-AC14-EC772043718E}"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3F5369A5-78B0-202E-12B3-8EB39EC3471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AD70BCDD-9F78-87E6-0D34-CA9AED211782}"/>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1EABBB3-1C9E-4D93-B4FD-D275CA3B07D0}"/>
              </a:ext>
            </a:extLst>
          </p:cNvPr>
          <p:cNvSpPr>
            <a:spLocks noGrp="1" noChangeArrowheads="1"/>
          </p:cNvSpPr>
          <p:nvPr>
            <p:ph type="title"/>
          </p:nvPr>
        </p:nvSpPr>
        <p:spPr/>
        <p:txBody>
          <a:bodyPr/>
          <a:lstStyle/>
          <a:p>
            <a:r>
              <a:rPr lang="en-US" altLang="zh-CN" dirty="0"/>
              <a:t>7.3.1 </a:t>
            </a:r>
            <a:r>
              <a:rPr lang="zh-CN" altLang="en-US" dirty="0"/>
              <a:t>符号表中的名字</a:t>
            </a:r>
          </a:p>
        </p:txBody>
      </p:sp>
      <p:sp>
        <p:nvSpPr>
          <p:cNvPr id="60419" name="Rectangle 3">
            <a:extLst>
              <a:ext uri="{FF2B5EF4-FFF2-40B4-BE49-F238E27FC236}">
                <a16:creationId xmlns:a16="http://schemas.microsoft.com/office/drawing/2014/main" id="{AB2CB3AF-545C-4FA0-8AD7-99A49BAC4EDD}"/>
              </a:ext>
            </a:extLst>
          </p:cNvPr>
          <p:cNvSpPr>
            <a:spLocks noGrp="1" noChangeArrowheads="1"/>
          </p:cNvSpPr>
          <p:nvPr>
            <p:ph idx="1"/>
          </p:nvPr>
        </p:nvSpPr>
        <p:spPr/>
        <p:txBody>
          <a:bodyPr/>
          <a:lstStyle/>
          <a:p>
            <a:pPr algn="just">
              <a:spcBef>
                <a:spcPct val="15000"/>
              </a:spcBef>
              <a:buFont typeface="Wingdings" panose="05000000000000000000" pitchFamily="2" charset="2"/>
              <a:buNone/>
            </a:pPr>
            <a:r>
              <a:rPr lang="en-US" altLang="zh-CN" b="1" i="1"/>
              <a:t>E </a:t>
            </a:r>
            <a:r>
              <a:rPr lang="en-US" altLang="zh-CN" b="1">
                <a:sym typeface="Symbol" panose="05050102010706020507" pitchFamily="18" charset="2"/>
              </a:rPr>
              <a:t></a:t>
            </a:r>
            <a:r>
              <a:rPr lang="en-US" altLang="zh-CN" b="1"/>
              <a:t> </a:t>
            </a:r>
            <a:r>
              <a:rPr lang="en-US" altLang="zh-CN" b="1">
                <a:sym typeface="Symbol" panose="05050102010706020507" pitchFamily="18" charset="2"/>
              </a:rPr>
              <a:t></a:t>
            </a:r>
            <a:r>
              <a:rPr lang="en-US" altLang="zh-CN" b="1" i="1"/>
              <a:t>E</a:t>
            </a:r>
            <a:r>
              <a:rPr lang="en-US" altLang="zh-CN" b="1" baseline="-30000"/>
              <a:t>1 		</a:t>
            </a:r>
            <a:r>
              <a:rPr lang="en-US" altLang="zh-CN" b="1">
                <a:solidFill>
                  <a:srgbClr val="008000"/>
                </a:solidFill>
              </a:rPr>
              <a:t>{</a:t>
            </a:r>
            <a:r>
              <a:rPr lang="en-US" altLang="zh-CN" b="1" i="1">
                <a:solidFill>
                  <a:srgbClr val="008000"/>
                </a:solidFill>
              </a:rPr>
              <a:t>E</a:t>
            </a:r>
            <a:r>
              <a:rPr lang="en-US" altLang="zh-CN" b="1">
                <a:solidFill>
                  <a:srgbClr val="008000"/>
                </a:solidFill>
              </a:rPr>
              <a:t>.</a:t>
            </a:r>
            <a:r>
              <a:rPr lang="en-US" altLang="zh-CN" b="1" i="1">
                <a:solidFill>
                  <a:srgbClr val="008000"/>
                </a:solidFill>
              </a:rPr>
              <a:t>place</a:t>
            </a:r>
            <a:r>
              <a:rPr lang="en-US" altLang="zh-CN" b="1">
                <a:solidFill>
                  <a:srgbClr val="008000"/>
                </a:solidFill>
              </a:rPr>
              <a:t> = </a:t>
            </a:r>
            <a:r>
              <a:rPr lang="en-US" altLang="zh-CN" b="1" i="1">
                <a:solidFill>
                  <a:srgbClr val="008000"/>
                </a:solidFill>
              </a:rPr>
              <a:t>newTemp</a:t>
            </a:r>
            <a:r>
              <a:rPr lang="en-US" altLang="zh-CN" b="1">
                <a:solidFill>
                  <a:srgbClr val="008000"/>
                </a:solidFill>
              </a:rPr>
              <a:t>();</a:t>
            </a:r>
          </a:p>
          <a:p>
            <a:pPr algn="just">
              <a:spcBef>
                <a:spcPct val="15000"/>
              </a:spcBef>
              <a:buFont typeface="Wingdings" panose="05000000000000000000" pitchFamily="2" charset="2"/>
              <a:buNone/>
            </a:pPr>
            <a:r>
              <a:rPr lang="en-US" altLang="zh-CN" b="1" i="1">
                <a:solidFill>
                  <a:srgbClr val="008000"/>
                </a:solidFill>
              </a:rPr>
              <a:t>		       		  emit</a:t>
            </a:r>
            <a:r>
              <a:rPr lang="en-US" altLang="zh-CN" b="1">
                <a:solidFill>
                  <a:srgbClr val="008000"/>
                </a:solidFill>
              </a:rPr>
              <a:t> (</a:t>
            </a:r>
            <a:r>
              <a:rPr lang="en-US" altLang="zh-CN" b="1" i="1">
                <a:solidFill>
                  <a:srgbClr val="008000"/>
                </a:solidFill>
              </a:rPr>
              <a:t>E</a:t>
            </a:r>
            <a:r>
              <a:rPr lang="en-US" altLang="zh-CN" b="1">
                <a:solidFill>
                  <a:srgbClr val="008000"/>
                </a:solidFill>
              </a:rPr>
              <a:t>.</a:t>
            </a:r>
            <a:r>
              <a:rPr lang="en-US" altLang="zh-CN" b="1" i="1">
                <a:solidFill>
                  <a:srgbClr val="008000"/>
                </a:solidFill>
              </a:rPr>
              <a:t>place</a:t>
            </a:r>
            <a:r>
              <a:rPr lang="en-US" altLang="zh-CN" b="1">
                <a:solidFill>
                  <a:srgbClr val="008000"/>
                </a:solidFill>
              </a:rPr>
              <a:t>, ‘=’,</a:t>
            </a:r>
          </a:p>
          <a:p>
            <a:pPr algn="just">
              <a:spcBef>
                <a:spcPct val="15000"/>
              </a:spcBef>
              <a:buFont typeface="Wingdings" panose="05000000000000000000" pitchFamily="2" charset="2"/>
              <a:buNone/>
            </a:pPr>
            <a:r>
              <a:rPr lang="en-US" altLang="zh-CN" b="1">
                <a:solidFill>
                  <a:srgbClr val="008000"/>
                </a:solidFill>
              </a:rPr>
              <a:t>                                      ‘uminus’, </a:t>
            </a:r>
            <a:r>
              <a:rPr lang="en-US" altLang="zh-CN" b="1" i="1">
                <a:solidFill>
                  <a:srgbClr val="008000"/>
                </a:solidFill>
              </a:rPr>
              <a:t>E</a:t>
            </a:r>
            <a:r>
              <a:rPr lang="en-US" altLang="zh-CN" b="1" baseline="-30000">
                <a:solidFill>
                  <a:srgbClr val="008000"/>
                </a:solidFill>
              </a:rPr>
              <a:t>1</a:t>
            </a:r>
            <a:r>
              <a:rPr lang="en-US" altLang="zh-CN" b="1">
                <a:solidFill>
                  <a:srgbClr val="008000"/>
                </a:solidFill>
              </a:rPr>
              <a:t>.</a:t>
            </a:r>
            <a:r>
              <a:rPr lang="en-US" altLang="zh-CN" b="1" i="1">
                <a:solidFill>
                  <a:srgbClr val="008000"/>
                </a:solidFill>
              </a:rPr>
              <a:t>place</a:t>
            </a:r>
            <a:r>
              <a:rPr lang="en-US" altLang="zh-CN" b="1">
                <a:solidFill>
                  <a:srgbClr val="008000"/>
                </a:solidFill>
              </a:rPr>
              <a:t>); } </a:t>
            </a:r>
          </a:p>
          <a:p>
            <a:pPr algn="just">
              <a:spcBef>
                <a:spcPct val="15000"/>
              </a:spcBef>
              <a:buFont typeface="Wingdings" panose="05000000000000000000" pitchFamily="2" charset="2"/>
              <a:buNone/>
            </a:pPr>
            <a:r>
              <a:rPr lang="en-US" altLang="zh-CN" b="1" i="1"/>
              <a:t>E </a:t>
            </a:r>
            <a:r>
              <a:rPr lang="en-US" altLang="zh-CN" b="1">
                <a:sym typeface="Symbol" panose="05050102010706020507" pitchFamily="18" charset="2"/>
              </a:rPr>
              <a:t></a:t>
            </a:r>
            <a:r>
              <a:rPr lang="en-US" altLang="zh-CN" b="1"/>
              <a:t> (</a:t>
            </a:r>
            <a:r>
              <a:rPr lang="en-US" altLang="zh-CN" b="1" i="1"/>
              <a:t>E</a:t>
            </a:r>
            <a:r>
              <a:rPr lang="en-US" altLang="zh-CN" b="1" baseline="-30000"/>
              <a:t>1</a:t>
            </a:r>
            <a:r>
              <a:rPr lang="en-US" altLang="zh-CN" b="1"/>
              <a:t>) 		</a:t>
            </a:r>
            <a:r>
              <a:rPr lang="en-US" altLang="zh-CN" b="1">
                <a:solidFill>
                  <a:srgbClr val="008000"/>
                </a:solidFill>
              </a:rPr>
              <a:t>{</a:t>
            </a:r>
            <a:r>
              <a:rPr lang="en-US" altLang="zh-CN" b="1" i="1">
                <a:solidFill>
                  <a:srgbClr val="008000"/>
                </a:solidFill>
              </a:rPr>
              <a:t>E</a:t>
            </a:r>
            <a:r>
              <a:rPr lang="en-US" altLang="zh-CN" b="1">
                <a:solidFill>
                  <a:srgbClr val="008000"/>
                </a:solidFill>
              </a:rPr>
              <a:t>.</a:t>
            </a:r>
            <a:r>
              <a:rPr lang="en-US" altLang="zh-CN" b="1" i="1">
                <a:solidFill>
                  <a:srgbClr val="008000"/>
                </a:solidFill>
              </a:rPr>
              <a:t>place</a:t>
            </a:r>
            <a:r>
              <a:rPr lang="en-US" altLang="zh-CN" b="1">
                <a:solidFill>
                  <a:srgbClr val="008000"/>
                </a:solidFill>
              </a:rPr>
              <a:t> = </a:t>
            </a:r>
            <a:r>
              <a:rPr lang="en-US" altLang="zh-CN" b="1" i="1">
                <a:solidFill>
                  <a:srgbClr val="008000"/>
                </a:solidFill>
              </a:rPr>
              <a:t>E</a:t>
            </a:r>
            <a:r>
              <a:rPr lang="en-US" altLang="zh-CN" b="1" baseline="-30000">
                <a:solidFill>
                  <a:srgbClr val="008000"/>
                </a:solidFill>
              </a:rPr>
              <a:t>1</a:t>
            </a:r>
            <a:r>
              <a:rPr lang="en-US" altLang="zh-CN" b="1">
                <a:solidFill>
                  <a:srgbClr val="008000"/>
                </a:solidFill>
              </a:rPr>
              <a:t>.</a:t>
            </a:r>
            <a:r>
              <a:rPr lang="en-US" altLang="zh-CN" b="1" i="1">
                <a:solidFill>
                  <a:srgbClr val="008000"/>
                </a:solidFill>
              </a:rPr>
              <a:t>place</a:t>
            </a:r>
            <a:r>
              <a:rPr lang="en-US" altLang="zh-CN" b="1">
                <a:solidFill>
                  <a:srgbClr val="008000"/>
                </a:solidFill>
              </a:rPr>
              <a:t>; }</a:t>
            </a:r>
          </a:p>
          <a:p>
            <a:pPr algn="just">
              <a:spcBef>
                <a:spcPct val="15000"/>
              </a:spcBef>
              <a:buFont typeface="Wingdings" panose="05000000000000000000" pitchFamily="2" charset="2"/>
              <a:buNone/>
            </a:pPr>
            <a:r>
              <a:rPr lang="en-US" altLang="zh-CN" b="1" i="1"/>
              <a:t>E </a:t>
            </a:r>
            <a:r>
              <a:rPr lang="en-US" altLang="zh-CN" b="1">
                <a:sym typeface="Symbol" panose="05050102010706020507" pitchFamily="18" charset="2"/>
              </a:rPr>
              <a:t></a:t>
            </a:r>
            <a:r>
              <a:rPr lang="en-US" altLang="zh-CN" b="1"/>
              <a:t> id    		</a:t>
            </a:r>
            <a:r>
              <a:rPr lang="en-US" altLang="zh-CN" b="1">
                <a:solidFill>
                  <a:srgbClr val="008000"/>
                </a:solidFill>
              </a:rPr>
              <a:t>{</a:t>
            </a:r>
            <a:r>
              <a:rPr lang="en-US" altLang="zh-CN" b="1" i="1">
                <a:solidFill>
                  <a:srgbClr val="008000"/>
                </a:solidFill>
              </a:rPr>
              <a:t>p</a:t>
            </a:r>
            <a:r>
              <a:rPr lang="en-US" altLang="zh-CN" b="1">
                <a:solidFill>
                  <a:srgbClr val="008000"/>
                </a:solidFill>
              </a:rPr>
              <a:t> = </a:t>
            </a:r>
            <a:r>
              <a:rPr lang="en-US" altLang="zh-CN" b="1" i="1">
                <a:solidFill>
                  <a:srgbClr val="008000"/>
                </a:solidFill>
              </a:rPr>
              <a:t>lookup</a:t>
            </a:r>
            <a:r>
              <a:rPr lang="en-US" altLang="zh-CN" b="1">
                <a:solidFill>
                  <a:srgbClr val="008000"/>
                </a:solidFill>
              </a:rPr>
              <a:t>(id.</a:t>
            </a:r>
            <a:r>
              <a:rPr lang="en-US" altLang="zh-CN" b="1" i="1">
                <a:solidFill>
                  <a:srgbClr val="008000"/>
                </a:solidFill>
              </a:rPr>
              <a:t>name</a:t>
            </a:r>
            <a:r>
              <a:rPr lang="en-US" altLang="zh-CN" b="1">
                <a:solidFill>
                  <a:srgbClr val="008000"/>
                </a:solidFill>
              </a:rPr>
              <a:t>);</a:t>
            </a:r>
          </a:p>
          <a:p>
            <a:pPr algn="just">
              <a:spcBef>
                <a:spcPct val="15000"/>
              </a:spcBef>
              <a:buFont typeface="Wingdings" panose="05000000000000000000" pitchFamily="2" charset="2"/>
              <a:buNone/>
            </a:pPr>
            <a:r>
              <a:rPr lang="en-US" altLang="zh-CN" b="1">
                <a:solidFill>
                  <a:srgbClr val="008000"/>
                </a:solidFill>
              </a:rPr>
              <a:t>				if (</a:t>
            </a:r>
            <a:r>
              <a:rPr lang="en-US" altLang="zh-CN" b="1" i="1">
                <a:solidFill>
                  <a:srgbClr val="008000"/>
                </a:solidFill>
              </a:rPr>
              <a:t>p </a:t>
            </a:r>
            <a:r>
              <a:rPr lang="en-US" altLang="zh-CN" b="1">
                <a:solidFill>
                  <a:srgbClr val="008000"/>
                </a:solidFill>
                <a:sym typeface="Symbol" panose="05050102010706020507" pitchFamily="18" charset="2"/>
              </a:rPr>
              <a:t>!=</a:t>
            </a:r>
            <a:r>
              <a:rPr lang="en-US" altLang="zh-CN" b="1">
                <a:solidFill>
                  <a:srgbClr val="008000"/>
                </a:solidFill>
              </a:rPr>
              <a:t> </a:t>
            </a:r>
            <a:r>
              <a:rPr lang="en-US" altLang="zh-CN" b="1" i="1">
                <a:solidFill>
                  <a:srgbClr val="008000"/>
                </a:solidFill>
              </a:rPr>
              <a:t>nil</a:t>
            </a:r>
            <a:r>
              <a:rPr lang="en-US" altLang="zh-CN" b="1">
                <a:solidFill>
                  <a:srgbClr val="008000"/>
                </a:solidFill>
              </a:rPr>
              <a:t>)  </a:t>
            </a:r>
            <a:r>
              <a:rPr lang="en-US" altLang="zh-CN" b="1" i="1">
                <a:solidFill>
                  <a:srgbClr val="008000"/>
                </a:solidFill>
              </a:rPr>
              <a:t>E</a:t>
            </a:r>
            <a:r>
              <a:rPr lang="en-US" altLang="zh-CN" b="1">
                <a:solidFill>
                  <a:srgbClr val="008000"/>
                </a:solidFill>
              </a:rPr>
              <a:t>.</a:t>
            </a:r>
            <a:r>
              <a:rPr lang="en-US" altLang="zh-CN" b="1" i="1">
                <a:solidFill>
                  <a:srgbClr val="008000"/>
                </a:solidFill>
              </a:rPr>
              <a:t>place</a:t>
            </a:r>
            <a:r>
              <a:rPr lang="en-US" altLang="zh-CN" b="1">
                <a:solidFill>
                  <a:srgbClr val="008000"/>
                </a:solidFill>
              </a:rPr>
              <a:t> = </a:t>
            </a:r>
            <a:r>
              <a:rPr lang="en-US" altLang="zh-CN" b="1" i="1">
                <a:solidFill>
                  <a:srgbClr val="008000"/>
                </a:solidFill>
              </a:rPr>
              <a:t>p</a:t>
            </a:r>
            <a:r>
              <a:rPr lang="en-US" altLang="zh-CN" b="1">
                <a:solidFill>
                  <a:srgbClr val="008000"/>
                </a:solidFill>
              </a:rPr>
              <a:t>;</a:t>
            </a:r>
            <a:r>
              <a:rPr lang="en-US" altLang="zh-CN" b="1" i="1">
                <a:solidFill>
                  <a:srgbClr val="008000"/>
                </a:solidFill>
              </a:rPr>
              <a:t> </a:t>
            </a:r>
          </a:p>
          <a:p>
            <a:pPr algn="just">
              <a:spcBef>
                <a:spcPct val="15000"/>
              </a:spcBef>
              <a:buFont typeface="Wingdings" panose="05000000000000000000" pitchFamily="2" charset="2"/>
              <a:buNone/>
            </a:pPr>
            <a:r>
              <a:rPr lang="en-US" altLang="zh-CN" b="1" i="1">
                <a:solidFill>
                  <a:srgbClr val="008000"/>
                </a:solidFill>
              </a:rPr>
              <a:t>				</a:t>
            </a:r>
            <a:r>
              <a:rPr lang="en-US" altLang="zh-CN" b="1">
                <a:solidFill>
                  <a:srgbClr val="008000"/>
                </a:solidFill>
              </a:rPr>
              <a:t>else </a:t>
            </a:r>
            <a:r>
              <a:rPr lang="en-US" altLang="zh-CN" b="1" i="1">
                <a:solidFill>
                  <a:srgbClr val="008000"/>
                </a:solidFill>
              </a:rPr>
              <a:t>error</a:t>
            </a:r>
            <a:r>
              <a:rPr lang="en-US" altLang="zh-CN" b="1">
                <a:solidFill>
                  <a:srgbClr val="008000"/>
                </a:solidFill>
              </a:rPr>
              <a:t>;</a:t>
            </a:r>
            <a:r>
              <a:rPr lang="en-US" altLang="zh-CN" b="1" i="1">
                <a:solidFill>
                  <a:srgbClr val="008000"/>
                </a:solidFill>
              </a:rPr>
              <a:t> </a:t>
            </a:r>
            <a:r>
              <a:rPr lang="en-US" altLang="zh-CN" b="1">
                <a:solidFill>
                  <a:srgbClr val="008000"/>
                </a:solidFill>
              </a:rPr>
              <a:t>}</a:t>
            </a:r>
          </a:p>
          <a:p>
            <a:endParaRPr lang="en-US" altLang="zh-CN"/>
          </a:p>
        </p:txBody>
      </p:sp>
      <p:sp>
        <p:nvSpPr>
          <p:cNvPr id="2" name="日期占位符 1">
            <a:extLst>
              <a:ext uri="{FF2B5EF4-FFF2-40B4-BE49-F238E27FC236}">
                <a16:creationId xmlns:a16="http://schemas.microsoft.com/office/drawing/2014/main" id="{8DD5FA41-6AF0-4682-3DD2-05292A4F8543}"/>
              </a:ext>
            </a:extLst>
          </p:cNvPr>
          <p:cNvSpPr>
            <a:spLocks noGrp="1"/>
          </p:cNvSpPr>
          <p:nvPr>
            <p:ph type="dt" sz="half" idx="10"/>
          </p:nvPr>
        </p:nvSpPr>
        <p:spPr/>
        <p:txBody>
          <a:bodyPr/>
          <a:lstStyle/>
          <a:p>
            <a:fld id="{D3599467-8A68-4C1C-8B94-242CC8062C01}"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7CBF28CB-1F4B-60F4-C52F-442562496D1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1AC4CF45-3CBA-4468-60D8-EE557BFC75E2}"/>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3A7F3B5B-7FB8-4B19-96EE-D9382926E785}"/>
              </a:ext>
            </a:extLst>
          </p:cNvPr>
          <p:cNvSpPr>
            <a:spLocks noGrp="1" noChangeArrowheads="1"/>
          </p:cNvSpPr>
          <p:nvPr>
            <p:ph type="title"/>
          </p:nvPr>
        </p:nvSpPr>
        <p:spPr/>
        <p:txBody>
          <a:bodyPr/>
          <a:lstStyle/>
          <a:p>
            <a:r>
              <a:rPr lang="en-US" altLang="zh-CN"/>
              <a:t>7.3.4 </a:t>
            </a:r>
            <a:r>
              <a:rPr lang="zh-CN" altLang="en-US"/>
              <a:t>类型转换</a:t>
            </a:r>
          </a:p>
        </p:txBody>
      </p:sp>
      <p:sp>
        <p:nvSpPr>
          <p:cNvPr id="71683" name="Rectangle 3">
            <a:extLst>
              <a:ext uri="{FF2B5EF4-FFF2-40B4-BE49-F238E27FC236}">
                <a16:creationId xmlns:a16="http://schemas.microsoft.com/office/drawing/2014/main" id="{DA9781BF-EE1E-464A-BF12-B297E174E3FE}"/>
              </a:ext>
            </a:extLst>
          </p:cNvPr>
          <p:cNvSpPr>
            <a:spLocks noGrp="1" noChangeArrowheads="1"/>
          </p:cNvSpPr>
          <p:nvPr>
            <p:ph idx="1"/>
          </p:nvPr>
        </p:nvSpPr>
        <p:spPr/>
        <p:txBody>
          <a:bodyPr/>
          <a:lstStyle/>
          <a:p>
            <a:pPr algn="just">
              <a:lnSpc>
                <a:spcPct val="90000"/>
              </a:lnSpc>
              <a:spcBef>
                <a:spcPct val="0"/>
              </a:spcBef>
              <a:buFont typeface="Wingdings" panose="05000000000000000000" pitchFamily="2" charset="2"/>
              <a:buNone/>
            </a:pPr>
            <a:r>
              <a:rPr lang="en-US" altLang="zh-CN" b="1" dirty="0"/>
              <a:t>x = y + </a:t>
            </a:r>
            <a:r>
              <a:rPr lang="en-US" altLang="zh-CN" b="1" dirty="0" err="1"/>
              <a:t>i</a:t>
            </a:r>
            <a:r>
              <a:rPr lang="en-US" altLang="zh-CN" b="1" dirty="0"/>
              <a:t> </a:t>
            </a:r>
            <a:r>
              <a:rPr lang="en-US" altLang="zh-CN" b="1" dirty="0">
                <a:sym typeface="Symbol" panose="05050102010706020507" pitchFamily="18" charset="2"/>
              </a:rPr>
              <a:t></a:t>
            </a:r>
            <a:r>
              <a:rPr lang="en-US" altLang="zh-CN" b="1" dirty="0"/>
              <a:t> j</a:t>
            </a:r>
          </a:p>
          <a:p>
            <a:pPr algn="just">
              <a:lnSpc>
                <a:spcPct val="90000"/>
              </a:lnSpc>
              <a:spcBef>
                <a:spcPct val="0"/>
              </a:spcBef>
              <a:buFont typeface="Wingdings" panose="05000000000000000000" pitchFamily="2" charset="2"/>
              <a:buNone/>
            </a:pPr>
            <a:r>
              <a:rPr lang="zh-CN" altLang="en-US" b="1" dirty="0"/>
              <a:t>（</a:t>
            </a:r>
            <a:r>
              <a:rPr lang="en-US" altLang="zh-CN" b="1" dirty="0"/>
              <a:t>x</a:t>
            </a:r>
            <a:r>
              <a:rPr lang="zh-CN" altLang="en-US" dirty="0">
                <a:latin typeface="宋体" panose="02010600030101010101" pitchFamily="2" charset="-122"/>
              </a:rPr>
              <a:t>和</a:t>
            </a:r>
            <a:r>
              <a:rPr lang="en-US" altLang="zh-CN" b="1" dirty="0"/>
              <a:t>y</a:t>
            </a:r>
            <a:r>
              <a:rPr lang="zh-CN" altLang="en-US" dirty="0">
                <a:latin typeface="宋体" panose="02010600030101010101" pitchFamily="2" charset="-122"/>
              </a:rPr>
              <a:t>的类型是</a:t>
            </a:r>
            <a:r>
              <a:rPr lang="en-US" altLang="zh-CN" b="1" dirty="0"/>
              <a:t>real</a:t>
            </a:r>
            <a:r>
              <a:rPr lang="zh-CN" altLang="en-US" b="1" dirty="0">
                <a:latin typeface="宋体" panose="02010600030101010101" pitchFamily="2" charset="-122"/>
              </a:rPr>
              <a:t>，</a:t>
            </a:r>
            <a:r>
              <a:rPr lang="en-US" altLang="zh-CN" b="1" dirty="0" err="1"/>
              <a:t>i</a:t>
            </a:r>
            <a:r>
              <a:rPr lang="zh-CN" altLang="en-US" dirty="0">
                <a:latin typeface="宋体" panose="02010600030101010101" pitchFamily="2" charset="-122"/>
              </a:rPr>
              <a:t>和</a:t>
            </a:r>
            <a:r>
              <a:rPr lang="en-US" altLang="zh-CN" b="1" dirty="0"/>
              <a:t>j</a:t>
            </a:r>
            <a:r>
              <a:rPr lang="zh-CN" altLang="en-US" dirty="0">
                <a:latin typeface="宋体" panose="02010600030101010101" pitchFamily="2" charset="-122"/>
              </a:rPr>
              <a:t>的类型是</a:t>
            </a:r>
            <a:r>
              <a:rPr lang="en-US" altLang="zh-CN" b="1" dirty="0"/>
              <a:t>integer</a:t>
            </a:r>
            <a:r>
              <a:rPr lang="zh-CN" altLang="en-US" b="1" dirty="0"/>
              <a:t>）</a:t>
            </a:r>
          </a:p>
          <a:p>
            <a:pPr algn="just">
              <a:lnSpc>
                <a:spcPct val="90000"/>
              </a:lnSpc>
              <a:spcBef>
                <a:spcPct val="0"/>
              </a:spcBef>
              <a:buFont typeface="Wingdings" panose="05000000000000000000" pitchFamily="2" charset="2"/>
              <a:buNone/>
            </a:pPr>
            <a:endParaRPr lang="zh-CN" altLang="en-US" b="1" dirty="0"/>
          </a:p>
          <a:p>
            <a:pPr algn="just">
              <a:lnSpc>
                <a:spcPct val="90000"/>
              </a:lnSpc>
              <a:spcBef>
                <a:spcPct val="0"/>
              </a:spcBef>
              <a:buFont typeface="Wingdings" panose="05000000000000000000" pitchFamily="2" charset="2"/>
              <a:buNone/>
            </a:pPr>
            <a:r>
              <a:rPr lang="zh-CN" altLang="en-US" dirty="0"/>
              <a:t>中间代码</a:t>
            </a:r>
          </a:p>
          <a:p>
            <a:pPr algn="just">
              <a:lnSpc>
                <a:spcPct val="90000"/>
              </a:lnSpc>
              <a:spcBef>
                <a:spcPct val="0"/>
              </a:spcBef>
              <a:buFont typeface="Wingdings" panose="05000000000000000000" pitchFamily="2" charset="2"/>
              <a:buNone/>
            </a:pPr>
            <a:r>
              <a:rPr lang="en-US" altLang="zh-CN" b="1" dirty="0"/>
              <a:t>t</a:t>
            </a:r>
            <a:r>
              <a:rPr lang="en-US" altLang="zh-CN" b="1" baseline="-30000" dirty="0"/>
              <a:t>1</a:t>
            </a:r>
            <a:r>
              <a:rPr lang="en-US" altLang="zh-CN" b="1" dirty="0"/>
              <a:t> = </a:t>
            </a:r>
            <a:r>
              <a:rPr lang="en-US" altLang="zh-CN" b="1" dirty="0" err="1"/>
              <a:t>i</a:t>
            </a:r>
            <a:r>
              <a:rPr lang="en-US" altLang="zh-CN" b="1" dirty="0"/>
              <a:t> </a:t>
            </a:r>
            <a:r>
              <a:rPr lang="en-US" altLang="zh-CN" b="1" dirty="0">
                <a:solidFill>
                  <a:srgbClr val="008000"/>
                </a:solidFill>
              </a:rPr>
              <a:t>int</a:t>
            </a:r>
            <a:r>
              <a:rPr lang="en-US" altLang="zh-CN" b="1" dirty="0">
                <a:solidFill>
                  <a:srgbClr val="008000"/>
                </a:solidFill>
                <a:sym typeface="Symbol" panose="05050102010706020507" pitchFamily="18" charset="2"/>
              </a:rPr>
              <a:t></a:t>
            </a:r>
            <a:r>
              <a:rPr lang="en-US" altLang="zh-CN" b="1" dirty="0"/>
              <a:t> j</a:t>
            </a:r>
          </a:p>
          <a:p>
            <a:pPr algn="just">
              <a:lnSpc>
                <a:spcPct val="90000"/>
              </a:lnSpc>
              <a:spcBef>
                <a:spcPct val="0"/>
              </a:spcBef>
              <a:buFont typeface="Wingdings" panose="05000000000000000000" pitchFamily="2" charset="2"/>
              <a:buNone/>
            </a:pPr>
            <a:r>
              <a:rPr lang="en-US" altLang="zh-CN" b="1" dirty="0"/>
              <a:t>t</a:t>
            </a:r>
            <a:r>
              <a:rPr lang="en-US" altLang="zh-CN" b="1" baseline="-30000" dirty="0"/>
              <a:t>2</a:t>
            </a:r>
            <a:r>
              <a:rPr lang="en-US" altLang="zh-CN" b="1" dirty="0"/>
              <a:t> = </a:t>
            </a:r>
            <a:r>
              <a:rPr lang="en-US" altLang="zh-CN" b="1" dirty="0" err="1"/>
              <a:t>inttoreal</a:t>
            </a:r>
            <a:r>
              <a:rPr lang="en-US" altLang="zh-CN" b="1" dirty="0"/>
              <a:t> t</a:t>
            </a:r>
            <a:r>
              <a:rPr lang="en-US" altLang="zh-CN" b="1" baseline="-30000" dirty="0"/>
              <a:t>1</a:t>
            </a:r>
            <a:r>
              <a:rPr lang="en-US" altLang="zh-CN" b="1" dirty="0"/>
              <a:t> </a:t>
            </a:r>
          </a:p>
          <a:p>
            <a:pPr algn="just">
              <a:lnSpc>
                <a:spcPct val="90000"/>
              </a:lnSpc>
              <a:spcBef>
                <a:spcPct val="0"/>
              </a:spcBef>
              <a:buFont typeface="Wingdings" panose="05000000000000000000" pitchFamily="2" charset="2"/>
              <a:buNone/>
            </a:pPr>
            <a:r>
              <a:rPr lang="en-US" altLang="zh-CN" b="1" dirty="0"/>
              <a:t>t</a:t>
            </a:r>
            <a:r>
              <a:rPr lang="en-US" altLang="zh-CN" b="1" baseline="-30000" dirty="0"/>
              <a:t>3</a:t>
            </a:r>
            <a:r>
              <a:rPr lang="en-US" altLang="zh-CN" b="1" dirty="0"/>
              <a:t> = y </a:t>
            </a:r>
            <a:r>
              <a:rPr lang="en-US" altLang="zh-CN" b="1" dirty="0">
                <a:solidFill>
                  <a:srgbClr val="008000"/>
                </a:solidFill>
              </a:rPr>
              <a:t>real+</a:t>
            </a:r>
            <a:r>
              <a:rPr lang="en-US" altLang="zh-CN" b="1" dirty="0"/>
              <a:t> t</a:t>
            </a:r>
            <a:r>
              <a:rPr lang="en-US" altLang="zh-CN" b="1" baseline="-30000" dirty="0"/>
              <a:t>2</a:t>
            </a:r>
            <a:r>
              <a:rPr lang="en-US" altLang="zh-CN" b="1" dirty="0"/>
              <a:t> </a:t>
            </a:r>
          </a:p>
          <a:p>
            <a:pPr algn="just">
              <a:lnSpc>
                <a:spcPct val="90000"/>
              </a:lnSpc>
              <a:spcBef>
                <a:spcPct val="0"/>
              </a:spcBef>
              <a:buFont typeface="Wingdings" panose="05000000000000000000" pitchFamily="2" charset="2"/>
              <a:buNone/>
            </a:pPr>
            <a:r>
              <a:rPr lang="en-US" altLang="zh-CN" b="1" dirty="0"/>
              <a:t>x = t</a:t>
            </a:r>
            <a:r>
              <a:rPr lang="en-US" altLang="zh-CN" b="1" baseline="-30000" dirty="0"/>
              <a:t>3</a:t>
            </a:r>
            <a:endParaRPr lang="en-US" altLang="zh-CN" b="1" dirty="0"/>
          </a:p>
          <a:p>
            <a:pPr>
              <a:lnSpc>
                <a:spcPct val="90000"/>
              </a:lnSpc>
            </a:pPr>
            <a:endParaRPr lang="en-US" altLang="zh-CN" dirty="0"/>
          </a:p>
        </p:txBody>
      </p:sp>
      <p:sp>
        <p:nvSpPr>
          <p:cNvPr id="2" name="日期占位符 1">
            <a:extLst>
              <a:ext uri="{FF2B5EF4-FFF2-40B4-BE49-F238E27FC236}">
                <a16:creationId xmlns:a16="http://schemas.microsoft.com/office/drawing/2014/main" id="{69954845-DFFF-4CE9-E378-5BAA56A8EF4F}"/>
              </a:ext>
            </a:extLst>
          </p:cNvPr>
          <p:cNvSpPr>
            <a:spLocks noGrp="1"/>
          </p:cNvSpPr>
          <p:nvPr>
            <p:ph type="dt" sz="half" idx="10"/>
          </p:nvPr>
        </p:nvSpPr>
        <p:spPr/>
        <p:txBody>
          <a:bodyPr/>
          <a:lstStyle/>
          <a:p>
            <a:fld id="{FC984021-A5E8-4AF7-A39D-0BC435BDA049}"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E15B7A6E-C025-773E-FD31-FC5332A1631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1055B92A-9A65-CE5B-760F-927F3E9EBAF9}"/>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C877532-BB91-44CA-8D74-34EC8A193A91}"/>
              </a:ext>
            </a:extLst>
          </p:cNvPr>
          <p:cNvSpPr>
            <a:spLocks noGrp="1" noChangeArrowheads="1"/>
          </p:cNvSpPr>
          <p:nvPr>
            <p:ph type="title"/>
          </p:nvPr>
        </p:nvSpPr>
        <p:spPr/>
        <p:txBody>
          <a:bodyPr/>
          <a:lstStyle/>
          <a:p>
            <a:r>
              <a:rPr lang="en-US" altLang="zh-CN" dirty="0"/>
              <a:t>7.3.4 </a:t>
            </a:r>
            <a:r>
              <a:rPr lang="zh-CN" altLang="en-US" dirty="0"/>
              <a:t>类型转换</a:t>
            </a:r>
          </a:p>
        </p:txBody>
      </p:sp>
      <p:sp>
        <p:nvSpPr>
          <p:cNvPr id="72707" name="Rectangle 3">
            <a:extLst>
              <a:ext uri="{FF2B5EF4-FFF2-40B4-BE49-F238E27FC236}">
                <a16:creationId xmlns:a16="http://schemas.microsoft.com/office/drawing/2014/main" id="{F4011B52-F4C6-407E-BFC5-A022B4A7C74F}"/>
              </a:ext>
            </a:extLst>
          </p:cNvPr>
          <p:cNvSpPr>
            <a:spLocks noGrp="1" noChangeArrowheads="1"/>
          </p:cNvSpPr>
          <p:nvPr>
            <p:ph idx="1"/>
          </p:nvPr>
        </p:nvSpPr>
        <p:spPr/>
        <p:txBody>
          <a:bodyPr/>
          <a:lstStyle/>
          <a:p>
            <a:pPr algn="just">
              <a:spcBef>
                <a:spcPct val="0"/>
              </a:spcBef>
              <a:buFont typeface="Wingdings" panose="05000000000000000000" pitchFamily="2" charset="2"/>
              <a:buNone/>
            </a:pPr>
            <a:r>
              <a:rPr lang="en-US" altLang="zh-CN" sz="2800" b="1" i="1" dirty="0">
                <a:solidFill>
                  <a:srgbClr val="FF0000"/>
                </a:solidFill>
              </a:rPr>
              <a:t>E</a:t>
            </a:r>
            <a:r>
              <a:rPr lang="en-US" altLang="zh-CN" sz="2800" b="1" dirty="0">
                <a:solidFill>
                  <a:srgbClr val="FF0000"/>
                </a:solidFill>
              </a:rPr>
              <a:t> </a:t>
            </a:r>
            <a:r>
              <a:rPr lang="en-US" altLang="zh-CN" sz="2800" b="1" dirty="0">
                <a:solidFill>
                  <a:srgbClr val="FF0000"/>
                </a:solidFill>
                <a:sym typeface="Symbol" panose="05050102010706020507" pitchFamily="18" charset="2"/>
              </a:rPr>
              <a:t></a:t>
            </a:r>
            <a:r>
              <a:rPr lang="en-US" altLang="zh-CN" sz="2800" b="1" dirty="0">
                <a:solidFill>
                  <a:srgbClr val="FF0000"/>
                </a:solidFill>
              </a:rPr>
              <a:t> </a:t>
            </a:r>
            <a:r>
              <a:rPr lang="en-US" altLang="zh-CN" sz="2800" b="1" i="1" dirty="0">
                <a:solidFill>
                  <a:srgbClr val="FF0000"/>
                </a:solidFill>
              </a:rPr>
              <a:t>E</a:t>
            </a:r>
            <a:r>
              <a:rPr lang="en-US" altLang="zh-CN" sz="2800" b="1" baseline="-30000" dirty="0">
                <a:solidFill>
                  <a:srgbClr val="FF0000"/>
                </a:solidFill>
              </a:rPr>
              <a:t>1 </a:t>
            </a:r>
            <a:r>
              <a:rPr lang="en-US" altLang="zh-CN" sz="2800" b="1" dirty="0">
                <a:solidFill>
                  <a:srgbClr val="FF0000"/>
                </a:solidFill>
              </a:rPr>
              <a:t>+ </a:t>
            </a:r>
            <a:r>
              <a:rPr lang="en-US" altLang="zh-CN" sz="2800" b="1" i="1" dirty="0">
                <a:solidFill>
                  <a:srgbClr val="FF0000"/>
                </a:solidFill>
              </a:rPr>
              <a:t>E</a:t>
            </a:r>
            <a:r>
              <a:rPr lang="en-US" altLang="zh-CN" sz="2800" b="1" baseline="-30000" dirty="0">
                <a:solidFill>
                  <a:srgbClr val="FF0000"/>
                </a:solidFill>
              </a:rPr>
              <a:t>2</a:t>
            </a:r>
            <a:endParaRPr lang="en-US" altLang="zh-CN" sz="2800" b="1" dirty="0">
              <a:solidFill>
                <a:srgbClr val="FF0000"/>
              </a:solidFill>
            </a:endParaRPr>
          </a:p>
          <a:p>
            <a:pPr algn="just">
              <a:buFont typeface="Wingdings" panose="05000000000000000000" pitchFamily="2" charset="2"/>
              <a:buNone/>
            </a:pPr>
            <a:r>
              <a:rPr lang="en-US" altLang="zh-CN" sz="2800" b="1" i="1" dirty="0" err="1"/>
              <a:t>E</a:t>
            </a:r>
            <a:r>
              <a:rPr lang="en-US" altLang="zh-CN" sz="2800" b="1" dirty="0" err="1"/>
              <a:t>.</a:t>
            </a:r>
            <a:r>
              <a:rPr lang="en-US" altLang="zh-CN" sz="2800" b="1" i="1" dirty="0" err="1"/>
              <a:t>place</a:t>
            </a:r>
            <a:r>
              <a:rPr lang="en-US" altLang="zh-CN" sz="2800" b="1" dirty="0"/>
              <a:t> = </a:t>
            </a:r>
            <a:r>
              <a:rPr lang="en-US" altLang="zh-CN" sz="2800" b="1" i="1" dirty="0" err="1"/>
              <a:t>newTemp</a:t>
            </a:r>
            <a:r>
              <a:rPr lang="en-US" altLang="zh-CN" sz="2800" b="1" dirty="0"/>
              <a:t>();</a:t>
            </a:r>
          </a:p>
          <a:p>
            <a:pPr algn="just">
              <a:spcBef>
                <a:spcPct val="0"/>
              </a:spcBef>
              <a:buFont typeface="Wingdings" panose="05000000000000000000" pitchFamily="2" charset="2"/>
              <a:buNone/>
            </a:pPr>
            <a:r>
              <a:rPr lang="en-US" altLang="zh-CN" sz="2800" b="1" dirty="0"/>
              <a:t>if (</a:t>
            </a:r>
            <a:r>
              <a:rPr lang="en-US" altLang="zh-CN" sz="2800" b="1" i="1" dirty="0"/>
              <a:t>E</a:t>
            </a:r>
            <a:r>
              <a:rPr lang="en-US" altLang="zh-CN" sz="2800" b="1" baseline="-30000" dirty="0"/>
              <a:t>1</a:t>
            </a:r>
            <a:r>
              <a:rPr lang="en-US" altLang="zh-CN" sz="2800" b="1" dirty="0"/>
              <a:t>.</a:t>
            </a:r>
            <a:r>
              <a:rPr lang="en-US" altLang="zh-CN" sz="2800" b="1" i="1" dirty="0"/>
              <a:t>type</a:t>
            </a:r>
            <a:r>
              <a:rPr lang="en-US" altLang="zh-CN" sz="2800" b="1" dirty="0"/>
              <a:t> == </a:t>
            </a:r>
            <a:r>
              <a:rPr lang="en-US" altLang="zh-CN" sz="2800" b="1" i="1" dirty="0"/>
              <a:t>integer</a:t>
            </a:r>
            <a:r>
              <a:rPr lang="en-US" altLang="zh-CN" sz="2800" b="1" dirty="0"/>
              <a:t>) &amp;&amp; (</a:t>
            </a:r>
            <a:r>
              <a:rPr lang="en-US" altLang="zh-CN" sz="2800" b="1" i="1" dirty="0"/>
              <a:t>E</a:t>
            </a:r>
            <a:r>
              <a:rPr lang="en-US" altLang="zh-CN" sz="2800" b="1" baseline="-30000" dirty="0"/>
              <a:t>2</a:t>
            </a:r>
            <a:r>
              <a:rPr lang="en-US" altLang="zh-CN" sz="2800" b="1" dirty="0"/>
              <a:t>.</a:t>
            </a:r>
            <a:r>
              <a:rPr lang="en-US" altLang="zh-CN" sz="2800" b="1" i="1" dirty="0"/>
              <a:t>type =</a:t>
            </a:r>
            <a:r>
              <a:rPr lang="en-US" altLang="zh-CN" sz="2800" b="1" dirty="0"/>
              <a:t>= </a:t>
            </a:r>
            <a:r>
              <a:rPr lang="en-US" altLang="zh-CN" sz="2800" b="1" i="1" dirty="0"/>
              <a:t>integer</a:t>
            </a:r>
            <a:r>
              <a:rPr lang="en-US" altLang="zh-CN" sz="2800" b="1" dirty="0"/>
              <a:t>)</a:t>
            </a:r>
            <a:r>
              <a:rPr lang="en-US" altLang="zh-CN" sz="2800" b="1" i="1" dirty="0"/>
              <a:t> </a:t>
            </a:r>
            <a:r>
              <a:rPr lang="en-US" altLang="zh-CN" sz="2800" b="1" dirty="0"/>
              <a:t>{ </a:t>
            </a:r>
          </a:p>
          <a:p>
            <a:pPr algn="just">
              <a:spcBef>
                <a:spcPct val="0"/>
              </a:spcBef>
              <a:buFont typeface="Wingdings" panose="05000000000000000000" pitchFamily="2" charset="2"/>
              <a:buNone/>
            </a:pPr>
            <a:r>
              <a:rPr lang="en-US" altLang="zh-CN" sz="2800" b="1" dirty="0"/>
              <a:t>	</a:t>
            </a:r>
            <a:r>
              <a:rPr lang="en-US" altLang="zh-CN" sz="2800" b="1" i="1" dirty="0"/>
              <a:t>emit</a:t>
            </a:r>
            <a:r>
              <a:rPr lang="en-US" altLang="zh-CN" sz="2800" b="1" dirty="0"/>
              <a:t> (</a:t>
            </a:r>
            <a:r>
              <a:rPr lang="en-US" altLang="zh-CN" sz="2800" b="1" i="1" dirty="0" err="1"/>
              <a:t>E</a:t>
            </a:r>
            <a:r>
              <a:rPr lang="en-US" altLang="zh-CN" sz="2800" b="1" dirty="0" err="1"/>
              <a:t>.</a:t>
            </a:r>
            <a:r>
              <a:rPr lang="en-US" altLang="zh-CN" sz="2800" b="1" i="1" dirty="0" err="1"/>
              <a:t>place</a:t>
            </a:r>
            <a:r>
              <a:rPr lang="en-US" altLang="zh-CN" sz="2800" b="1" dirty="0"/>
              <a:t>, ‘=’, </a:t>
            </a:r>
            <a:r>
              <a:rPr lang="en-US" altLang="zh-CN" sz="2800" b="1" i="1" dirty="0"/>
              <a:t>E</a:t>
            </a:r>
            <a:r>
              <a:rPr lang="en-US" altLang="zh-CN" sz="2800" b="1" baseline="-30000" dirty="0"/>
              <a:t>1</a:t>
            </a:r>
            <a:r>
              <a:rPr lang="en-US" altLang="zh-CN" sz="2800" b="1" dirty="0"/>
              <a:t>.</a:t>
            </a:r>
            <a:r>
              <a:rPr lang="en-US" altLang="zh-CN" sz="2800" b="1" i="1" dirty="0"/>
              <a:t>place</a:t>
            </a:r>
            <a:r>
              <a:rPr lang="en-US" altLang="zh-CN" sz="2800" b="1" dirty="0"/>
              <a:t>, ‘int+’,</a:t>
            </a:r>
            <a:r>
              <a:rPr lang="en-US" altLang="zh-CN" sz="2800" b="1" i="1" dirty="0"/>
              <a:t> E</a:t>
            </a:r>
            <a:r>
              <a:rPr lang="en-US" altLang="zh-CN" sz="2800" b="1" baseline="-30000" dirty="0"/>
              <a:t>2</a:t>
            </a:r>
            <a:r>
              <a:rPr lang="en-US" altLang="zh-CN" sz="2800" b="1" dirty="0"/>
              <a:t>.</a:t>
            </a:r>
            <a:r>
              <a:rPr lang="en-US" altLang="zh-CN" sz="2800" b="1" i="1" dirty="0"/>
              <a:t>place</a:t>
            </a:r>
            <a:r>
              <a:rPr lang="en-US" altLang="zh-CN" sz="2800" b="1" dirty="0"/>
              <a:t>);</a:t>
            </a:r>
          </a:p>
          <a:p>
            <a:pPr algn="just">
              <a:spcBef>
                <a:spcPct val="0"/>
              </a:spcBef>
              <a:buFont typeface="Wingdings" panose="05000000000000000000" pitchFamily="2" charset="2"/>
              <a:buNone/>
            </a:pPr>
            <a:r>
              <a:rPr lang="en-US" altLang="zh-CN" sz="2800" b="1" dirty="0"/>
              <a:t>	</a:t>
            </a:r>
            <a:r>
              <a:rPr lang="en-US" altLang="zh-CN" sz="2800" b="1" i="1" dirty="0" err="1"/>
              <a:t>E</a:t>
            </a:r>
            <a:r>
              <a:rPr lang="en-US" altLang="zh-CN" sz="2800" b="1" dirty="0" err="1"/>
              <a:t>.</a:t>
            </a:r>
            <a:r>
              <a:rPr lang="en-US" altLang="zh-CN" sz="2800" b="1" i="1" dirty="0" err="1"/>
              <a:t>type</a:t>
            </a:r>
            <a:r>
              <a:rPr lang="en-US" altLang="zh-CN" sz="2800" b="1" i="1" dirty="0"/>
              <a:t> </a:t>
            </a:r>
            <a:r>
              <a:rPr lang="en-US" altLang="zh-CN" sz="2800" b="1" dirty="0"/>
              <a:t>= integer;}</a:t>
            </a:r>
          </a:p>
          <a:p>
            <a:pPr algn="just">
              <a:spcBef>
                <a:spcPct val="0"/>
              </a:spcBef>
              <a:buFont typeface="Wingdings" panose="05000000000000000000" pitchFamily="2" charset="2"/>
              <a:buNone/>
            </a:pPr>
            <a:r>
              <a:rPr lang="en-US" altLang="zh-CN" sz="2800" b="1" dirty="0"/>
              <a:t>else if (</a:t>
            </a:r>
            <a:r>
              <a:rPr lang="en-US" altLang="zh-CN" sz="2800" b="1" i="1" dirty="0"/>
              <a:t>E</a:t>
            </a:r>
            <a:r>
              <a:rPr lang="en-US" altLang="zh-CN" sz="2800" b="1" baseline="-30000" dirty="0"/>
              <a:t>1</a:t>
            </a:r>
            <a:r>
              <a:rPr lang="en-US" altLang="zh-CN" sz="2800" b="1" dirty="0"/>
              <a:t>.</a:t>
            </a:r>
            <a:r>
              <a:rPr lang="en-US" altLang="zh-CN" sz="2800" b="1" i="1" dirty="0"/>
              <a:t>type</a:t>
            </a:r>
            <a:r>
              <a:rPr lang="en-US" altLang="zh-CN" sz="2800" b="1" dirty="0"/>
              <a:t> == </a:t>
            </a:r>
            <a:r>
              <a:rPr lang="en-US" altLang="zh-CN" sz="2800" b="1" i="1" dirty="0"/>
              <a:t>integer</a:t>
            </a:r>
            <a:r>
              <a:rPr lang="en-US" altLang="zh-CN" sz="2800" b="1" dirty="0"/>
              <a:t>) &amp;&amp; (</a:t>
            </a:r>
            <a:r>
              <a:rPr lang="en-US" altLang="zh-CN" sz="2800" b="1" i="1" dirty="0"/>
              <a:t>E</a:t>
            </a:r>
            <a:r>
              <a:rPr lang="en-US" altLang="zh-CN" sz="2800" b="1" baseline="-30000" dirty="0"/>
              <a:t>2</a:t>
            </a:r>
            <a:r>
              <a:rPr lang="en-US" altLang="zh-CN" sz="2800" b="1" dirty="0"/>
              <a:t>.</a:t>
            </a:r>
            <a:r>
              <a:rPr lang="en-US" altLang="zh-CN" sz="2800" b="1" i="1" dirty="0"/>
              <a:t>type</a:t>
            </a:r>
            <a:r>
              <a:rPr lang="en-US" altLang="zh-CN" sz="2800" b="1" dirty="0"/>
              <a:t> == </a:t>
            </a:r>
            <a:r>
              <a:rPr lang="en-US" altLang="zh-CN" sz="2800" b="1" i="1" dirty="0"/>
              <a:t>real</a:t>
            </a:r>
            <a:r>
              <a:rPr lang="en-US" altLang="zh-CN" sz="2800" b="1" dirty="0"/>
              <a:t>) {</a:t>
            </a:r>
          </a:p>
          <a:p>
            <a:pPr algn="just">
              <a:spcBef>
                <a:spcPct val="0"/>
              </a:spcBef>
              <a:buFont typeface="Wingdings" panose="05000000000000000000" pitchFamily="2" charset="2"/>
              <a:buNone/>
            </a:pPr>
            <a:r>
              <a:rPr lang="en-US" altLang="zh-CN" sz="2800" b="1" i="1" dirty="0"/>
              <a:t>	u </a:t>
            </a:r>
            <a:r>
              <a:rPr lang="en-US" altLang="zh-CN" sz="2800" b="1" dirty="0"/>
              <a:t>= </a:t>
            </a:r>
            <a:r>
              <a:rPr lang="en-US" altLang="zh-CN" sz="2800" b="1" i="1" dirty="0" err="1"/>
              <a:t>newTemp</a:t>
            </a:r>
            <a:r>
              <a:rPr lang="en-US" altLang="zh-CN" sz="2800" b="1" dirty="0"/>
              <a:t>();</a:t>
            </a:r>
          </a:p>
          <a:p>
            <a:pPr algn="just">
              <a:spcBef>
                <a:spcPct val="0"/>
              </a:spcBef>
              <a:buFont typeface="Wingdings" panose="05000000000000000000" pitchFamily="2" charset="2"/>
              <a:buNone/>
            </a:pPr>
            <a:r>
              <a:rPr lang="en-US" altLang="zh-CN" sz="2800" b="1" i="1" dirty="0"/>
              <a:t>	emit</a:t>
            </a:r>
            <a:r>
              <a:rPr lang="en-US" altLang="zh-CN" sz="2800" b="1" dirty="0"/>
              <a:t> (</a:t>
            </a:r>
            <a:r>
              <a:rPr lang="en-US" altLang="zh-CN" sz="2800" b="1" i="1" dirty="0"/>
              <a:t>u</a:t>
            </a:r>
            <a:r>
              <a:rPr lang="en-US" altLang="zh-CN" sz="2800" b="1" dirty="0"/>
              <a:t>, ‘=’, ‘</a:t>
            </a:r>
            <a:r>
              <a:rPr lang="en-US" altLang="zh-CN" sz="2800" b="1" dirty="0" err="1"/>
              <a:t>inttoreal</a:t>
            </a:r>
            <a:r>
              <a:rPr lang="en-US" altLang="zh-CN" sz="2800" b="1" dirty="0"/>
              <a:t>’, </a:t>
            </a:r>
            <a:r>
              <a:rPr lang="en-US" altLang="zh-CN" sz="2800" b="1" i="1" dirty="0"/>
              <a:t>E</a:t>
            </a:r>
            <a:r>
              <a:rPr lang="en-US" altLang="zh-CN" sz="2800" b="1" baseline="-30000" dirty="0"/>
              <a:t>1</a:t>
            </a:r>
            <a:r>
              <a:rPr lang="en-US" altLang="zh-CN" sz="2800" b="1" dirty="0"/>
              <a:t>.</a:t>
            </a:r>
            <a:r>
              <a:rPr lang="en-US" altLang="zh-CN" sz="2800" b="1" i="1" dirty="0"/>
              <a:t>place</a:t>
            </a:r>
            <a:r>
              <a:rPr lang="en-US" altLang="zh-CN" sz="2800" b="1" dirty="0"/>
              <a:t>);</a:t>
            </a:r>
          </a:p>
          <a:p>
            <a:pPr algn="just">
              <a:spcBef>
                <a:spcPct val="0"/>
              </a:spcBef>
              <a:buFont typeface="Wingdings" panose="05000000000000000000" pitchFamily="2" charset="2"/>
              <a:buNone/>
            </a:pPr>
            <a:r>
              <a:rPr lang="en-US" altLang="zh-CN" sz="2800" b="1" i="1" dirty="0"/>
              <a:t>	emit</a:t>
            </a:r>
            <a:r>
              <a:rPr lang="en-US" altLang="zh-CN" sz="2800" b="1" dirty="0"/>
              <a:t> (</a:t>
            </a:r>
            <a:r>
              <a:rPr lang="en-US" altLang="zh-CN" sz="2800" b="1" i="1" dirty="0" err="1"/>
              <a:t>E</a:t>
            </a:r>
            <a:r>
              <a:rPr lang="en-US" altLang="zh-CN" sz="2800" b="1" dirty="0" err="1"/>
              <a:t>.place</a:t>
            </a:r>
            <a:r>
              <a:rPr lang="en-US" altLang="zh-CN" sz="2800" b="1" dirty="0"/>
              <a:t>, ‘=’, </a:t>
            </a:r>
            <a:r>
              <a:rPr lang="en-US" altLang="zh-CN" sz="2800" b="1" i="1" dirty="0"/>
              <a:t>u</a:t>
            </a:r>
            <a:r>
              <a:rPr lang="en-US" altLang="zh-CN" sz="2800" b="1" dirty="0"/>
              <a:t>,</a:t>
            </a:r>
            <a:r>
              <a:rPr lang="en-US" altLang="zh-CN" sz="2800" b="1" i="1" dirty="0"/>
              <a:t> </a:t>
            </a:r>
            <a:r>
              <a:rPr lang="en-US" altLang="zh-CN" sz="2800" b="1" dirty="0"/>
              <a:t>‘real+’,</a:t>
            </a:r>
            <a:r>
              <a:rPr lang="en-US" altLang="zh-CN" sz="2800" b="1" i="1" dirty="0"/>
              <a:t> E</a:t>
            </a:r>
            <a:r>
              <a:rPr lang="en-US" altLang="zh-CN" sz="2800" b="1" baseline="-30000" dirty="0"/>
              <a:t>2</a:t>
            </a:r>
            <a:r>
              <a:rPr lang="en-US" altLang="zh-CN" sz="2800" b="1" dirty="0"/>
              <a:t>.</a:t>
            </a:r>
            <a:r>
              <a:rPr lang="en-US" altLang="zh-CN" sz="2800" b="1" i="1" dirty="0"/>
              <a:t>place</a:t>
            </a:r>
            <a:r>
              <a:rPr lang="en-US" altLang="zh-CN" sz="2800" b="1" dirty="0"/>
              <a:t>);</a:t>
            </a:r>
          </a:p>
          <a:p>
            <a:pPr algn="just">
              <a:spcBef>
                <a:spcPct val="0"/>
              </a:spcBef>
              <a:buFont typeface="Wingdings" panose="05000000000000000000" pitchFamily="2" charset="2"/>
              <a:buNone/>
            </a:pPr>
            <a:r>
              <a:rPr lang="en-US" altLang="zh-CN" sz="2800" b="1" i="1" dirty="0"/>
              <a:t>	</a:t>
            </a:r>
            <a:r>
              <a:rPr lang="en-US" altLang="zh-CN" sz="2800" b="1" i="1" dirty="0" err="1"/>
              <a:t>E</a:t>
            </a:r>
            <a:r>
              <a:rPr lang="en-US" altLang="zh-CN" sz="2800" b="1" dirty="0" err="1"/>
              <a:t>.</a:t>
            </a:r>
            <a:r>
              <a:rPr lang="en-US" altLang="zh-CN" sz="2800" b="1" i="1" dirty="0" err="1"/>
              <a:t>type</a:t>
            </a:r>
            <a:r>
              <a:rPr lang="en-US" altLang="zh-CN" sz="2800" b="1" dirty="0"/>
              <a:t> = </a:t>
            </a:r>
            <a:r>
              <a:rPr lang="en-US" altLang="zh-CN" sz="2800" b="1" i="1" dirty="0"/>
              <a:t>real</a:t>
            </a:r>
            <a:r>
              <a:rPr lang="en-US" altLang="zh-CN" sz="2800" b="1" dirty="0"/>
              <a:t>;}</a:t>
            </a:r>
          </a:p>
          <a:p>
            <a:pPr algn="just">
              <a:spcBef>
                <a:spcPct val="0"/>
              </a:spcBef>
              <a:buFont typeface="Wingdings" panose="05000000000000000000" pitchFamily="2" charset="2"/>
              <a:buNone/>
            </a:pPr>
            <a:r>
              <a:rPr lang="en-US" altLang="zh-CN" sz="2800" b="1" dirty="0"/>
              <a:t>   . . .</a:t>
            </a:r>
          </a:p>
        </p:txBody>
      </p:sp>
      <p:sp>
        <p:nvSpPr>
          <p:cNvPr id="2" name="日期占位符 1">
            <a:extLst>
              <a:ext uri="{FF2B5EF4-FFF2-40B4-BE49-F238E27FC236}">
                <a16:creationId xmlns:a16="http://schemas.microsoft.com/office/drawing/2014/main" id="{960D4946-7214-AD34-9B98-4FB4BFE0D55A}"/>
              </a:ext>
            </a:extLst>
          </p:cNvPr>
          <p:cNvSpPr>
            <a:spLocks noGrp="1"/>
          </p:cNvSpPr>
          <p:nvPr>
            <p:ph type="dt" sz="half" idx="10"/>
          </p:nvPr>
        </p:nvSpPr>
        <p:spPr/>
        <p:txBody>
          <a:bodyPr/>
          <a:lstStyle/>
          <a:p>
            <a:fld id="{DDB00203-28FF-466B-A0AB-1D902AE67ABB}"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1A206415-A5FF-9F20-CB05-AC5EDC83F82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7ADBE292-0FA8-0E4B-F9FF-DD0784E442EA}"/>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D4EF894-C299-AA4F-E991-1C7E043B2DC3}"/>
              </a:ext>
            </a:extLst>
          </p:cNvPr>
          <p:cNvSpPr>
            <a:spLocks noGrp="1"/>
          </p:cNvSpPr>
          <p:nvPr>
            <p:ph type="dt" sz="half" idx="4294967295"/>
          </p:nvPr>
        </p:nvSpPr>
        <p:spPr>
          <a:xfrm>
            <a:off x="0" y="11113"/>
            <a:ext cx="3086100" cy="179387"/>
          </a:xfrm>
        </p:spPr>
        <p:txBody>
          <a:bodyPr/>
          <a:lstStyle/>
          <a:p>
            <a:fld id="{BE2A069E-933F-440D-A0A2-214A4A38F04D}" type="datetime2">
              <a:rPr lang="zh-CN" altLang="en-US" smtClean="0"/>
              <a:t>2025年2月23日</a:t>
            </a:fld>
            <a:endParaRPr lang="zh-CN" altLang="en-US" dirty="0"/>
          </a:p>
        </p:txBody>
      </p:sp>
      <p:sp>
        <p:nvSpPr>
          <p:cNvPr id="5" name="页脚占位符 4">
            <a:extLst>
              <a:ext uri="{FF2B5EF4-FFF2-40B4-BE49-F238E27FC236}">
                <a16:creationId xmlns:a16="http://schemas.microsoft.com/office/drawing/2014/main" id="{2F2DE2FA-8572-8E86-065E-D30215E281AD}"/>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6" name="灯片编号占位符 5">
            <a:extLst>
              <a:ext uri="{FF2B5EF4-FFF2-40B4-BE49-F238E27FC236}">
                <a16:creationId xmlns:a16="http://schemas.microsoft.com/office/drawing/2014/main" id="{048494E5-2EF5-EC54-8CC1-4E882A2343AE}"/>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38</a:t>
            </a:fld>
            <a:endParaRPr lang="zh-CN" altLang="en-US"/>
          </a:p>
        </p:txBody>
      </p:sp>
      <p:sp>
        <p:nvSpPr>
          <p:cNvPr id="9" name="文本框 8">
            <a:extLst>
              <a:ext uri="{FF2B5EF4-FFF2-40B4-BE49-F238E27FC236}">
                <a16:creationId xmlns:a16="http://schemas.microsoft.com/office/drawing/2014/main" id="{AD605B5D-9F0F-5BA7-2B3D-75218A2900C3}"/>
              </a:ext>
            </a:extLst>
          </p:cNvPr>
          <p:cNvSpPr txBox="1"/>
          <p:nvPr>
            <p:custDataLst>
              <p:tags r:id="rId2"/>
            </p:custDataLst>
          </p:nvPr>
        </p:nvSpPr>
        <p:spPr>
          <a:xfrm>
            <a:off x="914400" y="635000"/>
            <a:ext cx="3657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根据右侧的翻译方案，判断</a:t>
            </a:r>
            <a:r>
              <a:rPr lang="en-US" altLang="zh-CN" sz="2800" b="1" i="1" dirty="0">
                <a:solidFill>
                  <a:srgbClr val="008000"/>
                </a:solidFill>
              </a:rPr>
              <a:t>emit()</a:t>
            </a:r>
            <a:r>
              <a:rPr lang="zh-CN" altLang="en-US" sz="2800" dirty="0"/>
              <a:t>函数的含义。</a:t>
            </a:r>
            <a:endPar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a:extLst>
              <a:ext uri="{FF2B5EF4-FFF2-40B4-BE49-F238E27FC236}">
                <a16:creationId xmlns:a16="http://schemas.microsoft.com/office/drawing/2014/main" id="{9D7BEC3B-2D69-6B78-3B0B-587EEF4F7485}"/>
              </a:ext>
            </a:extLst>
          </p:cNvPr>
          <p:cNvSpPr txBox="1"/>
          <p:nvPr>
            <p:custDataLst>
              <p:tags r:id="rId3"/>
            </p:custDataLst>
          </p:nvPr>
        </p:nvSpPr>
        <p:spPr>
          <a:xfrm>
            <a:off x="1828800" y="2786063"/>
            <a:ext cx="2992582"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计算</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a:t>
            </a:r>
          </a:p>
        </p:txBody>
      </p:sp>
      <p:sp>
        <p:nvSpPr>
          <p:cNvPr id="11" name="文本框 10">
            <a:extLst>
              <a:ext uri="{FF2B5EF4-FFF2-40B4-BE49-F238E27FC236}">
                <a16:creationId xmlns:a16="http://schemas.microsoft.com/office/drawing/2014/main" id="{C11C7C7B-E1BB-F467-456D-04A14F655F71}"/>
              </a:ext>
            </a:extLst>
          </p:cNvPr>
          <p:cNvSpPr txBox="1"/>
          <p:nvPr>
            <p:custDataLst>
              <p:tags r:id="rId4"/>
            </p:custDataLst>
          </p:nvPr>
        </p:nvSpPr>
        <p:spPr>
          <a:xfrm>
            <a:off x="1828800" y="3643313"/>
            <a:ext cx="2992582"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查找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的指针</a:t>
            </a:r>
          </a:p>
        </p:txBody>
      </p:sp>
      <p:sp>
        <p:nvSpPr>
          <p:cNvPr id="12" name="文本框 11">
            <a:extLst>
              <a:ext uri="{FF2B5EF4-FFF2-40B4-BE49-F238E27FC236}">
                <a16:creationId xmlns:a16="http://schemas.microsoft.com/office/drawing/2014/main" id="{3568E51C-1965-3814-984A-467265A6DD55}"/>
              </a:ext>
            </a:extLst>
          </p:cNvPr>
          <p:cNvSpPr txBox="1"/>
          <p:nvPr>
            <p:custDataLst>
              <p:tags r:id="rId5"/>
            </p:custDataLst>
          </p:nvPr>
        </p:nvSpPr>
        <p:spPr>
          <a:xfrm>
            <a:off x="1828800" y="4500563"/>
            <a:ext cx="2992582"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赋值</a:t>
            </a:r>
          </a:p>
        </p:txBody>
      </p:sp>
      <p:sp>
        <p:nvSpPr>
          <p:cNvPr id="13" name="文本框 12">
            <a:extLst>
              <a:ext uri="{FF2B5EF4-FFF2-40B4-BE49-F238E27FC236}">
                <a16:creationId xmlns:a16="http://schemas.microsoft.com/office/drawing/2014/main" id="{E1FC47EF-D61E-1075-694B-A6C1321245E5}"/>
              </a:ext>
            </a:extLst>
          </p:cNvPr>
          <p:cNvSpPr txBox="1"/>
          <p:nvPr>
            <p:custDataLst>
              <p:tags r:id="rId6"/>
            </p:custDataLst>
          </p:nvPr>
        </p:nvSpPr>
        <p:spPr>
          <a:xfrm>
            <a:off x="1828800" y="5357813"/>
            <a:ext cx="2992582"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输出一条三地址代码字符串</a:t>
            </a:r>
          </a:p>
        </p:txBody>
      </p:sp>
      <p:sp>
        <p:nvSpPr>
          <p:cNvPr id="14" name="椭圆 13">
            <a:extLst>
              <a:ext uri="{FF2B5EF4-FFF2-40B4-BE49-F238E27FC236}">
                <a16:creationId xmlns:a16="http://schemas.microsoft.com/office/drawing/2014/main" id="{F6D2EC82-C91F-055A-36C5-5025FD24ACC8}"/>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2DB7DB64-2313-C0E8-5FE8-3813CC314E1E}"/>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9220E412-BAA8-3580-6CC0-8365DB76AB2C}"/>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59A2992F-439B-239C-4C3B-1A6FDE62B14F}"/>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EB3A5802-3C09-7415-7173-F88AF478BCC7}"/>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5" name="Rectangle 3">
            <a:extLst>
              <a:ext uri="{FF2B5EF4-FFF2-40B4-BE49-F238E27FC236}">
                <a16:creationId xmlns:a16="http://schemas.microsoft.com/office/drawing/2014/main" id="{51546D6B-4524-DEBC-B898-665B06EE58AF}"/>
              </a:ext>
            </a:extLst>
          </p:cNvPr>
          <p:cNvSpPr txBox="1">
            <a:spLocks noChangeArrowheads="1"/>
          </p:cNvSpPr>
          <p:nvPr/>
        </p:nvSpPr>
        <p:spPr>
          <a:xfrm>
            <a:off x="5029200" y="1097756"/>
            <a:ext cx="4018684" cy="3797300"/>
          </a:xfrm>
          <a:prstGeom prst="rect">
            <a:avLst/>
          </a:prstGeom>
        </p:spPr>
        <p:txBody>
          <a:bodyPr/>
          <a:lst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ct val="15000"/>
              </a:spcBef>
              <a:buFont typeface="Wingdings" panose="05000000000000000000" pitchFamily="2" charset="2"/>
              <a:buNone/>
            </a:pPr>
            <a:r>
              <a:rPr lang="en-US" altLang="zh-CN" sz="2000" b="1" i="1" dirty="0"/>
              <a:t>S </a:t>
            </a:r>
            <a:r>
              <a:rPr lang="en-US" altLang="zh-CN" sz="2000" b="1" dirty="0">
                <a:sym typeface="Symbol" panose="05050102010706020507" pitchFamily="18" charset="2"/>
              </a:rPr>
              <a:t></a:t>
            </a:r>
            <a:r>
              <a:rPr lang="en-US" altLang="zh-CN" sz="2000" b="1" dirty="0"/>
              <a:t> id := </a:t>
            </a:r>
            <a:r>
              <a:rPr lang="en-US" altLang="zh-CN" sz="2000" b="1" i="1" dirty="0"/>
              <a:t>E 	</a:t>
            </a:r>
          </a:p>
          <a:p>
            <a:pPr algn="just">
              <a:spcBef>
                <a:spcPct val="15000"/>
              </a:spcBef>
              <a:buFont typeface="Wingdings" panose="05000000000000000000" pitchFamily="2" charset="2"/>
              <a:buNone/>
            </a:pPr>
            <a:r>
              <a:rPr lang="en-US" altLang="zh-CN" sz="2000" b="1" dirty="0">
                <a:solidFill>
                  <a:srgbClr val="008000"/>
                </a:solidFill>
              </a:rPr>
              <a:t>{</a:t>
            </a:r>
            <a:r>
              <a:rPr lang="en-US" altLang="zh-CN" sz="2000" b="1" i="1" dirty="0">
                <a:solidFill>
                  <a:srgbClr val="008000"/>
                </a:solidFill>
              </a:rPr>
              <a:t>p</a:t>
            </a:r>
            <a:r>
              <a:rPr lang="en-US" altLang="zh-CN" sz="2000" b="1" dirty="0">
                <a:solidFill>
                  <a:srgbClr val="008000"/>
                </a:solidFill>
              </a:rPr>
              <a:t> = </a:t>
            </a:r>
            <a:r>
              <a:rPr lang="en-US" altLang="zh-CN" sz="2000" b="1" i="1" dirty="0">
                <a:solidFill>
                  <a:srgbClr val="008000"/>
                </a:solidFill>
              </a:rPr>
              <a:t>lookup</a:t>
            </a:r>
            <a:r>
              <a:rPr lang="en-US" altLang="zh-CN" sz="2000" b="1" dirty="0">
                <a:solidFill>
                  <a:srgbClr val="008000"/>
                </a:solidFill>
              </a:rPr>
              <a:t>(id.</a:t>
            </a:r>
            <a:r>
              <a:rPr lang="en-US" altLang="zh-CN" sz="2000" b="1" i="1" dirty="0">
                <a:solidFill>
                  <a:srgbClr val="008000"/>
                </a:solidFill>
              </a:rPr>
              <a:t>name</a:t>
            </a:r>
            <a:r>
              <a:rPr lang="en-US" altLang="zh-CN" sz="2000" b="1" dirty="0">
                <a:solidFill>
                  <a:srgbClr val="008000"/>
                </a:solidFill>
              </a:rPr>
              <a:t>);</a:t>
            </a:r>
          </a:p>
          <a:p>
            <a:pPr algn="just">
              <a:spcBef>
                <a:spcPct val="15000"/>
              </a:spcBef>
              <a:buFont typeface="Wingdings" panose="05000000000000000000" pitchFamily="2" charset="2"/>
              <a:buNone/>
            </a:pPr>
            <a:r>
              <a:rPr lang="en-US" altLang="zh-CN" sz="2000" b="1" dirty="0">
                <a:solidFill>
                  <a:srgbClr val="008000"/>
                </a:solidFill>
              </a:rPr>
              <a:t>		if (</a:t>
            </a:r>
            <a:r>
              <a:rPr lang="en-US" altLang="zh-CN" sz="2000" b="1" i="1" dirty="0">
                <a:solidFill>
                  <a:srgbClr val="008000"/>
                </a:solidFill>
              </a:rPr>
              <a:t>p </a:t>
            </a:r>
            <a:r>
              <a:rPr lang="en-US" altLang="zh-CN" sz="2000" b="1" dirty="0">
                <a:solidFill>
                  <a:srgbClr val="008000"/>
                </a:solidFill>
              </a:rPr>
              <a:t>!</a:t>
            </a:r>
            <a:r>
              <a:rPr lang="en-US" altLang="zh-CN" sz="2000" b="1" dirty="0">
                <a:solidFill>
                  <a:srgbClr val="008000"/>
                </a:solidFill>
                <a:sym typeface="Symbol" panose="05050102010706020507" pitchFamily="18" charset="2"/>
              </a:rPr>
              <a:t>=</a:t>
            </a:r>
            <a:r>
              <a:rPr lang="en-US" altLang="zh-CN" sz="2000" b="1" dirty="0">
                <a:solidFill>
                  <a:srgbClr val="008000"/>
                </a:solidFill>
              </a:rPr>
              <a:t> </a:t>
            </a:r>
            <a:r>
              <a:rPr lang="en-US" altLang="zh-CN" sz="2000" b="1" i="1" dirty="0">
                <a:solidFill>
                  <a:srgbClr val="008000"/>
                </a:solidFill>
              </a:rPr>
              <a:t>nil</a:t>
            </a:r>
            <a:r>
              <a:rPr lang="en-US" altLang="zh-CN" sz="2000" b="1" dirty="0">
                <a:solidFill>
                  <a:srgbClr val="008000"/>
                </a:solidFill>
              </a:rPr>
              <a:t>)</a:t>
            </a:r>
          </a:p>
          <a:p>
            <a:pPr algn="just">
              <a:spcBef>
                <a:spcPct val="15000"/>
              </a:spcBef>
              <a:buFont typeface="Wingdings" panose="05000000000000000000" pitchFamily="2" charset="2"/>
              <a:buNone/>
            </a:pPr>
            <a:r>
              <a:rPr lang="en-US" altLang="zh-CN" sz="2000" b="1" i="1" dirty="0">
                <a:solidFill>
                  <a:srgbClr val="008000"/>
                </a:solidFill>
              </a:rPr>
              <a:t>		emit</a:t>
            </a:r>
            <a:r>
              <a:rPr lang="en-US" altLang="zh-CN" sz="2000" b="1" dirty="0">
                <a:solidFill>
                  <a:srgbClr val="008000"/>
                </a:solidFill>
              </a:rPr>
              <a:t> ( </a:t>
            </a:r>
            <a:r>
              <a:rPr lang="en-US" altLang="zh-CN" sz="2000" b="1" i="1" dirty="0">
                <a:solidFill>
                  <a:srgbClr val="008000"/>
                </a:solidFill>
              </a:rPr>
              <a:t>p</a:t>
            </a:r>
            <a:r>
              <a:rPr lang="en-US" altLang="zh-CN" sz="2000" b="1" dirty="0">
                <a:solidFill>
                  <a:srgbClr val="008000"/>
                </a:solidFill>
              </a:rPr>
              <a:t>, ‘=’, </a:t>
            </a:r>
            <a:r>
              <a:rPr lang="en-US" altLang="zh-CN" sz="2000" b="1" i="1" dirty="0" err="1">
                <a:solidFill>
                  <a:srgbClr val="008000"/>
                </a:solidFill>
              </a:rPr>
              <a:t>E</a:t>
            </a:r>
            <a:r>
              <a:rPr lang="en-US" altLang="zh-CN" sz="2000" b="1" dirty="0" err="1">
                <a:solidFill>
                  <a:srgbClr val="008000"/>
                </a:solidFill>
              </a:rPr>
              <a:t>.</a:t>
            </a:r>
            <a:r>
              <a:rPr lang="en-US" altLang="zh-CN" sz="2000" b="1" i="1" dirty="0" err="1">
                <a:solidFill>
                  <a:srgbClr val="008000"/>
                </a:solidFill>
              </a:rPr>
              <a:t>place</a:t>
            </a:r>
            <a:r>
              <a:rPr lang="en-US" altLang="zh-CN" sz="2000" b="1" dirty="0">
                <a:solidFill>
                  <a:srgbClr val="008000"/>
                </a:solidFill>
              </a:rPr>
              <a:t>);</a:t>
            </a:r>
          </a:p>
          <a:p>
            <a:pPr algn="just">
              <a:spcBef>
                <a:spcPct val="15000"/>
              </a:spcBef>
              <a:buFont typeface="Wingdings" panose="05000000000000000000" pitchFamily="2" charset="2"/>
              <a:buNone/>
            </a:pPr>
            <a:r>
              <a:rPr lang="en-US" altLang="zh-CN" sz="2000" b="1" dirty="0">
                <a:solidFill>
                  <a:srgbClr val="008000"/>
                </a:solidFill>
              </a:rPr>
              <a:t>		else </a:t>
            </a:r>
            <a:r>
              <a:rPr lang="en-US" altLang="zh-CN" sz="2000" b="1" i="1" dirty="0">
                <a:solidFill>
                  <a:srgbClr val="008000"/>
                </a:solidFill>
              </a:rPr>
              <a:t>error</a:t>
            </a:r>
            <a:r>
              <a:rPr lang="en-US" altLang="zh-CN" sz="2000" b="1" dirty="0">
                <a:solidFill>
                  <a:srgbClr val="008000"/>
                </a:solidFill>
              </a:rPr>
              <a:t>; }</a:t>
            </a:r>
          </a:p>
          <a:p>
            <a:pPr algn="just">
              <a:spcBef>
                <a:spcPct val="15000"/>
              </a:spcBef>
              <a:buFont typeface="Wingdings" panose="05000000000000000000" pitchFamily="2" charset="2"/>
              <a:buNone/>
            </a:pPr>
            <a:r>
              <a:rPr lang="en-US" altLang="zh-CN" sz="2000" b="1" i="1" dirty="0"/>
              <a:t>E </a:t>
            </a:r>
            <a:r>
              <a:rPr lang="en-US" altLang="zh-CN" sz="2000" b="1" dirty="0">
                <a:sym typeface="Symbol" panose="05050102010706020507" pitchFamily="18" charset="2"/>
              </a:rPr>
              <a:t></a:t>
            </a:r>
            <a:r>
              <a:rPr lang="en-US" altLang="zh-CN" sz="2000" b="1" dirty="0"/>
              <a:t> </a:t>
            </a:r>
            <a:r>
              <a:rPr lang="en-US" altLang="zh-CN" sz="2000" b="1" i="1" dirty="0"/>
              <a:t>E</a:t>
            </a:r>
            <a:r>
              <a:rPr lang="en-US" altLang="zh-CN" sz="2000" b="1" baseline="-30000" dirty="0"/>
              <a:t>1 </a:t>
            </a:r>
            <a:r>
              <a:rPr lang="en-US" altLang="zh-CN" sz="2000" b="1" dirty="0"/>
              <a:t>+ </a:t>
            </a:r>
            <a:r>
              <a:rPr lang="en-US" altLang="zh-CN" sz="2000" b="1" i="1" dirty="0"/>
              <a:t>E</a:t>
            </a:r>
            <a:r>
              <a:rPr lang="en-US" altLang="zh-CN" sz="2000" b="1" baseline="-30000" dirty="0"/>
              <a:t>2	</a:t>
            </a:r>
          </a:p>
          <a:p>
            <a:pPr algn="just">
              <a:spcBef>
                <a:spcPct val="15000"/>
              </a:spcBef>
              <a:buFont typeface="Wingdings" panose="05000000000000000000" pitchFamily="2" charset="2"/>
              <a:buNone/>
            </a:pPr>
            <a:r>
              <a:rPr lang="en-US" altLang="zh-CN" sz="2000" b="1" dirty="0">
                <a:solidFill>
                  <a:srgbClr val="008000"/>
                </a:solidFill>
              </a:rPr>
              <a:t>{</a:t>
            </a:r>
            <a:r>
              <a:rPr lang="en-US" altLang="zh-CN" sz="2000" b="1" i="1" dirty="0" err="1">
                <a:solidFill>
                  <a:srgbClr val="008000"/>
                </a:solidFill>
              </a:rPr>
              <a:t>E</a:t>
            </a:r>
            <a:r>
              <a:rPr lang="en-US" altLang="zh-CN" sz="2000" b="1" dirty="0" err="1">
                <a:solidFill>
                  <a:srgbClr val="008000"/>
                </a:solidFill>
              </a:rPr>
              <a:t>.</a:t>
            </a:r>
            <a:r>
              <a:rPr lang="en-US" altLang="zh-CN" sz="2000" b="1" i="1" dirty="0" err="1">
                <a:solidFill>
                  <a:srgbClr val="008000"/>
                </a:solidFill>
              </a:rPr>
              <a:t>place</a:t>
            </a:r>
            <a:r>
              <a:rPr lang="en-US" altLang="zh-CN" sz="2000" b="1" dirty="0">
                <a:solidFill>
                  <a:srgbClr val="008000"/>
                </a:solidFill>
              </a:rPr>
              <a:t> = </a:t>
            </a:r>
            <a:r>
              <a:rPr lang="en-US" altLang="zh-CN" sz="2000" b="1" i="1" dirty="0" err="1">
                <a:solidFill>
                  <a:srgbClr val="008000"/>
                </a:solidFill>
              </a:rPr>
              <a:t>newTemp</a:t>
            </a:r>
            <a:r>
              <a:rPr lang="en-US" altLang="zh-CN" sz="2000" b="1" dirty="0">
                <a:solidFill>
                  <a:srgbClr val="008000"/>
                </a:solidFill>
              </a:rPr>
              <a:t>();</a:t>
            </a:r>
          </a:p>
          <a:p>
            <a:pPr algn="just">
              <a:spcBef>
                <a:spcPct val="15000"/>
              </a:spcBef>
              <a:buFont typeface="Wingdings" panose="05000000000000000000" pitchFamily="2" charset="2"/>
              <a:buNone/>
            </a:pPr>
            <a:r>
              <a:rPr lang="en-US" altLang="zh-CN" sz="2000" b="1" dirty="0">
                <a:solidFill>
                  <a:srgbClr val="008000"/>
                </a:solidFill>
              </a:rPr>
              <a:t> 		</a:t>
            </a:r>
            <a:r>
              <a:rPr lang="en-US" altLang="zh-CN" sz="2000" b="1" i="1" dirty="0">
                <a:solidFill>
                  <a:srgbClr val="008000"/>
                </a:solidFill>
              </a:rPr>
              <a:t>emit</a:t>
            </a:r>
            <a:r>
              <a:rPr lang="en-US" altLang="zh-CN" sz="2000" b="1" dirty="0">
                <a:solidFill>
                  <a:srgbClr val="008000"/>
                </a:solidFill>
              </a:rPr>
              <a:t> (</a:t>
            </a:r>
            <a:r>
              <a:rPr lang="en-US" altLang="zh-CN" sz="2000" b="1" i="1" dirty="0" err="1">
                <a:solidFill>
                  <a:srgbClr val="008000"/>
                </a:solidFill>
              </a:rPr>
              <a:t>E</a:t>
            </a:r>
            <a:r>
              <a:rPr lang="en-US" altLang="zh-CN" sz="2000" b="1" dirty="0" err="1">
                <a:solidFill>
                  <a:srgbClr val="008000"/>
                </a:solidFill>
              </a:rPr>
              <a:t>.</a:t>
            </a:r>
            <a:r>
              <a:rPr lang="en-US" altLang="zh-CN" sz="2000" b="1" i="1" dirty="0" err="1">
                <a:solidFill>
                  <a:srgbClr val="008000"/>
                </a:solidFill>
              </a:rPr>
              <a:t>place</a:t>
            </a:r>
            <a:r>
              <a:rPr lang="en-US" altLang="zh-CN" sz="2000" b="1" dirty="0">
                <a:solidFill>
                  <a:srgbClr val="008000"/>
                </a:solidFill>
              </a:rPr>
              <a:t>, ‘=’, </a:t>
            </a:r>
            <a:r>
              <a:rPr lang="en-US" altLang="zh-CN" sz="2000" b="1" i="1" dirty="0">
                <a:solidFill>
                  <a:srgbClr val="008000"/>
                </a:solidFill>
              </a:rPr>
              <a:t>E</a:t>
            </a:r>
            <a:r>
              <a:rPr lang="en-US" altLang="zh-CN" sz="2000" b="1" baseline="-30000" dirty="0">
                <a:solidFill>
                  <a:srgbClr val="008000"/>
                </a:solidFill>
              </a:rPr>
              <a:t>1</a:t>
            </a:r>
            <a:r>
              <a:rPr lang="en-US" altLang="zh-CN" sz="2000" b="1" dirty="0">
                <a:solidFill>
                  <a:srgbClr val="008000"/>
                </a:solidFill>
              </a:rPr>
              <a:t>.</a:t>
            </a:r>
            <a:r>
              <a:rPr lang="en-US" altLang="zh-CN" sz="2000" b="1" i="1" dirty="0">
                <a:solidFill>
                  <a:srgbClr val="008000"/>
                </a:solidFill>
              </a:rPr>
              <a:t>place</a:t>
            </a:r>
            <a:r>
              <a:rPr lang="en-US" altLang="zh-CN" sz="2000" b="1" dirty="0">
                <a:solidFill>
                  <a:srgbClr val="008000"/>
                </a:solidFill>
              </a:rPr>
              <a:t>,</a:t>
            </a:r>
          </a:p>
          <a:p>
            <a:pPr algn="just">
              <a:spcBef>
                <a:spcPct val="15000"/>
              </a:spcBef>
              <a:buFont typeface="Wingdings" panose="05000000000000000000" pitchFamily="2" charset="2"/>
              <a:buNone/>
            </a:pPr>
            <a:r>
              <a:rPr lang="en-US" altLang="zh-CN" sz="2000" b="1" dirty="0">
                <a:solidFill>
                  <a:srgbClr val="008000"/>
                </a:solidFill>
              </a:rPr>
              <a:t>                ‘+’, </a:t>
            </a:r>
            <a:r>
              <a:rPr lang="en-US" altLang="zh-CN" sz="2000" b="1" i="1" dirty="0">
                <a:solidFill>
                  <a:srgbClr val="008000"/>
                </a:solidFill>
              </a:rPr>
              <a:t>E</a:t>
            </a:r>
            <a:r>
              <a:rPr lang="en-US" altLang="zh-CN" sz="2000" b="1" baseline="-30000" dirty="0">
                <a:solidFill>
                  <a:srgbClr val="008000"/>
                </a:solidFill>
              </a:rPr>
              <a:t>2</a:t>
            </a:r>
            <a:r>
              <a:rPr lang="en-US" altLang="zh-CN" sz="2000" b="1" dirty="0">
                <a:solidFill>
                  <a:srgbClr val="008000"/>
                </a:solidFill>
              </a:rPr>
              <a:t>.</a:t>
            </a:r>
            <a:r>
              <a:rPr lang="en-US" altLang="zh-CN" sz="2000" b="1" i="1" dirty="0">
                <a:solidFill>
                  <a:srgbClr val="008000"/>
                </a:solidFill>
              </a:rPr>
              <a:t>place</a:t>
            </a:r>
            <a:r>
              <a:rPr lang="en-US" altLang="zh-CN" sz="2000" b="1" dirty="0">
                <a:solidFill>
                  <a:srgbClr val="008000"/>
                </a:solidFill>
              </a:rPr>
              <a:t>) }</a:t>
            </a:r>
          </a:p>
          <a:p>
            <a:endParaRPr lang="en-US" altLang="zh-CN" sz="2000" dirty="0"/>
          </a:p>
        </p:txBody>
      </p:sp>
      <p:grpSp>
        <p:nvGrpSpPr>
          <p:cNvPr id="23" name="组合 22">
            <a:extLst>
              <a:ext uri="{FF2B5EF4-FFF2-40B4-BE49-F238E27FC236}">
                <a16:creationId xmlns:a16="http://schemas.microsoft.com/office/drawing/2014/main" id="{208396CE-AB9B-35BD-AAF8-196D39364C92}"/>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2653D621-5094-858B-CE92-EDD5E881DF25}"/>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2A883C7B-DD7C-E23B-6878-CD63C918B319}"/>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0D36A92C-FF3D-526C-0F5A-5D8D63A19616}"/>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4209C212-E8B5-8135-FF05-839EB18E91D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52237C0A-F19A-CE50-47A9-A1D1E37F4F3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530292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8D50E93-397F-422F-9D32-B408D6ADFAF8}"/>
              </a:ext>
            </a:extLst>
          </p:cNvPr>
          <p:cNvSpPr>
            <a:spLocks noGrp="1" noChangeArrowheads="1"/>
          </p:cNvSpPr>
          <p:nvPr>
            <p:ph type="title"/>
          </p:nvPr>
        </p:nvSpPr>
        <p:spPr/>
        <p:txBody>
          <a:bodyPr/>
          <a:lstStyle/>
          <a:p>
            <a:pPr eaLnBrk="1" hangingPunct="1"/>
            <a:r>
              <a:rPr lang="zh-CN" altLang="en-US"/>
              <a:t>本节小结</a:t>
            </a:r>
            <a:endParaRPr lang="zh-CN" altLang="en-US" dirty="0"/>
          </a:p>
        </p:txBody>
      </p:sp>
      <p:sp>
        <p:nvSpPr>
          <p:cNvPr id="22531" name="Rectangle 3">
            <a:extLst>
              <a:ext uri="{FF2B5EF4-FFF2-40B4-BE49-F238E27FC236}">
                <a16:creationId xmlns:a16="http://schemas.microsoft.com/office/drawing/2014/main" id="{E2EA9BC0-9F6C-47FA-AD4B-C6773D9DF4D9}"/>
              </a:ext>
            </a:extLst>
          </p:cNvPr>
          <p:cNvSpPr>
            <a:spLocks noGrp="1" noChangeArrowheads="1"/>
          </p:cNvSpPr>
          <p:nvPr>
            <p:ph idx="1"/>
          </p:nvPr>
        </p:nvSpPr>
        <p:spPr>
          <a:xfrm>
            <a:off x="628650" y="1257300"/>
            <a:ext cx="7886700" cy="4958443"/>
          </a:xfrm>
        </p:spPr>
        <p:txBody>
          <a:bodyPr>
            <a:normAutofit/>
          </a:bodyPr>
          <a:lstStyle/>
          <a:p>
            <a:pPr eaLnBrk="1" hangingPunct="1"/>
            <a:r>
              <a:rPr lang="en-US" altLang="zh-CN" dirty="0"/>
              <a:t>7.1 </a:t>
            </a:r>
            <a:r>
              <a:rPr lang="zh-CN" altLang="en-US" dirty="0"/>
              <a:t>中间语言</a:t>
            </a:r>
            <a:r>
              <a:rPr lang="zh-CN" altLang="en-US" b="1" dirty="0"/>
              <a:t>（</a:t>
            </a:r>
            <a:r>
              <a:rPr lang="en-US" altLang="zh-CN" b="1" dirty="0"/>
              <a:t>IL</a:t>
            </a:r>
            <a:r>
              <a:rPr lang="zh-CN" altLang="en-US" b="1" dirty="0"/>
              <a:t>）</a:t>
            </a:r>
            <a:endParaRPr lang="en-US" altLang="zh-CN" b="1" dirty="0"/>
          </a:p>
          <a:p>
            <a:pPr lvl="1"/>
            <a:r>
              <a:rPr lang="zh-CN" altLang="en-US" dirty="0"/>
              <a:t>后缀表示、图形表示、三地址码、静态单赋值形式</a:t>
            </a:r>
            <a:endParaRPr lang="en-US" altLang="zh-CN" dirty="0"/>
          </a:p>
          <a:p>
            <a:r>
              <a:rPr lang="en-US" altLang="zh-CN" dirty="0"/>
              <a:t>7.2 </a:t>
            </a:r>
            <a:r>
              <a:rPr lang="zh-CN" altLang="en-US" dirty="0"/>
              <a:t>声明语句</a:t>
            </a:r>
            <a:endParaRPr lang="en-US" altLang="zh-CN" dirty="0"/>
          </a:p>
          <a:p>
            <a:pPr lvl="1"/>
            <a:r>
              <a:rPr lang="en-US" altLang="zh-CN" dirty="0"/>
              <a:t>7.2.1 </a:t>
            </a:r>
            <a:r>
              <a:rPr lang="zh-CN" altLang="en-US" dirty="0"/>
              <a:t>过程中的声明</a:t>
            </a:r>
            <a:endParaRPr lang="en-US" altLang="zh-CN" dirty="0"/>
          </a:p>
          <a:p>
            <a:r>
              <a:rPr lang="en-US" altLang="zh-CN" dirty="0"/>
              <a:t>7.3 </a:t>
            </a:r>
            <a:r>
              <a:rPr lang="zh-CN" altLang="en-US" dirty="0"/>
              <a:t>赋值语句</a:t>
            </a:r>
            <a:endParaRPr lang="en-US" altLang="zh-CN" dirty="0"/>
          </a:p>
          <a:p>
            <a:pPr lvl="1"/>
            <a:r>
              <a:rPr lang="en-US" altLang="zh-CN" dirty="0"/>
              <a:t>7.3.1 </a:t>
            </a:r>
            <a:r>
              <a:rPr lang="zh-CN" altLang="en-US" dirty="0"/>
              <a:t>符号表中的名字</a:t>
            </a:r>
            <a:endParaRPr lang="en-US" altLang="zh-CN" dirty="0"/>
          </a:p>
          <a:p>
            <a:pPr lvl="1"/>
            <a:r>
              <a:rPr lang="en-US" altLang="zh-CN" dirty="0"/>
              <a:t>7.3.4 </a:t>
            </a:r>
            <a:r>
              <a:rPr lang="zh-CN" altLang="en-US"/>
              <a:t>类型转换</a:t>
            </a:r>
            <a:endParaRPr lang="zh-CN" altLang="en-US" dirty="0"/>
          </a:p>
        </p:txBody>
      </p:sp>
      <p:sp>
        <p:nvSpPr>
          <p:cNvPr id="2" name="日期占位符 1">
            <a:extLst>
              <a:ext uri="{FF2B5EF4-FFF2-40B4-BE49-F238E27FC236}">
                <a16:creationId xmlns:a16="http://schemas.microsoft.com/office/drawing/2014/main" id="{D21E6F81-234A-57DD-2D03-CB3053645AF9}"/>
              </a:ext>
            </a:extLst>
          </p:cNvPr>
          <p:cNvSpPr>
            <a:spLocks noGrp="1"/>
          </p:cNvSpPr>
          <p:nvPr>
            <p:ph type="dt" sz="half" idx="10"/>
          </p:nvPr>
        </p:nvSpPr>
        <p:spPr/>
        <p:txBody>
          <a:bodyPr/>
          <a:lstStyle/>
          <a:p>
            <a:fld id="{9AECA17F-0C3F-47ED-BE2D-51A08C77AC4F}" type="datetime2">
              <a:rPr lang="zh-CN" altLang="en-US" smtClean="0"/>
              <a:t>2025年2月23日</a:t>
            </a:fld>
            <a:endParaRPr lang="zh-CN" altLang="en-US" dirty="0"/>
          </a:p>
        </p:txBody>
      </p:sp>
      <p:sp>
        <p:nvSpPr>
          <p:cNvPr id="3" name="页脚占位符 2">
            <a:extLst>
              <a:ext uri="{FF2B5EF4-FFF2-40B4-BE49-F238E27FC236}">
                <a16:creationId xmlns:a16="http://schemas.microsoft.com/office/drawing/2014/main" id="{D0E44E06-EE07-717E-C696-CAD4A75CD56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第七章 中间代码生成</a:t>
            </a:r>
            <a:r>
              <a:rPr lang="en-US" altLang="zh-CN"/>
              <a:t>(1)</a:t>
            </a:r>
            <a:endParaRPr lang="zh-CN" altLang="en-US" dirty="0"/>
          </a:p>
        </p:txBody>
      </p:sp>
      <p:sp>
        <p:nvSpPr>
          <p:cNvPr id="4" name="灯片编号占位符 3">
            <a:extLst>
              <a:ext uri="{FF2B5EF4-FFF2-40B4-BE49-F238E27FC236}">
                <a16:creationId xmlns:a16="http://schemas.microsoft.com/office/drawing/2014/main" id="{DE7ED0EC-1B81-5A97-D125-C231C7AF31AD}"/>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Tree>
    <p:extLst>
      <p:ext uri="{BB962C8B-B14F-4D97-AF65-F5344CB8AC3E}">
        <p14:creationId xmlns:p14="http://schemas.microsoft.com/office/powerpoint/2010/main" val="5795754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8F69F5EA-0EAB-44E7-93B3-EDF0180F970E}" vid="{70F92CF2-F452-4625-912A-E33B046DDD9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866</TotalTime>
  <Words>3625</Words>
  <Application>Microsoft Office PowerPoint</Application>
  <PresentationFormat>全屏显示(4:3)</PresentationFormat>
  <Paragraphs>611</Paragraphs>
  <Slides>39</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等线</vt:lpstr>
      <vt:lpstr>黑体</vt:lpstr>
      <vt:lpstr>宋体</vt:lpstr>
      <vt:lpstr>Microsoft Yahei</vt:lpstr>
      <vt:lpstr>Arial</vt:lpstr>
      <vt:lpstr>Symbol</vt:lpstr>
      <vt:lpstr>Times New Roman</vt:lpstr>
      <vt:lpstr>Wingdings</vt:lpstr>
      <vt:lpstr>主题1</vt:lpstr>
      <vt:lpstr>第七章 中间代码生成(1)</vt:lpstr>
      <vt:lpstr>本章在编译阶段中所处位置</vt:lpstr>
      <vt:lpstr>第七章 中间代码生成</vt:lpstr>
      <vt:lpstr>本次课内容</vt:lpstr>
      <vt:lpstr>PowerPoint 演示文稿</vt:lpstr>
      <vt:lpstr>7.1 中间语言</vt:lpstr>
      <vt:lpstr>7.1.1 后缀表示</vt:lpstr>
      <vt:lpstr>7.1.1 后缀表示</vt:lpstr>
      <vt:lpstr>7.1.2 图形表示</vt:lpstr>
      <vt:lpstr>7.1.2 图形表示</vt:lpstr>
      <vt:lpstr>7.1.2 图形表示</vt:lpstr>
      <vt:lpstr>7.1.2 图形表示</vt:lpstr>
      <vt:lpstr>7.1.2 图形表示</vt:lpstr>
      <vt:lpstr>7.1.2 图形表示</vt:lpstr>
      <vt:lpstr>7.1.2 图形表示</vt:lpstr>
      <vt:lpstr>7.1.3 三地址代码(TAC)</vt:lpstr>
      <vt:lpstr>7.1.3 三地址代码</vt:lpstr>
      <vt:lpstr>7.1.3 三地址代码</vt:lpstr>
      <vt:lpstr>7.1.3 三地址代码</vt:lpstr>
      <vt:lpstr>7.1.3 三地址代码</vt:lpstr>
      <vt:lpstr>7.1.3 三地址代码</vt:lpstr>
      <vt:lpstr>7.1.3 三地址代码</vt:lpstr>
      <vt:lpstr>PowerPoint 演示文稿</vt:lpstr>
      <vt:lpstr>7.1.3 三地址代码</vt:lpstr>
      <vt:lpstr>7.1.3 三地址代码</vt:lpstr>
      <vt:lpstr>7.1.4 静态单赋值形式</vt:lpstr>
      <vt:lpstr>7.1.4 静态单赋值形式</vt:lpstr>
      <vt:lpstr>7.1.4 静态单赋值形式</vt:lpstr>
      <vt:lpstr>7.1.4 静态单赋值形式</vt:lpstr>
      <vt:lpstr>7.2 声明语句</vt:lpstr>
      <vt:lpstr>7.2.1 过程中的声明</vt:lpstr>
      <vt:lpstr>7.3 赋值语句</vt:lpstr>
      <vt:lpstr>7.3.1 符号表中的名字</vt:lpstr>
      <vt:lpstr>7.3.1 符号表中的名字</vt:lpstr>
      <vt:lpstr>7.3.1 符号表中的名字</vt:lpstr>
      <vt:lpstr>7.3.4 类型转换</vt:lpstr>
      <vt:lpstr>7.3.4 类型转换</vt:lpstr>
      <vt:lpstr>PowerPoint 演示文稿</vt:lpstr>
      <vt:lpstr>本节小结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62</cp:revision>
  <dcterms:created xsi:type="dcterms:W3CDTF">2021-04-20T06:55:23Z</dcterms:created>
  <dcterms:modified xsi:type="dcterms:W3CDTF">2025-02-23T08:49:33Z</dcterms:modified>
</cp:coreProperties>
</file>