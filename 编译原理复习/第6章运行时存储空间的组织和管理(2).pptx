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64"/>
  </p:notesMasterIdLst>
  <p:sldIdLst>
    <p:sldId id="256" r:id="rId2"/>
    <p:sldId id="1111" r:id="rId3"/>
    <p:sldId id="1073" r:id="rId4"/>
    <p:sldId id="1067" r:id="rId5"/>
    <p:sldId id="1105" r:id="rId6"/>
    <p:sldId id="1106" r:id="rId7"/>
    <p:sldId id="452" r:id="rId8"/>
    <p:sldId id="1117" r:id="rId9"/>
    <p:sldId id="1138" r:id="rId10"/>
    <p:sldId id="1139" r:id="rId11"/>
    <p:sldId id="443" r:id="rId12"/>
    <p:sldId id="1076" r:id="rId13"/>
    <p:sldId id="468" r:id="rId14"/>
    <p:sldId id="474" r:id="rId15"/>
    <p:sldId id="475" r:id="rId16"/>
    <p:sldId id="476" r:id="rId17"/>
    <p:sldId id="469" r:id="rId18"/>
    <p:sldId id="1078" r:id="rId19"/>
    <p:sldId id="477" r:id="rId20"/>
    <p:sldId id="478" r:id="rId21"/>
    <p:sldId id="479" r:id="rId22"/>
    <p:sldId id="480" r:id="rId23"/>
    <p:sldId id="481" r:id="rId24"/>
    <p:sldId id="1080" r:id="rId25"/>
    <p:sldId id="1082" r:id="rId26"/>
    <p:sldId id="1140" r:id="rId27"/>
    <p:sldId id="1097" r:id="rId28"/>
    <p:sldId id="1098" r:id="rId29"/>
    <p:sldId id="1100" r:id="rId30"/>
    <p:sldId id="1101" r:id="rId31"/>
    <p:sldId id="1149" r:id="rId32"/>
    <p:sldId id="1102" r:id="rId33"/>
    <p:sldId id="1141" r:id="rId34"/>
    <p:sldId id="1142" r:id="rId35"/>
    <p:sldId id="1143" r:id="rId36"/>
    <p:sldId id="1144" r:id="rId37"/>
    <p:sldId id="1145" r:id="rId38"/>
    <p:sldId id="1146" r:id="rId39"/>
    <p:sldId id="1147" r:id="rId40"/>
    <p:sldId id="1083" r:id="rId41"/>
    <p:sldId id="1044" r:id="rId42"/>
    <p:sldId id="1045" r:id="rId43"/>
    <p:sldId id="1046" r:id="rId44"/>
    <p:sldId id="1047" r:id="rId45"/>
    <p:sldId id="1107" r:id="rId46"/>
    <p:sldId id="1108" r:id="rId47"/>
    <p:sldId id="1048" r:id="rId48"/>
    <p:sldId id="1049" r:id="rId49"/>
    <p:sldId id="1050" r:id="rId50"/>
    <p:sldId id="1051" r:id="rId51"/>
    <p:sldId id="1052" r:id="rId52"/>
    <p:sldId id="1053" r:id="rId53"/>
    <p:sldId id="1054" r:id="rId54"/>
    <p:sldId id="1134" r:id="rId55"/>
    <p:sldId id="1055" r:id="rId56"/>
    <p:sldId id="1056" r:id="rId57"/>
    <p:sldId id="1151" r:id="rId58"/>
    <p:sldId id="1148" r:id="rId59"/>
    <p:sldId id="1136" r:id="rId60"/>
    <p:sldId id="1137" r:id="rId61"/>
    <p:sldId id="1057" r:id="rId62"/>
    <p:sldId id="1150"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45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F5A63-5684-4BA1-88E6-F4089334DEA3}" v="71" dt="2025-06-11T05:14:23.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72" autoAdjust="0"/>
    <p:restoredTop sz="91393" autoAdjust="0"/>
  </p:normalViewPr>
  <p:slideViewPr>
    <p:cSldViewPr snapToGrid="0">
      <p:cViewPr>
        <p:scale>
          <a:sx n="100" d="100"/>
          <a:sy n="100" d="100"/>
        </p:scale>
        <p:origin x="1359" y="135"/>
      </p:cViewPr>
      <p:guideLst/>
    </p:cSldViewPr>
  </p:slideViewPr>
  <p:outlineViewPr>
    <p:cViewPr>
      <p:scale>
        <a:sx n="33" d="100"/>
        <a:sy n="33" d="100"/>
      </p:scale>
      <p:origin x="0" y="-846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欣捷 王" userId="b965477fa0aef5e6" providerId="LiveId" clId="{4B6F5A63-5684-4BA1-88E6-F4089334DEA3}"/>
    <pc:docChg chg="custSel modSld">
      <pc:chgData name="欣捷 王" userId="b965477fa0aef5e6" providerId="LiveId" clId="{4B6F5A63-5684-4BA1-88E6-F4089334DEA3}" dt="2025-06-11T05:14:37.197" v="118" actId="207"/>
      <pc:docMkLst>
        <pc:docMk/>
      </pc:docMkLst>
      <pc:sldChg chg="addSp delSp modSp mod">
        <pc:chgData name="欣捷 王" userId="b965477fa0aef5e6" providerId="LiveId" clId="{4B6F5A63-5684-4BA1-88E6-F4089334DEA3}" dt="2025-06-11T05:14:37.197" v="118" actId="207"/>
        <pc:sldMkLst>
          <pc:docMk/>
          <pc:sldMk cId="0" sldId="1083"/>
        </pc:sldMkLst>
        <pc:spChg chg="add del mod">
          <ac:chgData name="欣捷 王" userId="b965477fa0aef5e6" providerId="LiveId" clId="{4B6F5A63-5684-4BA1-88E6-F4089334DEA3}" dt="2025-06-11T05:14:26.480" v="112" actId="478"/>
          <ac:spMkLst>
            <pc:docMk/>
            <pc:sldMk cId="0" sldId="1083"/>
            <ac:spMk id="5" creationId="{00F3C140-D06F-4848-3F2A-202692E96B01}"/>
          </ac:spMkLst>
        </pc:spChg>
        <pc:spChg chg="add mod">
          <ac:chgData name="欣捷 王" userId="b965477fa0aef5e6" providerId="LiveId" clId="{4B6F5A63-5684-4BA1-88E6-F4089334DEA3}" dt="2025-06-11T05:14:37.197" v="118" actId="207"/>
          <ac:spMkLst>
            <pc:docMk/>
            <pc:sldMk cId="0" sldId="1083"/>
            <ac:spMk id="6" creationId="{F34B817D-5EB7-9555-5785-3F95E0DBFBC9}"/>
          </ac:spMkLst>
        </pc:spChg>
      </pc:sldChg>
      <pc:sldChg chg="modSp mod">
        <pc:chgData name="欣捷 王" userId="b965477fa0aef5e6" providerId="LiveId" clId="{4B6F5A63-5684-4BA1-88E6-F4089334DEA3}" dt="2025-06-11T05:05:03.804" v="35"/>
        <pc:sldMkLst>
          <pc:docMk/>
          <pc:sldMk cId="1465715652" sldId="1117"/>
        </pc:sldMkLst>
        <pc:spChg chg="mod">
          <ac:chgData name="欣捷 王" userId="b965477fa0aef5e6" providerId="LiveId" clId="{4B6F5A63-5684-4BA1-88E6-F4089334DEA3}" dt="2025-06-11T05:05:03.804" v="32"/>
          <ac:spMkLst>
            <pc:docMk/>
            <pc:sldMk cId="1465715652" sldId="1117"/>
            <ac:spMk id="20" creationId="{6404D989-93BB-49F7-BC84-0FA0579B77DE}"/>
          </ac:spMkLst>
        </pc:spChg>
        <pc:spChg chg="mod">
          <ac:chgData name="欣捷 王" userId="b965477fa0aef5e6" providerId="LiveId" clId="{4B6F5A63-5684-4BA1-88E6-F4089334DEA3}" dt="2025-06-11T05:05:03.803" v="31"/>
          <ac:spMkLst>
            <pc:docMk/>
            <pc:sldMk cId="1465715652" sldId="1117"/>
            <ac:spMk id="21" creationId="{0B9E5147-F413-2F09-0525-30D14C7C0AC9}"/>
          </ac:spMkLst>
        </pc:spChg>
        <pc:spChg chg="mod">
          <ac:chgData name="欣捷 王" userId="b965477fa0aef5e6" providerId="LiveId" clId="{4B6F5A63-5684-4BA1-88E6-F4089334DEA3}" dt="2025-06-11T05:05:03.803" v="31"/>
          <ac:spMkLst>
            <pc:docMk/>
            <pc:sldMk cId="1465715652" sldId="1117"/>
            <ac:spMk id="22" creationId="{7E888682-BDF9-ED3A-C208-B891F2F4FD81}"/>
          </ac:spMkLst>
        </pc:spChg>
        <pc:spChg chg="mod">
          <ac:chgData name="欣捷 王" userId="b965477fa0aef5e6" providerId="LiveId" clId="{4B6F5A63-5684-4BA1-88E6-F4089334DEA3}" dt="2025-06-11T05:05:03.803" v="31"/>
          <ac:spMkLst>
            <pc:docMk/>
            <pc:sldMk cId="1465715652" sldId="1117"/>
            <ac:spMk id="23" creationId="{D60C8D4B-C8EE-849F-0AA2-4B7A6420B216}"/>
          </ac:spMkLst>
        </pc:spChg>
        <pc:grpChg chg="mod">
          <ac:chgData name="欣捷 王" userId="b965477fa0aef5e6" providerId="LiveId" clId="{4B6F5A63-5684-4BA1-88E6-F4089334DEA3}" dt="2025-06-11T05:05:03.804" v="33"/>
          <ac:grpSpMkLst>
            <pc:docMk/>
            <pc:sldMk cId="1465715652" sldId="1117"/>
            <ac:grpSpMk id="24" creationId="{295C1989-DE21-FD73-D393-969A2313DEC6}"/>
          </ac:grpSpMkLst>
        </pc:grpChg>
        <pc:picChg chg="mod ord">
          <ac:chgData name="欣捷 王" userId="b965477fa0aef5e6" providerId="LiveId" clId="{4B6F5A63-5684-4BA1-88E6-F4089334DEA3}" dt="2025-06-11T05:05:03.804" v="35"/>
          <ac:picMkLst>
            <pc:docMk/>
            <pc:sldMk cId="1465715652" sldId="1117"/>
            <ac:picMk id="9" creationId="{0A11483C-6120-4224-BAC4-D6995ACDA40B}"/>
          </ac:picMkLst>
        </pc:picChg>
      </pc:sldChg>
      <pc:sldChg chg="modSp mod">
        <pc:chgData name="欣捷 王" userId="b965477fa0aef5e6" providerId="LiveId" clId="{4B6F5A63-5684-4BA1-88E6-F4089334DEA3}" dt="2025-06-11T05:09:28.107" v="71"/>
        <pc:sldMkLst>
          <pc:docMk/>
          <pc:sldMk cId="3606714940" sldId="1148"/>
        </pc:sldMkLst>
        <pc:spChg chg="mod">
          <ac:chgData name="欣捷 王" userId="b965477fa0aef5e6" providerId="LiveId" clId="{4B6F5A63-5684-4BA1-88E6-F4089334DEA3}" dt="2025-06-11T05:09:28.107" v="68"/>
          <ac:spMkLst>
            <pc:docMk/>
            <pc:sldMk cId="3606714940" sldId="1148"/>
            <ac:spMk id="19" creationId="{57E33B18-3C43-7959-374C-9C59A62AB765}"/>
          </ac:spMkLst>
        </pc:spChg>
        <pc:spChg chg="mod">
          <ac:chgData name="欣捷 王" userId="b965477fa0aef5e6" providerId="LiveId" clId="{4B6F5A63-5684-4BA1-88E6-F4089334DEA3}" dt="2025-06-11T05:09:28.106" v="67"/>
          <ac:spMkLst>
            <pc:docMk/>
            <pc:sldMk cId="3606714940" sldId="1148"/>
            <ac:spMk id="20" creationId="{70D1D0F5-82ED-3155-FE3F-D45CA1867ED2}"/>
          </ac:spMkLst>
        </pc:spChg>
        <pc:spChg chg="mod">
          <ac:chgData name="欣捷 王" userId="b965477fa0aef5e6" providerId="LiveId" clId="{4B6F5A63-5684-4BA1-88E6-F4089334DEA3}" dt="2025-06-11T05:09:28.106" v="67"/>
          <ac:spMkLst>
            <pc:docMk/>
            <pc:sldMk cId="3606714940" sldId="1148"/>
            <ac:spMk id="21" creationId="{6D51E5AE-C9A5-0699-6906-4F50FE5B8384}"/>
          </ac:spMkLst>
        </pc:spChg>
        <pc:spChg chg="mod">
          <ac:chgData name="欣捷 王" userId="b965477fa0aef5e6" providerId="LiveId" clId="{4B6F5A63-5684-4BA1-88E6-F4089334DEA3}" dt="2025-06-11T05:09:28.106" v="67"/>
          <ac:spMkLst>
            <pc:docMk/>
            <pc:sldMk cId="3606714940" sldId="1148"/>
            <ac:spMk id="22" creationId="{AFF73B88-60EC-EF95-08EA-0B342C149336}"/>
          </ac:spMkLst>
        </pc:spChg>
        <pc:grpChg chg="mod">
          <ac:chgData name="欣捷 王" userId="b965477fa0aef5e6" providerId="LiveId" clId="{4B6F5A63-5684-4BA1-88E6-F4089334DEA3}" dt="2025-06-11T05:09:28.107" v="69"/>
          <ac:grpSpMkLst>
            <pc:docMk/>
            <pc:sldMk cId="3606714940" sldId="1148"/>
            <ac:grpSpMk id="23" creationId="{E2A57E30-AEFC-FDBF-F5B1-CE53231B5B34}"/>
          </ac:grpSpMkLst>
        </pc:grpChg>
        <pc:picChg chg="mod ord">
          <ac:chgData name="欣捷 王" userId="b965477fa0aef5e6" providerId="LiveId" clId="{4B6F5A63-5684-4BA1-88E6-F4089334DEA3}" dt="2025-06-11T05:09:28.107" v="71"/>
          <ac:picMkLst>
            <pc:docMk/>
            <pc:sldMk cId="3606714940" sldId="1148"/>
            <ac:picMk id="8" creationId="{2AE5140C-70F6-CF6B-0CD0-58ED5963F65C}"/>
          </ac:picMkLst>
        </pc:picChg>
      </pc:sldChg>
      <pc:sldChg chg="modSp mod">
        <pc:chgData name="欣捷 王" userId="b965477fa0aef5e6" providerId="LiveId" clId="{4B6F5A63-5684-4BA1-88E6-F4089334DEA3}" dt="2025-06-11T05:08:18.016" v="41"/>
        <pc:sldMkLst>
          <pc:docMk/>
          <pc:sldMk cId="2712622143" sldId="1149"/>
        </pc:sldMkLst>
        <pc:spChg chg="mod">
          <ac:chgData name="欣捷 王" userId="b965477fa0aef5e6" providerId="LiveId" clId="{4B6F5A63-5684-4BA1-88E6-F4089334DEA3}" dt="2025-06-11T05:08:18.015" v="38"/>
          <ac:spMkLst>
            <pc:docMk/>
            <pc:sldMk cId="2712622143" sldId="1149"/>
            <ac:spMk id="19" creationId="{BE110876-A7F4-9FE3-D418-10DF866DC8B2}"/>
          </ac:spMkLst>
        </pc:spChg>
        <pc:spChg chg="mod">
          <ac:chgData name="欣捷 王" userId="b965477fa0aef5e6" providerId="LiveId" clId="{4B6F5A63-5684-4BA1-88E6-F4089334DEA3}" dt="2025-06-11T05:08:18.015" v="37"/>
          <ac:spMkLst>
            <pc:docMk/>
            <pc:sldMk cId="2712622143" sldId="1149"/>
            <ac:spMk id="20" creationId="{09BF8798-EAE2-57A5-0133-8085E16CF336}"/>
          </ac:spMkLst>
        </pc:spChg>
        <pc:spChg chg="mod">
          <ac:chgData name="欣捷 王" userId="b965477fa0aef5e6" providerId="LiveId" clId="{4B6F5A63-5684-4BA1-88E6-F4089334DEA3}" dt="2025-06-11T05:08:18.015" v="37"/>
          <ac:spMkLst>
            <pc:docMk/>
            <pc:sldMk cId="2712622143" sldId="1149"/>
            <ac:spMk id="21" creationId="{7CB019C3-D57A-E75E-510B-1260A80D61E3}"/>
          </ac:spMkLst>
        </pc:spChg>
        <pc:spChg chg="mod">
          <ac:chgData name="欣捷 王" userId="b965477fa0aef5e6" providerId="LiveId" clId="{4B6F5A63-5684-4BA1-88E6-F4089334DEA3}" dt="2025-06-11T05:08:18.015" v="37"/>
          <ac:spMkLst>
            <pc:docMk/>
            <pc:sldMk cId="2712622143" sldId="1149"/>
            <ac:spMk id="22" creationId="{2DEAF133-EF9C-10AE-F88C-3D7C0F321D36}"/>
          </ac:spMkLst>
        </pc:spChg>
        <pc:grpChg chg="mod">
          <ac:chgData name="欣捷 王" userId="b965477fa0aef5e6" providerId="LiveId" clId="{4B6F5A63-5684-4BA1-88E6-F4089334DEA3}" dt="2025-06-11T05:08:18.015" v="39"/>
          <ac:grpSpMkLst>
            <pc:docMk/>
            <pc:sldMk cId="2712622143" sldId="1149"/>
            <ac:grpSpMk id="23" creationId="{4CE4846C-5900-3EC2-DFB5-B99A1376E555}"/>
          </ac:grpSpMkLst>
        </pc:grpChg>
        <pc:picChg chg="mod ord">
          <ac:chgData name="欣捷 王" userId="b965477fa0aef5e6" providerId="LiveId" clId="{4B6F5A63-5684-4BA1-88E6-F4089334DEA3}" dt="2025-06-11T05:08:18.016" v="41"/>
          <ac:picMkLst>
            <pc:docMk/>
            <pc:sldMk cId="2712622143" sldId="1149"/>
            <ac:picMk id="8" creationId="{95B285EA-558A-4BA7-54A5-7D26FC38B350}"/>
          </ac:picMkLst>
        </pc:picChg>
      </pc:sldChg>
    </pc:docChg>
  </pc:docChgLst>
  <pc:docChgLst>
    <pc:chgData name="王 欣捷" userId="b965477fa0aef5e6" providerId="LiveId" clId="{6B25E3A0-8D13-427B-91C6-98F6CF017510}"/>
    <pc:docChg chg="undo redo custSel addSld delSld modSld sldOrd">
      <pc:chgData name="王 欣捷" userId="b965477fa0aef5e6" providerId="LiveId" clId="{6B25E3A0-8D13-427B-91C6-98F6CF017510}" dt="2021-04-20T14:19:47.465" v="1513" actId="20577"/>
      <pc:docMkLst>
        <pc:docMk/>
      </pc:docMkLst>
      <pc:sldChg chg="del">
        <pc:chgData name="王 欣捷" userId="b965477fa0aef5e6" providerId="LiveId" clId="{6B25E3A0-8D13-427B-91C6-98F6CF017510}" dt="2021-04-20T13:08:17.013" v="389" actId="47"/>
        <pc:sldMkLst>
          <pc:docMk/>
          <pc:sldMk cId="0" sldId="935"/>
        </pc:sldMkLst>
      </pc:sldChg>
      <pc:sldChg chg="del">
        <pc:chgData name="王 欣捷" userId="b965477fa0aef5e6" providerId="LiveId" clId="{6B25E3A0-8D13-427B-91C6-98F6CF017510}" dt="2021-04-20T13:08:18.638" v="390" actId="47"/>
        <pc:sldMkLst>
          <pc:docMk/>
          <pc:sldMk cId="0" sldId="936"/>
        </pc:sldMkLst>
      </pc:sldChg>
      <pc:sldChg chg="del">
        <pc:chgData name="王 欣捷" userId="b965477fa0aef5e6" providerId="LiveId" clId="{6B25E3A0-8D13-427B-91C6-98F6CF017510}" dt="2021-04-20T13:55:36.044" v="1045" actId="47"/>
        <pc:sldMkLst>
          <pc:docMk/>
          <pc:sldMk cId="0" sldId="938"/>
        </pc:sldMkLst>
      </pc:sldChg>
      <pc:sldChg chg="del">
        <pc:chgData name="王 欣捷" userId="b965477fa0aef5e6" providerId="LiveId" clId="{6B25E3A0-8D13-427B-91C6-98F6CF017510}" dt="2021-04-20T14:09:57.154" v="1318" actId="47"/>
        <pc:sldMkLst>
          <pc:docMk/>
          <pc:sldMk cId="0" sldId="940"/>
        </pc:sldMkLst>
      </pc:sldChg>
      <pc:sldChg chg="del">
        <pc:chgData name="王 欣捷" userId="b965477fa0aef5e6" providerId="LiveId" clId="{6B25E3A0-8D13-427B-91C6-98F6CF017510}" dt="2021-04-20T14:13:44.761" v="1393" actId="47"/>
        <pc:sldMkLst>
          <pc:docMk/>
          <pc:sldMk cId="0" sldId="942"/>
        </pc:sldMkLst>
      </pc:sldChg>
      <pc:sldChg chg="add del">
        <pc:chgData name="王 欣捷" userId="b965477fa0aef5e6" providerId="LiveId" clId="{6B25E3A0-8D13-427B-91C6-98F6CF017510}" dt="2021-04-20T14:13:45.610" v="1394" actId="47"/>
        <pc:sldMkLst>
          <pc:docMk/>
          <pc:sldMk cId="0" sldId="943"/>
        </pc:sldMkLst>
      </pc:sldChg>
      <pc:sldChg chg="del">
        <pc:chgData name="王 欣捷" userId="b965477fa0aef5e6" providerId="LiveId" clId="{6B25E3A0-8D13-427B-91C6-98F6CF017510}" dt="2021-04-20T14:16:03.024" v="1439" actId="47"/>
        <pc:sldMkLst>
          <pc:docMk/>
          <pc:sldMk cId="672076074" sldId="945"/>
        </pc:sldMkLst>
      </pc:sldChg>
      <pc:sldChg chg="del">
        <pc:chgData name="王 欣捷" userId="b965477fa0aef5e6" providerId="LiveId" clId="{6B25E3A0-8D13-427B-91C6-98F6CF017510}" dt="2021-04-20T14:19:07.930" v="1512" actId="47"/>
        <pc:sldMkLst>
          <pc:docMk/>
          <pc:sldMk cId="4090644917" sldId="946"/>
        </pc:sldMkLst>
      </pc:sldChg>
      <pc:sldChg chg="del">
        <pc:chgData name="王 欣捷" userId="b965477fa0aef5e6" providerId="LiveId" clId="{6B25E3A0-8D13-427B-91C6-98F6CF017510}" dt="2021-04-20T14:19:07.930" v="1512" actId="47"/>
        <pc:sldMkLst>
          <pc:docMk/>
          <pc:sldMk cId="0" sldId="947"/>
        </pc:sldMkLst>
      </pc:sldChg>
      <pc:sldChg chg="del">
        <pc:chgData name="王 欣捷" userId="b965477fa0aef5e6" providerId="LiveId" clId="{6B25E3A0-8D13-427B-91C6-98F6CF017510}" dt="2021-04-20T13:13:57.132" v="426" actId="47"/>
        <pc:sldMkLst>
          <pc:docMk/>
          <pc:sldMk cId="0" sldId="955"/>
        </pc:sldMkLst>
      </pc:sldChg>
      <pc:sldChg chg="del">
        <pc:chgData name="王 欣捷" userId="b965477fa0aef5e6" providerId="LiveId" clId="{6B25E3A0-8D13-427B-91C6-98F6CF017510}" dt="2021-04-20T13:14:23.567" v="427" actId="47"/>
        <pc:sldMkLst>
          <pc:docMk/>
          <pc:sldMk cId="0" sldId="956"/>
        </pc:sldMkLst>
      </pc:sldChg>
      <pc:sldChg chg="del">
        <pc:chgData name="王 欣捷" userId="b965477fa0aef5e6" providerId="LiveId" clId="{6B25E3A0-8D13-427B-91C6-98F6CF017510}" dt="2021-04-20T13:14:23.567" v="427" actId="47"/>
        <pc:sldMkLst>
          <pc:docMk/>
          <pc:sldMk cId="0" sldId="957"/>
        </pc:sldMkLst>
      </pc:sldChg>
      <pc:sldChg chg="del">
        <pc:chgData name="王 欣捷" userId="b965477fa0aef5e6" providerId="LiveId" clId="{6B25E3A0-8D13-427B-91C6-98F6CF017510}" dt="2021-04-20T13:14:23.567" v="427" actId="47"/>
        <pc:sldMkLst>
          <pc:docMk/>
          <pc:sldMk cId="0" sldId="958"/>
        </pc:sldMkLst>
      </pc:sldChg>
      <pc:sldChg chg="del">
        <pc:chgData name="王 欣捷" userId="b965477fa0aef5e6" providerId="LiveId" clId="{6B25E3A0-8D13-427B-91C6-98F6CF017510}" dt="2021-04-20T13:14:23.567" v="427" actId="47"/>
        <pc:sldMkLst>
          <pc:docMk/>
          <pc:sldMk cId="0" sldId="959"/>
        </pc:sldMkLst>
      </pc:sldChg>
      <pc:sldChg chg="addSp delSp modSp mod modClrScheme modAnim chgLayout">
        <pc:chgData name="王 欣捷" userId="b965477fa0aef5e6" providerId="LiveId" clId="{6B25E3A0-8D13-427B-91C6-98F6CF017510}" dt="2021-04-20T13:16:49.922" v="491"/>
        <pc:sldMkLst>
          <pc:docMk/>
          <pc:sldMk cId="0" sldId="960"/>
        </pc:sldMkLst>
      </pc:sldChg>
      <pc:sldChg chg="addSp delSp modSp mod chgLayout">
        <pc:chgData name="王 欣捷" userId="b965477fa0aef5e6" providerId="LiveId" clId="{6B25E3A0-8D13-427B-91C6-98F6CF017510}" dt="2021-04-20T13:47:13.753" v="879" actId="113"/>
        <pc:sldMkLst>
          <pc:docMk/>
          <pc:sldMk cId="0" sldId="962"/>
        </pc:sldMkLst>
      </pc:sldChg>
      <pc:sldChg chg="del ord">
        <pc:chgData name="王 欣捷" userId="b965477fa0aef5e6" providerId="LiveId" clId="{6B25E3A0-8D13-427B-91C6-98F6CF017510}" dt="2021-04-20T13:46:29.446" v="864" actId="47"/>
        <pc:sldMkLst>
          <pc:docMk/>
          <pc:sldMk cId="0" sldId="963"/>
        </pc:sldMkLst>
      </pc:sldChg>
      <pc:sldChg chg="del">
        <pc:chgData name="王 欣捷" userId="b965477fa0aef5e6" providerId="LiveId" clId="{6B25E3A0-8D13-427B-91C6-98F6CF017510}" dt="2021-04-20T13:50:56.886" v="927" actId="47"/>
        <pc:sldMkLst>
          <pc:docMk/>
          <pc:sldMk cId="0" sldId="964"/>
        </pc:sldMkLst>
      </pc:sldChg>
      <pc:sldChg chg="del">
        <pc:chgData name="王 欣捷" userId="b965477fa0aef5e6" providerId="LiveId" clId="{6B25E3A0-8D13-427B-91C6-98F6CF017510}" dt="2021-04-20T13:50:56.886" v="927" actId="47"/>
        <pc:sldMkLst>
          <pc:docMk/>
          <pc:sldMk cId="0" sldId="965"/>
        </pc:sldMkLst>
      </pc:sldChg>
      <pc:sldChg chg="del">
        <pc:chgData name="王 欣捷" userId="b965477fa0aef5e6" providerId="LiveId" clId="{6B25E3A0-8D13-427B-91C6-98F6CF017510}" dt="2021-04-20T13:57:42.299" v="1078" actId="47"/>
        <pc:sldMkLst>
          <pc:docMk/>
          <pc:sldMk cId="0" sldId="966"/>
        </pc:sldMkLst>
      </pc:sldChg>
      <pc:sldChg chg="del">
        <pc:chgData name="王 欣捷" userId="b965477fa0aef5e6" providerId="LiveId" clId="{6B25E3A0-8D13-427B-91C6-98F6CF017510}" dt="2021-04-20T13:57:42.299" v="1078" actId="47"/>
        <pc:sldMkLst>
          <pc:docMk/>
          <pc:sldMk cId="0" sldId="967"/>
        </pc:sldMkLst>
      </pc:sldChg>
      <pc:sldChg chg="del">
        <pc:chgData name="王 欣捷" userId="b965477fa0aef5e6" providerId="LiveId" clId="{6B25E3A0-8D13-427B-91C6-98F6CF017510}" dt="2021-04-20T14:10:55.281" v="1324" actId="47"/>
        <pc:sldMkLst>
          <pc:docMk/>
          <pc:sldMk cId="0" sldId="968"/>
        </pc:sldMkLst>
      </pc:sldChg>
      <pc:sldChg chg="del">
        <pc:chgData name="王 欣捷" userId="b965477fa0aef5e6" providerId="LiveId" clId="{6B25E3A0-8D13-427B-91C6-98F6CF017510}" dt="2021-04-20T14:10:55.281" v="1324" actId="47"/>
        <pc:sldMkLst>
          <pc:docMk/>
          <pc:sldMk cId="0" sldId="969"/>
        </pc:sldMkLst>
      </pc:sldChg>
      <pc:sldChg chg="del">
        <pc:chgData name="王 欣捷" userId="b965477fa0aef5e6" providerId="LiveId" clId="{6B25E3A0-8D13-427B-91C6-98F6CF017510}" dt="2021-04-20T14:14:04.852" v="1396" actId="47"/>
        <pc:sldMkLst>
          <pc:docMk/>
          <pc:sldMk cId="0" sldId="971"/>
        </pc:sldMkLst>
      </pc:sldChg>
      <pc:sldChg chg="modSp mod">
        <pc:chgData name="王 欣捷" userId="b965477fa0aef5e6" providerId="LiveId" clId="{6B25E3A0-8D13-427B-91C6-98F6CF017510}" dt="2021-04-20T13:22:53.797" v="527" actId="113"/>
        <pc:sldMkLst>
          <pc:docMk/>
          <pc:sldMk cId="0" sldId="1080"/>
        </pc:sldMkLst>
      </pc:sldChg>
      <pc:sldChg chg="modSp mod">
        <pc:chgData name="王 欣捷" userId="b965477fa0aef5e6" providerId="LiveId" clId="{6B25E3A0-8D13-427B-91C6-98F6CF017510}" dt="2021-04-20T13:17:08.689" v="492" actId="2710"/>
        <pc:sldMkLst>
          <pc:docMk/>
          <pc:sldMk cId="0" sldId="1090"/>
        </pc:sldMkLst>
      </pc:sldChg>
      <pc:sldChg chg="modSp mod chgLayout">
        <pc:chgData name="王 欣捷" userId="b965477fa0aef5e6" providerId="LiveId" clId="{6B25E3A0-8D13-427B-91C6-98F6CF017510}" dt="2021-04-20T13:17:45.153" v="497" actId="207"/>
        <pc:sldMkLst>
          <pc:docMk/>
          <pc:sldMk cId="0" sldId="1092"/>
        </pc:sldMkLst>
      </pc:sldChg>
      <pc:sldChg chg="modSp mod chgLayout">
        <pc:chgData name="王 欣捷" userId="b965477fa0aef5e6" providerId="LiveId" clId="{6B25E3A0-8D13-427B-91C6-98F6CF017510}" dt="2021-04-20T13:18:26.576" v="507" actId="207"/>
        <pc:sldMkLst>
          <pc:docMk/>
          <pc:sldMk cId="0" sldId="1093"/>
        </pc:sldMkLst>
      </pc:sldChg>
      <pc:sldChg chg="modSp mod">
        <pc:chgData name="王 欣捷" userId="b965477fa0aef5e6" providerId="LiveId" clId="{6B25E3A0-8D13-427B-91C6-98F6CF017510}" dt="2021-04-20T13:21:17.780" v="520" actId="2711"/>
        <pc:sldMkLst>
          <pc:docMk/>
          <pc:sldMk cId="0" sldId="1094"/>
        </pc:sldMkLst>
      </pc:sldChg>
      <pc:sldChg chg="modSp mod">
        <pc:chgData name="王 欣捷" userId="b965477fa0aef5e6" providerId="LiveId" clId="{6B25E3A0-8D13-427B-91C6-98F6CF017510}" dt="2021-04-20T13:20:58.834" v="519" actId="2711"/>
        <pc:sldMkLst>
          <pc:docMk/>
          <pc:sldMk cId="0" sldId="1096"/>
        </pc:sldMkLst>
      </pc:sldChg>
      <pc:sldChg chg="modSp mod">
        <pc:chgData name="王 欣捷" userId="b965477fa0aef5e6" providerId="LiveId" clId="{6B25E3A0-8D13-427B-91C6-98F6CF017510}" dt="2021-04-20T13:21:27" v="521" actId="2711"/>
        <pc:sldMkLst>
          <pc:docMk/>
          <pc:sldMk cId="998456851" sldId="1097"/>
        </pc:sldMkLst>
      </pc:sldChg>
      <pc:sldChg chg="modSp">
        <pc:chgData name="王 欣捷" userId="b965477fa0aef5e6" providerId="LiveId" clId="{6B25E3A0-8D13-427B-91C6-98F6CF017510}" dt="2021-04-20T14:19:47.465" v="1513" actId="20577"/>
        <pc:sldMkLst>
          <pc:docMk/>
          <pc:sldMk cId="3339090179" sldId="1100"/>
        </pc:sldMkLst>
      </pc:sldChg>
      <pc:sldChg chg="modSp mod">
        <pc:chgData name="王 欣捷" userId="b965477fa0aef5e6" providerId="LiveId" clId="{6B25E3A0-8D13-427B-91C6-98F6CF017510}" dt="2021-04-20T13:22:13.687" v="523" actId="207"/>
        <pc:sldMkLst>
          <pc:docMk/>
          <pc:sldMk cId="0" sldId="1105"/>
        </pc:sldMkLst>
      </pc:sldChg>
      <pc:sldChg chg="modSp mod">
        <pc:chgData name="王 欣捷" userId="b965477fa0aef5e6" providerId="LiveId" clId="{6B25E3A0-8D13-427B-91C6-98F6CF017510}" dt="2021-04-20T13:22:27.178" v="526" actId="113"/>
        <pc:sldMkLst>
          <pc:docMk/>
          <pc:sldMk cId="0" sldId="1106"/>
        </pc:sldMkLst>
      </pc:sldChg>
      <pc:sldChg chg="del">
        <pc:chgData name="王 欣捷" userId="b965477fa0aef5e6" providerId="LiveId" clId="{6B25E3A0-8D13-427B-91C6-98F6CF017510}" dt="2021-04-20T12:53:00.742" v="214" actId="47"/>
        <pc:sldMkLst>
          <pc:docMk/>
          <pc:sldMk cId="0" sldId="1108"/>
        </pc:sldMkLst>
      </pc:sldChg>
      <pc:sldChg chg="del">
        <pc:chgData name="王 欣捷" userId="b965477fa0aef5e6" providerId="LiveId" clId="{6B25E3A0-8D13-427B-91C6-98F6CF017510}" dt="2021-04-20T12:53:02.021" v="215" actId="47"/>
        <pc:sldMkLst>
          <pc:docMk/>
          <pc:sldMk cId="0" sldId="1109"/>
        </pc:sldMkLst>
      </pc:sldChg>
      <pc:sldChg chg="modSp mod">
        <pc:chgData name="王 欣捷" userId="b965477fa0aef5e6" providerId="LiveId" clId="{6B25E3A0-8D13-427B-91C6-98F6CF017510}" dt="2021-04-20T13:48:04.755" v="885" actId="207"/>
        <pc:sldMkLst>
          <pc:docMk/>
          <pc:sldMk cId="0" sldId="1110"/>
        </pc:sldMkLst>
      </pc:sldChg>
      <pc:sldChg chg="addSp delSp modSp mod modAnim">
        <pc:chgData name="王 欣捷" userId="b965477fa0aef5e6" providerId="LiveId" clId="{6B25E3A0-8D13-427B-91C6-98F6CF017510}" dt="2021-04-20T12:51:49.274" v="212" actId="478"/>
        <pc:sldMkLst>
          <pc:docMk/>
          <pc:sldMk cId="0" sldId="1127"/>
        </pc:sldMkLst>
      </pc:sldChg>
      <pc:sldChg chg="del">
        <pc:chgData name="王 欣捷" userId="b965477fa0aef5e6" providerId="LiveId" clId="{6B25E3A0-8D13-427B-91C6-98F6CF017510}" dt="2021-04-20T12:40:48.963" v="60" actId="47"/>
        <pc:sldMkLst>
          <pc:docMk/>
          <pc:sldMk cId="0" sldId="1131"/>
        </pc:sldMkLst>
      </pc:sldChg>
      <pc:sldChg chg="del">
        <pc:chgData name="王 欣捷" userId="b965477fa0aef5e6" providerId="LiveId" clId="{6B25E3A0-8D13-427B-91C6-98F6CF017510}" dt="2021-04-20T12:45:30.807" v="127" actId="47"/>
        <pc:sldMkLst>
          <pc:docMk/>
          <pc:sldMk cId="998205630" sldId="1134"/>
        </pc:sldMkLst>
      </pc:sldChg>
      <pc:sldChg chg="modSp mod">
        <pc:chgData name="王 欣捷" userId="b965477fa0aef5e6" providerId="LiveId" clId="{6B25E3A0-8D13-427B-91C6-98F6CF017510}" dt="2021-04-20T13:25:06.203" v="565" actId="1076"/>
        <pc:sldMkLst>
          <pc:docMk/>
          <pc:sldMk cId="0" sldId="1138"/>
        </pc:sldMkLst>
      </pc:sldChg>
      <pc:sldChg chg="del">
        <pc:chgData name="王 欣捷" userId="b965477fa0aef5e6" providerId="LiveId" clId="{6B25E3A0-8D13-427B-91C6-98F6CF017510}" dt="2021-04-20T12:40:48.963" v="60" actId="47"/>
        <pc:sldMkLst>
          <pc:docMk/>
          <pc:sldMk cId="3037729556" sldId="1143"/>
        </pc:sldMkLst>
      </pc:sldChg>
      <pc:sldChg chg="del">
        <pc:chgData name="王 欣捷" userId="b965477fa0aef5e6" providerId="LiveId" clId="{6B25E3A0-8D13-427B-91C6-98F6CF017510}" dt="2021-04-20T12:40:48.963" v="60" actId="47"/>
        <pc:sldMkLst>
          <pc:docMk/>
          <pc:sldMk cId="546972322" sldId="1144"/>
        </pc:sldMkLst>
      </pc:sldChg>
      <pc:sldChg chg="addSp delSp modSp mod modAnim">
        <pc:chgData name="王 欣捷" userId="b965477fa0aef5e6" providerId="LiveId" clId="{6B25E3A0-8D13-427B-91C6-98F6CF017510}" dt="2021-04-20T12:48:37.970" v="153"/>
        <pc:sldMkLst>
          <pc:docMk/>
          <pc:sldMk cId="4223351651" sldId="1145"/>
        </pc:sldMkLst>
      </pc:sldChg>
      <pc:sldChg chg="del">
        <pc:chgData name="王 欣捷" userId="b965477fa0aef5e6" providerId="LiveId" clId="{6B25E3A0-8D13-427B-91C6-98F6CF017510}" dt="2021-04-20T12:45:30.807" v="127" actId="47"/>
        <pc:sldMkLst>
          <pc:docMk/>
          <pc:sldMk cId="1246412149" sldId="1146"/>
        </pc:sldMkLst>
      </pc:sldChg>
      <pc:sldChg chg="del">
        <pc:chgData name="王 欣捷" userId="b965477fa0aef5e6" providerId="LiveId" clId="{6B25E3A0-8D13-427B-91C6-98F6CF017510}" dt="2021-04-20T12:45:30.807" v="127" actId="47"/>
        <pc:sldMkLst>
          <pc:docMk/>
          <pc:sldMk cId="1563518926" sldId="1147"/>
        </pc:sldMkLst>
      </pc:sldChg>
      <pc:sldChg chg="del">
        <pc:chgData name="王 欣捷" userId="b965477fa0aef5e6" providerId="LiveId" clId="{6B25E3A0-8D13-427B-91C6-98F6CF017510}" dt="2021-04-20T12:45:30.807" v="127" actId="47"/>
        <pc:sldMkLst>
          <pc:docMk/>
          <pc:sldMk cId="3006853834" sldId="1148"/>
        </pc:sldMkLst>
      </pc:sldChg>
      <pc:sldChg chg="del">
        <pc:chgData name="王 欣捷" userId="b965477fa0aef5e6" providerId="LiveId" clId="{6B25E3A0-8D13-427B-91C6-98F6CF017510}" dt="2021-04-20T12:45:30.807" v="127" actId="47"/>
        <pc:sldMkLst>
          <pc:docMk/>
          <pc:sldMk cId="2869246556" sldId="1149"/>
        </pc:sldMkLst>
      </pc:sldChg>
      <pc:sldChg chg="del">
        <pc:chgData name="王 欣捷" userId="b965477fa0aef5e6" providerId="LiveId" clId="{6B25E3A0-8D13-427B-91C6-98F6CF017510}" dt="2021-04-20T12:45:30.807" v="127" actId="47"/>
        <pc:sldMkLst>
          <pc:docMk/>
          <pc:sldMk cId="500657596" sldId="1150"/>
        </pc:sldMkLst>
      </pc:sldChg>
      <pc:sldChg chg="addSp delSp modSp mod modAnim">
        <pc:chgData name="王 欣捷" userId="b965477fa0aef5e6" providerId="LiveId" clId="{6B25E3A0-8D13-427B-91C6-98F6CF017510}" dt="2021-04-20T12:46:20.433" v="136" actId="165"/>
        <pc:sldMkLst>
          <pc:docMk/>
          <pc:sldMk cId="3962178428" sldId="1151"/>
        </pc:sldMkLst>
      </pc:sldChg>
      <pc:sldChg chg="del">
        <pc:chgData name="王 欣捷" userId="b965477fa0aef5e6" providerId="LiveId" clId="{6B25E3A0-8D13-427B-91C6-98F6CF017510}" dt="2021-04-20T13:13:57.132" v="426" actId="47"/>
        <pc:sldMkLst>
          <pc:docMk/>
          <pc:sldMk cId="389650025" sldId="1152"/>
        </pc:sldMkLst>
      </pc:sldChg>
      <pc:sldChg chg="del">
        <pc:chgData name="王 欣捷" userId="b965477fa0aef5e6" providerId="LiveId" clId="{6B25E3A0-8D13-427B-91C6-98F6CF017510}" dt="2021-04-20T13:13:57.132" v="426" actId="47"/>
        <pc:sldMkLst>
          <pc:docMk/>
          <pc:sldMk cId="235929361" sldId="1153"/>
        </pc:sldMkLst>
      </pc:sldChg>
      <pc:sldChg chg="del">
        <pc:chgData name="王 欣捷" userId="b965477fa0aef5e6" providerId="LiveId" clId="{6B25E3A0-8D13-427B-91C6-98F6CF017510}" dt="2021-04-20T13:13:57.132" v="426" actId="47"/>
        <pc:sldMkLst>
          <pc:docMk/>
          <pc:sldMk cId="4207039851" sldId="1154"/>
        </pc:sldMkLst>
      </pc:sldChg>
      <pc:sldChg chg="del">
        <pc:chgData name="王 欣捷" userId="b965477fa0aef5e6" providerId="LiveId" clId="{6B25E3A0-8D13-427B-91C6-98F6CF017510}" dt="2021-04-20T13:13:57.132" v="426" actId="47"/>
        <pc:sldMkLst>
          <pc:docMk/>
          <pc:sldMk cId="77711967" sldId="1155"/>
        </pc:sldMkLst>
      </pc:sldChg>
      <pc:sldChg chg="del">
        <pc:chgData name="王 欣捷" userId="b965477fa0aef5e6" providerId="LiveId" clId="{6B25E3A0-8D13-427B-91C6-98F6CF017510}" dt="2021-04-20T13:13:57.132" v="426" actId="47"/>
        <pc:sldMkLst>
          <pc:docMk/>
          <pc:sldMk cId="1749343738" sldId="1156"/>
        </pc:sldMkLst>
      </pc:sldChg>
      <pc:sldChg chg="del">
        <pc:chgData name="王 欣捷" userId="b965477fa0aef5e6" providerId="LiveId" clId="{6B25E3A0-8D13-427B-91C6-98F6CF017510}" dt="2021-04-20T13:13:57.132" v="426" actId="47"/>
        <pc:sldMkLst>
          <pc:docMk/>
          <pc:sldMk cId="3747700626" sldId="1157"/>
        </pc:sldMkLst>
      </pc:sldChg>
      <pc:sldChg chg="addSp delSp modSp mod modAnim">
        <pc:chgData name="王 欣捷" userId="b965477fa0aef5e6" providerId="LiveId" clId="{6B25E3A0-8D13-427B-91C6-98F6CF017510}" dt="2021-04-20T13:13:38.770" v="425"/>
        <pc:sldMkLst>
          <pc:docMk/>
          <pc:sldMk cId="2813883607" sldId="1158"/>
        </pc:sldMkLst>
      </pc:sldChg>
      <pc:sldChg chg="add del">
        <pc:chgData name="王 欣捷" userId="b965477fa0aef5e6" providerId="LiveId" clId="{6B25E3A0-8D13-427B-91C6-98F6CF017510}" dt="2021-04-20T12:53:35.214" v="217"/>
        <pc:sldMkLst>
          <pc:docMk/>
          <pc:sldMk cId="3340373905" sldId="1159"/>
        </pc:sldMkLst>
      </pc:sldChg>
      <pc:sldChg chg="addSp delSp modSp add del mod modAnim">
        <pc:chgData name="王 欣捷" userId="b965477fa0aef5e6" providerId="LiveId" clId="{6B25E3A0-8D13-427B-91C6-98F6CF017510}" dt="2021-04-20T12:41:17.754" v="67" actId="47"/>
        <pc:sldMkLst>
          <pc:docMk/>
          <pc:sldMk cId="3468514126" sldId="1159"/>
        </pc:sldMkLst>
      </pc:sldChg>
      <pc:sldChg chg="addSp delSp modSp add del mod">
        <pc:chgData name="王 欣捷" userId="b965477fa0aef5e6" providerId="LiveId" clId="{6B25E3A0-8D13-427B-91C6-98F6CF017510}" dt="2021-04-20T12:45:23.395" v="126" actId="47"/>
        <pc:sldMkLst>
          <pc:docMk/>
          <pc:sldMk cId="3608272575" sldId="1159"/>
        </pc:sldMkLst>
      </pc:sldChg>
      <pc:sldChg chg="addSp delSp modSp add mod">
        <pc:chgData name="王 欣捷" userId="b965477fa0aef5e6" providerId="LiveId" clId="{6B25E3A0-8D13-427B-91C6-98F6CF017510}" dt="2021-04-20T13:52:59.633" v="961" actId="20577"/>
        <pc:sldMkLst>
          <pc:docMk/>
          <pc:sldMk cId="3740059661" sldId="1159"/>
        </pc:sldMkLst>
      </pc:sldChg>
      <pc:sldChg chg="addSp delSp modSp new del mod modClrScheme modAnim chgLayout">
        <pc:chgData name="王 欣捷" userId="b965477fa0aef5e6" providerId="LiveId" clId="{6B25E3A0-8D13-427B-91C6-98F6CF017510}" dt="2021-04-20T12:51:53.712" v="213" actId="47"/>
        <pc:sldMkLst>
          <pc:docMk/>
          <pc:sldMk cId="3959990060" sldId="1159"/>
        </pc:sldMkLst>
      </pc:sldChg>
      <pc:sldChg chg="addSp delSp modSp new del mod modClrScheme chgLayout">
        <pc:chgData name="王 欣捷" userId="b965477fa0aef5e6" providerId="LiveId" clId="{6B25E3A0-8D13-427B-91C6-98F6CF017510}" dt="2021-04-20T13:12:57.235" v="417" actId="47"/>
        <pc:sldMkLst>
          <pc:docMk/>
          <pc:sldMk cId="1241390852" sldId="1160"/>
        </pc:sldMkLst>
      </pc:sldChg>
      <pc:sldChg chg="addSp delSp modSp new del mod modClrScheme chgLayout">
        <pc:chgData name="王 欣捷" userId="b965477fa0aef5e6" providerId="LiveId" clId="{6B25E3A0-8D13-427B-91C6-98F6CF017510}" dt="2021-04-20T13:16:15.430" v="484" actId="47"/>
        <pc:sldMkLst>
          <pc:docMk/>
          <pc:sldMk cId="1640109929" sldId="1160"/>
        </pc:sldMkLst>
      </pc:sldChg>
      <pc:sldChg chg="addSp delSp modSp new mod modClrScheme chgLayout">
        <pc:chgData name="王 欣捷" userId="b965477fa0aef5e6" providerId="LiveId" clId="{6B25E3A0-8D13-427B-91C6-98F6CF017510}" dt="2021-04-20T13:50:15.390" v="923" actId="207"/>
        <pc:sldMkLst>
          <pc:docMk/>
          <pc:sldMk cId="3618475896" sldId="1160"/>
        </pc:sldMkLst>
      </pc:sldChg>
      <pc:sldChg chg="modSp add mod">
        <pc:chgData name="王 欣捷" userId="b965477fa0aef5e6" providerId="LiveId" clId="{6B25E3A0-8D13-427B-91C6-98F6CF017510}" dt="2021-04-20T14:01:41.766" v="1174" actId="207"/>
        <pc:sldMkLst>
          <pc:docMk/>
          <pc:sldMk cId="2042943240" sldId="1161"/>
        </pc:sldMkLst>
      </pc:sldChg>
      <pc:sldChg chg="addSp delSp modSp add mod chgLayout">
        <pc:chgData name="王 欣捷" userId="b965477fa0aef5e6" providerId="LiveId" clId="{6B25E3A0-8D13-427B-91C6-98F6CF017510}" dt="2021-04-20T14:10:21.546" v="1320"/>
        <pc:sldMkLst>
          <pc:docMk/>
          <pc:sldMk cId="3272006686" sldId="1162"/>
        </pc:sldMkLst>
      </pc:sldChg>
      <pc:sldChg chg="modSp add mod">
        <pc:chgData name="王 欣捷" userId="b965477fa0aef5e6" providerId="LiveId" clId="{6B25E3A0-8D13-427B-91C6-98F6CF017510}" dt="2021-04-20T13:57:35.694" v="1077" actId="207"/>
        <pc:sldMkLst>
          <pc:docMk/>
          <pc:sldMk cId="2547034749" sldId="1163"/>
        </pc:sldMkLst>
      </pc:sldChg>
      <pc:sldChg chg="add del">
        <pc:chgData name="王 欣捷" userId="b965477fa0aef5e6" providerId="LiveId" clId="{6B25E3A0-8D13-427B-91C6-98F6CF017510}" dt="2021-04-20T13:55:52.842" v="1047"/>
        <pc:sldMkLst>
          <pc:docMk/>
          <pc:sldMk cId="2822785792" sldId="1163"/>
        </pc:sldMkLst>
      </pc:sldChg>
      <pc:sldChg chg="modSp add del mod">
        <pc:chgData name="王 欣捷" userId="b965477fa0aef5e6" providerId="LiveId" clId="{6B25E3A0-8D13-427B-91C6-98F6CF017510}" dt="2021-04-20T13:59:18.004" v="1149" actId="47"/>
        <pc:sldMkLst>
          <pc:docMk/>
          <pc:sldMk cId="791380091" sldId="1164"/>
        </pc:sldMkLst>
      </pc:sldChg>
      <pc:sldChg chg="addSp delSp modSp add mod">
        <pc:chgData name="王 欣捷" userId="b965477fa0aef5e6" providerId="LiveId" clId="{6B25E3A0-8D13-427B-91C6-98F6CF017510}" dt="2021-04-20T14:10:29.027" v="1322"/>
        <pc:sldMkLst>
          <pc:docMk/>
          <pc:sldMk cId="771280182" sldId="1165"/>
        </pc:sldMkLst>
      </pc:sldChg>
      <pc:sldChg chg="modSp add mod">
        <pc:chgData name="王 欣捷" userId="b965477fa0aef5e6" providerId="LiveId" clId="{6B25E3A0-8D13-427B-91C6-98F6CF017510}" dt="2021-04-20T14:11:02.150" v="1325" actId="207"/>
        <pc:sldMkLst>
          <pc:docMk/>
          <pc:sldMk cId="2692631" sldId="1166"/>
        </pc:sldMkLst>
      </pc:sldChg>
      <pc:sldChg chg="addSp delSp modSp add mod">
        <pc:chgData name="王 欣捷" userId="b965477fa0aef5e6" providerId="LiveId" clId="{6B25E3A0-8D13-427B-91C6-98F6CF017510}" dt="2021-04-20T14:13:34.792" v="1390" actId="1076"/>
        <pc:sldMkLst>
          <pc:docMk/>
          <pc:sldMk cId="3628184232" sldId="1167"/>
        </pc:sldMkLst>
      </pc:sldChg>
      <pc:sldChg chg="modSp add mod">
        <pc:chgData name="王 欣捷" userId="b965477fa0aef5e6" providerId="LiveId" clId="{6B25E3A0-8D13-427B-91C6-98F6CF017510}" dt="2021-04-20T14:14:16.613" v="1399" actId="207"/>
        <pc:sldMkLst>
          <pc:docMk/>
          <pc:sldMk cId="1528587018" sldId="1168"/>
        </pc:sldMkLst>
      </pc:sldChg>
      <pc:sldChg chg="delSp modSp add mod">
        <pc:chgData name="王 欣捷" userId="b965477fa0aef5e6" providerId="LiveId" clId="{6B25E3A0-8D13-427B-91C6-98F6CF017510}" dt="2021-04-20T14:15:57.598" v="1438" actId="1076"/>
        <pc:sldMkLst>
          <pc:docMk/>
          <pc:sldMk cId="3168183637" sldId="1169"/>
        </pc:sldMkLst>
      </pc:sldChg>
      <pc:sldChg chg="addSp delSp modSp add mod">
        <pc:chgData name="王 欣捷" userId="b965477fa0aef5e6" providerId="LiveId" clId="{6B25E3A0-8D13-427B-91C6-98F6CF017510}" dt="2021-04-20T14:18:18.007" v="1511" actId="20577"/>
        <pc:sldMkLst>
          <pc:docMk/>
          <pc:sldMk cId="1630523457" sldId="1170"/>
        </pc:sldMkLst>
      </pc:sldChg>
    </pc:docChg>
  </pc:docChgLst>
  <pc:docChgLst>
    <pc:chgData name="欣捷 王" userId="b965477fa0aef5e6" providerId="LiveId" clId="{A0EECF78-9F70-44AF-A55C-144A443469BA}"/>
    <pc:docChg chg="custSel addSld modSld">
      <pc:chgData name="欣捷 王" userId="b965477fa0aef5e6" providerId="LiveId" clId="{A0EECF78-9F70-44AF-A55C-144A443469BA}" dt="2025-04-30T01:49:23.435" v="11" actId="1076"/>
      <pc:docMkLst>
        <pc:docMk/>
      </pc:docMkLst>
      <pc:sldChg chg="addSp delSp modSp new mod modClrScheme chgLayout">
        <pc:chgData name="欣捷 王" userId="b965477fa0aef5e6" providerId="LiveId" clId="{A0EECF78-9F70-44AF-A55C-144A443469BA}" dt="2025-04-30T01:49:23.435" v="11" actId="1076"/>
        <pc:sldMkLst>
          <pc:docMk/>
          <pc:sldMk cId="2647047570" sldId="1151"/>
        </pc:sldMkLst>
        <pc:spChg chg="mod ord">
          <ac:chgData name="欣捷 王" userId="b965477fa0aef5e6" providerId="LiveId" clId="{A0EECF78-9F70-44AF-A55C-144A443469BA}" dt="2025-04-30T01:48:49.863" v="4" actId="700"/>
          <ac:spMkLst>
            <pc:docMk/>
            <pc:sldMk cId="2647047570" sldId="1151"/>
            <ac:spMk id="4" creationId="{21309480-BE76-BC44-BAB1-209B5482AAAE}"/>
          </ac:spMkLst>
        </pc:spChg>
        <pc:spChg chg="mod ord">
          <ac:chgData name="欣捷 王" userId="b965477fa0aef5e6" providerId="LiveId" clId="{A0EECF78-9F70-44AF-A55C-144A443469BA}" dt="2025-04-30T01:48:49.863" v="4" actId="700"/>
          <ac:spMkLst>
            <pc:docMk/>
            <pc:sldMk cId="2647047570" sldId="1151"/>
            <ac:spMk id="5" creationId="{4449C4AF-93F8-BE16-3BA1-891F78E7F595}"/>
          </ac:spMkLst>
        </pc:spChg>
        <pc:spChg chg="mod ord">
          <ac:chgData name="欣捷 王" userId="b965477fa0aef5e6" providerId="LiveId" clId="{A0EECF78-9F70-44AF-A55C-144A443469BA}" dt="2025-04-30T01:48:49.863" v="4" actId="700"/>
          <ac:spMkLst>
            <pc:docMk/>
            <pc:sldMk cId="2647047570" sldId="1151"/>
            <ac:spMk id="6" creationId="{64656E55-0ACD-A311-C34D-A447AB0D677F}"/>
          </ac:spMkLst>
        </pc:spChg>
        <pc:spChg chg="add mod ord">
          <ac:chgData name="欣捷 王" userId="b965477fa0aef5e6" providerId="LiveId" clId="{A0EECF78-9F70-44AF-A55C-144A443469BA}" dt="2025-04-30T01:48:52.506" v="6"/>
          <ac:spMkLst>
            <pc:docMk/>
            <pc:sldMk cId="2647047570" sldId="1151"/>
            <ac:spMk id="8" creationId="{D2BFA0C2-A1B0-9B46-A7CD-E23191BE33C1}"/>
          </ac:spMkLst>
        </pc:spChg>
        <pc:graphicFrameChg chg="add mod">
          <ac:chgData name="欣捷 王" userId="b965477fa0aef5e6" providerId="LiveId" clId="{A0EECF78-9F70-44AF-A55C-144A443469BA}" dt="2025-04-30T01:48:59.223" v="8" actId="1076"/>
          <ac:graphicFrameMkLst>
            <pc:docMk/>
            <pc:sldMk cId="2647047570" sldId="1151"/>
            <ac:graphicFrameMk id="7" creationId="{A8FD7568-C2BE-2270-3993-24982961D282}"/>
          </ac:graphicFrameMkLst>
        </pc:graphicFrameChg>
        <pc:graphicFrameChg chg="add mod">
          <ac:chgData name="欣捷 王" userId="b965477fa0aef5e6" providerId="LiveId" clId="{A0EECF78-9F70-44AF-A55C-144A443469BA}" dt="2025-04-30T01:49:23.435" v="11" actId="1076"/>
          <ac:graphicFrameMkLst>
            <pc:docMk/>
            <pc:sldMk cId="2647047570" sldId="1151"/>
            <ac:graphicFrameMk id="9" creationId="{3392771C-E2C3-6E95-46A1-DFFBC4A64E4C}"/>
          </ac:graphicFrameMkLst>
        </pc:graphicFrameChg>
      </pc:sldChg>
    </pc:docChg>
  </pc:docChgLst>
  <pc:docChgLst>
    <pc:chgData name="欣捷" userId="b965477fa0aef5e6" providerId="LiveId" clId="{939844C2-2029-4DBD-99CC-96E8DA3C16D0}"/>
    <pc:docChg chg="custSel delSld modSld">
      <pc:chgData name="欣捷" userId="b965477fa0aef5e6" providerId="LiveId" clId="{939844C2-2029-4DBD-99CC-96E8DA3C16D0}" dt="2021-06-02T09:17:49.204" v="137" actId="113"/>
      <pc:docMkLst>
        <pc:docMk/>
      </pc:docMkLst>
      <pc:sldChg chg="modSp mod">
        <pc:chgData name="欣捷" userId="b965477fa0aef5e6" providerId="LiveId" clId="{939844C2-2029-4DBD-99CC-96E8DA3C16D0}" dt="2021-06-02T09:16:59.493" v="131" actId="27636"/>
        <pc:sldMkLst>
          <pc:docMk/>
          <pc:sldMk cId="0" sldId="452"/>
        </pc:sldMkLst>
      </pc:sldChg>
      <pc:sldChg chg="modSp mod">
        <pc:chgData name="欣捷" userId="b965477fa0aef5e6" providerId="LiveId" clId="{939844C2-2029-4DBD-99CC-96E8DA3C16D0}" dt="2021-06-02T09:17:16.018" v="135" actId="27636"/>
        <pc:sldMkLst>
          <pc:docMk/>
          <pc:sldMk cId="0" sldId="1055"/>
        </pc:sldMkLst>
      </pc:sldChg>
      <pc:sldChg chg="del">
        <pc:chgData name="欣捷" userId="b965477fa0aef5e6" providerId="LiveId" clId="{939844C2-2029-4DBD-99CC-96E8DA3C16D0}" dt="2021-05-08T08:59:54.572" v="0" actId="47"/>
        <pc:sldMkLst>
          <pc:docMk/>
          <pc:sldMk cId="0" sldId="1057"/>
        </pc:sldMkLst>
      </pc:sldChg>
      <pc:sldChg chg="modSp">
        <pc:chgData name="欣捷" userId="b965477fa0aef5e6" providerId="LiveId" clId="{939844C2-2029-4DBD-99CC-96E8DA3C16D0}" dt="2021-06-02T09:17:43.962" v="136" actId="113"/>
        <pc:sldMkLst>
          <pc:docMk/>
          <pc:sldMk cId="0" sldId="1126"/>
        </pc:sldMkLst>
      </pc:sldChg>
      <pc:sldChg chg="modSp">
        <pc:chgData name="欣捷" userId="b965477fa0aef5e6" providerId="LiveId" clId="{939844C2-2029-4DBD-99CC-96E8DA3C16D0}" dt="2021-06-02T09:17:49.204" v="137" actId="113"/>
        <pc:sldMkLst>
          <pc:docMk/>
          <pc:sldMk cId="0" sldId="1127"/>
        </pc:sldMkLst>
      </pc:sldChg>
    </pc:docChg>
  </pc:docChgLst>
  <pc:docChgLst>
    <pc:chgData name="欣捷 王" userId="b965477fa0aef5e6" providerId="LiveId" clId="{3CFF008B-23F7-4320-A997-FCCEB2BB8E5F}"/>
    <pc:docChg chg="delSld">
      <pc:chgData name="欣捷 王" userId="b965477fa0aef5e6" providerId="LiveId" clId="{3CFF008B-23F7-4320-A997-FCCEB2BB8E5F}" dt="2024-06-07T01:35:00.810" v="0" actId="47"/>
      <pc:docMkLst>
        <pc:docMk/>
      </pc:docMkLst>
      <pc:sldChg chg="del">
        <pc:chgData name="欣捷 王" userId="b965477fa0aef5e6" providerId="LiveId" clId="{3CFF008B-23F7-4320-A997-FCCEB2BB8E5F}" dt="2024-06-07T01:35:00.810" v="0" actId="47"/>
        <pc:sldMkLst>
          <pc:docMk/>
          <pc:sldMk cId="0" sldId="1109"/>
        </pc:sldMkLst>
      </pc:sldChg>
      <pc:sldChg chg="del">
        <pc:chgData name="欣捷 王" userId="b965477fa0aef5e6" providerId="LiveId" clId="{3CFF008B-23F7-4320-A997-FCCEB2BB8E5F}" dt="2024-06-07T01:35:00.810" v="0" actId="47"/>
        <pc:sldMkLst>
          <pc:docMk/>
          <pc:sldMk cId="0" sldId="1110"/>
        </pc:sldMkLst>
      </pc:sldChg>
      <pc:sldChg chg="del">
        <pc:chgData name="欣捷 王" userId="b965477fa0aef5e6" providerId="LiveId" clId="{3CFF008B-23F7-4320-A997-FCCEB2BB8E5F}" dt="2024-06-07T01:35:00.810" v="0" actId="47"/>
        <pc:sldMkLst>
          <pc:docMk/>
          <pc:sldMk cId="0" sldId="1111"/>
        </pc:sldMkLst>
      </pc:sldChg>
      <pc:sldChg chg="del">
        <pc:chgData name="欣捷 王" userId="b965477fa0aef5e6" providerId="LiveId" clId="{3CFF008B-23F7-4320-A997-FCCEB2BB8E5F}" dt="2024-06-07T01:35:00.810" v="0" actId="47"/>
        <pc:sldMkLst>
          <pc:docMk/>
          <pc:sldMk cId="0" sldId="1112"/>
        </pc:sldMkLst>
      </pc:sldChg>
      <pc:sldChg chg="del">
        <pc:chgData name="欣捷 王" userId="b965477fa0aef5e6" providerId="LiveId" clId="{3CFF008B-23F7-4320-A997-FCCEB2BB8E5F}" dt="2024-06-07T01:35:00.810" v="0" actId="47"/>
        <pc:sldMkLst>
          <pc:docMk/>
          <pc:sldMk cId="0" sldId="1113"/>
        </pc:sldMkLst>
      </pc:sldChg>
      <pc:sldChg chg="del">
        <pc:chgData name="欣捷 王" userId="b965477fa0aef5e6" providerId="LiveId" clId="{3CFF008B-23F7-4320-A997-FCCEB2BB8E5F}" dt="2024-06-07T01:35:00.810" v="0" actId="47"/>
        <pc:sldMkLst>
          <pc:docMk/>
          <pc:sldMk cId="0" sldId="1114"/>
        </pc:sldMkLst>
      </pc:sldChg>
      <pc:sldChg chg="del">
        <pc:chgData name="欣捷 王" userId="b965477fa0aef5e6" providerId="LiveId" clId="{3CFF008B-23F7-4320-A997-FCCEB2BB8E5F}" dt="2024-06-07T01:35:00.810" v="0" actId="47"/>
        <pc:sldMkLst>
          <pc:docMk/>
          <pc:sldMk cId="0" sldId="1115"/>
        </pc:sldMkLst>
      </pc:sldChg>
      <pc:sldChg chg="del">
        <pc:chgData name="欣捷 王" userId="b965477fa0aef5e6" providerId="LiveId" clId="{3CFF008B-23F7-4320-A997-FCCEB2BB8E5F}" dt="2024-06-07T01:35:00.810" v="0" actId="47"/>
        <pc:sldMkLst>
          <pc:docMk/>
          <pc:sldMk cId="0" sldId="1116"/>
        </pc:sldMkLst>
      </pc:sldChg>
      <pc:sldChg chg="del">
        <pc:chgData name="欣捷 王" userId="b965477fa0aef5e6" providerId="LiveId" clId="{3CFF008B-23F7-4320-A997-FCCEB2BB8E5F}" dt="2024-06-07T01:35:00.810" v="0" actId="47"/>
        <pc:sldMkLst>
          <pc:docMk/>
          <pc:sldMk cId="0" sldId="1117"/>
        </pc:sldMkLst>
      </pc:sldChg>
      <pc:sldChg chg="del">
        <pc:chgData name="欣捷 王" userId="b965477fa0aef5e6" providerId="LiveId" clId="{3CFF008B-23F7-4320-A997-FCCEB2BB8E5F}" dt="2024-06-07T01:35:00.810" v="0" actId="47"/>
        <pc:sldMkLst>
          <pc:docMk/>
          <pc:sldMk cId="0" sldId="1119"/>
        </pc:sldMkLst>
      </pc:sldChg>
      <pc:sldChg chg="del">
        <pc:chgData name="欣捷 王" userId="b965477fa0aef5e6" providerId="LiveId" clId="{3CFF008B-23F7-4320-A997-FCCEB2BB8E5F}" dt="2024-06-07T01:35:00.810" v="0" actId="47"/>
        <pc:sldMkLst>
          <pc:docMk/>
          <pc:sldMk cId="0" sldId="1120"/>
        </pc:sldMkLst>
      </pc:sldChg>
      <pc:sldChg chg="del">
        <pc:chgData name="欣捷 王" userId="b965477fa0aef5e6" providerId="LiveId" clId="{3CFF008B-23F7-4320-A997-FCCEB2BB8E5F}" dt="2024-06-07T01:35:00.810" v="0" actId="47"/>
        <pc:sldMkLst>
          <pc:docMk/>
          <pc:sldMk cId="0" sldId="1122"/>
        </pc:sldMkLst>
      </pc:sldChg>
      <pc:sldChg chg="del">
        <pc:chgData name="欣捷 王" userId="b965477fa0aef5e6" providerId="LiveId" clId="{3CFF008B-23F7-4320-A997-FCCEB2BB8E5F}" dt="2024-06-07T01:35:00.810" v="0" actId="47"/>
        <pc:sldMkLst>
          <pc:docMk/>
          <pc:sldMk cId="0" sldId="1123"/>
        </pc:sldMkLst>
      </pc:sldChg>
      <pc:sldChg chg="del">
        <pc:chgData name="欣捷 王" userId="b965477fa0aef5e6" providerId="LiveId" clId="{3CFF008B-23F7-4320-A997-FCCEB2BB8E5F}" dt="2024-06-07T01:35:00.810" v="0" actId="47"/>
        <pc:sldMkLst>
          <pc:docMk/>
          <pc:sldMk cId="0" sldId="1124"/>
        </pc:sldMkLst>
      </pc:sldChg>
      <pc:sldChg chg="del">
        <pc:chgData name="欣捷 王" userId="b965477fa0aef5e6" providerId="LiveId" clId="{3CFF008B-23F7-4320-A997-FCCEB2BB8E5F}" dt="2024-06-07T01:35:00.810" v="0" actId="47"/>
        <pc:sldMkLst>
          <pc:docMk/>
          <pc:sldMk cId="0" sldId="1125"/>
        </pc:sldMkLst>
      </pc:sldChg>
      <pc:sldChg chg="del">
        <pc:chgData name="欣捷 王" userId="b965477fa0aef5e6" providerId="LiveId" clId="{3CFF008B-23F7-4320-A997-FCCEB2BB8E5F}" dt="2024-06-07T01:35:00.810" v="0" actId="47"/>
        <pc:sldMkLst>
          <pc:docMk/>
          <pc:sldMk cId="0" sldId="1126"/>
        </pc:sldMkLst>
      </pc:sldChg>
      <pc:sldChg chg="del">
        <pc:chgData name="欣捷 王" userId="b965477fa0aef5e6" providerId="LiveId" clId="{3CFF008B-23F7-4320-A997-FCCEB2BB8E5F}" dt="2024-06-07T01:35:00.810" v="0" actId="47"/>
        <pc:sldMkLst>
          <pc:docMk/>
          <pc:sldMk cId="0" sldId="1127"/>
        </pc:sldMkLst>
      </pc:sldChg>
      <pc:sldChg chg="del">
        <pc:chgData name="欣捷 王" userId="b965477fa0aef5e6" providerId="LiveId" clId="{3CFF008B-23F7-4320-A997-FCCEB2BB8E5F}" dt="2024-06-07T01:35:00.810" v="0" actId="47"/>
        <pc:sldMkLst>
          <pc:docMk/>
          <pc:sldMk cId="0" sldId="1128"/>
        </pc:sldMkLst>
      </pc:sldChg>
    </pc:docChg>
  </pc:docChgLst>
  <pc:docChgLst>
    <pc:chgData name="欣捷" userId="b965477fa0aef5e6" providerId="LiveId" clId="{F58CB589-EA88-41E9-89B9-70387DC4BAF4}"/>
    <pc:docChg chg="undo redo custSel addSld delSld modSld sldOrd">
      <pc:chgData name="欣捷" userId="b965477fa0aef5e6" providerId="LiveId" clId="{F58CB589-EA88-41E9-89B9-70387DC4BAF4}" dt="2021-04-20T09:32:41.428" v="761" actId="47"/>
      <pc:docMkLst>
        <pc:docMk/>
      </pc:docMkLst>
      <pc:sldChg chg="modSp add mod">
        <pc:chgData name="欣捷" userId="b965477fa0aef5e6" providerId="LiveId" clId="{F58CB589-EA88-41E9-89B9-70387DC4BAF4}" dt="2021-04-20T08:43:06.926" v="315" actId="20577"/>
        <pc:sldMkLst>
          <pc:docMk/>
          <pc:sldMk cId="0" sldId="878"/>
        </pc:sldMkLst>
      </pc:sldChg>
      <pc:sldChg chg="modSp add mod ord">
        <pc:chgData name="欣捷" userId="b965477fa0aef5e6" providerId="LiveId" clId="{F58CB589-EA88-41E9-89B9-70387DC4BAF4}" dt="2021-04-20T08:18:54.864" v="3"/>
        <pc:sldMkLst>
          <pc:docMk/>
          <pc:sldMk cId="1458318623" sldId="897"/>
        </pc:sldMkLst>
      </pc:sldChg>
      <pc:sldChg chg="addSp delSp modSp mod modClrScheme chgLayout">
        <pc:chgData name="欣捷" userId="b965477fa0aef5e6" providerId="LiveId" clId="{F58CB589-EA88-41E9-89B9-70387DC4BAF4}" dt="2021-04-20T09:29:18.266" v="712" actId="1076"/>
        <pc:sldMkLst>
          <pc:docMk/>
          <pc:sldMk cId="0" sldId="935"/>
        </pc:sldMkLst>
      </pc:sldChg>
      <pc:sldChg chg="addSp delSp modSp mod modClrScheme chgLayout">
        <pc:chgData name="欣捷" userId="b965477fa0aef5e6" providerId="LiveId" clId="{F58CB589-EA88-41E9-89B9-70387DC4BAF4}" dt="2021-04-20T09:29:13.066" v="710" actId="1076"/>
        <pc:sldMkLst>
          <pc:docMk/>
          <pc:sldMk cId="0" sldId="936"/>
        </pc:sldMkLst>
      </pc:sldChg>
      <pc:sldChg chg="modSp mod chgLayout">
        <pc:chgData name="欣捷" userId="b965477fa0aef5e6" providerId="LiveId" clId="{F58CB589-EA88-41E9-89B9-70387DC4BAF4}" dt="2021-04-20T08:23:47.487" v="29" actId="700"/>
        <pc:sldMkLst>
          <pc:docMk/>
          <pc:sldMk cId="0" sldId="937"/>
        </pc:sldMkLst>
      </pc:sldChg>
      <pc:sldChg chg="addSp delSp modSp mod modClrScheme chgLayout">
        <pc:chgData name="欣捷" userId="b965477fa0aef5e6" providerId="LiveId" clId="{F58CB589-EA88-41E9-89B9-70387DC4BAF4}" dt="2021-04-20T09:29:05.674" v="709" actId="1076"/>
        <pc:sldMkLst>
          <pc:docMk/>
          <pc:sldMk cId="0" sldId="938"/>
        </pc:sldMkLst>
      </pc:sldChg>
      <pc:sldChg chg="modSp mod chgLayout">
        <pc:chgData name="欣捷" userId="b965477fa0aef5e6" providerId="LiveId" clId="{F58CB589-EA88-41E9-89B9-70387DC4BAF4}" dt="2021-04-20T08:23:54.789" v="30" actId="700"/>
        <pc:sldMkLst>
          <pc:docMk/>
          <pc:sldMk cId="0" sldId="939"/>
        </pc:sldMkLst>
      </pc:sldChg>
      <pc:sldChg chg="addSp delSp modSp mod modClrScheme chgLayout">
        <pc:chgData name="欣捷" userId="b965477fa0aef5e6" providerId="LiveId" clId="{F58CB589-EA88-41E9-89B9-70387DC4BAF4}" dt="2021-04-20T09:29:31.533" v="716" actId="1076"/>
        <pc:sldMkLst>
          <pc:docMk/>
          <pc:sldMk cId="0" sldId="940"/>
        </pc:sldMkLst>
      </pc:sldChg>
      <pc:sldChg chg="modSp mod chgLayout">
        <pc:chgData name="欣捷" userId="b965477fa0aef5e6" providerId="LiveId" clId="{F58CB589-EA88-41E9-89B9-70387DC4BAF4}" dt="2021-04-20T08:23:54.789" v="30" actId="700"/>
        <pc:sldMkLst>
          <pc:docMk/>
          <pc:sldMk cId="0" sldId="941"/>
        </pc:sldMkLst>
      </pc:sldChg>
      <pc:sldChg chg="addSp delSp modSp mod modClrScheme chgLayout">
        <pc:chgData name="欣捷" userId="b965477fa0aef5e6" providerId="LiveId" clId="{F58CB589-EA88-41E9-89B9-70387DC4BAF4}" dt="2021-04-20T09:29:55.767" v="720" actId="1076"/>
        <pc:sldMkLst>
          <pc:docMk/>
          <pc:sldMk cId="0" sldId="942"/>
        </pc:sldMkLst>
      </pc:sldChg>
      <pc:sldChg chg="addSp delSp modSp mod modClrScheme chgLayout">
        <pc:chgData name="欣捷" userId="b965477fa0aef5e6" providerId="LiveId" clId="{F58CB589-EA88-41E9-89B9-70387DC4BAF4}" dt="2021-04-20T09:30:03.602" v="724" actId="1076"/>
        <pc:sldMkLst>
          <pc:docMk/>
          <pc:sldMk cId="0" sldId="943"/>
        </pc:sldMkLst>
      </pc:sldChg>
      <pc:sldChg chg="addSp delSp modSp mod modClrScheme chgLayout">
        <pc:chgData name="欣捷" userId="b965477fa0aef5e6" providerId="LiveId" clId="{F58CB589-EA88-41E9-89B9-70387DC4BAF4}" dt="2021-04-20T09:30:13.214" v="728" actId="1076"/>
        <pc:sldMkLst>
          <pc:docMk/>
          <pc:sldMk cId="672076074" sldId="945"/>
        </pc:sldMkLst>
      </pc:sldChg>
      <pc:sldChg chg="addSp delSp modSp mod modClrScheme chgLayout">
        <pc:chgData name="欣捷" userId="b965477fa0aef5e6" providerId="LiveId" clId="{F58CB589-EA88-41E9-89B9-70387DC4BAF4}" dt="2021-04-20T09:30:22.742" v="732" actId="1076"/>
        <pc:sldMkLst>
          <pc:docMk/>
          <pc:sldMk cId="4090644917" sldId="946"/>
        </pc:sldMkLst>
      </pc:sldChg>
      <pc:sldChg chg="addSp delSp modSp mod modClrScheme chgLayout">
        <pc:chgData name="欣捷" userId="b965477fa0aef5e6" providerId="LiveId" clId="{F58CB589-EA88-41E9-89B9-70387DC4BAF4}" dt="2021-04-20T09:30:35.228" v="736" actId="1076"/>
        <pc:sldMkLst>
          <pc:docMk/>
          <pc:sldMk cId="0" sldId="947"/>
        </pc:sldMkLst>
      </pc:sldChg>
      <pc:sldChg chg="del">
        <pc:chgData name="欣捷" userId="b965477fa0aef5e6" providerId="LiveId" clId="{F58CB589-EA88-41E9-89B9-70387DC4BAF4}" dt="2021-04-20T09:30:56.176" v="737" actId="47"/>
        <pc:sldMkLst>
          <pc:docMk/>
          <pc:sldMk cId="0" sldId="948"/>
        </pc:sldMkLst>
      </pc:sldChg>
      <pc:sldChg chg="del">
        <pc:chgData name="欣捷" userId="b965477fa0aef5e6" providerId="LiveId" clId="{F58CB589-EA88-41E9-89B9-70387DC4BAF4}" dt="2021-04-20T09:30:56.176" v="737" actId="47"/>
        <pc:sldMkLst>
          <pc:docMk/>
          <pc:sldMk cId="0" sldId="949"/>
        </pc:sldMkLst>
      </pc:sldChg>
      <pc:sldChg chg="del">
        <pc:chgData name="欣捷" userId="b965477fa0aef5e6" providerId="LiveId" clId="{F58CB589-EA88-41E9-89B9-70387DC4BAF4}" dt="2021-04-20T09:30:56.176" v="737" actId="47"/>
        <pc:sldMkLst>
          <pc:docMk/>
          <pc:sldMk cId="0" sldId="950"/>
        </pc:sldMkLst>
      </pc:sldChg>
      <pc:sldChg chg="del">
        <pc:chgData name="欣捷" userId="b965477fa0aef5e6" providerId="LiveId" clId="{F58CB589-EA88-41E9-89B9-70387DC4BAF4}" dt="2021-04-20T09:30:56.176" v="737" actId="47"/>
        <pc:sldMkLst>
          <pc:docMk/>
          <pc:sldMk cId="0" sldId="951"/>
        </pc:sldMkLst>
      </pc:sldChg>
      <pc:sldChg chg="del">
        <pc:chgData name="欣捷" userId="b965477fa0aef5e6" providerId="LiveId" clId="{F58CB589-EA88-41E9-89B9-70387DC4BAF4}" dt="2021-04-20T09:30:56.176" v="737" actId="47"/>
        <pc:sldMkLst>
          <pc:docMk/>
          <pc:sldMk cId="0" sldId="952"/>
        </pc:sldMkLst>
      </pc:sldChg>
      <pc:sldChg chg="del">
        <pc:chgData name="欣捷" userId="b965477fa0aef5e6" providerId="LiveId" clId="{F58CB589-EA88-41E9-89B9-70387DC4BAF4}" dt="2021-04-20T09:30:56.176" v="737" actId="47"/>
        <pc:sldMkLst>
          <pc:docMk/>
          <pc:sldMk cId="0" sldId="953"/>
        </pc:sldMkLst>
      </pc:sldChg>
      <pc:sldChg chg="del">
        <pc:chgData name="欣捷" userId="b965477fa0aef5e6" providerId="LiveId" clId="{F58CB589-EA88-41E9-89B9-70387DC4BAF4}" dt="2021-04-20T09:30:56.176" v="737" actId="47"/>
        <pc:sldMkLst>
          <pc:docMk/>
          <pc:sldMk cId="0" sldId="954"/>
        </pc:sldMkLst>
      </pc:sldChg>
      <pc:sldChg chg="addSp delSp modSp mod modClrScheme chgLayout">
        <pc:chgData name="欣捷" userId="b965477fa0aef5e6" providerId="LiveId" clId="{F58CB589-EA88-41E9-89B9-70387DC4BAF4}" dt="2021-04-20T09:31:46.207" v="757" actId="6549"/>
        <pc:sldMkLst>
          <pc:docMk/>
          <pc:sldMk cId="0" sldId="955"/>
        </pc:sldMkLst>
      </pc:sldChg>
      <pc:sldChg chg="modSp mod chgLayout">
        <pc:chgData name="欣捷" userId="b965477fa0aef5e6" providerId="LiveId" clId="{F58CB589-EA88-41E9-89B9-70387DC4BAF4}" dt="2021-04-20T08:23:39.727" v="28" actId="700"/>
        <pc:sldMkLst>
          <pc:docMk/>
          <pc:sldMk cId="0" sldId="962"/>
        </pc:sldMkLst>
      </pc:sldChg>
      <pc:sldChg chg="modSp mod chgLayout">
        <pc:chgData name="欣捷" userId="b965477fa0aef5e6" providerId="LiveId" clId="{F58CB589-EA88-41E9-89B9-70387DC4BAF4}" dt="2021-04-20T08:23:39.727" v="28" actId="700"/>
        <pc:sldMkLst>
          <pc:docMk/>
          <pc:sldMk cId="0" sldId="963"/>
        </pc:sldMkLst>
      </pc:sldChg>
      <pc:sldChg chg="modSp mod chgLayout">
        <pc:chgData name="欣捷" userId="b965477fa0aef5e6" providerId="LiveId" clId="{F58CB589-EA88-41E9-89B9-70387DC4BAF4}" dt="2021-04-20T08:23:47.487" v="29" actId="700"/>
        <pc:sldMkLst>
          <pc:docMk/>
          <pc:sldMk cId="0" sldId="964"/>
        </pc:sldMkLst>
      </pc:sldChg>
      <pc:sldChg chg="modSp mod chgLayout">
        <pc:chgData name="欣捷" userId="b965477fa0aef5e6" providerId="LiveId" clId="{F58CB589-EA88-41E9-89B9-70387DC4BAF4}" dt="2021-04-20T08:23:47.487" v="29" actId="700"/>
        <pc:sldMkLst>
          <pc:docMk/>
          <pc:sldMk cId="0" sldId="965"/>
        </pc:sldMkLst>
      </pc:sldChg>
      <pc:sldChg chg="modSp mod chgLayout">
        <pc:chgData name="欣捷" userId="b965477fa0aef5e6" providerId="LiveId" clId="{F58CB589-EA88-41E9-89B9-70387DC4BAF4}" dt="2021-04-20T08:23:54.789" v="30" actId="700"/>
        <pc:sldMkLst>
          <pc:docMk/>
          <pc:sldMk cId="0" sldId="966"/>
        </pc:sldMkLst>
      </pc:sldChg>
      <pc:sldChg chg="modSp mod chgLayout">
        <pc:chgData name="欣捷" userId="b965477fa0aef5e6" providerId="LiveId" clId="{F58CB589-EA88-41E9-89B9-70387DC4BAF4}" dt="2021-04-20T08:23:54.789" v="30" actId="700"/>
        <pc:sldMkLst>
          <pc:docMk/>
          <pc:sldMk cId="0" sldId="967"/>
        </pc:sldMkLst>
      </pc:sldChg>
      <pc:sldChg chg="modSp mod chgLayout">
        <pc:chgData name="欣捷" userId="b965477fa0aef5e6" providerId="LiveId" clId="{F58CB589-EA88-41E9-89B9-70387DC4BAF4}" dt="2021-04-20T08:23:54.789" v="30" actId="700"/>
        <pc:sldMkLst>
          <pc:docMk/>
          <pc:sldMk cId="0" sldId="968"/>
        </pc:sldMkLst>
      </pc:sldChg>
      <pc:sldChg chg="modSp mod chgLayout">
        <pc:chgData name="欣捷" userId="b965477fa0aef5e6" providerId="LiveId" clId="{F58CB589-EA88-41E9-89B9-70387DC4BAF4}" dt="2021-04-20T08:23:54.789" v="30" actId="700"/>
        <pc:sldMkLst>
          <pc:docMk/>
          <pc:sldMk cId="0" sldId="969"/>
        </pc:sldMkLst>
      </pc:sldChg>
      <pc:sldChg chg="modSp mod">
        <pc:chgData name="欣捷" userId="b965477fa0aef5e6" providerId="LiveId" clId="{F58CB589-EA88-41E9-89B9-70387DC4BAF4}" dt="2021-04-20T08:19:15.765" v="4" actId="403"/>
        <pc:sldMkLst>
          <pc:docMk/>
          <pc:sldMk cId="0" sldId="1029"/>
        </pc:sldMkLst>
      </pc:sldChg>
      <pc:sldChg chg="modSp mod">
        <pc:chgData name="欣捷" userId="b965477fa0aef5e6" providerId="LiveId" clId="{F58CB589-EA88-41E9-89B9-70387DC4BAF4}" dt="2021-04-20T08:19:27.321" v="5" actId="403"/>
        <pc:sldMkLst>
          <pc:docMk/>
          <pc:sldMk cId="0" sldId="1030"/>
        </pc:sldMkLst>
      </pc:sldChg>
      <pc:sldChg chg="modSp mod">
        <pc:chgData name="欣捷" userId="b965477fa0aef5e6" providerId="LiveId" clId="{F58CB589-EA88-41E9-89B9-70387DC4BAF4}" dt="2021-04-20T08:24:15.236" v="34" actId="207"/>
        <pc:sldMkLst>
          <pc:docMk/>
          <pc:sldMk cId="0" sldId="1037"/>
        </pc:sldMkLst>
      </pc:sldChg>
      <pc:sldChg chg="del">
        <pc:chgData name="欣捷" userId="b965477fa0aef5e6" providerId="LiveId" clId="{F58CB589-EA88-41E9-89B9-70387DC4BAF4}" dt="2021-04-20T09:32:41.428" v="761" actId="47"/>
        <pc:sldMkLst>
          <pc:docMk/>
          <pc:sldMk cId="0" sldId="1058"/>
        </pc:sldMkLst>
      </pc:sldChg>
      <pc:sldChg chg="modSp mod ord chgLayout">
        <pc:chgData name="欣捷" userId="b965477fa0aef5e6" providerId="LiveId" clId="{F58CB589-EA88-41E9-89B9-70387DC4BAF4}" dt="2021-04-20T09:12:15.268" v="475"/>
        <pc:sldMkLst>
          <pc:docMk/>
          <pc:sldMk cId="0" sldId="1080"/>
        </pc:sldMkLst>
      </pc:sldChg>
      <pc:sldChg chg="modSp mod ord chgLayout">
        <pc:chgData name="欣捷" userId="b965477fa0aef5e6" providerId="LiveId" clId="{F58CB589-EA88-41E9-89B9-70387DC4BAF4}" dt="2021-04-20T09:15:43.505" v="571" actId="113"/>
        <pc:sldMkLst>
          <pc:docMk/>
          <pc:sldMk cId="0" sldId="1081"/>
        </pc:sldMkLst>
      </pc:sldChg>
      <pc:sldChg chg="modSp mod chgLayout">
        <pc:chgData name="欣捷" userId="b965477fa0aef5e6" providerId="LiveId" clId="{F58CB589-EA88-41E9-89B9-70387DC4BAF4}" dt="2021-04-20T09:27:46.211" v="695" actId="403"/>
        <pc:sldMkLst>
          <pc:docMk/>
          <pc:sldMk cId="0" sldId="1082"/>
        </pc:sldMkLst>
      </pc:sldChg>
      <pc:sldChg chg="modSp mod chgLayout">
        <pc:chgData name="欣捷" userId="b965477fa0aef5e6" providerId="LiveId" clId="{F58CB589-EA88-41E9-89B9-70387DC4BAF4}" dt="2021-04-20T09:27:57.886" v="697" actId="207"/>
        <pc:sldMkLst>
          <pc:docMk/>
          <pc:sldMk cId="0" sldId="1083"/>
        </pc:sldMkLst>
      </pc:sldChg>
      <pc:sldChg chg="del">
        <pc:chgData name="欣捷" userId="b965477fa0aef5e6" providerId="LiveId" clId="{F58CB589-EA88-41E9-89B9-70387DC4BAF4}" dt="2021-04-20T08:21:42.117" v="22" actId="47"/>
        <pc:sldMkLst>
          <pc:docMk/>
          <pc:sldMk cId="0" sldId="1084"/>
        </pc:sldMkLst>
      </pc:sldChg>
      <pc:sldChg chg="modSp mod chgLayout">
        <pc:chgData name="欣捷" userId="b965477fa0aef5e6" providerId="LiveId" clId="{F58CB589-EA88-41E9-89B9-70387DC4BAF4}" dt="2021-04-20T08:24:31.308" v="36" actId="700"/>
        <pc:sldMkLst>
          <pc:docMk/>
          <pc:sldMk cId="0" sldId="1090"/>
        </pc:sldMkLst>
      </pc:sldChg>
      <pc:sldChg chg="modSp mod chgLayout">
        <pc:chgData name="欣捷" userId="b965477fa0aef5e6" providerId="LiveId" clId="{F58CB589-EA88-41E9-89B9-70387DC4BAF4}" dt="2021-04-20T09:32:19.053" v="758" actId="700"/>
        <pc:sldMkLst>
          <pc:docMk/>
          <pc:sldMk cId="0" sldId="1095"/>
        </pc:sldMkLst>
      </pc:sldChg>
      <pc:sldChg chg="modSp mod chgLayout">
        <pc:chgData name="欣捷" userId="b965477fa0aef5e6" providerId="LiveId" clId="{F58CB589-EA88-41E9-89B9-70387DC4BAF4}" dt="2021-04-20T09:32:36.730" v="760" actId="1076"/>
        <pc:sldMkLst>
          <pc:docMk/>
          <pc:sldMk cId="0" sldId="1106"/>
        </pc:sldMkLst>
      </pc:sldChg>
      <pc:sldChg chg="modSp mod modClrScheme chgLayout">
        <pc:chgData name="欣捷" userId="b965477fa0aef5e6" providerId="LiveId" clId="{F58CB589-EA88-41E9-89B9-70387DC4BAF4}" dt="2021-04-20T08:23:47.487" v="29" actId="700"/>
        <pc:sldMkLst>
          <pc:docMk/>
          <pc:sldMk cId="0" sldId="1110"/>
        </pc:sldMkLst>
      </pc:sldChg>
      <pc:sldChg chg="del">
        <pc:chgData name="欣捷" userId="b965477fa0aef5e6" providerId="LiveId" clId="{F58CB589-EA88-41E9-89B9-70387DC4BAF4}" dt="2021-04-20T08:43:18.183" v="316" actId="47"/>
        <pc:sldMkLst>
          <pc:docMk/>
          <pc:sldMk cId="0" sldId="1111"/>
        </pc:sldMkLst>
      </pc:sldChg>
      <pc:sldChg chg="del">
        <pc:chgData name="欣捷" userId="b965477fa0aef5e6" providerId="LiveId" clId="{F58CB589-EA88-41E9-89B9-70387DC4BAF4}" dt="2021-04-20T08:43:18.183" v="316" actId="47"/>
        <pc:sldMkLst>
          <pc:docMk/>
          <pc:sldMk cId="0" sldId="1112"/>
        </pc:sldMkLst>
      </pc:sldChg>
      <pc:sldChg chg="addSp delSp modSp mod modClrScheme chgLayout">
        <pc:chgData name="欣捷" userId="b965477fa0aef5e6" providerId="LiveId" clId="{F58CB589-EA88-41E9-89B9-70387DC4BAF4}" dt="2021-04-20T09:23:35.738" v="630" actId="1036"/>
        <pc:sldMkLst>
          <pc:docMk/>
          <pc:sldMk cId="0" sldId="1127"/>
        </pc:sldMkLst>
      </pc:sldChg>
      <pc:sldChg chg="del">
        <pc:chgData name="欣捷" userId="b965477fa0aef5e6" providerId="LiveId" clId="{F58CB589-EA88-41E9-89B9-70387DC4BAF4}" dt="2021-04-20T09:22:15.350" v="607" actId="47"/>
        <pc:sldMkLst>
          <pc:docMk/>
          <pc:sldMk cId="0" sldId="1128"/>
        </pc:sldMkLst>
      </pc:sldChg>
      <pc:sldChg chg="del">
        <pc:chgData name="欣捷" userId="b965477fa0aef5e6" providerId="LiveId" clId="{F58CB589-EA88-41E9-89B9-70387DC4BAF4}" dt="2021-04-20T09:25:36.833" v="639" actId="47"/>
        <pc:sldMkLst>
          <pc:docMk/>
          <pc:sldMk cId="0" sldId="1129"/>
        </pc:sldMkLst>
      </pc:sldChg>
      <pc:sldChg chg="del">
        <pc:chgData name="欣捷" userId="b965477fa0aef5e6" providerId="LiveId" clId="{F58CB589-EA88-41E9-89B9-70387DC4BAF4}" dt="2021-04-20T09:22:14.137" v="606" actId="47"/>
        <pc:sldMkLst>
          <pc:docMk/>
          <pc:sldMk cId="0" sldId="1130"/>
        </pc:sldMkLst>
      </pc:sldChg>
      <pc:sldChg chg="addSp delSp modSp mod modClrScheme modAnim chgLayout">
        <pc:chgData name="欣捷" userId="b965477fa0aef5e6" providerId="LiveId" clId="{F58CB589-EA88-41E9-89B9-70387DC4BAF4}" dt="2021-04-20T09:22:44.424" v="618" actId="6549"/>
        <pc:sldMkLst>
          <pc:docMk/>
          <pc:sldMk cId="0" sldId="1131"/>
        </pc:sldMkLst>
      </pc:sldChg>
      <pc:sldChg chg="del">
        <pc:chgData name="欣捷" userId="b965477fa0aef5e6" providerId="LiveId" clId="{F58CB589-EA88-41E9-89B9-70387DC4BAF4}" dt="2021-04-20T09:23:13.894" v="622" actId="47"/>
        <pc:sldMkLst>
          <pc:docMk/>
          <pc:sldMk cId="0" sldId="1132"/>
        </pc:sldMkLst>
      </pc:sldChg>
      <pc:sldChg chg="del">
        <pc:chgData name="欣捷" userId="b965477fa0aef5e6" providerId="LiveId" clId="{F58CB589-EA88-41E9-89B9-70387DC4BAF4}" dt="2021-04-20T09:25:37.789" v="640" actId="47"/>
        <pc:sldMkLst>
          <pc:docMk/>
          <pc:sldMk cId="0" sldId="1133"/>
        </pc:sldMkLst>
      </pc:sldChg>
      <pc:sldChg chg="addSp delSp modSp mod modClrScheme chgLayout">
        <pc:chgData name="欣捷" userId="b965477fa0aef5e6" providerId="LiveId" clId="{F58CB589-EA88-41E9-89B9-70387DC4BAF4}" dt="2021-04-20T09:27:02.367" v="678" actId="6549"/>
        <pc:sldMkLst>
          <pc:docMk/>
          <pc:sldMk cId="998205630" sldId="1134"/>
        </pc:sldMkLst>
      </pc:sldChg>
      <pc:sldChg chg="del">
        <pc:chgData name="欣捷" userId="b965477fa0aef5e6" providerId="LiveId" clId="{F58CB589-EA88-41E9-89B9-70387DC4BAF4}" dt="2021-04-20T09:25:38.455" v="641" actId="47"/>
        <pc:sldMkLst>
          <pc:docMk/>
          <pc:sldMk cId="400977346" sldId="1135"/>
        </pc:sldMkLst>
      </pc:sldChg>
      <pc:sldChg chg="del">
        <pc:chgData name="欣捷" userId="b965477fa0aef5e6" providerId="LiveId" clId="{F58CB589-EA88-41E9-89B9-70387DC4BAF4}" dt="2021-04-20T09:25:39.106" v="642" actId="47"/>
        <pc:sldMkLst>
          <pc:docMk/>
          <pc:sldMk cId="1202777476" sldId="1136"/>
        </pc:sldMkLst>
      </pc:sldChg>
      <pc:sldChg chg="del">
        <pc:chgData name="欣捷" userId="b965477fa0aef5e6" providerId="LiveId" clId="{F58CB589-EA88-41E9-89B9-70387DC4BAF4}" dt="2021-04-20T09:25:39.786" v="643" actId="47"/>
        <pc:sldMkLst>
          <pc:docMk/>
          <pc:sldMk cId="1353643921" sldId="1137"/>
        </pc:sldMkLst>
      </pc:sldChg>
      <pc:sldChg chg="delSp modSp mod modClrScheme chgLayout">
        <pc:chgData name="欣捷" userId="b965477fa0aef5e6" providerId="LiveId" clId="{F58CB589-EA88-41E9-89B9-70387DC4BAF4}" dt="2021-04-20T08:24:26.586" v="35" actId="700"/>
        <pc:sldMkLst>
          <pc:docMk/>
          <pc:sldMk cId="0" sldId="1138"/>
        </pc:sldMkLst>
      </pc:sldChg>
      <pc:sldChg chg="modSp add mod">
        <pc:chgData name="欣捷" userId="b965477fa0aef5e6" providerId="LiveId" clId="{F58CB589-EA88-41E9-89B9-70387DC4BAF4}" dt="2021-04-20T09:06:56.490" v="327" actId="20577"/>
        <pc:sldMkLst>
          <pc:docMk/>
          <pc:sldMk cId="516213771" sldId="1139"/>
        </pc:sldMkLst>
      </pc:sldChg>
      <pc:sldChg chg="addSp delSp modSp add del mod modClrScheme chgLayout">
        <pc:chgData name="欣捷" userId="b965477fa0aef5e6" providerId="LiveId" clId="{F58CB589-EA88-41E9-89B9-70387DC4BAF4}" dt="2021-04-20T09:24:36.270" v="634" actId="47"/>
        <pc:sldMkLst>
          <pc:docMk/>
          <pc:sldMk cId="2084196931" sldId="1140"/>
        </pc:sldMkLst>
      </pc:sldChg>
      <pc:sldChg chg="addSp delSp modSp add del mod">
        <pc:chgData name="欣捷" userId="b965477fa0aef5e6" providerId="LiveId" clId="{F58CB589-EA88-41E9-89B9-70387DC4BAF4}" dt="2021-04-20T08:31:51.743" v="129" actId="47"/>
        <pc:sldMkLst>
          <pc:docMk/>
          <pc:sldMk cId="3335640676" sldId="1140"/>
        </pc:sldMkLst>
      </pc:sldChg>
      <pc:sldChg chg="modSp add mod">
        <pc:chgData name="欣捷" userId="b965477fa0aef5e6" providerId="LiveId" clId="{F58CB589-EA88-41E9-89B9-70387DC4BAF4}" dt="2021-04-20T09:06:39.328" v="324" actId="113"/>
        <pc:sldMkLst>
          <pc:docMk/>
          <pc:sldMk cId="406512071" sldId="1141"/>
        </pc:sldMkLst>
      </pc:sldChg>
      <pc:sldChg chg="modSp new mod modAnim">
        <pc:chgData name="欣捷" userId="b965477fa0aef5e6" providerId="LiveId" clId="{F58CB589-EA88-41E9-89B9-70387DC4BAF4}" dt="2021-04-20T09:12:09.602" v="473"/>
        <pc:sldMkLst>
          <pc:docMk/>
          <pc:sldMk cId="1844201406" sldId="1142"/>
        </pc:sldMkLst>
      </pc:sldChg>
      <pc:sldChg chg="modSp add mod">
        <pc:chgData name="欣捷" userId="b965477fa0aef5e6" providerId="LiveId" clId="{F58CB589-EA88-41E9-89B9-70387DC4BAF4}" dt="2021-04-20T09:22:54.495" v="619" actId="6549"/>
        <pc:sldMkLst>
          <pc:docMk/>
          <pc:sldMk cId="3037729556" sldId="1143"/>
        </pc:sldMkLst>
      </pc:sldChg>
      <pc:sldChg chg="add">
        <pc:chgData name="欣捷" userId="b965477fa0aef5e6" providerId="LiveId" clId="{F58CB589-EA88-41E9-89B9-70387DC4BAF4}" dt="2021-04-20T09:22:19.763" v="609"/>
        <pc:sldMkLst>
          <pc:docMk/>
          <pc:sldMk cId="546972322" sldId="1144"/>
        </pc:sldMkLst>
      </pc:sldChg>
      <pc:sldChg chg="modSp add">
        <pc:chgData name="欣捷" userId="b965477fa0aef5e6" providerId="LiveId" clId="{F58CB589-EA88-41E9-89B9-70387DC4BAF4}" dt="2021-04-20T09:23:11.343" v="621"/>
        <pc:sldMkLst>
          <pc:docMk/>
          <pc:sldMk cId="4223351651" sldId="1145"/>
        </pc:sldMkLst>
      </pc:sldChg>
      <pc:sldChg chg="modSp add mod">
        <pc:chgData name="欣捷" userId="b965477fa0aef5e6" providerId="LiveId" clId="{F58CB589-EA88-41E9-89B9-70387DC4BAF4}" dt="2021-04-20T09:27:13.884" v="685" actId="20577"/>
        <pc:sldMkLst>
          <pc:docMk/>
          <pc:sldMk cId="1246412149" sldId="1146"/>
        </pc:sldMkLst>
      </pc:sldChg>
      <pc:sldChg chg="modSp add mod">
        <pc:chgData name="欣捷" userId="b965477fa0aef5e6" providerId="LiveId" clId="{F58CB589-EA88-41E9-89B9-70387DC4BAF4}" dt="2021-04-20T09:27:18.394" v="687" actId="20577"/>
        <pc:sldMkLst>
          <pc:docMk/>
          <pc:sldMk cId="1563518926" sldId="1147"/>
        </pc:sldMkLst>
      </pc:sldChg>
      <pc:sldChg chg="modSp add mod">
        <pc:chgData name="欣捷" userId="b965477fa0aef5e6" providerId="LiveId" clId="{F58CB589-EA88-41E9-89B9-70387DC4BAF4}" dt="2021-04-20T09:27:22.409" v="689" actId="20577"/>
        <pc:sldMkLst>
          <pc:docMk/>
          <pc:sldMk cId="3006853834" sldId="1148"/>
        </pc:sldMkLst>
      </pc:sldChg>
      <pc:sldChg chg="modSp add mod">
        <pc:chgData name="欣捷" userId="b965477fa0aef5e6" providerId="LiveId" clId="{F58CB589-EA88-41E9-89B9-70387DC4BAF4}" dt="2021-04-20T09:27:26.586" v="691" actId="20577"/>
        <pc:sldMkLst>
          <pc:docMk/>
          <pc:sldMk cId="2869246556" sldId="1149"/>
        </pc:sldMkLst>
      </pc:sldChg>
      <pc:sldChg chg="modSp add mod">
        <pc:chgData name="欣捷" userId="b965477fa0aef5e6" providerId="LiveId" clId="{F58CB589-EA88-41E9-89B9-70387DC4BAF4}" dt="2021-04-20T09:27:31.804" v="693" actId="20577"/>
        <pc:sldMkLst>
          <pc:docMk/>
          <pc:sldMk cId="500657596" sldId="1150"/>
        </pc:sldMkLst>
      </pc:sldChg>
      <pc:sldChg chg="modSp add mod">
        <pc:chgData name="欣捷" userId="b965477fa0aef5e6" providerId="LiveId" clId="{F58CB589-EA88-41E9-89B9-70387DC4BAF4}" dt="2021-04-20T09:27:37.737" v="694" actId="20577"/>
        <pc:sldMkLst>
          <pc:docMk/>
          <pc:sldMk cId="3962178428" sldId="1151"/>
        </pc:sldMkLst>
      </pc:sldChg>
      <pc:sldChg chg="modSp add mod">
        <pc:chgData name="欣捷" userId="b965477fa0aef5e6" providerId="LiveId" clId="{F58CB589-EA88-41E9-89B9-70387DC4BAF4}" dt="2021-04-20T09:31:43.160" v="756" actId="6549"/>
        <pc:sldMkLst>
          <pc:docMk/>
          <pc:sldMk cId="389650025" sldId="1152"/>
        </pc:sldMkLst>
      </pc:sldChg>
      <pc:sldChg chg="modSp add mod">
        <pc:chgData name="欣捷" userId="b965477fa0aef5e6" providerId="LiveId" clId="{F58CB589-EA88-41E9-89B9-70387DC4BAF4}" dt="2021-04-20T09:31:40.862" v="755" actId="6549"/>
        <pc:sldMkLst>
          <pc:docMk/>
          <pc:sldMk cId="235929361" sldId="1153"/>
        </pc:sldMkLst>
      </pc:sldChg>
      <pc:sldChg chg="modSp add mod">
        <pc:chgData name="欣捷" userId="b965477fa0aef5e6" providerId="LiveId" clId="{F58CB589-EA88-41E9-89B9-70387DC4BAF4}" dt="2021-04-20T09:31:38.269" v="754" actId="6549"/>
        <pc:sldMkLst>
          <pc:docMk/>
          <pc:sldMk cId="4207039851" sldId="1154"/>
        </pc:sldMkLst>
      </pc:sldChg>
      <pc:sldChg chg="modSp add mod">
        <pc:chgData name="欣捷" userId="b965477fa0aef5e6" providerId="LiveId" clId="{F58CB589-EA88-41E9-89B9-70387DC4BAF4}" dt="2021-04-20T09:31:35.597" v="753" actId="6549"/>
        <pc:sldMkLst>
          <pc:docMk/>
          <pc:sldMk cId="77711967" sldId="1155"/>
        </pc:sldMkLst>
      </pc:sldChg>
      <pc:sldChg chg="modSp add mod">
        <pc:chgData name="欣捷" userId="b965477fa0aef5e6" providerId="LiveId" clId="{F58CB589-EA88-41E9-89B9-70387DC4BAF4}" dt="2021-04-20T09:31:33.341" v="752" actId="6549"/>
        <pc:sldMkLst>
          <pc:docMk/>
          <pc:sldMk cId="1749343738" sldId="1156"/>
        </pc:sldMkLst>
      </pc:sldChg>
      <pc:sldChg chg="modSp add mod">
        <pc:chgData name="欣捷" userId="b965477fa0aef5e6" providerId="LiveId" clId="{F58CB589-EA88-41E9-89B9-70387DC4BAF4}" dt="2021-04-20T09:31:30.622" v="751" actId="6549"/>
        <pc:sldMkLst>
          <pc:docMk/>
          <pc:sldMk cId="3747700626" sldId="1157"/>
        </pc:sldMkLst>
      </pc:sldChg>
      <pc:sldChg chg="modSp add mod">
        <pc:chgData name="欣捷" userId="b965477fa0aef5e6" providerId="LiveId" clId="{F58CB589-EA88-41E9-89B9-70387DC4BAF4}" dt="2021-04-20T09:31:27.771" v="750" actId="6549"/>
        <pc:sldMkLst>
          <pc:docMk/>
          <pc:sldMk cId="2813883607" sldId="1158"/>
        </pc:sldMkLst>
      </pc:sldChg>
    </pc:docChg>
  </pc:docChgLst>
  <pc:docChgLst>
    <pc:chgData name="王 欣捷" userId="b965477fa0aef5e6" providerId="LiveId" clId="{CCC25DF9-4458-4252-A1FA-96CED2233F88}"/>
    <pc:docChg chg="undo custSel addSld delSld modSld">
      <pc:chgData name="王 欣捷" userId="b965477fa0aef5e6" providerId="LiveId" clId="{CCC25DF9-4458-4252-A1FA-96CED2233F88}" dt="2021-04-22T07:44:25.943" v="145"/>
      <pc:docMkLst>
        <pc:docMk/>
      </pc:docMkLst>
      <pc:sldChg chg="modSp mod">
        <pc:chgData name="王 欣捷" userId="b965477fa0aef5e6" providerId="LiveId" clId="{CCC25DF9-4458-4252-A1FA-96CED2233F88}" dt="2021-04-22T07:28:25.047" v="21" actId="404"/>
        <pc:sldMkLst>
          <pc:docMk/>
          <pc:sldMk cId="2470898374" sldId="256"/>
        </pc:sldMkLst>
      </pc:sldChg>
      <pc:sldChg chg="add">
        <pc:chgData name="王 欣捷" userId="b965477fa0aef5e6" providerId="LiveId" clId="{CCC25DF9-4458-4252-A1FA-96CED2233F88}" dt="2021-04-22T07:28:32.426" v="23"/>
        <pc:sldMkLst>
          <pc:docMk/>
          <pc:sldMk cId="0" sldId="806"/>
        </pc:sldMkLst>
      </pc:sldChg>
      <pc:sldChg chg="add">
        <pc:chgData name="王 欣捷" userId="b965477fa0aef5e6" providerId="LiveId" clId="{CCC25DF9-4458-4252-A1FA-96CED2233F88}" dt="2021-04-22T07:28:32.426" v="23"/>
        <pc:sldMkLst>
          <pc:docMk/>
          <pc:sldMk cId="0" sldId="807"/>
        </pc:sldMkLst>
      </pc:sldChg>
      <pc:sldChg chg="add">
        <pc:chgData name="王 欣捷" userId="b965477fa0aef5e6" providerId="LiveId" clId="{CCC25DF9-4458-4252-A1FA-96CED2233F88}" dt="2021-04-22T07:28:32.426" v="23"/>
        <pc:sldMkLst>
          <pc:docMk/>
          <pc:sldMk cId="0" sldId="808"/>
        </pc:sldMkLst>
      </pc:sldChg>
      <pc:sldChg chg="add">
        <pc:chgData name="王 欣捷" userId="b965477fa0aef5e6" providerId="LiveId" clId="{CCC25DF9-4458-4252-A1FA-96CED2233F88}" dt="2021-04-22T07:28:32.426" v="23"/>
        <pc:sldMkLst>
          <pc:docMk/>
          <pc:sldMk cId="0" sldId="809"/>
        </pc:sldMkLst>
      </pc:sldChg>
      <pc:sldChg chg="modSp add">
        <pc:chgData name="王 欣捷" userId="b965477fa0aef5e6" providerId="LiveId" clId="{CCC25DF9-4458-4252-A1FA-96CED2233F88}" dt="2021-04-22T07:30:15.426" v="47"/>
        <pc:sldMkLst>
          <pc:docMk/>
          <pc:sldMk cId="0" sldId="810"/>
        </pc:sldMkLst>
      </pc:sldChg>
      <pc:sldChg chg="modSp add">
        <pc:chgData name="王 欣捷" userId="b965477fa0aef5e6" providerId="LiveId" clId="{CCC25DF9-4458-4252-A1FA-96CED2233F88}" dt="2021-04-22T07:30:15.426" v="47"/>
        <pc:sldMkLst>
          <pc:docMk/>
          <pc:sldMk cId="0" sldId="811"/>
        </pc:sldMkLst>
      </pc:sldChg>
      <pc:sldChg chg="modSp add">
        <pc:chgData name="王 欣捷" userId="b965477fa0aef5e6" providerId="LiveId" clId="{CCC25DF9-4458-4252-A1FA-96CED2233F88}" dt="2021-04-22T07:30:15.426" v="47"/>
        <pc:sldMkLst>
          <pc:docMk/>
          <pc:sldMk cId="0" sldId="813"/>
        </pc:sldMkLst>
      </pc:sldChg>
      <pc:sldChg chg="modSp add">
        <pc:chgData name="王 欣捷" userId="b965477fa0aef5e6" providerId="LiveId" clId="{CCC25DF9-4458-4252-A1FA-96CED2233F88}" dt="2021-04-22T07:30:15.426" v="47"/>
        <pc:sldMkLst>
          <pc:docMk/>
          <pc:sldMk cId="0" sldId="814"/>
        </pc:sldMkLst>
      </pc:sldChg>
      <pc:sldChg chg="modSp add">
        <pc:chgData name="王 欣捷" userId="b965477fa0aef5e6" providerId="LiveId" clId="{CCC25DF9-4458-4252-A1FA-96CED2233F88}" dt="2021-04-22T07:30:15.426" v="47"/>
        <pc:sldMkLst>
          <pc:docMk/>
          <pc:sldMk cId="0" sldId="815"/>
        </pc:sldMkLst>
      </pc:sldChg>
      <pc:sldChg chg="modSp add">
        <pc:chgData name="王 欣捷" userId="b965477fa0aef5e6" providerId="LiveId" clId="{CCC25DF9-4458-4252-A1FA-96CED2233F88}" dt="2021-04-22T07:30:15.426" v="47"/>
        <pc:sldMkLst>
          <pc:docMk/>
          <pc:sldMk cId="0" sldId="816"/>
        </pc:sldMkLst>
      </pc:sldChg>
      <pc:sldChg chg="modSp add">
        <pc:chgData name="王 欣捷" userId="b965477fa0aef5e6" providerId="LiveId" clId="{CCC25DF9-4458-4252-A1FA-96CED2233F88}" dt="2021-04-22T07:30:15.426" v="47"/>
        <pc:sldMkLst>
          <pc:docMk/>
          <pc:sldMk cId="0" sldId="817"/>
        </pc:sldMkLst>
      </pc:sldChg>
      <pc:sldChg chg="modSp add">
        <pc:chgData name="王 欣捷" userId="b965477fa0aef5e6" providerId="LiveId" clId="{CCC25DF9-4458-4252-A1FA-96CED2233F88}" dt="2021-04-22T07:30:15.426" v="47"/>
        <pc:sldMkLst>
          <pc:docMk/>
          <pc:sldMk cId="0" sldId="818"/>
        </pc:sldMkLst>
      </pc:sldChg>
      <pc:sldChg chg="modSp add">
        <pc:chgData name="王 欣捷" userId="b965477fa0aef5e6" providerId="LiveId" clId="{CCC25DF9-4458-4252-A1FA-96CED2233F88}" dt="2021-04-22T07:30:15.426" v="47"/>
        <pc:sldMkLst>
          <pc:docMk/>
          <pc:sldMk cId="0" sldId="819"/>
        </pc:sldMkLst>
      </pc:sldChg>
      <pc:sldChg chg="modSp add">
        <pc:chgData name="王 欣捷" userId="b965477fa0aef5e6" providerId="LiveId" clId="{CCC25DF9-4458-4252-A1FA-96CED2233F88}" dt="2021-04-22T07:30:15.426" v="47"/>
        <pc:sldMkLst>
          <pc:docMk/>
          <pc:sldMk cId="0" sldId="820"/>
        </pc:sldMkLst>
      </pc:sldChg>
      <pc:sldChg chg="modSp add">
        <pc:chgData name="王 欣捷" userId="b965477fa0aef5e6" providerId="LiveId" clId="{CCC25DF9-4458-4252-A1FA-96CED2233F88}" dt="2021-04-22T07:30:15.426" v="47"/>
        <pc:sldMkLst>
          <pc:docMk/>
          <pc:sldMk cId="0" sldId="821"/>
        </pc:sldMkLst>
      </pc:sldChg>
      <pc:sldChg chg="modSp add">
        <pc:chgData name="王 欣捷" userId="b965477fa0aef5e6" providerId="LiveId" clId="{CCC25DF9-4458-4252-A1FA-96CED2233F88}" dt="2021-04-22T07:30:15.426" v="47"/>
        <pc:sldMkLst>
          <pc:docMk/>
          <pc:sldMk cId="0" sldId="822"/>
        </pc:sldMkLst>
      </pc:sldChg>
      <pc:sldChg chg="add">
        <pc:chgData name="王 欣捷" userId="b965477fa0aef5e6" providerId="LiveId" clId="{CCC25DF9-4458-4252-A1FA-96CED2233F88}" dt="2021-04-22T07:28:32.426" v="23"/>
        <pc:sldMkLst>
          <pc:docMk/>
          <pc:sldMk cId="0" sldId="836"/>
        </pc:sldMkLst>
      </pc:sldChg>
      <pc:sldChg chg="add">
        <pc:chgData name="王 欣捷" userId="b965477fa0aef5e6" providerId="LiveId" clId="{CCC25DF9-4458-4252-A1FA-96CED2233F88}" dt="2021-04-22T07:28:32.426" v="23"/>
        <pc:sldMkLst>
          <pc:docMk/>
          <pc:sldMk cId="0" sldId="837"/>
        </pc:sldMkLst>
      </pc:sldChg>
      <pc:sldChg chg="modSp add mod">
        <pc:chgData name="王 欣捷" userId="b965477fa0aef5e6" providerId="LiveId" clId="{CCC25DF9-4458-4252-A1FA-96CED2233F88}" dt="2021-04-22T07:44:22.809" v="144" actId="20577"/>
        <pc:sldMkLst>
          <pc:docMk/>
          <pc:sldMk cId="0" sldId="850"/>
        </pc:sldMkLst>
      </pc:sldChg>
      <pc:sldChg chg="add">
        <pc:chgData name="王 欣捷" userId="b965477fa0aef5e6" providerId="LiveId" clId="{CCC25DF9-4458-4252-A1FA-96CED2233F88}" dt="2021-04-22T07:28:32.426" v="23"/>
        <pc:sldMkLst>
          <pc:docMk/>
          <pc:sldMk cId="0" sldId="851"/>
        </pc:sldMkLst>
      </pc:sldChg>
      <pc:sldChg chg="add">
        <pc:chgData name="王 欣捷" userId="b965477fa0aef5e6" providerId="LiveId" clId="{CCC25DF9-4458-4252-A1FA-96CED2233F88}" dt="2021-04-22T07:28:32.426" v="23"/>
        <pc:sldMkLst>
          <pc:docMk/>
          <pc:sldMk cId="0" sldId="852"/>
        </pc:sldMkLst>
      </pc:sldChg>
      <pc:sldChg chg="modSp add">
        <pc:chgData name="王 欣捷" userId="b965477fa0aef5e6" providerId="LiveId" clId="{CCC25DF9-4458-4252-A1FA-96CED2233F88}" dt="2021-04-22T07:30:15.426" v="47"/>
        <pc:sldMkLst>
          <pc:docMk/>
          <pc:sldMk cId="0" sldId="853"/>
        </pc:sldMkLst>
      </pc:sldChg>
      <pc:sldChg chg="modSp add">
        <pc:chgData name="王 欣捷" userId="b965477fa0aef5e6" providerId="LiveId" clId="{CCC25DF9-4458-4252-A1FA-96CED2233F88}" dt="2021-04-22T07:30:15.426" v="47"/>
        <pc:sldMkLst>
          <pc:docMk/>
          <pc:sldMk cId="0" sldId="854"/>
        </pc:sldMkLst>
      </pc:sldChg>
      <pc:sldChg chg="modSp add">
        <pc:chgData name="王 欣捷" userId="b965477fa0aef5e6" providerId="LiveId" clId="{CCC25DF9-4458-4252-A1FA-96CED2233F88}" dt="2021-04-22T07:30:15.426" v="47"/>
        <pc:sldMkLst>
          <pc:docMk/>
          <pc:sldMk cId="0" sldId="855"/>
        </pc:sldMkLst>
      </pc:sldChg>
      <pc:sldChg chg="add">
        <pc:chgData name="王 欣捷" userId="b965477fa0aef5e6" providerId="LiveId" clId="{CCC25DF9-4458-4252-A1FA-96CED2233F88}" dt="2021-04-22T07:28:32.426" v="23"/>
        <pc:sldMkLst>
          <pc:docMk/>
          <pc:sldMk cId="0" sldId="856"/>
        </pc:sldMkLst>
      </pc:sldChg>
      <pc:sldChg chg="modSp add">
        <pc:chgData name="王 欣捷" userId="b965477fa0aef5e6" providerId="LiveId" clId="{CCC25DF9-4458-4252-A1FA-96CED2233F88}" dt="2021-04-22T07:30:15.426" v="47"/>
        <pc:sldMkLst>
          <pc:docMk/>
          <pc:sldMk cId="0" sldId="857"/>
        </pc:sldMkLst>
      </pc:sldChg>
      <pc:sldChg chg="modSp add">
        <pc:chgData name="王 欣捷" userId="b965477fa0aef5e6" providerId="LiveId" clId="{CCC25DF9-4458-4252-A1FA-96CED2233F88}" dt="2021-04-22T07:30:15.426" v="47"/>
        <pc:sldMkLst>
          <pc:docMk/>
          <pc:sldMk cId="0" sldId="858"/>
        </pc:sldMkLst>
      </pc:sldChg>
      <pc:sldChg chg="modSp add">
        <pc:chgData name="王 欣捷" userId="b965477fa0aef5e6" providerId="LiveId" clId="{CCC25DF9-4458-4252-A1FA-96CED2233F88}" dt="2021-04-22T07:30:15.426" v="47"/>
        <pc:sldMkLst>
          <pc:docMk/>
          <pc:sldMk cId="0" sldId="859"/>
        </pc:sldMkLst>
      </pc:sldChg>
      <pc:sldChg chg="add">
        <pc:chgData name="王 欣捷" userId="b965477fa0aef5e6" providerId="LiveId" clId="{CCC25DF9-4458-4252-A1FA-96CED2233F88}" dt="2021-04-22T07:28:32.426" v="23"/>
        <pc:sldMkLst>
          <pc:docMk/>
          <pc:sldMk cId="0" sldId="860"/>
        </pc:sldMkLst>
      </pc:sldChg>
      <pc:sldChg chg="modSp add">
        <pc:chgData name="王 欣捷" userId="b965477fa0aef5e6" providerId="LiveId" clId="{CCC25DF9-4458-4252-A1FA-96CED2233F88}" dt="2021-04-22T07:30:15.426" v="47"/>
        <pc:sldMkLst>
          <pc:docMk/>
          <pc:sldMk cId="0" sldId="861"/>
        </pc:sldMkLst>
      </pc:sldChg>
      <pc:sldChg chg="modSp add">
        <pc:chgData name="王 欣捷" userId="b965477fa0aef5e6" providerId="LiveId" clId="{CCC25DF9-4458-4252-A1FA-96CED2233F88}" dt="2021-04-22T07:30:15.426" v="47"/>
        <pc:sldMkLst>
          <pc:docMk/>
          <pc:sldMk cId="0" sldId="862"/>
        </pc:sldMkLst>
      </pc:sldChg>
      <pc:sldChg chg="modSp add">
        <pc:chgData name="王 欣捷" userId="b965477fa0aef5e6" providerId="LiveId" clId="{CCC25DF9-4458-4252-A1FA-96CED2233F88}" dt="2021-04-22T07:30:15.426" v="47"/>
        <pc:sldMkLst>
          <pc:docMk/>
          <pc:sldMk cId="0" sldId="863"/>
        </pc:sldMkLst>
      </pc:sldChg>
      <pc:sldChg chg="modSp add">
        <pc:chgData name="王 欣捷" userId="b965477fa0aef5e6" providerId="LiveId" clId="{CCC25DF9-4458-4252-A1FA-96CED2233F88}" dt="2021-04-22T07:30:15.426" v="47"/>
        <pc:sldMkLst>
          <pc:docMk/>
          <pc:sldMk cId="0" sldId="864"/>
        </pc:sldMkLst>
      </pc:sldChg>
      <pc:sldChg chg="modSp add">
        <pc:chgData name="王 欣捷" userId="b965477fa0aef5e6" providerId="LiveId" clId="{CCC25DF9-4458-4252-A1FA-96CED2233F88}" dt="2021-04-22T07:30:15.426" v="47"/>
        <pc:sldMkLst>
          <pc:docMk/>
          <pc:sldMk cId="0" sldId="865"/>
        </pc:sldMkLst>
      </pc:sldChg>
      <pc:sldChg chg="modSp add">
        <pc:chgData name="王 欣捷" userId="b965477fa0aef5e6" providerId="LiveId" clId="{CCC25DF9-4458-4252-A1FA-96CED2233F88}" dt="2021-04-22T07:30:15.426" v="47"/>
        <pc:sldMkLst>
          <pc:docMk/>
          <pc:sldMk cId="0" sldId="866"/>
        </pc:sldMkLst>
      </pc:sldChg>
      <pc:sldChg chg="add">
        <pc:chgData name="王 欣捷" userId="b965477fa0aef5e6" providerId="LiveId" clId="{CCC25DF9-4458-4252-A1FA-96CED2233F88}" dt="2021-04-22T07:28:32.426" v="23"/>
        <pc:sldMkLst>
          <pc:docMk/>
          <pc:sldMk cId="0" sldId="867"/>
        </pc:sldMkLst>
      </pc:sldChg>
      <pc:sldChg chg="add">
        <pc:chgData name="王 欣捷" userId="b965477fa0aef5e6" providerId="LiveId" clId="{CCC25DF9-4458-4252-A1FA-96CED2233F88}" dt="2021-04-22T07:28:32.426" v="23"/>
        <pc:sldMkLst>
          <pc:docMk/>
          <pc:sldMk cId="0" sldId="868"/>
        </pc:sldMkLst>
      </pc:sldChg>
      <pc:sldChg chg="modSp add mod">
        <pc:chgData name="王 欣捷" userId="b965477fa0aef5e6" providerId="LiveId" clId="{CCC25DF9-4458-4252-A1FA-96CED2233F88}" dt="2021-04-22T07:28:32.546" v="24" actId="27636"/>
        <pc:sldMkLst>
          <pc:docMk/>
          <pc:sldMk cId="0" sldId="869"/>
        </pc:sldMkLst>
      </pc:sldChg>
      <pc:sldChg chg="modSp add mod">
        <pc:chgData name="王 欣捷" userId="b965477fa0aef5e6" providerId="LiveId" clId="{CCC25DF9-4458-4252-A1FA-96CED2233F88}" dt="2021-04-22T07:30:15.426" v="47"/>
        <pc:sldMkLst>
          <pc:docMk/>
          <pc:sldMk cId="0" sldId="870"/>
        </pc:sldMkLst>
      </pc:sldChg>
      <pc:sldChg chg="modSp add">
        <pc:chgData name="王 欣捷" userId="b965477fa0aef5e6" providerId="LiveId" clId="{CCC25DF9-4458-4252-A1FA-96CED2233F88}" dt="2021-04-22T07:30:15.426" v="47"/>
        <pc:sldMkLst>
          <pc:docMk/>
          <pc:sldMk cId="0" sldId="871"/>
        </pc:sldMkLst>
      </pc:sldChg>
      <pc:sldChg chg="modSp add mod">
        <pc:chgData name="王 欣捷" userId="b965477fa0aef5e6" providerId="LiveId" clId="{CCC25DF9-4458-4252-A1FA-96CED2233F88}" dt="2021-04-22T07:30:15.426" v="47"/>
        <pc:sldMkLst>
          <pc:docMk/>
          <pc:sldMk cId="0" sldId="872"/>
        </pc:sldMkLst>
      </pc:sldChg>
      <pc:sldChg chg="modSp add mod">
        <pc:chgData name="王 欣捷" userId="b965477fa0aef5e6" providerId="LiveId" clId="{CCC25DF9-4458-4252-A1FA-96CED2233F88}" dt="2021-04-22T07:30:15.426" v="47"/>
        <pc:sldMkLst>
          <pc:docMk/>
          <pc:sldMk cId="0" sldId="873"/>
        </pc:sldMkLst>
      </pc:sldChg>
      <pc:sldChg chg="modSp add mod">
        <pc:chgData name="王 欣捷" userId="b965477fa0aef5e6" providerId="LiveId" clId="{CCC25DF9-4458-4252-A1FA-96CED2233F88}" dt="2021-04-22T07:30:15.426" v="47"/>
        <pc:sldMkLst>
          <pc:docMk/>
          <pc:sldMk cId="0" sldId="874"/>
        </pc:sldMkLst>
      </pc:sldChg>
      <pc:sldChg chg="modSp add mod">
        <pc:chgData name="王 欣捷" userId="b965477fa0aef5e6" providerId="LiveId" clId="{CCC25DF9-4458-4252-A1FA-96CED2233F88}" dt="2021-04-22T07:30:15.426" v="47"/>
        <pc:sldMkLst>
          <pc:docMk/>
          <pc:sldMk cId="0" sldId="875"/>
        </pc:sldMkLst>
      </pc:sldChg>
      <pc:sldChg chg="modSp add mod">
        <pc:chgData name="王 欣捷" userId="b965477fa0aef5e6" providerId="LiveId" clId="{CCC25DF9-4458-4252-A1FA-96CED2233F88}" dt="2021-04-22T07:30:15.426" v="47"/>
        <pc:sldMkLst>
          <pc:docMk/>
          <pc:sldMk cId="0" sldId="876"/>
        </pc:sldMkLst>
      </pc:sldChg>
      <pc:sldChg chg="modSp add mod">
        <pc:chgData name="王 欣捷" userId="b965477fa0aef5e6" providerId="LiveId" clId="{CCC25DF9-4458-4252-A1FA-96CED2233F88}" dt="2021-04-22T07:30:15.426" v="47"/>
        <pc:sldMkLst>
          <pc:docMk/>
          <pc:sldMk cId="0" sldId="877"/>
        </pc:sldMkLst>
      </pc:sldChg>
      <pc:sldChg chg="modSp add del mod">
        <pc:chgData name="王 欣捷" userId="b965477fa0aef5e6" providerId="LiveId" clId="{CCC25DF9-4458-4252-A1FA-96CED2233F88}" dt="2021-04-22T07:30:15.426" v="47"/>
        <pc:sldMkLst>
          <pc:docMk/>
          <pc:sldMk cId="0" sldId="878"/>
        </pc:sldMkLst>
      </pc:sldChg>
      <pc:sldChg chg="modSp add mod">
        <pc:chgData name="王 欣捷" userId="b965477fa0aef5e6" providerId="LiveId" clId="{CCC25DF9-4458-4252-A1FA-96CED2233F88}" dt="2021-04-22T07:30:15.426" v="47"/>
        <pc:sldMkLst>
          <pc:docMk/>
          <pc:sldMk cId="0" sldId="879"/>
        </pc:sldMkLst>
      </pc:sldChg>
      <pc:sldChg chg="modSp add mod">
        <pc:chgData name="王 欣捷" userId="b965477fa0aef5e6" providerId="LiveId" clId="{CCC25DF9-4458-4252-A1FA-96CED2233F88}" dt="2021-04-22T07:30:15.426" v="47"/>
        <pc:sldMkLst>
          <pc:docMk/>
          <pc:sldMk cId="0" sldId="880"/>
        </pc:sldMkLst>
      </pc:sldChg>
      <pc:sldChg chg="del">
        <pc:chgData name="王 欣捷" userId="b965477fa0aef5e6" providerId="LiveId" clId="{CCC25DF9-4458-4252-A1FA-96CED2233F88}" dt="2021-04-22T07:28:31.744" v="22" actId="47"/>
        <pc:sldMkLst>
          <pc:docMk/>
          <pc:sldMk cId="1458318623" sldId="897"/>
        </pc:sldMkLst>
      </pc:sldChg>
      <pc:sldChg chg="add">
        <pc:chgData name="王 欣捷" userId="b965477fa0aef5e6" providerId="LiveId" clId="{CCC25DF9-4458-4252-A1FA-96CED2233F88}" dt="2021-04-22T07:28:32.426" v="23"/>
        <pc:sldMkLst>
          <pc:docMk/>
          <pc:sldMk cId="0" sldId="909"/>
        </pc:sldMkLst>
      </pc:sldChg>
      <pc:sldChg chg="modSp add">
        <pc:chgData name="王 欣捷" userId="b965477fa0aef5e6" providerId="LiveId" clId="{CCC25DF9-4458-4252-A1FA-96CED2233F88}" dt="2021-04-22T07:30:15.426" v="47"/>
        <pc:sldMkLst>
          <pc:docMk/>
          <pc:sldMk cId="0" sldId="910"/>
        </pc:sldMkLst>
      </pc:sldChg>
      <pc:sldChg chg="modSp add mod">
        <pc:chgData name="王 欣捷" userId="b965477fa0aef5e6" providerId="LiveId" clId="{CCC25DF9-4458-4252-A1FA-96CED2233F88}" dt="2021-04-22T07:28:32.597" v="35" actId="27636"/>
        <pc:sldMkLst>
          <pc:docMk/>
          <pc:sldMk cId="0" sldId="911"/>
        </pc:sldMkLst>
      </pc:sldChg>
      <pc:sldChg chg="modSp add mod">
        <pc:chgData name="王 欣捷" userId="b965477fa0aef5e6" providerId="LiveId" clId="{CCC25DF9-4458-4252-A1FA-96CED2233F88}" dt="2021-04-22T07:30:15.426" v="47"/>
        <pc:sldMkLst>
          <pc:docMk/>
          <pc:sldMk cId="0" sldId="912"/>
        </pc:sldMkLst>
      </pc:sldChg>
      <pc:sldChg chg="modSp add mod">
        <pc:chgData name="王 欣捷" userId="b965477fa0aef5e6" providerId="LiveId" clId="{CCC25DF9-4458-4252-A1FA-96CED2233F88}" dt="2021-04-22T07:30:15.426" v="47"/>
        <pc:sldMkLst>
          <pc:docMk/>
          <pc:sldMk cId="0" sldId="913"/>
        </pc:sldMkLst>
      </pc:sldChg>
      <pc:sldChg chg="modSp add mod">
        <pc:chgData name="王 欣捷" userId="b965477fa0aef5e6" providerId="LiveId" clId="{CCC25DF9-4458-4252-A1FA-96CED2233F88}" dt="2021-04-22T07:30:15.426" v="47"/>
        <pc:sldMkLst>
          <pc:docMk/>
          <pc:sldMk cId="0" sldId="914"/>
        </pc:sldMkLst>
      </pc:sldChg>
      <pc:sldChg chg="modSp add mod">
        <pc:chgData name="王 欣捷" userId="b965477fa0aef5e6" providerId="LiveId" clId="{CCC25DF9-4458-4252-A1FA-96CED2233F88}" dt="2021-04-22T07:30:15.426" v="47"/>
        <pc:sldMkLst>
          <pc:docMk/>
          <pc:sldMk cId="0" sldId="915"/>
        </pc:sldMkLst>
      </pc:sldChg>
      <pc:sldChg chg="modSp add mod">
        <pc:chgData name="王 欣捷" userId="b965477fa0aef5e6" providerId="LiveId" clId="{CCC25DF9-4458-4252-A1FA-96CED2233F88}" dt="2021-04-22T07:30:15.426" v="47"/>
        <pc:sldMkLst>
          <pc:docMk/>
          <pc:sldMk cId="0" sldId="916"/>
        </pc:sldMkLst>
      </pc:sldChg>
      <pc:sldChg chg="modSp add mod">
        <pc:chgData name="王 欣捷" userId="b965477fa0aef5e6" providerId="LiveId" clId="{CCC25DF9-4458-4252-A1FA-96CED2233F88}" dt="2021-04-22T07:30:15.426" v="47"/>
        <pc:sldMkLst>
          <pc:docMk/>
          <pc:sldMk cId="0" sldId="917"/>
        </pc:sldMkLst>
      </pc:sldChg>
      <pc:sldChg chg="modSp add mod">
        <pc:chgData name="王 欣捷" userId="b965477fa0aef5e6" providerId="LiveId" clId="{CCC25DF9-4458-4252-A1FA-96CED2233F88}" dt="2021-04-22T07:30:15.426" v="47"/>
        <pc:sldMkLst>
          <pc:docMk/>
          <pc:sldMk cId="0" sldId="918"/>
        </pc:sldMkLst>
      </pc:sldChg>
      <pc:sldChg chg="modSp add mod">
        <pc:chgData name="王 欣捷" userId="b965477fa0aef5e6" providerId="LiveId" clId="{CCC25DF9-4458-4252-A1FA-96CED2233F88}" dt="2021-04-22T07:30:15.426" v="47"/>
        <pc:sldMkLst>
          <pc:docMk/>
          <pc:sldMk cId="0" sldId="919"/>
        </pc:sldMkLst>
      </pc:sldChg>
      <pc:sldChg chg="modSp add mod">
        <pc:chgData name="王 欣捷" userId="b965477fa0aef5e6" providerId="LiveId" clId="{CCC25DF9-4458-4252-A1FA-96CED2233F88}" dt="2021-04-22T07:30:15.426" v="47"/>
        <pc:sldMkLst>
          <pc:docMk/>
          <pc:sldMk cId="0" sldId="920"/>
        </pc:sldMkLst>
      </pc:sldChg>
      <pc:sldChg chg="modSp add mod">
        <pc:chgData name="王 欣捷" userId="b965477fa0aef5e6" providerId="LiveId" clId="{CCC25DF9-4458-4252-A1FA-96CED2233F88}" dt="2021-04-22T07:30:15.426" v="47"/>
        <pc:sldMkLst>
          <pc:docMk/>
          <pc:sldMk cId="0" sldId="921"/>
        </pc:sldMkLst>
      </pc:sldChg>
      <pc:sldChg chg="modSp add del">
        <pc:chgData name="王 欣捷" userId="b965477fa0aef5e6" providerId="LiveId" clId="{CCC25DF9-4458-4252-A1FA-96CED2233F88}" dt="2021-04-22T07:44:25.943" v="145"/>
        <pc:sldMkLst>
          <pc:docMk/>
          <pc:sldMk cId="0" sldId="922"/>
        </pc:sldMkLst>
      </pc:sldChg>
      <pc:sldChg chg="modSp add del">
        <pc:chgData name="王 欣捷" userId="b965477fa0aef5e6" providerId="LiveId" clId="{CCC25DF9-4458-4252-A1FA-96CED2233F88}" dt="2021-04-22T07:44:25.943" v="145"/>
        <pc:sldMkLst>
          <pc:docMk/>
          <pc:sldMk cId="0" sldId="923"/>
        </pc:sldMkLst>
      </pc:sldChg>
      <pc:sldChg chg="modSp add del">
        <pc:chgData name="王 欣捷" userId="b965477fa0aef5e6" providerId="LiveId" clId="{CCC25DF9-4458-4252-A1FA-96CED2233F88}" dt="2021-04-22T07:44:25.943" v="145"/>
        <pc:sldMkLst>
          <pc:docMk/>
          <pc:sldMk cId="0" sldId="924"/>
        </pc:sldMkLst>
      </pc:sldChg>
      <pc:sldChg chg="modSp add del">
        <pc:chgData name="王 欣捷" userId="b965477fa0aef5e6" providerId="LiveId" clId="{CCC25DF9-4458-4252-A1FA-96CED2233F88}" dt="2021-04-22T07:44:25.943" v="145"/>
        <pc:sldMkLst>
          <pc:docMk/>
          <pc:sldMk cId="0" sldId="925"/>
        </pc:sldMkLst>
      </pc:sldChg>
      <pc:sldChg chg="modSp add del">
        <pc:chgData name="王 欣捷" userId="b965477fa0aef5e6" providerId="LiveId" clId="{CCC25DF9-4458-4252-A1FA-96CED2233F88}" dt="2021-04-22T07:44:25.943" v="145"/>
        <pc:sldMkLst>
          <pc:docMk/>
          <pc:sldMk cId="0" sldId="926"/>
        </pc:sldMkLst>
      </pc:sldChg>
      <pc:sldChg chg="modSp add del">
        <pc:chgData name="王 欣捷" userId="b965477fa0aef5e6" providerId="LiveId" clId="{CCC25DF9-4458-4252-A1FA-96CED2233F88}" dt="2021-04-22T07:44:25.943" v="145"/>
        <pc:sldMkLst>
          <pc:docMk/>
          <pc:sldMk cId="0" sldId="927"/>
        </pc:sldMkLst>
      </pc:sldChg>
      <pc:sldChg chg="modSp add del">
        <pc:chgData name="王 欣捷" userId="b965477fa0aef5e6" providerId="LiveId" clId="{CCC25DF9-4458-4252-A1FA-96CED2233F88}" dt="2021-04-22T07:44:25.943" v="145"/>
        <pc:sldMkLst>
          <pc:docMk/>
          <pc:sldMk cId="0" sldId="928"/>
        </pc:sldMkLst>
      </pc:sldChg>
      <pc:sldChg chg="modSp add del">
        <pc:chgData name="王 欣捷" userId="b965477fa0aef5e6" providerId="LiveId" clId="{CCC25DF9-4458-4252-A1FA-96CED2233F88}" dt="2021-04-22T07:44:25.943" v="145"/>
        <pc:sldMkLst>
          <pc:docMk/>
          <pc:sldMk cId="0" sldId="929"/>
        </pc:sldMkLst>
      </pc:sldChg>
      <pc:sldChg chg="modSp add del">
        <pc:chgData name="王 欣捷" userId="b965477fa0aef5e6" providerId="LiveId" clId="{CCC25DF9-4458-4252-A1FA-96CED2233F88}" dt="2021-04-22T07:44:25.943" v="145"/>
        <pc:sldMkLst>
          <pc:docMk/>
          <pc:sldMk cId="0" sldId="930"/>
        </pc:sldMkLst>
      </pc:sldChg>
      <pc:sldChg chg="modSp add del">
        <pc:chgData name="王 欣捷" userId="b965477fa0aef5e6" providerId="LiveId" clId="{CCC25DF9-4458-4252-A1FA-96CED2233F88}" dt="2021-04-22T07:44:25.943" v="145"/>
        <pc:sldMkLst>
          <pc:docMk/>
          <pc:sldMk cId="0" sldId="931"/>
        </pc:sldMkLst>
      </pc:sldChg>
      <pc:sldChg chg="modSp add del">
        <pc:chgData name="王 欣捷" userId="b965477fa0aef5e6" providerId="LiveId" clId="{CCC25DF9-4458-4252-A1FA-96CED2233F88}" dt="2021-04-22T07:44:25.943" v="145"/>
        <pc:sldMkLst>
          <pc:docMk/>
          <pc:sldMk cId="0" sldId="932"/>
        </pc:sldMkLst>
      </pc:sldChg>
      <pc:sldChg chg="modSp add del">
        <pc:chgData name="王 欣捷" userId="b965477fa0aef5e6" providerId="LiveId" clId="{CCC25DF9-4458-4252-A1FA-96CED2233F88}" dt="2021-04-22T07:35:09.806" v="111" actId="47"/>
        <pc:sldMkLst>
          <pc:docMk/>
          <pc:sldMk cId="0" sldId="933"/>
        </pc:sldMkLst>
      </pc:sldChg>
      <pc:sldChg chg="modSp add del">
        <pc:chgData name="王 欣捷" userId="b965477fa0aef5e6" providerId="LiveId" clId="{CCC25DF9-4458-4252-A1FA-96CED2233F88}" dt="2021-04-22T07:35:09.806" v="111" actId="47"/>
        <pc:sldMkLst>
          <pc:docMk/>
          <pc:sldMk cId="0" sldId="934"/>
        </pc:sldMkLst>
      </pc:sldChg>
      <pc:sldChg chg="modSp add del">
        <pc:chgData name="王 欣捷" userId="b965477fa0aef5e6" providerId="LiveId" clId="{CCC25DF9-4458-4252-A1FA-96CED2233F88}" dt="2021-04-22T07:35:09.806" v="111" actId="47"/>
        <pc:sldMkLst>
          <pc:docMk/>
          <pc:sldMk cId="0" sldId="935"/>
        </pc:sldMkLst>
      </pc:sldChg>
      <pc:sldChg chg="modSp add del">
        <pc:chgData name="王 欣捷" userId="b965477fa0aef5e6" providerId="LiveId" clId="{CCC25DF9-4458-4252-A1FA-96CED2233F88}" dt="2021-04-22T07:35:09.806" v="111" actId="47"/>
        <pc:sldMkLst>
          <pc:docMk/>
          <pc:sldMk cId="0" sldId="936"/>
        </pc:sldMkLst>
      </pc:sldChg>
      <pc:sldChg chg="modSp add del">
        <pc:chgData name="王 欣捷" userId="b965477fa0aef5e6" providerId="LiveId" clId="{CCC25DF9-4458-4252-A1FA-96CED2233F88}" dt="2021-04-22T07:35:09.806" v="111" actId="47"/>
        <pc:sldMkLst>
          <pc:docMk/>
          <pc:sldMk cId="0" sldId="937"/>
        </pc:sldMkLst>
      </pc:sldChg>
      <pc:sldChg chg="modSp add">
        <pc:chgData name="王 欣捷" userId="b965477fa0aef5e6" providerId="LiveId" clId="{CCC25DF9-4458-4252-A1FA-96CED2233F88}" dt="2021-04-22T07:30:15.426" v="47"/>
        <pc:sldMkLst>
          <pc:docMk/>
          <pc:sldMk cId="0" sldId="938"/>
        </pc:sldMkLst>
      </pc:sldChg>
      <pc:sldChg chg="add del">
        <pc:chgData name="王 欣捷" userId="b965477fa0aef5e6" providerId="LiveId" clId="{CCC25DF9-4458-4252-A1FA-96CED2233F88}" dt="2021-04-22T07:28:32.426" v="23"/>
        <pc:sldMkLst>
          <pc:docMk/>
          <pc:sldMk cId="0" sldId="939"/>
        </pc:sldMkLst>
      </pc:sldChg>
      <pc:sldChg chg="add">
        <pc:chgData name="王 欣捷" userId="b965477fa0aef5e6" providerId="LiveId" clId="{CCC25DF9-4458-4252-A1FA-96CED2233F88}" dt="2021-04-22T07:28:32.426" v="23"/>
        <pc:sldMkLst>
          <pc:docMk/>
          <pc:sldMk cId="0" sldId="940"/>
        </pc:sldMkLst>
      </pc:sldChg>
      <pc:sldChg chg="add del">
        <pc:chgData name="王 欣捷" userId="b965477fa0aef5e6" providerId="LiveId" clId="{CCC25DF9-4458-4252-A1FA-96CED2233F88}" dt="2021-04-22T07:28:32.426" v="23"/>
        <pc:sldMkLst>
          <pc:docMk/>
          <pc:sldMk cId="0" sldId="941"/>
        </pc:sldMkLst>
      </pc:sldChg>
      <pc:sldChg chg="modSp add mod">
        <pc:chgData name="王 欣捷" userId="b965477fa0aef5e6" providerId="LiveId" clId="{CCC25DF9-4458-4252-A1FA-96CED2233F88}" dt="2021-04-22T07:30:15.426" v="47"/>
        <pc:sldMkLst>
          <pc:docMk/>
          <pc:sldMk cId="0" sldId="943"/>
        </pc:sldMkLst>
      </pc:sldChg>
      <pc:sldChg chg="modSp add del">
        <pc:chgData name="王 欣捷" userId="b965477fa0aef5e6" providerId="LiveId" clId="{CCC25DF9-4458-4252-A1FA-96CED2233F88}" dt="2021-04-22T07:30:15.426" v="47"/>
        <pc:sldMkLst>
          <pc:docMk/>
          <pc:sldMk cId="0" sldId="944"/>
        </pc:sldMkLst>
      </pc:sldChg>
      <pc:sldChg chg="addSp delSp modSp new mod modClrScheme modAnim chgLayout">
        <pc:chgData name="王 欣捷" userId="b965477fa0aef5e6" providerId="LiveId" clId="{CCC25DF9-4458-4252-A1FA-96CED2233F88}" dt="2021-04-22T07:33:33.234" v="87"/>
        <pc:sldMkLst>
          <pc:docMk/>
          <pc:sldMk cId="672076074" sldId="945"/>
        </pc:sldMkLst>
      </pc:sldChg>
      <pc:sldChg chg="addSp delSp modSp new mod modClrScheme modAnim chgLayout">
        <pc:chgData name="王 欣捷" userId="b965477fa0aef5e6" providerId="LiveId" clId="{CCC25DF9-4458-4252-A1FA-96CED2233F88}" dt="2021-04-22T07:37:01.921" v="138"/>
        <pc:sldMkLst>
          <pc:docMk/>
          <pc:sldMk cId="4090644917" sldId="946"/>
        </pc:sldMkLst>
      </pc:sldChg>
      <pc:sldChg chg="modSp add del">
        <pc:chgData name="王 欣捷" userId="b965477fa0aef5e6" providerId="LiveId" clId="{CCC25DF9-4458-4252-A1FA-96CED2233F88}" dt="2021-04-22T07:44:25.943" v="145"/>
        <pc:sldMkLst>
          <pc:docMk/>
          <pc:sldMk cId="0" sldId="954"/>
        </pc:sldMkLst>
      </pc:sldChg>
      <pc:sldChg chg="modSp add del">
        <pc:chgData name="王 欣捷" userId="b965477fa0aef5e6" providerId="LiveId" clId="{CCC25DF9-4458-4252-A1FA-96CED2233F88}" dt="2021-04-22T07:44:25.943" v="145"/>
        <pc:sldMkLst>
          <pc:docMk/>
          <pc:sldMk cId="0" sldId="955"/>
        </pc:sldMkLst>
      </pc:sldChg>
      <pc:sldChg chg="modSp add del">
        <pc:chgData name="王 欣捷" userId="b965477fa0aef5e6" providerId="LiveId" clId="{CCC25DF9-4458-4252-A1FA-96CED2233F88}" dt="2021-04-22T07:44:25.943" v="145"/>
        <pc:sldMkLst>
          <pc:docMk/>
          <pc:sldMk cId="0" sldId="956"/>
        </pc:sldMkLst>
      </pc:sldChg>
      <pc:sldChg chg="modSp add del">
        <pc:chgData name="王 欣捷" userId="b965477fa0aef5e6" providerId="LiveId" clId="{CCC25DF9-4458-4252-A1FA-96CED2233F88}" dt="2021-04-22T07:44:25.943" v="145"/>
        <pc:sldMkLst>
          <pc:docMk/>
          <pc:sldMk cId="0" sldId="957"/>
        </pc:sldMkLst>
      </pc:sldChg>
      <pc:sldChg chg="modSp add del">
        <pc:chgData name="王 欣捷" userId="b965477fa0aef5e6" providerId="LiveId" clId="{CCC25DF9-4458-4252-A1FA-96CED2233F88}" dt="2021-04-22T07:44:25.943" v="145"/>
        <pc:sldMkLst>
          <pc:docMk/>
          <pc:sldMk cId="0" sldId="958"/>
        </pc:sldMkLst>
      </pc:sldChg>
      <pc:sldChg chg="modSp add del">
        <pc:chgData name="王 欣捷" userId="b965477fa0aef5e6" providerId="LiveId" clId="{CCC25DF9-4458-4252-A1FA-96CED2233F88}" dt="2021-04-22T07:44:25.943" v="145"/>
        <pc:sldMkLst>
          <pc:docMk/>
          <pc:sldMk cId="0" sldId="959"/>
        </pc:sldMkLst>
      </pc:sldChg>
      <pc:sldChg chg="modSp add del">
        <pc:chgData name="王 欣捷" userId="b965477fa0aef5e6" providerId="LiveId" clId="{CCC25DF9-4458-4252-A1FA-96CED2233F88}" dt="2021-04-22T07:44:25.943" v="145"/>
        <pc:sldMkLst>
          <pc:docMk/>
          <pc:sldMk cId="0" sldId="960"/>
        </pc:sldMkLst>
      </pc:sldChg>
      <pc:sldChg chg="del">
        <pc:chgData name="王 欣捷" userId="b965477fa0aef5e6" providerId="LiveId" clId="{CCC25DF9-4458-4252-A1FA-96CED2233F88}" dt="2021-04-22T07:28:31.744" v="22" actId="47"/>
        <pc:sldMkLst>
          <pc:docMk/>
          <pc:sldMk cId="0" sldId="962"/>
        </pc:sldMkLst>
      </pc:sldChg>
      <pc:sldChg chg="del">
        <pc:chgData name="王 欣捷" userId="b965477fa0aef5e6" providerId="LiveId" clId="{CCC25DF9-4458-4252-A1FA-96CED2233F88}" dt="2021-04-22T07:28:31.744" v="22" actId="47"/>
        <pc:sldMkLst>
          <pc:docMk/>
          <pc:sldMk cId="0" sldId="1029"/>
        </pc:sldMkLst>
      </pc:sldChg>
      <pc:sldChg chg="del">
        <pc:chgData name="王 欣捷" userId="b965477fa0aef5e6" providerId="LiveId" clId="{CCC25DF9-4458-4252-A1FA-96CED2233F88}" dt="2021-04-22T07:28:31.744" v="22" actId="47"/>
        <pc:sldMkLst>
          <pc:docMk/>
          <pc:sldMk cId="0" sldId="1030"/>
        </pc:sldMkLst>
      </pc:sldChg>
      <pc:sldChg chg="del">
        <pc:chgData name="王 欣捷" userId="b965477fa0aef5e6" providerId="LiveId" clId="{CCC25DF9-4458-4252-A1FA-96CED2233F88}" dt="2021-04-22T07:28:31.744" v="22" actId="47"/>
        <pc:sldMkLst>
          <pc:docMk/>
          <pc:sldMk cId="0" sldId="1037"/>
        </pc:sldMkLst>
      </pc:sldChg>
      <pc:sldChg chg="del">
        <pc:chgData name="王 欣捷" userId="b965477fa0aef5e6" providerId="LiveId" clId="{CCC25DF9-4458-4252-A1FA-96CED2233F88}" dt="2021-04-22T07:28:31.744" v="22" actId="47"/>
        <pc:sldMkLst>
          <pc:docMk/>
          <pc:sldMk cId="0" sldId="1059"/>
        </pc:sldMkLst>
      </pc:sldChg>
      <pc:sldChg chg="del">
        <pc:chgData name="王 欣捷" userId="b965477fa0aef5e6" providerId="LiveId" clId="{CCC25DF9-4458-4252-A1FA-96CED2233F88}" dt="2021-04-22T07:28:31.744" v="22" actId="47"/>
        <pc:sldMkLst>
          <pc:docMk/>
          <pc:sldMk cId="0" sldId="1079"/>
        </pc:sldMkLst>
      </pc:sldChg>
      <pc:sldChg chg="del">
        <pc:chgData name="王 欣捷" userId="b965477fa0aef5e6" providerId="LiveId" clId="{CCC25DF9-4458-4252-A1FA-96CED2233F88}" dt="2021-04-22T07:28:31.744" v="22" actId="47"/>
        <pc:sldMkLst>
          <pc:docMk/>
          <pc:sldMk cId="0" sldId="1080"/>
        </pc:sldMkLst>
      </pc:sldChg>
      <pc:sldChg chg="del">
        <pc:chgData name="王 欣捷" userId="b965477fa0aef5e6" providerId="LiveId" clId="{CCC25DF9-4458-4252-A1FA-96CED2233F88}" dt="2021-04-22T07:28:31.744" v="22" actId="47"/>
        <pc:sldMkLst>
          <pc:docMk/>
          <pc:sldMk cId="0" sldId="1081"/>
        </pc:sldMkLst>
      </pc:sldChg>
      <pc:sldChg chg="del">
        <pc:chgData name="王 欣捷" userId="b965477fa0aef5e6" providerId="LiveId" clId="{CCC25DF9-4458-4252-A1FA-96CED2233F88}" dt="2021-04-22T07:28:31.744" v="22" actId="47"/>
        <pc:sldMkLst>
          <pc:docMk/>
          <pc:sldMk cId="0" sldId="1082"/>
        </pc:sldMkLst>
      </pc:sldChg>
      <pc:sldChg chg="del">
        <pc:chgData name="王 欣捷" userId="b965477fa0aef5e6" providerId="LiveId" clId="{CCC25DF9-4458-4252-A1FA-96CED2233F88}" dt="2021-04-22T07:28:31.744" v="22" actId="47"/>
        <pc:sldMkLst>
          <pc:docMk/>
          <pc:sldMk cId="0" sldId="1083"/>
        </pc:sldMkLst>
      </pc:sldChg>
      <pc:sldChg chg="del">
        <pc:chgData name="王 欣捷" userId="b965477fa0aef5e6" providerId="LiveId" clId="{CCC25DF9-4458-4252-A1FA-96CED2233F88}" dt="2021-04-22T07:28:31.744" v="22" actId="47"/>
        <pc:sldMkLst>
          <pc:docMk/>
          <pc:sldMk cId="0" sldId="1087"/>
        </pc:sldMkLst>
      </pc:sldChg>
      <pc:sldChg chg="del">
        <pc:chgData name="王 欣捷" userId="b965477fa0aef5e6" providerId="LiveId" clId="{CCC25DF9-4458-4252-A1FA-96CED2233F88}" dt="2021-04-22T07:28:31.744" v="22" actId="47"/>
        <pc:sldMkLst>
          <pc:docMk/>
          <pc:sldMk cId="0" sldId="1088"/>
        </pc:sldMkLst>
      </pc:sldChg>
      <pc:sldChg chg="del">
        <pc:chgData name="王 欣捷" userId="b965477fa0aef5e6" providerId="LiveId" clId="{CCC25DF9-4458-4252-A1FA-96CED2233F88}" dt="2021-04-22T07:28:31.744" v="22" actId="47"/>
        <pc:sldMkLst>
          <pc:docMk/>
          <pc:sldMk cId="0" sldId="1089"/>
        </pc:sldMkLst>
      </pc:sldChg>
      <pc:sldChg chg="del">
        <pc:chgData name="王 欣捷" userId="b965477fa0aef5e6" providerId="LiveId" clId="{CCC25DF9-4458-4252-A1FA-96CED2233F88}" dt="2021-04-22T07:28:31.744" v="22" actId="47"/>
        <pc:sldMkLst>
          <pc:docMk/>
          <pc:sldMk cId="0" sldId="1090"/>
        </pc:sldMkLst>
      </pc:sldChg>
      <pc:sldChg chg="del">
        <pc:chgData name="王 欣捷" userId="b965477fa0aef5e6" providerId="LiveId" clId="{CCC25DF9-4458-4252-A1FA-96CED2233F88}" dt="2021-04-22T07:28:31.744" v="22" actId="47"/>
        <pc:sldMkLst>
          <pc:docMk/>
          <pc:sldMk cId="0" sldId="1091"/>
        </pc:sldMkLst>
      </pc:sldChg>
      <pc:sldChg chg="del">
        <pc:chgData name="王 欣捷" userId="b965477fa0aef5e6" providerId="LiveId" clId="{CCC25DF9-4458-4252-A1FA-96CED2233F88}" dt="2021-04-22T07:28:31.744" v="22" actId="47"/>
        <pc:sldMkLst>
          <pc:docMk/>
          <pc:sldMk cId="0" sldId="1092"/>
        </pc:sldMkLst>
      </pc:sldChg>
      <pc:sldChg chg="del">
        <pc:chgData name="王 欣捷" userId="b965477fa0aef5e6" providerId="LiveId" clId="{CCC25DF9-4458-4252-A1FA-96CED2233F88}" dt="2021-04-22T07:28:31.744" v="22" actId="47"/>
        <pc:sldMkLst>
          <pc:docMk/>
          <pc:sldMk cId="0" sldId="1093"/>
        </pc:sldMkLst>
      </pc:sldChg>
      <pc:sldChg chg="del">
        <pc:chgData name="王 欣捷" userId="b965477fa0aef5e6" providerId="LiveId" clId="{CCC25DF9-4458-4252-A1FA-96CED2233F88}" dt="2021-04-22T07:28:31.744" v="22" actId="47"/>
        <pc:sldMkLst>
          <pc:docMk/>
          <pc:sldMk cId="0" sldId="1094"/>
        </pc:sldMkLst>
      </pc:sldChg>
      <pc:sldChg chg="del">
        <pc:chgData name="王 欣捷" userId="b965477fa0aef5e6" providerId="LiveId" clId="{CCC25DF9-4458-4252-A1FA-96CED2233F88}" dt="2021-04-22T07:28:31.744" v="22" actId="47"/>
        <pc:sldMkLst>
          <pc:docMk/>
          <pc:sldMk cId="0" sldId="1095"/>
        </pc:sldMkLst>
      </pc:sldChg>
      <pc:sldChg chg="del">
        <pc:chgData name="王 欣捷" userId="b965477fa0aef5e6" providerId="LiveId" clId="{CCC25DF9-4458-4252-A1FA-96CED2233F88}" dt="2021-04-22T07:28:31.744" v="22" actId="47"/>
        <pc:sldMkLst>
          <pc:docMk/>
          <pc:sldMk cId="0" sldId="1096"/>
        </pc:sldMkLst>
      </pc:sldChg>
      <pc:sldChg chg="del">
        <pc:chgData name="王 欣捷" userId="b965477fa0aef5e6" providerId="LiveId" clId="{CCC25DF9-4458-4252-A1FA-96CED2233F88}" dt="2021-04-22T07:28:31.744" v="22" actId="47"/>
        <pc:sldMkLst>
          <pc:docMk/>
          <pc:sldMk cId="998456851" sldId="1097"/>
        </pc:sldMkLst>
      </pc:sldChg>
      <pc:sldChg chg="del">
        <pc:chgData name="王 欣捷" userId="b965477fa0aef5e6" providerId="LiveId" clId="{CCC25DF9-4458-4252-A1FA-96CED2233F88}" dt="2021-04-22T07:28:31.744" v="22" actId="47"/>
        <pc:sldMkLst>
          <pc:docMk/>
          <pc:sldMk cId="492120638" sldId="1098"/>
        </pc:sldMkLst>
      </pc:sldChg>
      <pc:sldChg chg="del">
        <pc:chgData name="王 欣捷" userId="b965477fa0aef5e6" providerId="LiveId" clId="{CCC25DF9-4458-4252-A1FA-96CED2233F88}" dt="2021-04-22T07:28:31.744" v="22" actId="47"/>
        <pc:sldMkLst>
          <pc:docMk/>
          <pc:sldMk cId="0" sldId="1099"/>
        </pc:sldMkLst>
      </pc:sldChg>
      <pc:sldChg chg="del">
        <pc:chgData name="王 欣捷" userId="b965477fa0aef5e6" providerId="LiveId" clId="{CCC25DF9-4458-4252-A1FA-96CED2233F88}" dt="2021-04-22T07:28:31.744" v="22" actId="47"/>
        <pc:sldMkLst>
          <pc:docMk/>
          <pc:sldMk cId="3339090179" sldId="1100"/>
        </pc:sldMkLst>
      </pc:sldChg>
      <pc:sldChg chg="del">
        <pc:chgData name="王 欣捷" userId="b965477fa0aef5e6" providerId="LiveId" clId="{CCC25DF9-4458-4252-A1FA-96CED2233F88}" dt="2021-04-22T07:28:31.744" v="22" actId="47"/>
        <pc:sldMkLst>
          <pc:docMk/>
          <pc:sldMk cId="4031731318" sldId="1101"/>
        </pc:sldMkLst>
      </pc:sldChg>
      <pc:sldChg chg="del">
        <pc:chgData name="王 欣捷" userId="b965477fa0aef5e6" providerId="LiveId" clId="{CCC25DF9-4458-4252-A1FA-96CED2233F88}" dt="2021-04-22T07:28:31.744" v="22" actId="47"/>
        <pc:sldMkLst>
          <pc:docMk/>
          <pc:sldMk cId="195248252" sldId="1102"/>
        </pc:sldMkLst>
      </pc:sldChg>
      <pc:sldChg chg="del">
        <pc:chgData name="王 欣捷" userId="b965477fa0aef5e6" providerId="LiveId" clId="{CCC25DF9-4458-4252-A1FA-96CED2233F88}" dt="2021-04-22T07:28:31.744" v="22" actId="47"/>
        <pc:sldMkLst>
          <pc:docMk/>
          <pc:sldMk cId="0" sldId="1103"/>
        </pc:sldMkLst>
      </pc:sldChg>
      <pc:sldChg chg="del">
        <pc:chgData name="王 欣捷" userId="b965477fa0aef5e6" providerId="LiveId" clId="{CCC25DF9-4458-4252-A1FA-96CED2233F88}" dt="2021-04-22T07:28:31.744" v="22" actId="47"/>
        <pc:sldMkLst>
          <pc:docMk/>
          <pc:sldMk cId="0" sldId="1104"/>
        </pc:sldMkLst>
      </pc:sldChg>
      <pc:sldChg chg="del">
        <pc:chgData name="王 欣捷" userId="b965477fa0aef5e6" providerId="LiveId" clId="{CCC25DF9-4458-4252-A1FA-96CED2233F88}" dt="2021-04-22T07:28:31.744" v="22" actId="47"/>
        <pc:sldMkLst>
          <pc:docMk/>
          <pc:sldMk cId="0" sldId="1105"/>
        </pc:sldMkLst>
      </pc:sldChg>
      <pc:sldChg chg="del">
        <pc:chgData name="王 欣捷" userId="b965477fa0aef5e6" providerId="LiveId" clId="{CCC25DF9-4458-4252-A1FA-96CED2233F88}" dt="2021-04-22T07:28:31.744" v="22" actId="47"/>
        <pc:sldMkLst>
          <pc:docMk/>
          <pc:sldMk cId="0" sldId="1106"/>
        </pc:sldMkLst>
      </pc:sldChg>
      <pc:sldChg chg="del">
        <pc:chgData name="王 欣捷" userId="b965477fa0aef5e6" providerId="LiveId" clId="{CCC25DF9-4458-4252-A1FA-96CED2233F88}" dt="2021-04-22T07:28:31.744" v="22" actId="47"/>
        <pc:sldMkLst>
          <pc:docMk/>
          <pc:sldMk cId="0" sldId="1107"/>
        </pc:sldMkLst>
      </pc:sldChg>
      <pc:sldChg chg="del">
        <pc:chgData name="王 欣捷" userId="b965477fa0aef5e6" providerId="LiveId" clId="{CCC25DF9-4458-4252-A1FA-96CED2233F88}" dt="2021-04-22T07:28:31.744" v="22" actId="47"/>
        <pc:sldMkLst>
          <pc:docMk/>
          <pc:sldMk cId="0" sldId="1110"/>
        </pc:sldMkLst>
      </pc:sldChg>
      <pc:sldChg chg="del">
        <pc:chgData name="王 欣捷" userId="b965477fa0aef5e6" providerId="LiveId" clId="{CCC25DF9-4458-4252-A1FA-96CED2233F88}" dt="2021-04-22T07:28:31.744" v="22" actId="47"/>
        <pc:sldMkLst>
          <pc:docMk/>
          <pc:sldMk cId="0" sldId="1113"/>
        </pc:sldMkLst>
      </pc:sldChg>
      <pc:sldChg chg="del">
        <pc:chgData name="王 欣捷" userId="b965477fa0aef5e6" providerId="LiveId" clId="{CCC25DF9-4458-4252-A1FA-96CED2233F88}" dt="2021-04-22T07:28:31.744" v="22" actId="47"/>
        <pc:sldMkLst>
          <pc:docMk/>
          <pc:sldMk cId="0" sldId="1127"/>
        </pc:sldMkLst>
      </pc:sldChg>
      <pc:sldChg chg="del">
        <pc:chgData name="王 欣捷" userId="b965477fa0aef5e6" providerId="LiveId" clId="{CCC25DF9-4458-4252-A1FA-96CED2233F88}" dt="2021-04-22T07:28:31.744" v="22" actId="47"/>
        <pc:sldMkLst>
          <pc:docMk/>
          <pc:sldMk cId="0" sldId="1138"/>
        </pc:sldMkLst>
      </pc:sldChg>
      <pc:sldChg chg="del">
        <pc:chgData name="王 欣捷" userId="b965477fa0aef5e6" providerId="LiveId" clId="{CCC25DF9-4458-4252-A1FA-96CED2233F88}" dt="2021-04-22T07:28:31.744" v="22" actId="47"/>
        <pc:sldMkLst>
          <pc:docMk/>
          <pc:sldMk cId="516213771" sldId="1139"/>
        </pc:sldMkLst>
      </pc:sldChg>
      <pc:sldChg chg="del">
        <pc:chgData name="王 欣捷" userId="b965477fa0aef5e6" providerId="LiveId" clId="{CCC25DF9-4458-4252-A1FA-96CED2233F88}" dt="2021-04-22T07:28:31.744" v="22" actId="47"/>
        <pc:sldMkLst>
          <pc:docMk/>
          <pc:sldMk cId="406512071" sldId="1141"/>
        </pc:sldMkLst>
      </pc:sldChg>
      <pc:sldChg chg="del">
        <pc:chgData name="王 欣捷" userId="b965477fa0aef5e6" providerId="LiveId" clId="{CCC25DF9-4458-4252-A1FA-96CED2233F88}" dt="2021-04-22T07:28:31.744" v="22" actId="47"/>
        <pc:sldMkLst>
          <pc:docMk/>
          <pc:sldMk cId="1844201406" sldId="1142"/>
        </pc:sldMkLst>
      </pc:sldChg>
      <pc:sldChg chg="del">
        <pc:chgData name="王 欣捷" userId="b965477fa0aef5e6" providerId="LiveId" clId="{CCC25DF9-4458-4252-A1FA-96CED2233F88}" dt="2021-04-22T07:28:31.744" v="22" actId="47"/>
        <pc:sldMkLst>
          <pc:docMk/>
          <pc:sldMk cId="4223351651" sldId="1145"/>
        </pc:sldMkLst>
      </pc:sldChg>
      <pc:sldChg chg="del">
        <pc:chgData name="王 欣捷" userId="b965477fa0aef5e6" providerId="LiveId" clId="{CCC25DF9-4458-4252-A1FA-96CED2233F88}" dt="2021-04-22T07:28:31.744" v="22" actId="47"/>
        <pc:sldMkLst>
          <pc:docMk/>
          <pc:sldMk cId="3962178428" sldId="1151"/>
        </pc:sldMkLst>
      </pc:sldChg>
      <pc:sldChg chg="del">
        <pc:chgData name="王 欣捷" userId="b965477fa0aef5e6" providerId="LiveId" clId="{CCC25DF9-4458-4252-A1FA-96CED2233F88}" dt="2021-04-22T07:28:31.744" v="22" actId="47"/>
        <pc:sldMkLst>
          <pc:docMk/>
          <pc:sldMk cId="2813883607" sldId="1158"/>
        </pc:sldMkLst>
      </pc:sldChg>
      <pc:sldChg chg="del">
        <pc:chgData name="王 欣捷" userId="b965477fa0aef5e6" providerId="LiveId" clId="{CCC25DF9-4458-4252-A1FA-96CED2233F88}" dt="2021-04-22T07:28:31.744" v="22" actId="47"/>
        <pc:sldMkLst>
          <pc:docMk/>
          <pc:sldMk cId="3740059661" sldId="1159"/>
        </pc:sldMkLst>
      </pc:sldChg>
      <pc:sldChg chg="del">
        <pc:chgData name="王 欣捷" userId="b965477fa0aef5e6" providerId="LiveId" clId="{CCC25DF9-4458-4252-A1FA-96CED2233F88}" dt="2021-04-22T07:28:31.744" v="22" actId="47"/>
        <pc:sldMkLst>
          <pc:docMk/>
          <pc:sldMk cId="3618475896" sldId="1160"/>
        </pc:sldMkLst>
      </pc:sldChg>
      <pc:sldChg chg="del">
        <pc:chgData name="王 欣捷" userId="b965477fa0aef5e6" providerId="LiveId" clId="{CCC25DF9-4458-4252-A1FA-96CED2233F88}" dt="2021-04-22T07:28:31.744" v="22" actId="47"/>
        <pc:sldMkLst>
          <pc:docMk/>
          <pc:sldMk cId="2042943240" sldId="1161"/>
        </pc:sldMkLst>
      </pc:sldChg>
      <pc:sldChg chg="del">
        <pc:chgData name="王 欣捷" userId="b965477fa0aef5e6" providerId="LiveId" clId="{CCC25DF9-4458-4252-A1FA-96CED2233F88}" dt="2021-04-22T07:28:31.744" v="22" actId="47"/>
        <pc:sldMkLst>
          <pc:docMk/>
          <pc:sldMk cId="3272006686" sldId="1162"/>
        </pc:sldMkLst>
      </pc:sldChg>
      <pc:sldChg chg="del">
        <pc:chgData name="王 欣捷" userId="b965477fa0aef5e6" providerId="LiveId" clId="{CCC25DF9-4458-4252-A1FA-96CED2233F88}" dt="2021-04-22T07:28:31.744" v="22" actId="47"/>
        <pc:sldMkLst>
          <pc:docMk/>
          <pc:sldMk cId="2547034749" sldId="1163"/>
        </pc:sldMkLst>
      </pc:sldChg>
      <pc:sldChg chg="del">
        <pc:chgData name="王 欣捷" userId="b965477fa0aef5e6" providerId="LiveId" clId="{CCC25DF9-4458-4252-A1FA-96CED2233F88}" dt="2021-04-22T07:28:31.744" v="22" actId="47"/>
        <pc:sldMkLst>
          <pc:docMk/>
          <pc:sldMk cId="771280182" sldId="1165"/>
        </pc:sldMkLst>
      </pc:sldChg>
      <pc:sldChg chg="del">
        <pc:chgData name="王 欣捷" userId="b965477fa0aef5e6" providerId="LiveId" clId="{CCC25DF9-4458-4252-A1FA-96CED2233F88}" dt="2021-04-22T07:28:31.744" v="22" actId="47"/>
        <pc:sldMkLst>
          <pc:docMk/>
          <pc:sldMk cId="2692631" sldId="1166"/>
        </pc:sldMkLst>
      </pc:sldChg>
      <pc:sldChg chg="del">
        <pc:chgData name="王 欣捷" userId="b965477fa0aef5e6" providerId="LiveId" clId="{CCC25DF9-4458-4252-A1FA-96CED2233F88}" dt="2021-04-22T07:28:31.744" v="22" actId="47"/>
        <pc:sldMkLst>
          <pc:docMk/>
          <pc:sldMk cId="3628184232" sldId="1167"/>
        </pc:sldMkLst>
      </pc:sldChg>
      <pc:sldChg chg="del">
        <pc:chgData name="王 欣捷" userId="b965477fa0aef5e6" providerId="LiveId" clId="{CCC25DF9-4458-4252-A1FA-96CED2233F88}" dt="2021-04-22T07:28:31.744" v="22" actId="47"/>
        <pc:sldMkLst>
          <pc:docMk/>
          <pc:sldMk cId="1528587018" sldId="1168"/>
        </pc:sldMkLst>
      </pc:sldChg>
      <pc:sldChg chg="del">
        <pc:chgData name="王 欣捷" userId="b965477fa0aef5e6" providerId="LiveId" clId="{CCC25DF9-4458-4252-A1FA-96CED2233F88}" dt="2021-04-22T07:28:31.744" v="22" actId="47"/>
        <pc:sldMkLst>
          <pc:docMk/>
          <pc:sldMk cId="3168183637" sldId="1169"/>
        </pc:sldMkLst>
      </pc:sldChg>
      <pc:sldChg chg="del">
        <pc:chgData name="王 欣捷" userId="b965477fa0aef5e6" providerId="LiveId" clId="{CCC25DF9-4458-4252-A1FA-96CED2233F88}" dt="2021-04-22T07:28:31.744" v="22" actId="47"/>
        <pc:sldMkLst>
          <pc:docMk/>
          <pc:sldMk cId="1630523457" sldId="1170"/>
        </pc:sldMkLst>
      </pc:sldChg>
    </pc:docChg>
  </pc:docChgLst>
  <pc:docChgLst>
    <pc:chgData name="欣捷 王" userId="b965477fa0aef5e6" providerId="LiveId" clId="{38019B30-6AED-4241-BAAD-BA3CA682DDC4}"/>
    <pc:docChg chg="addSld modSld">
      <pc:chgData name="欣捷 王" userId="b965477fa0aef5e6" providerId="LiveId" clId="{38019B30-6AED-4241-BAAD-BA3CA682DDC4}" dt="2025-02-23T08:49:53.102" v="23" actId="20577"/>
      <pc:docMkLst>
        <pc:docMk/>
      </pc:docMkLst>
      <pc:sldChg chg="modSp add mod">
        <pc:chgData name="欣捷 王" userId="b965477fa0aef5e6" providerId="LiveId" clId="{38019B30-6AED-4241-BAAD-BA3CA682DDC4}" dt="2025-02-23T08:49:53.102" v="23" actId="20577"/>
        <pc:sldMkLst>
          <pc:docMk/>
          <pc:sldMk cId="0" sldId="1057"/>
        </pc:sldMkLst>
      </pc:sldChg>
    </pc:docChg>
  </pc:docChgLst>
  <pc:docChgLst>
    <pc:chgData name="郭 云东" userId="3aef734993cdc3f5" providerId="LiveId" clId="{B8F21725-E541-4DB7-96E3-D05225723380}"/>
    <pc:docChg chg="undo custSel addSld delSld modSld">
      <pc:chgData name="郭 云东" userId="3aef734993cdc3f5" providerId="LiveId" clId="{B8F21725-E541-4DB7-96E3-D05225723380}" dt="2023-06-13T08:13:19.588" v="3"/>
      <pc:docMkLst>
        <pc:docMk/>
      </pc:docMkLst>
      <pc:sldChg chg="add del">
        <pc:chgData name="郭 云东" userId="3aef734993cdc3f5" providerId="LiveId" clId="{B8F21725-E541-4DB7-96E3-D05225723380}" dt="2023-06-13T08:13:19.588" v="3"/>
        <pc:sldMkLst>
          <pc:docMk/>
          <pc:sldMk cId="0" sldId="443"/>
        </pc:sldMkLst>
      </pc:sldChg>
      <pc:sldChg chg="add del">
        <pc:chgData name="郭 云东" userId="3aef734993cdc3f5" providerId="LiveId" clId="{B8F21725-E541-4DB7-96E3-D05225723380}" dt="2023-06-13T08:13:19.588" v="3"/>
        <pc:sldMkLst>
          <pc:docMk/>
          <pc:sldMk cId="0" sldId="468"/>
        </pc:sldMkLst>
      </pc:sldChg>
      <pc:sldChg chg="add del">
        <pc:chgData name="郭 云东" userId="3aef734993cdc3f5" providerId="LiveId" clId="{B8F21725-E541-4DB7-96E3-D05225723380}" dt="2023-06-13T08:13:19.588" v="3"/>
        <pc:sldMkLst>
          <pc:docMk/>
          <pc:sldMk cId="0" sldId="469"/>
        </pc:sldMkLst>
      </pc:sldChg>
      <pc:sldChg chg="add del">
        <pc:chgData name="郭 云东" userId="3aef734993cdc3f5" providerId="LiveId" clId="{B8F21725-E541-4DB7-96E3-D05225723380}" dt="2023-06-13T08:13:19.588" v="3"/>
        <pc:sldMkLst>
          <pc:docMk/>
          <pc:sldMk cId="0" sldId="474"/>
        </pc:sldMkLst>
      </pc:sldChg>
      <pc:sldChg chg="add del">
        <pc:chgData name="郭 云东" userId="3aef734993cdc3f5" providerId="LiveId" clId="{B8F21725-E541-4DB7-96E3-D05225723380}" dt="2023-06-13T08:13:19.588" v="3"/>
        <pc:sldMkLst>
          <pc:docMk/>
          <pc:sldMk cId="0" sldId="475"/>
        </pc:sldMkLst>
      </pc:sldChg>
      <pc:sldChg chg="add del">
        <pc:chgData name="郭 云东" userId="3aef734993cdc3f5" providerId="LiveId" clId="{B8F21725-E541-4DB7-96E3-D05225723380}" dt="2023-06-13T08:13:19.588" v="3"/>
        <pc:sldMkLst>
          <pc:docMk/>
          <pc:sldMk cId="0" sldId="476"/>
        </pc:sldMkLst>
      </pc:sldChg>
      <pc:sldChg chg="add del">
        <pc:chgData name="郭 云东" userId="3aef734993cdc3f5" providerId="LiveId" clId="{B8F21725-E541-4DB7-96E3-D05225723380}" dt="2023-06-13T08:13:19.588" v="3"/>
        <pc:sldMkLst>
          <pc:docMk/>
          <pc:sldMk cId="0" sldId="477"/>
        </pc:sldMkLst>
      </pc:sldChg>
      <pc:sldChg chg="add del">
        <pc:chgData name="郭 云东" userId="3aef734993cdc3f5" providerId="LiveId" clId="{B8F21725-E541-4DB7-96E3-D05225723380}" dt="2023-06-13T08:13:19.588" v="3"/>
        <pc:sldMkLst>
          <pc:docMk/>
          <pc:sldMk cId="0" sldId="478"/>
        </pc:sldMkLst>
      </pc:sldChg>
      <pc:sldChg chg="add del">
        <pc:chgData name="郭 云东" userId="3aef734993cdc3f5" providerId="LiveId" clId="{B8F21725-E541-4DB7-96E3-D05225723380}" dt="2023-06-13T08:13:19.588" v="3"/>
        <pc:sldMkLst>
          <pc:docMk/>
          <pc:sldMk cId="0" sldId="479"/>
        </pc:sldMkLst>
      </pc:sldChg>
      <pc:sldChg chg="add del">
        <pc:chgData name="郭 云东" userId="3aef734993cdc3f5" providerId="LiveId" clId="{B8F21725-E541-4DB7-96E3-D05225723380}" dt="2023-06-13T08:13:19.588" v="3"/>
        <pc:sldMkLst>
          <pc:docMk/>
          <pc:sldMk cId="0" sldId="480"/>
        </pc:sldMkLst>
      </pc:sldChg>
      <pc:sldChg chg="add del">
        <pc:chgData name="郭 云东" userId="3aef734993cdc3f5" providerId="LiveId" clId="{B8F21725-E541-4DB7-96E3-D05225723380}" dt="2023-06-13T08:13:19.588" v="3"/>
        <pc:sldMkLst>
          <pc:docMk/>
          <pc:sldMk cId="0" sldId="481"/>
        </pc:sldMkLst>
      </pc:sldChg>
      <pc:sldChg chg="add del">
        <pc:chgData name="郭 云东" userId="3aef734993cdc3f5" providerId="LiveId" clId="{B8F21725-E541-4DB7-96E3-D05225723380}" dt="2023-06-13T08:13:19.588" v="3"/>
        <pc:sldMkLst>
          <pc:docMk/>
          <pc:sldMk cId="0" sldId="1076"/>
        </pc:sldMkLst>
      </pc:sldChg>
      <pc:sldChg chg="add del">
        <pc:chgData name="郭 云东" userId="3aef734993cdc3f5" providerId="LiveId" clId="{B8F21725-E541-4DB7-96E3-D05225723380}" dt="2023-06-13T08:13:19.588" v="3"/>
        <pc:sldMkLst>
          <pc:docMk/>
          <pc:sldMk cId="0" sldId="1078"/>
        </pc:sldMkLst>
      </pc:sldChg>
      <pc:sldChg chg="add del">
        <pc:chgData name="郭 云东" userId="3aef734993cdc3f5" providerId="LiveId" clId="{B8F21725-E541-4DB7-96E3-D05225723380}" dt="2023-06-13T08:13:19.588" v="3"/>
        <pc:sldMkLst>
          <pc:docMk/>
          <pc:sldMk cId="0" sldId="1080"/>
        </pc:sldMkLst>
      </pc:sldChg>
      <pc:sldChg chg="add del">
        <pc:chgData name="郭 云东" userId="3aef734993cdc3f5" providerId="LiveId" clId="{B8F21725-E541-4DB7-96E3-D05225723380}" dt="2023-06-13T08:13:19.588" v="3"/>
        <pc:sldMkLst>
          <pc:docMk/>
          <pc:sldMk cId="0" sldId="1082"/>
        </pc:sldMkLst>
      </pc:sldChg>
      <pc:sldChg chg="add del">
        <pc:chgData name="郭 云东" userId="3aef734993cdc3f5" providerId="LiveId" clId="{B8F21725-E541-4DB7-96E3-D05225723380}" dt="2023-06-13T08:13:19.588" v="3"/>
        <pc:sldMkLst>
          <pc:docMk/>
          <pc:sldMk cId="0" sldId="1083"/>
        </pc:sldMkLst>
      </pc:sldChg>
      <pc:sldChg chg="add del">
        <pc:chgData name="郭 云东" userId="3aef734993cdc3f5" providerId="LiveId" clId="{B8F21725-E541-4DB7-96E3-D05225723380}" dt="2023-06-13T08:13:19.588" v="3"/>
        <pc:sldMkLst>
          <pc:docMk/>
          <pc:sldMk cId="998456851" sldId="1097"/>
        </pc:sldMkLst>
      </pc:sldChg>
      <pc:sldChg chg="add del">
        <pc:chgData name="郭 云东" userId="3aef734993cdc3f5" providerId="LiveId" clId="{B8F21725-E541-4DB7-96E3-D05225723380}" dt="2023-06-13T08:13:19.588" v="3"/>
        <pc:sldMkLst>
          <pc:docMk/>
          <pc:sldMk cId="492120638" sldId="1098"/>
        </pc:sldMkLst>
      </pc:sldChg>
      <pc:sldChg chg="add del">
        <pc:chgData name="郭 云东" userId="3aef734993cdc3f5" providerId="LiveId" clId="{B8F21725-E541-4DB7-96E3-D05225723380}" dt="2023-06-13T08:13:19.588" v="3"/>
        <pc:sldMkLst>
          <pc:docMk/>
          <pc:sldMk cId="3339090179" sldId="1100"/>
        </pc:sldMkLst>
      </pc:sldChg>
      <pc:sldChg chg="add del">
        <pc:chgData name="郭 云东" userId="3aef734993cdc3f5" providerId="LiveId" clId="{B8F21725-E541-4DB7-96E3-D05225723380}" dt="2023-06-13T08:13:19.588" v="3"/>
        <pc:sldMkLst>
          <pc:docMk/>
          <pc:sldMk cId="4031731318" sldId="1101"/>
        </pc:sldMkLst>
      </pc:sldChg>
      <pc:sldChg chg="add del">
        <pc:chgData name="郭 云东" userId="3aef734993cdc3f5" providerId="LiveId" clId="{B8F21725-E541-4DB7-96E3-D05225723380}" dt="2023-06-13T08:13:19.588" v="3"/>
        <pc:sldMkLst>
          <pc:docMk/>
          <pc:sldMk cId="195248252" sldId="1102"/>
        </pc:sldMkLst>
      </pc:sldChg>
      <pc:sldChg chg="add del">
        <pc:chgData name="郭 云东" userId="3aef734993cdc3f5" providerId="LiveId" clId="{B8F21725-E541-4DB7-96E3-D05225723380}" dt="2023-06-13T08:13:19.588" v="3"/>
        <pc:sldMkLst>
          <pc:docMk/>
          <pc:sldMk cId="0" sldId="1138"/>
        </pc:sldMkLst>
      </pc:sldChg>
      <pc:sldChg chg="add del">
        <pc:chgData name="郭 云东" userId="3aef734993cdc3f5" providerId="LiveId" clId="{B8F21725-E541-4DB7-96E3-D05225723380}" dt="2023-06-13T08:13:19.588" v="3"/>
        <pc:sldMkLst>
          <pc:docMk/>
          <pc:sldMk cId="0" sldId="1139"/>
        </pc:sldMkLst>
      </pc:sldChg>
      <pc:sldChg chg="add">
        <pc:chgData name="郭 云东" userId="3aef734993cdc3f5" providerId="LiveId" clId="{B8F21725-E541-4DB7-96E3-D05225723380}" dt="2023-06-13T08:13:19.588" v="3"/>
        <pc:sldMkLst>
          <pc:docMk/>
          <pc:sldMk cId="923961254" sldId="1140"/>
        </pc:sldMkLst>
      </pc:sldChg>
      <pc:sldChg chg="add del">
        <pc:chgData name="郭 云东" userId="3aef734993cdc3f5" providerId="LiveId" clId="{B8F21725-E541-4DB7-96E3-D05225723380}" dt="2023-06-13T08:13:16.989" v="2" actId="47"/>
        <pc:sldMkLst>
          <pc:docMk/>
          <pc:sldMk cId="1103769849" sldId="1140"/>
        </pc:sldMkLst>
      </pc:sldChg>
      <pc:sldChg chg="add">
        <pc:chgData name="郭 云东" userId="3aef734993cdc3f5" providerId="LiveId" clId="{B8F21725-E541-4DB7-96E3-D05225723380}" dt="2023-06-13T08:13:19.588" v="3"/>
        <pc:sldMkLst>
          <pc:docMk/>
          <pc:sldMk cId="1103769849" sldId="1141"/>
        </pc:sldMkLst>
      </pc:sldChg>
      <pc:sldChg chg="add del">
        <pc:chgData name="郭 云东" userId="3aef734993cdc3f5" providerId="LiveId" clId="{B8F21725-E541-4DB7-96E3-D05225723380}" dt="2023-06-13T08:13:16.989" v="2" actId="47"/>
        <pc:sldMkLst>
          <pc:docMk/>
          <pc:sldMk cId="4284730250" sldId="1141"/>
        </pc:sldMkLst>
      </pc:sldChg>
      <pc:sldChg chg="add del">
        <pc:chgData name="郭 云东" userId="3aef734993cdc3f5" providerId="LiveId" clId="{B8F21725-E541-4DB7-96E3-D05225723380}" dt="2023-06-13T08:13:16.989" v="2" actId="47"/>
        <pc:sldMkLst>
          <pc:docMk/>
          <pc:sldMk cId="3985672772" sldId="1142"/>
        </pc:sldMkLst>
      </pc:sldChg>
      <pc:sldChg chg="add">
        <pc:chgData name="郭 云东" userId="3aef734993cdc3f5" providerId="LiveId" clId="{B8F21725-E541-4DB7-96E3-D05225723380}" dt="2023-06-13T08:13:19.588" v="3"/>
        <pc:sldMkLst>
          <pc:docMk/>
          <pc:sldMk cId="4284730250" sldId="1142"/>
        </pc:sldMkLst>
      </pc:sldChg>
      <pc:sldChg chg="add del">
        <pc:chgData name="郭 云东" userId="3aef734993cdc3f5" providerId="LiveId" clId="{B8F21725-E541-4DB7-96E3-D05225723380}" dt="2023-06-13T08:13:16.989" v="2" actId="47"/>
        <pc:sldMkLst>
          <pc:docMk/>
          <pc:sldMk cId="368585504" sldId="1143"/>
        </pc:sldMkLst>
      </pc:sldChg>
      <pc:sldChg chg="add">
        <pc:chgData name="郭 云东" userId="3aef734993cdc3f5" providerId="LiveId" clId="{B8F21725-E541-4DB7-96E3-D05225723380}" dt="2023-06-13T08:13:19.588" v="3"/>
        <pc:sldMkLst>
          <pc:docMk/>
          <pc:sldMk cId="3985672772" sldId="1143"/>
        </pc:sldMkLst>
      </pc:sldChg>
      <pc:sldChg chg="add">
        <pc:chgData name="郭 云东" userId="3aef734993cdc3f5" providerId="LiveId" clId="{B8F21725-E541-4DB7-96E3-D05225723380}" dt="2023-06-13T08:13:19.588" v="3"/>
        <pc:sldMkLst>
          <pc:docMk/>
          <pc:sldMk cId="368585504" sldId="1144"/>
        </pc:sldMkLst>
      </pc:sldChg>
      <pc:sldChg chg="add del">
        <pc:chgData name="郭 云东" userId="3aef734993cdc3f5" providerId="LiveId" clId="{B8F21725-E541-4DB7-96E3-D05225723380}" dt="2023-06-13T08:13:16.989" v="2" actId="47"/>
        <pc:sldMkLst>
          <pc:docMk/>
          <pc:sldMk cId="2651352759" sldId="1144"/>
        </pc:sldMkLst>
      </pc:sldChg>
      <pc:sldChg chg="add del">
        <pc:chgData name="郭 云东" userId="3aef734993cdc3f5" providerId="LiveId" clId="{B8F21725-E541-4DB7-96E3-D05225723380}" dt="2023-06-13T08:13:16.989" v="2" actId="47"/>
        <pc:sldMkLst>
          <pc:docMk/>
          <pc:sldMk cId="546976369" sldId="1145"/>
        </pc:sldMkLst>
      </pc:sldChg>
      <pc:sldChg chg="add">
        <pc:chgData name="郭 云东" userId="3aef734993cdc3f5" providerId="LiveId" clId="{B8F21725-E541-4DB7-96E3-D05225723380}" dt="2023-06-13T08:13:19.588" v="3"/>
        <pc:sldMkLst>
          <pc:docMk/>
          <pc:sldMk cId="2651352759" sldId="1145"/>
        </pc:sldMkLst>
      </pc:sldChg>
      <pc:sldChg chg="add">
        <pc:chgData name="郭 云东" userId="3aef734993cdc3f5" providerId="LiveId" clId="{B8F21725-E541-4DB7-96E3-D05225723380}" dt="2023-06-13T08:13:19.588" v="3"/>
        <pc:sldMkLst>
          <pc:docMk/>
          <pc:sldMk cId="546976369" sldId="1146"/>
        </pc:sldMkLst>
      </pc:sldChg>
      <pc:sldChg chg="add del">
        <pc:chgData name="郭 云东" userId="3aef734993cdc3f5" providerId="LiveId" clId="{B8F21725-E541-4DB7-96E3-D05225723380}" dt="2023-06-13T08:13:16.989" v="2" actId="47"/>
        <pc:sldMkLst>
          <pc:docMk/>
          <pc:sldMk cId="3042703477" sldId="1146"/>
        </pc:sldMkLst>
      </pc:sldChg>
      <pc:sldChg chg="add">
        <pc:chgData name="郭 云东" userId="3aef734993cdc3f5" providerId="LiveId" clId="{B8F21725-E541-4DB7-96E3-D05225723380}" dt="2023-06-13T08:13:19.588" v="3"/>
        <pc:sldMkLst>
          <pc:docMk/>
          <pc:sldMk cId="3042703477" sldId="1147"/>
        </pc:sldMkLst>
      </pc:sldChg>
    </pc:docChg>
  </pc:docChgLst>
  <pc:docChgLst>
    <pc:chgData name="欣捷 王" userId="b965477fa0aef5e6" providerId="LiveId" clId="{1C47B6C3-94A6-4B0A-9D0A-EB6C47ED5A0E}"/>
    <pc:docChg chg="modSld modMainMaster">
      <pc:chgData name="欣捷 王" userId="b965477fa0aef5e6" providerId="LiveId" clId="{1C47B6C3-94A6-4B0A-9D0A-EB6C47ED5A0E}" dt="2024-03-05T05:44:59.321" v="3"/>
      <pc:docMkLst>
        <pc:docMk/>
      </pc:docMkLst>
      <pc:sldChg chg="modSp">
        <pc:chgData name="欣捷 王" userId="b965477fa0aef5e6" providerId="LiveId" clId="{1C47B6C3-94A6-4B0A-9D0A-EB6C47ED5A0E}" dt="2024-03-05T05:42:57.773" v="0"/>
        <pc:sldMkLst>
          <pc:docMk/>
          <pc:sldMk cId="2470898374" sldId="256"/>
        </pc:sldMkLst>
      </pc:sldChg>
      <pc:sldChg chg="modSp">
        <pc:chgData name="欣捷 王" userId="b965477fa0aef5e6" providerId="LiveId" clId="{1C47B6C3-94A6-4B0A-9D0A-EB6C47ED5A0E}" dt="2024-03-05T05:42:57.773" v="0"/>
        <pc:sldMkLst>
          <pc:docMk/>
          <pc:sldMk cId="0" sldId="443"/>
        </pc:sldMkLst>
      </pc:sldChg>
      <pc:sldChg chg="modSp">
        <pc:chgData name="欣捷 王" userId="b965477fa0aef5e6" providerId="LiveId" clId="{1C47B6C3-94A6-4B0A-9D0A-EB6C47ED5A0E}" dt="2024-03-05T05:42:57.773" v="0"/>
        <pc:sldMkLst>
          <pc:docMk/>
          <pc:sldMk cId="0" sldId="452"/>
        </pc:sldMkLst>
      </pc:sldChg>
      <pc:sldChg chg="modSp">
        <pc:chgData name="欣捷 王" userId="b965477fa0aef5e6" providerId="LiveId" clId="{1C47B6C3-94A6-4B0A-9D0A-EB6C47ED5A0E}" dt="2024-03-05T05:42:57.773" v="0"/>
        <pc:sldMkLst>
          <pc:docMk/>
          <pc:sldMk cId="0" sldId="468"/>
        </pc:sldMkLst>
      </pc:sldChg>
      <pc:sldChg chg="modSp">
        <pc:chgData name="欣捷 王" userId="b965477fa0aef5e6" providerId="LiveId" clId="{1C47B6C3-94A6-4B0A-9D0A-EB6C47ED5A0E}" dt="2024-03-05T05:42:57.773" v="0"/>
        <pc:sldMkLst>
          <pc:docMk/>
          <pc:sldMk cId="0" sldId="469"/>
        </pc:sldMkLst>
      </pc:sldChg>
      <pc:sldChg chg="modSp">
        <pc:chgData name="欣捷 王" userId="b965477fa0aef5e6" providerId="LiveId" clId="{1C47B6C3-94A6-4B0A-9D0A-EB6C47ED5A0E}" dt="2024-03-05T05:42:57.773" v="0"/>
        <pc:sldMkLst>
          <pc:docMk/>
          <pc:sldMk cId="0" sldId="474"/>
        </pc:sldMkLst>
      </pc:sldChg>
      <pc:sldChg chg="modSp">
        <pc:chgData name="欣捷 王" userId="b965477fa0aef5e6" providerId="LiveId" clId="{1C47B6C3-94A6-4B0A-9D0A-EB6C47ED5A0E}" dt="2024-03-05T05:42:57.773" v="0"/>
        <pc:sldMkLst>
          <pc:docMk/>
          <pc:sldMk cId="0" sldId="475"/>
        </pc:sldMkLst>
      </pc:sldChg>
      <pc:sldChg chg="modSp">
        <pc:chgData name="欣捷 王" userId="b965477fa0aef5e6" providerId="LiveId" clId="{1C47B6C3-94A6-4B0A-9D0A-EB6C47ED5A0E}" dt="2024-03-05T05:42:57.773" v="0"/>
        <pc:sldMkLst>
          <pc:docMk/>
          <pc:sldMk cId="0" sldId="476"/>
        </pc:sldMkLst>
      </pc:sldChg>
      <pc:sldChg chg="modSp">
        <pc:chgData name="欣捷 王" userId="b965477fa0aef5e6" providerId="LiveId" clId="{1C47B6C3-94A6-4B0A-9D0A-EB6C47ED5A0E}" dt="2024-03-05T05:42:57.773" v="0"/>
        <pc:sldMkLst>
          <pc:docMk/>
          <pc:sldMk cId="0" sldId="477"/>
        </pc:sldMkLst>
      </pc:sldChg>
      <pc:sldChg chg="modSp">
        <pc:chgData name="欣捷 王" userId="b965477fa0aef5e6" providerId="LiveId" clId="{1C47B6C3-94A6-4B0A-9D0A-EB6C47ED5A0E}" dt="2024-03-05T05:42:57.773" v="0"/>
        <pc:sldMkLst>
          <pc:docMk/>
          <pc:sldMk cId="0" sldId="478"/>
        </pc:sldMkLst>
      </pc:sldChg>
      <pc:sldChg chg="modSp">
        <pc:chgData name="欣捷 王" userId="b965477fa0aef5e6" providerId="LiveId" clId="{1C47B6C3-94A6-4B0A-9D0A-EB6C47ED5A0E}" dt="2024-03-05T05:42:57.773" v="0"/>
        <pc:sldMkLst>
          <pc:docMk/>
          <pc:sldMk cId="0" sldId="479"/>
        </pc:sldMkLst>
      </pc:sldChg>
      <pc:sldChg chg="modSp">
        <pc:chgData name="欣捷 王" userId="b965477fa0aef5e6" providerId="LiveId" clId="{1C47B6C3-94A6-4B0A-9D0A-EB6C47ED5A0E}" dt="2024-03-05T05:42:57.773" v="0"/>
        <pc:sldMkLst>
          <pc:docMk/>
          <pc:sldMk cId="0" sldId="480"/>
        </pc:sldMkLst>
      </pc:sldChg>
      <pc:sldChg chg="modSp">
        <pc:chgData name="欣捷 王" userId="b965477fa0aef5e6" providerId="LiveId" clId="{1C47B6C3-94A6-4B0A-9D0A-EB6C47ED5A0E}" dt="2024-03-05T05:42:57.773" v="0"/>
        <pc:sldMkLst>
          <pc:docMk/>
          <pc:sldMk cId="0" sldId="481"/>
        </pc:sldMkLst>
      </pc:sldChg>
      <pc:sldChg chg="modSp">
        <pc:chgData name="欣捷 王" userId="b965477fa0aef5e6" providerId="LiveId" clId="{1C47B6C3-94A6-4B0A-9D0A-EB6C47ED5A0E}" dt="2024-03-05T05:42:57.773" v="0"/>
        <pc:sldMkLst>
          <pc:docMk/>
          <pc:sldMk cId="0" sldId="1044"/>
        </pc:sldMkLst>
      </pc:sldChg>
      <pc:sldChg chg="modSp">
        <pc:chgData name="欣捷 王" userId="b965477fa0aef5e6" providerId="LiveId" clId="{1C47B6C3-94A6-4B0A-9D0A-EB6C47ED5A0E}" dt="2024-03-05T05:42:57.773" v="0"/>
        <pc:sldMkLst>
          <pc:docMk/>
          <pc:sldMk cId="0" sldId="1045"/>
        </pc:sldMkLst>
      </pc:sldChg>
      <pc:sldChg chg="modSp">
        <pc:chgData name="欣捷 王" userId="b965477fa0aef5e6" providerId="LiveId" clId="{1C47B6C3-94A6-4B0A-9D0A-EB6C47ED5A0E}" dt="2024-03-05T05:42:57.773" v="0"/>
        <pc:sldMkLst>
          <pc:docMk/>
          <pc:sldMk cId="0" sldId="1047"/>
        </pc:sldMkLst>
      </pc:sldChg>
      <pc:sldChg chg="modSp">
        <pc:chgData name="欣捷 王" userId="b965477fa0aef5e6" providerId="LiveId" clId="{1C47B6C3-94A6-4B0A-9D0A-EB6C47ED5A0E}" dt="2024-03-05T05:42:57.773" v="0"/>
        <pc:sldMkLst>
          <pc:docMk/>
          <pc:sldMk cId="0" sldId="1048"/>
        </pc:sldMkLst>
      </pc:sldChg>
      <pc:sldChg chg="modSp">
        <pc:chgData name="欣捷 王" userId="b965477fa0aef5e6" providerId="LiveId" clId="{1C47B6C3-94A6-4B0A-9D0A-EB6C47ED5A0E}" dt="2024-03-05T05:42:57.773" v="0"/>
        <pc:sldMkLst>
          <pc:docMk/>
          <pc:sldMk cId="0" sldId="1049"/>
        </pc:sldMkLst>
      </pc:sldChg>
      <pc:sldChg chg="modSp">
        <pc:chgData name="欣捷 王" userId="b965477fa0aef5e6" providerId="LiveId" clId="{1C47B6C3-94A6-4B0A-9D0A-EB6C47ED5A0E}" dt="2024-03-05T05:42:57.773" v="0"/>
        <pc:sldMkLst>
          <pc:docMk/>
          <pc:sldMk cId="0" sldId="1050"/>
        </pc:sldMkLst>
      </pc:sldChg>
      <pc:sldChg chg="modSp">
        <pc:chgData name="欣捷 王" userId="b965477fa0aef5e6" providerId="LiveId" clId="{1C47B6C3-94A6-4B0A-9D0A-EB6C47ED5A0E}" dt="2024-03-05T05:42:57.773" v="0"/>
        <pc:sldMkLst>
          <pc:docMk/>
          <pc:sldMk cId="0" sldId="1051"/>
        </pc:sldMkLst>
      </pc:sldChg>
      <pc:sldChg chg="modSp">
        <pc:chgData name="欣捷 王" userId="b965477fa0aef5e6" providerId="LiveId" clId="{1C47B6C3-94A6-4B0A-9D0A-EB6C47ED5A0E}" dt="2024-03-05T05:42:57.773" v="0"/>
        <pc:sldMkLst>
          <pc:docMk/>
          <pc:sldMk cId="0" sldId="1052"/>
        </pc:sldMkLst>
      </pc:sldChg>
      <pc:sldChg chg="modSp">
        <pc:chgData name="欣捷 王" userId="b965477fa0aef5e6" providerId="LiveId" clId="{1C47B6C3-94A6-4B0A-9D0A-EB6C47ED5A0E}" dt="2024-03-05T05:42:57.773" v="0"/>
        <pc:sldMkLst>
          <pc:docMk/>
          <pc:sldMk cId="0" sldId="1053"/>
        </pc:sldMkLst>
      </pc:sldChg>
      <pc:sldChg chg="modSp">
        <pc:chgData name="欣捷 王" userId="b965477fa0aef5e6" providerId="LiveId" clId="{1C47B6C3-94A6-4B0A-9D0A-EB6C47ED5A0E}" dt="2024-03-05T05:42:57.773" v="0"/>
        <pc:sldMkLst>
          <pc:docMk/>
          <pc:sldMk cId="0" sldId="1054"/>
        </pc:sldMkLst>
      </pc:sldChg>
      <pc:sldChg chg="modSp">
        <pc:chgData name="欣捷 王" userId="b965477fa0aef5e6" providerId="LiveId" clId="{1C47B6C3-94A6-4B0A-9D0A-EB6C47ED5A0E}" dt="2024-03-05T05:42:57.773" v="0"/>
        <pc:sldMkLst>
          <pc:docMk/>
          <pc:sldMk cId="0" sldId="1055"/>
        </pc:sldMkLst>
      </pc:sldChg>
      <pc:sldChg chg="modSp">
        <pc:chgData name="欣捷 王" userId="b965477fa0aef5e6" providerId="LiveId" clId="{1C47B6C3-94A6-4B0A-9D0A-EB6C47ED5A0E}" dt="2024-03-05T05:42:57.773" v="0"/>
        <pc:sldMkLst>
          <pc:docMk/>
          <pc:sldMk cId="0" sldId="1056"/>
        </pc:sldMkLst>
      </pc:sldChg>
      <pc:sldChg chg="modSp">
        <pc:chgData name="欣捷 王" userId="b965477fa0aef5e6" providerId="LiveId" clId="{1C47B6C3-94A6-4B0A-9D0A-EB6C47ED5A0E}" dt="2024-03-05T05:42:57.773" v="0"/>
        <pc:sldMkLst>
          <pc:docMk/>
          <pc:sldMk cId="0" sldId="1067"/>
        </pc:sldMkLst>
      </pc:sldChg>
      <pc:sldChg chg="modSp">
        <pc:chgData name="欣捷 王" userId="b965477fa0aef5e6" providerId="LiveId" clId="{1C47B6C3-94A6-4B0A-9D0A-EB6C47ED5A0E}" dt="2024-03-05T05:42:57.773" v="0"/>
        <pc:sldMkLst>
          <pc:docMk/>
          <pc:sldMk cId="0" sldId="1073"/>
        </pc:sldMkLst>
      </pc:sldChg>
      <pc:sldChg chg="modSp">
        <pc:chgData name="欣捷 王" userId="b965477fa0aef5e6" providerId="LiveId" clId="{1C47B6C3-94A6-4B0A-9D0A-EB6C47ED5A0E}" dt="2024-03-05T05:42:57.773" v="0"/>
        <pc:sldMkLst>
          <pc:docMk/>
          <pc:sldMk cId="0" sldId="1074"/>
        </pc:sldMkLst>
      </pc:sldChg>
      <pc:sldChg chg="modSp">
        <pc:chgData name="欣捷 王" userId="b965477fa0aef5e6" providerId="LiveId" clId="{1C47B6C3-94A6-4B0A-9D0A-EB6C47ED5A0E}" dt="2024-03-05T05:42:57.773" v="0"/>
        <pc:sldMkLst>
          <pc:docMk/>
          <pc:sldMk cId="0" sldId="1076"/>
        </pc:sldMkLst>
      </pc:sldChg>
      <pc:sldChg chg="modSp">
        <pc:chgData name="欣捷 王" userId="b965477fa0aef5e6" providerId="LiveId" clId="{1C47B6C3-94A6-4B0A-9D0A-EB6C47ED5A0E}" dt="2024-03-05T05:42:57.773" v="0"/>
        <pc:sldMkLst>
          <pc:docMk/>
          <pc:sldMk cId="0" sldId="1078"/>
        </pc:sldMkLst>
      </pc:sldChg>
      <pc:sldChg chg="modSp">
        <pc:chgData name="欣捷 王" userId="b965477fa0aef5e6" providerId="LiveId" clId="{1C47B6C3-94A6-4B0A-9D0A-EB6C47ED5A0E}" dt="2024-03-05T05:42:57.773" v="0"/>
        <pc:sldMkLst>
          <pc:docMk/>
          <pc:sldMk cId="0" sldId="1080"/>
        </pc:sldMkLst>
      </pc:sldChg>
      <pc:sldChg chg="modSp">
        <pc:chgData name="欣捷 王" userId="b965477fa0aef5e6" providerId="LiveId" clId="{1C47B6C3-94A6-4B0A-9D0A-EB6C47ED5A0E}" dt="2024-03-05T05:42:57.773" v="0"/>
        <pc:sldMkLst>
          <pc:docMk/>
          <pc:sldMk cId="0" sldId="1082"/>
        </pc:sldMkLst>
      </pc:sldChg>
      <pc:sldChg chg="modSp">
        <pc:chgData name="欣捷 王" userId="b965477fa0aef5e6" providerId="LiveId" clId="{1C47B6C3-94A6-4B0A-9D0A-EB6C47ED5A0E}" dt="2024-03-05T05:42:57.773" v="0"/>
        <pc:sldMkLst>
          <pc:docMk/>
          <pc:sldMk cId="0" sldId="1083"/>
        </pc:sldMkLst>
      </pc:sldChg>
      <pc:sldChg chg="modSp">
        <pc:chgData name="欣捷 王" userId="b965477fa0aef5e6" providerId="LiveId" clId="{1C47B6C3-94A6-4B0A-9D0A-EB6C47ED5A0E}" dt="2024-03-05T05:42:57.773" v="0"/>
        <pc:sldMkLst>
          <pc:docMk/>
          <pc:sldMk cId="998456851" sldId="1097"/>
        </pc:sldMkLst>
      </pc:sldChg>
      <pc:sldChg chg="modSp">
        <pc:chgData name="欣捷 王" userId="b965477fa0aef5e6" providerId="LiveId" clId="{1C47B6C3-94A6-4B0A-9D0A-EB6C47ED5A0E}" dt="2024-03-05T05:42:57.773" v="0"/>
        <pc:sldMkLst>
          <pc:docMk/>
          <pc:sldMk cId="492120638" sldId="1098"/>
        </pc:sldMkLst>
      </pc:sldChg>
      <pc:sldChg chg="modSp">
        <pc:chgData name="欣捷 王" userId="b965477fa0aef5e6" providerId="LiveId" clId="{1C47B6C3-94A6-4B0A-9D0A-EB6C47ED5A0E}" dt="2024-03-05T05:42:57.773" v="0"/>
        <pc:sldMkLst>
          <pc:docMk/>
          <pc:sldMk cId="3339090179" sldId="1100"/>
        </pc:sldMkLst>
      </pc:sldChg>
      <pc:sldChg chg="modSp">
        <pc:chgData name="欣捷 王" userId="b965477fa0aef5e6" providerId="LiveId" clId="{1C47B6C3-94A6-4B0A-9D0A-EB6C47ED5A0E}" dt="2024-03-05T05:42:57.773" v="0"/>
        <pc:sldMkLst>
          <pc:docMk/>
          <pc:sldMk cId="4031731318" sldId="1101"/>
        </pc:sldMkLst>
      </pc:sldChg>
      <pc:sldChg chg="modSp">
        <pc:chgData name="欣捷 王" userId="b965477fa0aef5e6" providerId="LiveId" clId="{1C47B6C3-94A6-4B0A-9D0A-EB6C47ED5A0E}" dt="2024-03-05T05:42:57.773" v="0"/>
        <pc:sldMkLst>
          <pc:docMk/>
          <pc:sldMk cId="195248252" sldId="1102"/>
        </pc:sldMkLst>
      </pc:sldChg>
      <pc:sldChg chg="modSp">
        <pc:chgData name="欣捷 王" userId="b965477fa0aef5e6" providerId="LiveId" clId="{1C47B6C3-94A6-4B0A-9D0A-EB6C47ED5A0E}" dt="2024-03-05T05:42:57.773" v="0"/>
        <pc:sldMkLst>
          <pc:docMk/>
          <pc:sldMk cId="0" sldId="1103"/>
        </pc:sldMkLst>
      </pc:sldChg>
      <pc:sldChg chg="modSp">
        <pc:chgData name="欣捷 王" userId="b965477fa0aef5e6" providerId="LiveId" clId="{1C47B6C3-94A6-4B0A-9D0A-EB6C47ED5A0E}" dt="2024-03-05T05:42:57.773" v="0"/>
        <pc:sldMkLst>
          <pc:docMk/>
          <pc:sldMk cId="0" sldId="1104"/>
        </pc:sldMkLst>
      </pc:sldChg>
      <pc:sldChg chg="modSp">
        <pc:chgData name="欣捷 王" userId="b965477fa0aef5e6" providerId="LiveId" clId="{1C47B6C3-94A6-4B0A-9D0A-EB6C47ED5A0E}" dt="2024-03-05T05:42:57.773" v="0"/>
        <pc:sldMkLst>
          <pc:docMk/>
          <pc:sldMk cId="0" sldId="1105"/>
        </pc:sldMkLst>
      </pc:sldChg>
      <pc:sldChg chg="modSp">
        <pc:chgData name="欣捷 王" userId="b965477fa0aef5e6" providerId="LiveId" clId="{1C47B6C3-94A6-4B0A-9D0A-EB6C47ED5A0E}" dt="2024-03-05T05:42:57.773" v="0"/>
        <pc:sldMkLst>
          <pc:docMk/>
          <pc:sldMk cId="0" sldId="1106"/>
        </pc:sldMkLst>
      </pc:sldChg>
      <pc:sldChg chg="modSp">
        <pc:chgData name="欣捷 王" userId="b965477fa0aef5e6" providerId="LiveId" clId="{1C47B6C3-94A6-4B0A-9D0A-EB6C47ED5A0E}" dt="2024-03-05T05:42:57.773" v="0"/>
        <pc:sldMkLst>
          <pc:docMk/>
          <pc:sldMk cId="0" sldId="1107"/>
        </pc:sldMkLst>
      </pc:sldChg>
      <pc:sldChg chg="modSp">
        <pc:chgData name="欣捷 王" userId="b965477fa0aef5e6" providerId="LiveId" clId="{1C47B6C3-94A6-4B0A-9D0A-EB6C47ED5A0E}" dt="2024-03-05T05:42:57.773" v="0"/>
        <pc:sldMkLst>
          <pc:docMk/>
          <pc:sldMk cId="0" sldId="1108"/>
        </pc:sldMkLst>
      </pc:sldChg>
      <pc:sldChg chg="modSp">
        <pc:chgData name="欣捷 王" userId="b965477fa0aef5e6" providerId="LiveId" clId="{1C47B6C3-94A6-4B0A-9D0A-EB6C47ED5A0E}" dt="2024-03-05T05:42:57.773" v="0"/>
        <pc:sldMkLst>
          <pc:docMk/>
          <pc:sldMk cId="0" sldId="1109"/>
        </pc:sldMkLst>
      </pc:sldChg>
      <pc:sldChg chg="modSp">
        <pc:chgData name="欣捷 王" userId="b965477fa0aef5e6" providerId="LiveId" clId="{1C47B6C3-94A6-4B0A-9D0A-EB6C47ED5A0E}" dt="2024-03-05T05:42:57.773" v="0"/>
        <pc:sldMkLst>
          <pc:docMk/>
          <pc:sldMk cId="0" sldId="1110"/>
        </pc:sldMkLst>
      </pc:sldChg>
      <pc:sldChg chg="modSp">
        <pc:chgData name="欣捷 王" userId="b965477fa0aef5e6" providerId="LiveId" clId="{1C47B6C3-94A6-4B0A-9D0A-EB6C47ED5A0E}" dt="2024-03-05T05:42:57.773" v="0"/>
        <pc:sldMkLst>
          <pc:docMk/>
          <pc:sldMk cId="0" sldId="1111"/>
        </pc:sldMkLst>
      </pc:sldChg>
      <pc:sldChg chg="modSp">
        <pc:chgData name="欣捷 王" userId="b965477fa0aef5e6" providerId="LiveId" clId="{1C47B6C3-94A6-4B0A-9D0A-EB6C47ED5A0E}" dt="2024-03-05T05:42:57.773" v="0"/>
        <pc:sldMkLst>
          <pc:docMk/>
          <pc:sldMk cId="0" sldId="1112"/>
        </pc:sldMkLst>
      </pc:sldChg>
      <pc:sldChg chg="modSp">
        <pc:chgData name="欣捷 王" userId="b965477fa0aef5e6" providerId="LiveId" clId="{1C47B6C3-94A6-4B0A-9D0A-EB6C47ED5A0E}" dt="2024-03-05T05:42:57.773" v="0"/>
        <pc:sldMkLst>
          <pc:docMk/>
          <pc:sldMk cId="0" sldId="1113"/>
        </pc:sldMkLst>
      </pc:sldChg>
      <pc:sldChg chg="modSp">
        <pc:chgData name="欣捷 王" userId="b965477fa0aef5e6" providerId="LiveId" clId="{1C47B6C3-94A6-4B0A-9D0A-EB6C47ED5A0E}" dt="2024-03-05T05:42:57.773" v="0"/>
        <pc:sldMkLst>
          <pc:docMk/>
          <pc:sldMk cId="0" sldId="1114"/>
        </pc:sldMkLst>
      </pc:sldChg>
      <pc:sldChg chg="modSp">
        <pc:chgData name="欣捷 王" userId="b965477fa0aef5e6" providerId="LiveId" clId="{1C47B6C3-94A6-4B0A-9D0A-EB6C47ED5A0E}" dt="2024-03-05T05:42:57.773" v="0"/>
        <pc:sldMkLst>
          <pc:docMk/>
          <pc:sldMk cId="0" sldId="1115"/>
        </pc:sldMkLst>
      </pc:sldChg>
      <pc:sldChg chg="modSp">
        <pc:chgData name="欣捷 王" userId="b965477fa0aef5e6" providerId="LiveId" clId="{1C47B6C3-94A6-4B0A-9D0A-EB6C47ED5A0E}" dt="2024-03-05T05:42:57.773" v="0"/>
        <pc:sldMkLst>
          <pc:docMk/>
          <pc:sldMk cId="0" sldId="1116"/>
        </pc:sldMkLst>
      </pc:sldChg>
      <pc:sldChg chg="modSp">
        <pc:chgData name="欣捷 王" userId="b965477fa0aef5e6" providerId="LiveId" clId="{1C47B6C3-94A6-4B0A-9D0A-EB6C47ED5A0E}" dt="2024-03-05T05:42:57.773" v="0"/>
        <pc:sldMkLst>
          <pc:docMk/>
          <pc:sldMk cId="0" sldId="1117"/>
        </pc:sldMkLst>
      </pc:sldChg>
      <pc:sldChg chg="modSp">
        <pc:chgData name="欣捷 王" userId="b965477fa0aef5e6" providerId="LiveId" clId="{1C47B6C3-94A6-4B0A-9D0A-EB6C47ED5A0E}" dt="2024-03-05T05:42:57.773" v="0"/>
        <pc:sldMkLst>
          <pc:docMk/>
          <pc:sldMk cId="0" sldId="1119"/>
        </pc:sldMkLst>
      </pc:sldChg>
      <pc:sldChg chg="modSp">
        <pc:chgData name="欣捷 王" userId="b965477fa0aef5e6" providerId="LiveId" clId="{1C47B6C3-94A6-4B0A-9D0A-EB6C47ED5A0E}" dt="2024-03-05T05:42:57.773" v="0"/>
        <pc:sldMkLst>
          <pc:docMk/>
          <pc:sldMk cId="0" sldId="1120"/>
        </pc:sldMkLst>
      </pc:sldChg>
      <pc:sldChg chg="modSp">
        <pc:chgData name="欣捷 王" userId="b965477fa0aef5e6" providerId="LiveId" clId="{1C47B6C3-94A6-4B0A-9D0A-EB6C47ED5A0E}" dt="2024-03-05T05:42:57.773" v="0"/>
        <pc:sldMkLst>
          <pc:docMk/>
          <pc:sldMk cId="0" sldId="1122"/>
        </pc:sldMkLst>
      </pc:sldChg>
      <pc:sldChg chg="modSp">
        <pc:chgData name="欣捷 王" userId="b965477fa0aef5e6" providerId="LiveId" clId="{1C47B6C3-94A6-4B0A-9D0A-EB6C47ED5A0E}" dt="2024-03-05T05:42:57.773" v="0"/>
        <pc:sldMkLst>
          <pc:docMk/>
          <pc:sldMk cId="0" sldId="1123"/>
        </pc:sldMkLst>
      </pc:sldChg>
      <pc:sldChg chg="modSp">
        <pc:chgData name="欣捷 王" userId="b965477fa0aef5e6" providerId="LiveId" clId="{1C47B6C3-94A6-4B0A-9D0A-EB6C47ED5A0E}" dt="2024-03-05T05:42:57.773" v="0"/>
        <pc:sldMkLst>
          <pc:docMk/>
          <pc:sldMk cId="0" sldId="1124"/>
        </pc:sldMkLst>
      </pc:sldChg>
      <pc:sldChg chg="modSp">
        <pc:chgData name="欣捷 王" userId="b965477fa0aef5e6" providerId="LiveId" clId="{1C47B6C3-94A6-4B0A-9D0A-EB6C47ED5A0E}" dt="2024-03-05T05:42:57.773" v="0"/>
        <pc:sldMkLst>
          <pc:docMk/>
          <pc:sldMk cId="0" sldId="1125"/>
        </pc:sldMkLst>
      </pc:sldChg>
      <pc:sldChg chg="modSp">
        <pc:chgData name="欣捷 王" userId="b965477fa0aef5e6" providerId="LiveId" clId="{1C47B6C3-94A6-4B0A-9D0A-EB6C47ED5A0E}" dt="2024-03-05T05:42:57.773" v="0"/>
        <pc:sldMkLst>
          <pc:docMk/>
          <pc:sldMk cId="0" sldId="1126"/>
        </pc:sldMkLst>
      </pc:sldChg>
      <pc:sldChg chg="modSp">
        <pc:chgData name="欣捷 王" userId="b965477fa0aef5e6" providerId="LiveId" clId="{1C47B6C3-94A6-4B0A-9D0A-EB6C47ED5A0E}" dt="2024-03-05T05:42:57.773" v="0"/>
        <pc:sldMkLst>
          <pc:docMk/>
          <pc:sldMk cId="0" sldId="1127"/>
        </pc:sldMkLst>
      </pc:sldChg>
      <pc:sldChg chg="modSp">
        <pc:chgData name="欣捷 王" userId="b965477fa0aef5e6" providerId="LiveId" clId="{1C47B6C3-94A6-4B0A-9D0A-EB6C47ED5A0E}" dt="2024-03-05T05:42:57.773" v="0"/>
        <pc:sldMkLst>
          <pc:docMk/>
          <pc:sldMk cId="0" sldId="1128"/>
        </pc:sldMkLst>
      </pc:sldChg>
      <pc:sldChg chg="modSp">
        <pc:chgData name="欣捷 王" userId="b965477fa0aef5e6" providerId="LiveId" clId="{1C47B6C3-94A6-4B0A-9D0A-EB6C47ED5A0E}" dt="2024-03-05T05:42:57.773" v="0"/>
        <pc:sldMkLst>
          <pc:docMk/>
          <pc:sldMk cId="998205630" sldId="1134"/>
        </pc:sldMkLst>
      </pc:sldChg>
      <pc:sldChg chg="modSp">
        <pc:chgData name="欣捷 王" userId="b965477fa0aef5e6" providerId="LiveId" clId="{1C47B6C3-94A6-4B0A-9D0A-EB6C47ED5A0E}" dt="2024-03-05T05:42:57.773" v="0"/>
        <pc:sldMkLst>
          <pc:docMk/>
          <pc:sldMk cId="400977346" sldId="1135"/>
        </pc:sldMkLst>
      </pc:sldChg>
      <pc:sldChg chg="modSp">
        <pc:chgData name="欣捷 王" userId="b965477fa0aef5e6" providerId="LiveId" clId="{1C47B6C3-94A6-4B0A-9D0A-EB6C47ED5A0E}" dt="2024-03-05T05:42:57.773" v="0"/>
        <pc:sldMkLst>
          <pc:docMk/>
          <pc:sldMk cId="1202777476" sldId="1136"/>
        </pc:sldMkLst>
      </pc:sldChg>
      <pc:sldChg chg="modSp">
        <pc:chgData name="欣捷 王" userId="b965477fa0aef5e6" providerId="LiveId" clId="{1C47B6C3-94A6-4B0A-9D0A-EB6C47ED5A0E}" dt="2024-03-05T05:42:57.773" v="0"/>
        <pc:sldMkLst>
          <pc:docMk/>
          <pc:sldMk cId="1353643921" sldId="1137"/>
        </pc:sldMkLst>
      </pc:sldChg>
      <pc:sldChg chg="modSp">
        <pc:chgData name="欣捷 王" userId="b965477fa0aef5e6" providerId="LiveId" clId="{1C47B6C3-94A6-4B0A-9D0A-EB6C47ED5A0E}" dt="2024-03-05T05:42:57.773" v="0"/>
        <pc:sldMkLst>
          <pc:docMk/>
          <pc:sldMk cId="0" sldId="1138"/>
        </pc:sldMkLst>
      </pc:sldChg>
      <pc:sldChg chg="modSp">
        <pc:chgData name="欣捷 王" userId="b965477fa0aef5e6" providerId="LiveId" clId="{1C47B6C3-94A6-4B0A-9D0A-EB6C47ED5A0E}" dt="2024-03-05T05:42:57.773" v="0"/>
        <pc:sldMkLst>
          <pc:docMk/>
          <pc:sldMk cId="0" sldId="1139"/>
        </pc:sldMkLst>
      </pc:sldChg>
      <pc:sldChg chg="modSp">
        <pc:chgData name="欣捷 王" userId="b965477fa0aef5e6" providerId="LiveId" clId="{1C47B6C3-94A6-4B0A-9D0A-EB6C47ED5A0E}" dt="2024-03-05T05:42:57.773" v="0"/>
        <pc:sldMkLst>
          <pc:docMk/>
          <pc:sldMk cId="923961254" sldId="1140"/>
        </pc:sldMkLst>
      </pc:sldChg>
      <pc:sldChg chg="modSp">
        <pc:chgData name="欣捷 王" userId="b965477fa0aef5e6" providerId="LiveId" clId="{1C47B6C3-94A6-4B0A-9D0A-EB6C47ED5A0E}" dt="2024-03-05T05:42:57.773" v="0"/>
        <pc:sldMkLst>
          <pc:docMk/>
          <pc:sldMk cId="1103769849" sldId="1141"/>
        </pc:sldMkLst>
      </pc:sldChg>
      <pc:sldChg chg="modSp">
        <pc:chgData name="欣捷 王" userId="b965477fa0aef5e6" providerId="LiveId" clId="{1C47B6C3-94A6-4B0A-9D0A-EB6C47ED5A0E}" dt="2024-03-05T05:42:57.773" v="0"/>
        <pc:sldMkLst>
          <pc:docMk/>
          <pc:sldMk cId="4284730250" sldId="1142"/>
        </pc:sldMkLst>
      </pc:sldChg>
      <pc:sldChg chg="modSp">
        <pc:chgData name="欣捷 王" userId="b965477fa0aef5e6" providerId="LiveId" clId="{1C47B6C3-94A6-4B0A-9D0A-EB6C47ED5A0E}" dt="2024-03-05T05:42:57.773" v="0"/>
        <pc:sldMkLst>
          <pc:docMk/>
          <pc:sldMk cId="3985672772" sldId="1143"/>
        </pc:sldMkLst>
      </pc:sldChg>
      <pc:sldChg chg="modSp">
        <pc:chgData name="欣捷 王" userId="b965477fa0aef5e6" providerId="LiveId" clId="{1C47B6C3-94A6-4B0A-9D0A-EB6C47ED5A0E}" dt="2024-03-05T05:42:57.773" v="0"/>
        <pc:sldMkLst>
          <pc:docMk/>
          <pc:sldMk cId="368585504" sldId="1144"/>
        </pc:sldMkLst>
      </pc:sldChg>
      <pc:sldChg chg="modSp">
        <pc:chgData name="欣捷 王" userId="b965477fa0aef5e6" providerId="LiveId" clId="{1C47B6C3-94A6-4B0A-9D0A-EB6C47ED5A0E}" dt="2024-03-05T05:42:57.773" v="0"/>
        <pc:sldMkLst>
          <pc:docMk/>
          <pc:sldMk cId="2651352759" sldId="1145"/>
        </pc:sldMkLst>
      </pc:sldChg>
      <pc:sldChg chg="modSp">
        <pc:chgData name="欣捷 王" userId="b965477fa0aef5e6" providerId="LiveId" clId="{1C47B6C3-94A6-4B0A-9D0A-EB6C47ED5A0E}" dt="2024-03-05T05:42:57.773" v="0"/>
        <pc:sldMkLst>
          <pc:docMk/>
          <pc:sldMk cId="546976369" sldId="1146"/>
        </pc:sldMkLst>
      </pc:sldChg>
      <pc:sldChg chg="modSp">
        <pc:chgData name="欣捷 王" userId="b965477fa0aef5e6" providerId="LiveId" clId="{1C47B6C3-94A6-4B0A-9D0A-EB6C47ED5A0E}" dt="2024-03-05T05:42:57.773" v="0"/>
        <pc:sldMkLst>
          <pc:docMk/>
          <pc:sldMk cId="3042703477" sldId="1147"/>
        </pc:sldMkLst>
      </pc:sldChg>
      <pc:sldMasterChg chg="addSp modSp mod modSldLayout">
        <pc:chgData name="欣捷 王" userId="b965477fa0aef5e6" providerId="LiveId" clId="{1C47B6C3-94A6-4B0A-9D0A-EB6C47ED5A0E}" dt="2024-03-05T05:44:59.321" v="3"/>
        <pc:sldMasterMkLst>
          <pc:docMk/>
          <pc:sldMasterMk cId="1086842891" sldId="2147483687"/>
        </pc:sldMasterMkLst>
        <pc:sldLayoutChg chg="addSp">
          <pc:chgData name="欣捷 王" userId="b965477fa0aef5e6" providerId="LiveId" clId="{1C47B6C3-94A6-4B0A-9D0A-EB6C47ED5A0E}" dt="2024-03-05T05:42:57.773" v="0"/>
          <pc:sldLayoutMkLst>
            <pc:docMk/>
            <pc:sldMasterMk cId="1086842891" sldId="2147483687"/>
            <pc:sldLayoutMk cId="1987155088" sldId="2147483688"/>
          </pc:sldLayoutMkLst>
        </pc:sldLayoutChg>
        <pc:sldLayoutChg chg="modSp mod">
          <pc:chgData name="欣捷 王" userId="b965477fa0aef5e6" providerId="LiveId" clId="{1C47B6C3-94A6-4B0A-9D0A-EB6C47ED5A0E}" dt="2024-03-05T05:43:16.799" v="1" actId="14100"/>
          <pc:sldLayoutMkLst>
            <pc:docMk/>
            <pc:sldMasterMk cId="1086842891" sldId="2147483687"/>
            <pc:sldLayoutMk cId="2593844521" sldId="2147483689"/>
          </pc:sldLayoutMkLst>
        </pc:sldLayoutChg>
        <pc:sldLayoutChg chg="addSp modSp">
          <pc:chgData name="欣捷 王" userId="b965477fa0aef5e6" providerId="LiveId" clId="{1C47B6C3-94A6-4B0A-9D0A-EB6C47ED5A0E}" dt="2024-03-05T05:44:59.321" v="3"/>
          <pc:sldLayoutMkLst>
            <pc:docMk/>
            <pc:sldMasterMk cId="1086842891" sldId="2147483687"/>
            <pc:sldLayoutMk cId="3848680062" sldId="2147483691"/>
          </pc:sldLayoutMkLst>
        </pc:sldLayoutChg>
      </pc:sldMasterChg>
    </pc:docChg>
  </pc:docChgLst>
  <pc:docChgLst>
    <pc:chgData name="欣捷 王" userId="b965477fa0aef5e6" providerId="LiveId" clId="{8B66F4A1-7B8C-4B13-BE06-4CDF758DF883}"/>
    <pc:docChg chg="undo custSel addSld delSld modSld sldOrd">
      <pc:chgData name="欣捷 王" userId="b965477fa0aef5e6" providerId="LiveId" clId="{8B66F4A1-7B8C-4B13-BE06-4CDF758DF883}" dt="2024-06-17T14:12:55.053" v="1625"/>
      <pc:docMkLst>
        <pc:docMk/>
      </pc:docMkLst>
      <pc:sldChg chg="addSp delSp modSp mod modClrScheme chgLayout">
        <pc:chgData name="欣捷 王" userId="b965477fa0aef5e6" providerId="LiveId" clId="{8B66F4A1-7B8C-4B13-BE06-4CDF758DF883}" dt="2024-06-17T13:30:46.337" v="231" actId="1076"/>
        <pc:sldMkLst>
          <pc:docMk/>
          <pc:sldMk cId="0" sldId="1046"/>
        </pc:sldMkLst>
      </pc:sldChg>
      <pc:sldChg chg="addSp modSp mod modAnim">
        <pc:chgData name="欣捷 王" userId="b965477fa0aef5e6" providerId="LiveId" clId="{8B66F4A1-7B8C-4B13-BE06-4CDF758DF883}" dt="2024-06-17T13:19:05.822" v="33" actId="207"/>
        <pc:sldMkLst>
          <pc:docMk/>
          <pc:sldMk cId="0" sldId="1073"/>
        </pc:sldMkLst>
      </pc:sldChg>
      <pc:sldChg chg="del">
        <pc:chgData name="欣捷 王" userId="b965477fa0aef5e6" providerId="LiveId" clId="{8B66F4A1-7B8C-4B13-BE06-4CDF758DF883}" dt="2024-06-17T13:16:58.963" v="8" actId="47"/>
        <pc:sldMkLst>
          <pc:docMk/>
          <pc:sldMk cId="0" sldId="1074"/>
        </pc:sldMkLst>
      </pc:sldChg>
      <pc:sldChg chg="addSp modSp">
        <pc:chgData name="欣捷 王" userId="b965477fa0aef5e6" providerId="LiveId" clId="{8B66F4A1-7B8C-4B13-BE06-4CDF758DF883}" dt="2024-06-17T14:11:47.365" v="1594"/>
        <pc:sldMkLst>
          <pc:docMk/>
          <pc:sldMk cId="998456851" sldId="1097"/>
        </pc:sldMkLst>
      </pc:sldChg>
      <pc:sldChg chg="del">
        <pc:chgData name="欣捷 王" userId="b965477fa0aef5e6" providerId="LiveId" clId="{8B66F4A1-7B8C-4B13-BE06-4CDF758DF883}" dt="2024-06-17T13:15:56.249" v="0" actId="47"/>
        <pc:sldMkLst>
          <pc:docMk/>
          <pc:sldMk cId="0" sldId="1103"/>
        </pc:sldMkLst>
      </pc:sldChg>
      <pc:sldChg chg="del">
        <pc:chgData name="欣捷 王" userId="b965477fa0aef5e6" providerId="LiveId" clId="{8B66F4A1-7B8C-4B13-BE06-4CDF758DF883}" dt="2024-06-17T13:17:00.303" v="9" actId="47"/>
        <pc:sldMkLst>
          <pc:docMk/>
          <pc:sldMk cId="0" sldId="1104"/>
        </pc:sldMkLst>
      </pc:sldChg>
      <pc:sldChg chg="delSp modSp add mod ord delAnim modNotesTx">
        <pc:chgData name="欣捷 王" userId="b965477fa0aef5e6" providerId="LiveId" clId="{8B66F4A1-7B8C-4B13-BE06-4CDF758DF883}" dt="2024-06-17T13:16:34.086" v="7"/>
        <pc:sldMkLst>
          <pc:docMk/>
          <pc:sldMk cId="3484160215" sldId="1111"/>
        </pc:sldMkLst>
      </pc:sldChg>
      <pc:sldChg chg="modSp add mod">
        <pc:chgData name="欣捷 王" userId="b965477fa0aef5e6" providerId="LiveId" clId="{8B66F4A1-7B8C-4B13-BE06-4CDF758DF883}" dt="2024-06-17T13:26:10.230" v="177"/>
        <pc:sldMkLst>
          <pc:docMk/>
          <pc:sldMk cId="1465715652" sldId="1117"/>
        </pc:sldMkLst>
      </pc:sldChg>
      <pc:sldChg chg="del">
        <pc:chgData name="欣捷 王" userId="b965477fa0aef5e6" providerId="LiveId" clId="{8B66F4A1-7B8C-4B13-BE06-4CDF758DF883}" dt="2024-06-17T13:48:53.741" v="760" actId="47"/>
        <pc:sldMkLst>
          <pc:docMk/>
          <pc:sldMk cId="400977346" sldId="1135"/>
        </pc:sldMkLst>
      </pc:sldChg>
      <pc:sldChg chg="modSp mod modNotesTx">
        <pc:chgData name="欣捷 王" userId="b965477fa0aef5e6" providerId="LiveId" clId="{8B66F4A1-7B8C-4B13-BE06-4CDF758DF883}" dt="2024-06-17T14:10:50.097" v="1581" actId="20577"/>
        <pc:sldMkLst>
          <pc:docMk/>
          <pc:sldMk cId="368585504" sldId="1144"/>
        </pc:sldMkLst>
      </pc:sldChg>
      <pc:sldChg chg="addSp delSp modSp add mod replTag">
        <pc:chgData name="欣捷 王" userId="b965477fa0aef5e6" providerId="LiveId" clId="{8B66F4A1-7B8C-4B13-BE06-4CDF758DF883}" dt="2024-06-17T14:12:55.053" v="1625"/>
        <pc:sldMkLst>
          <pc:docMk/>
          <pc:sldMk cId="3606714940" sldId="1148"/>
        </pc:sldMkLst>
      </pc:sldChg>
      <pc:sldChg chg="addSp delSp modSp add mod replTag">
        <pc:chgData name="欣捷 王" userId="b965477fa0aef5e6" providerId="LiveId" clId="{8B66F4A1-7B8C-4B13-BE06-4CDF758DF883}" dt="2024-06-17T14:12:20.514" v="1600"/>
        <pc:sldMkLst>
          <pc:docMk/>
          <pc:sldMk cId="2712622143" sldId="1149"/>
        </pc:sldMkLst>
      </pc:sldChg>
      <pc:sldChg chg="addSp modSp new mod modClrScheme chgLayout">
        <pc:chgData name="欣捷 王" userId="b965477fa0aef5e6" providerId="LiveId" clId="{8B66F4A1-7B8C-4B13-BE06-4CDF758DF883}" dt="2024-06-17T14:12:49.925" v="1619"/>
        <pc:sldMkLst>
          <pc:docMk/>
          <pc:sldMk cId="3573279743" sldId="1150"/>
        </pc:sldMkLst>
      </pc:sldChg>
    </pc:docChg>
  </pc:docChgLst>
  <pc:docChgLst>
    <pc:chgData name="王 欣捷" userId="b965477fa0aef5e6" providerId="LiveId" clId="{3813407D-2AF8-4204-8C92-40F21FC24790}"/>
    <pc:docChg chg="undo custSel addSld delSld modSld">
      <pc:chgData name="王 欣捷" userId="b965477fa0aef5e6" providerId="LiveId" clId="{3813407D-2AF8-4204-8C92-40F21FC24790}" dt="2021-06-07T02:16:48.914" v="1089" actId="1076"/>
      <pc:docMkLst>
        <pc:docMk/>
      </pc:docMkLst>
      <pc:sldChg chg="modSp mod">
        <pc:chgData name="王 欣捷" userId="b965477fa0aef5e6" providerId="LiveId" clId="{3813407D-2AF8-4204-8C92-40F21FC24790}" dt="2021-05-26T13:08:47.715" v="0" actId="20577"/>
        <pc:sldMkLst>
          <pc:docMk/>
          <pc:sldMk cId="2470898374" sldId="256"/>
        </pc:sldMkLst>
      </pc:sldChg>
      <pc:sldChg chg="modSp mod">
        <pc:chgData name="王 欣捷" userId="b965477fa0aef5e6" providerId="LiveId" clId="{3813407D-2AF8-4204-8C92-40F21FC24790}" dt="2021-06-02T13:53:30.397" v="89" actId="403"/>
        <pc:sldMkLst>
          <pc:docMk/>
          <pc:sldMk cId="0" sldId="452"/>
        </pc:sldMkLst>
      </pc:sldChg>
      <pc:sldChg chg="modSp add del mod">
        <pc:chgData name="王 欣捷" userId="b965477fa0aef5e6" providerId="LiveId" clId="{3813407D-2AF8-4204-8C92-40F21FC24790}" dt="2021-06-02T14:20:25.596" v="140" actId="20577"/>
        <pc:sldMkLst>
          <pc:docMk/>
          <pc:sldMk cId="0" sldId="1054"/>
        </pc:sldMkLst>
      </pc:sldChg>
      <pc:sldChg chg="modSp mod">
        <pc:chgData name="王 欣捷" userId="b965477fa0aef5e6" providerId="LiveId" clId="{3813407D-2AF8-4204-8C92-40F21FC24790}" dt="2021-06-02T13:53:37.634" v="90"/>
        <pc:sldMkLst>
          <pc:docMk/>
          <pc:sldMk cId="0" sldId="1055"/>
        </pc:sldMkLst>
      </pc:sldChg>
      <pc:sldChg chg="modSp mod">
        <pc:chgData name="王 欣捷" userId="b965477fa0aef5e6" providerId="LiveId" clId="{3813407D-2AF8-4204-8C92-40F21FC24790}" dt="2021-06-02T13:42:10.169" v="53" actId="14100"/>
        <pc:sldMkLst>
          <pc:docMk/>
          <pc:sldMk cId="0" sldId="1067"/>
        </pc:sldMkLst>
      </pc:sldChg>
      <pc:sldChg chg="addSp modSp mod">
        <pc:chgData name="王 欣捷" userId="b965477fa0aef5e6" providerId="LiveId" clId="{3813407D-2AF8-4204-8C92-40F21FC24790}" dt="2021-06-02T13:42:57.141" v="60" actId="14100"/>
        <pc:sldMkLst>
          <pc:docMk/>
          <pc:sldMk cId="0" sldId="1103"/>
        </pc:sldMkLst>
      </pc:sldChg>
      <pc:sldChg chg="modSp mod">
        <pc:chgData name="王 欣捷" userId="b965477fa0aef5e6" providerId="LiveId" clId="{3813407D-2AF8-4204-8C92-40F21FC24790}" dt="2021-06-02T14:04:04.556" v="128"/>
        <pc:sldMkLst>
          <pc:docMk/>
          <pc:sldMk cId="0" sldId="1107"/>
        </pc:sldMkLst>
      </pc:sldChg>
      <pc:sldChg chg="modSp">
        <pc:chgData name="王 欣捷" userId="b965477fa0aef5e6" providerId="LiveId" clId="{3813407D-2AF8-4204-8C92-40F21FC24790}" dt="2021-06-02T14:06:06.278" v="129" actId="20577"/>
        <pc:sldMkLst>
          <pc:docMk/>
          <pc:sldMk cId="0" sldId="1110"/>
        </pc:sldMkLst>
      </pc:sldChg>
      <pc:sldChg chg="modSp mod">
        <pc:chgData name="王 欣捷" userId="b965477fa0aef5e6" providerId="LiveId" clId="{3813407D-2AF8-4204-8C92-40F21FC24790}" dt="2021-06-02T14:08:51.597" v="131" actId="20577"/>
        <pc:sldMkLst>
          <pc:docMk/>
          <pc:sldMk cId="0" sldId="1112"/>
        </pc:sldMkLst>
      </pc:sldChg>
      <pc:sldChg chg="modSp">
        <pc:chgData name="王 欣捷" userId="b965477fa0aef5e6" providerId="LiveId" clId="{3813407D-2AF8-4204-8C92-40F21FC24790}" dt="2021-06-02T14:09:16.778" v="132" actId="113"/>
        <pc:sldMkLst>
          <pc:docMk/>
          <pc:sldMk cId="0" sldId="1114"/>
        </pc:sldMkLst>
      </pc:sldChg>
      <pc:sldChg chg="modSp mod">
        <pc:chgData name="王 欣捷" userId="b965477fa0aef5e6" providerId="LiveId" clId="{3813407D-2AF8-4204-8C92-40F21FC24790}" dt="2021-06-02T13:44:16.730" v="61" actId="2710"/>
        <pc:sldMkLst>
          <pc:docMk/>
          <pc:sldMk cId="0" sldId="1129"/>
        </pc:sldMkLst>
      </pc:sldChg>
      <pc:sldChg chg="addSp delSp modSp new mod setBg">
        <pc:chgData name="王 欣捷" userId="b965477fa0aef5e6" providerId="LiveId" clId="{3813407D-2AF8-4204-8C92-40F21FC24790}" dt="2021-06-02T14:23:20.066" v="268" actId="1076"/>
        <pc:sldMkLst>
          <pc:docMk/>
          <pc:sldMk cId="998205630" sldId="1134"/>
        </pc:sldMkLst>
      </pc:sldChg>
      <pc:sldChg chg="modSp new mod">
        <pc:chgData name="王 欣捷" userId="b965477fa0aef5e6" providerId="LiveId" clId="{3813407D-2AF8-4204-8C92-40F21FC24790}" dt="2021-06-02T14:36:01.850" v="635" actId="14100"/>
        <pc:sldMkLst>
          <pc:docMk/>
          <pc:sldMk cId="400977346" sldId="1135"/>
        </pc:sldMkLst>
      </pc:sldChg>
      <pc:sldChg chg="modSp add mod">
        <pc:chgData name="王 欣捷" userId="b965477fa0aef5e6" providerId="LiveId" clId="{3813407D-2AF8-4204-8C92-40F21FC24790}" dt="2021-06-07T02:13:29.492" v="1076" actId="113"/>
        <pc:sldMkLst>
          <pc:docMk/>
          <pc:sldMk cId="1202777476" sldId="1136"/>
        </pc:sldMkLst>
      </pc:sldChg>
      <pc:sldChg chg="addSp delSp modSp new mod modClrScheme chgLayout">
        <pc:chgData name="王 欣捷" userId="b965477fa0aef5e6" providerId="LiveId" clId="{3813407D-2AF8-4204-8C92-40F21FC24790}" dt="2021-06-07T02:16:48.914" v="1089" actId="1076"/>
        <pc:sldMkLst>
          <pc:docMk/>
          <pc:sldMk cId="1353643921" sldId="1137"/>
        </pc:sldMkLst>
      </pc:sldChg>
    </pc:docChg>
  </pc:docChgLst>
  <pc:docChgLst>
    <pc:chgData name="王 欣捷" userId="b965477fa0aef5e6" providerId="LiveId" clId="{F5C7CE7F-4255-4272-BB66-E36156271E14}"/>
    <pc:docChg chg="undo custSel addSld delSld modSld">
      <pc:chgData name="王 欣捷" userId="b965477fa0aef5e6" providerId="LiveId" clId="{F5C7CE7F-4255-4272-BB66-E36156271E14}" dt="2021-04-22T08:09:02.941" v="399" actId="47"/>
      <pc:docMkLst>
        <pc:docMk/>
      </pc:docMkLst>
      <pc:sldChg chg="modSp mod">
        <pc:chgData name="王 欣捷" userId="b965477fa0aef5e6" providerId="LiveId" clId="{F5C7CE7F-4255-4272-BB66-E36156271E14}" dt="2021-04-22T07:45:16.840" v="0" actId="20577"/>
        <pc:sldMkLst>
          <pc:docMk/>
          <pc:sldMk cId="2470898374" sldId="256"/>
        </pc:sldMkLst>
      </pc:sldChg>
      <pc:sldChg chg="del">
        <pc:chgData name="王 欣捷" userId="b965477fa0aef5e6" providerId="LiveId" clId="{F5C7CE7F-4255-4272-BB66-E36156271E14}" dt="2021-04-22T07:45:21.335" v="1" actId="47"/>
        <pc:sldMkLst>
          <pc:docMk/>
          <pc:sldMk cId="0" sldId="806"/>
        </pc:sldMkLst>
      </pc:sldChg>
      <pc:sldChg chg="del">
        <pc:chgData name="王 欣捷" userId="b965477fa0aef5e6" providerId="LiveId" clId="{F5C7CE7F-4255-4272-BB66-E36156271E14}" dt="2021-04-22T07:45:21.335" v="1" actId="47"/>
        <pc:sldMkLst>
          <pc:docMk/>
          <pc:sldMk cId="0" sldId="807"/>
        </pc:sldMkLst>
      </pc:sldChg>
      <pc:sldChg chg="del">
        <pc:chgData name="王 欣捷" userId="b965477fa0aef5e6" providerId="LiveId" clId="{F5C7CE7F-4255-4272-BB66-E36156271E14}" dt="2021-04-22T07:45:21.335" v="1" actId="47"/>
        <pc:sldMkLst>
          <pc:docMk/>
          <pc:sldMk cId="0" sldId="808"/>
        </pc:sldMkLst>
      </pc:sldChg>
      <pc:sldChg chg="del">
        <pc:chgData name="王 欣捷" userId="b965477fa0aef5e6" providerId="LiveId" clId="{F5C7CE7F-4255-4272-BB66-E36156271E14}" dt="2021-04-22T07:45:21.335" v="1" actId="47"/>
        <pc:sldMkLst>
          <pc:docMk/>
          <pc:sldMk cId="0" sldId="809"/>
        </pc:sldMkLst>
      </pc:sldChg>
      <pc:sldChg chg="del">
        <pc:chgData name="王 欣捷" userId="b965477fa0aef5e6" providerId="LiveId" clId="{F5C7CE7F-4255-4272-BB66-E36156271E14}" dt="2021-04-22T07:45:21.335" v="1" actId="47"/>
        <pc:sldMkLst>
          <pc:docMk/>
          <pc:sldMk cId="0" sldId="810"/>
        </pc:sldMkLst>
      </pc:sldChg>
      <pc:sldChg chg="del">
        <pc:chgData name="王 欣捷" userId="b965477fa0aef5e6" providerId="LiveId" clId="{F5C7CE7F-4255-4272-BB66-E36156271E14}" dt="2021-04-22T07:45:21.335" v="1" actId="47"/>
        <pc:sldMkLst>
          <pc:docMk/>
          <pc:sldMk cId="0" sldId="811"/>
        </pc:sldMkLst>
      </pc:sldChg>
      <pc:sldChg chg="del">
        <pc:chgData name="王 欣捷" userId="b965477fa0aef5e6" providerId="LiveId" clId="{F5C7CE7F-4255-4272-BB66-E36156271E14}" dt="2021-04-22T07:45:21.335" v="1" actId="47"/>
        <pc:sldMkLst>
          <pc:docMk/>
          <pc:sldMk cId="0" sldId="813"/>
        </pc:sldMkLst>
      </pc:sldChg>
      <pc:sldChg chg="del">
        <pc:chgData name="王 欣捷" userId="b965477fa0aef5e6" providerId="LiveId" clId="{F5C7CE7F-4255-4272-BB66-E36156271E14}" dt="2021-04-22T07:45:21.335" v="1" actId="47"/>
        <pc:sldMkLst>
          <pc:docMk/>
          <pc:sldMk cId="0" sldId="814"/>
        </pc:sldMkLst>
      </pc:sldChg>
      <pc:sldChg chg="del">
        <pc:chgData name="王 欣捷" userId="b965477fa0aef5e6" providerId="LiveId" clId="{F5C7CE7F-4255-4272-BB66-E36156271E14}" dt="2021-04-22T07:45:21.335" v="1" actId="47"/>
        <pc:sldMkLst>
          <pc:docMk/>
          <pc:sldMk cId="0" sldId="815"/>
        </pc:sldMkLst>
      </pc:sldChg>
      <pc:sldChg chg="del">
        <pc:chgData name="王 欣捷" userId="b965477fa0aef5e6" providerId="LiveId" clId="{F5C7CE7F-4255-4272-BB66-E36156271E14}" dt="2021-04-22T07:45:21.335" v="1" actId="47"/>
        <pc:sldMkLst>
          <pc:docMk/>
          <pc:sldMk cId="0" sldId="816"/>
        </pc:sldMkLst>
      </pc:sldChg>
      <pc:sldChg chg="del">
        <pc:chgData name="王 欣捷" userId="b965477fa0aef5e6" providerId="LiveId" clId="{F5C7CE7F-4255-4272-BB66-E36156271E14}" dt="2021-04-22T07:45:21.335" v="1" actId="47"/>
        <pc:sldMkLst>
          <pc:docMk/>
          <pc:sldMk cId="0" sldId="817"/>
        </pc:sldMkLst>
      </pc:sldChg>
      <pc:sldChg chg="del">
        <pc:chgData name="王 欣捷" userId="b965477fa0aef5e6" providerId="LiveId" clId="{F5C7CE7F-4255-4272-BB66-E36156271E14}" dt="2021-04-22T07:45:21.335" v="1" actId="47"/>
        <pc:sldMkLst>
          <pc:docMk/>
          <pc:sldMk cId="0" sldId="818"/>
        </pc:sldMkLst>
      </pc:sldChg>
      <pc:sldChg chg="del">
        <pc:chgData name="王 欣捷" userId="b965477fa0aef5e6" providerId="LiveId" clId="{F5C7CE7F-4255-4272-BB66-E36156271E14}" dt="2021-04-22T07:45:21.335" v="1" actId="47"/>
        <pc:sldMkLst>
          <pc:docMk/>
          <pc:sldMk cId="0" sldId="819"/>
        </pc:sldMkLst>
      </pc:sldChg>
      <pc:sldChg chg="del">
        <pc:chgData name="王 欣捷" userId="b965477fa0aef5e6" providerId="LiveId" clId="{F5C7CE7F-4255-4272-BB66-E36156271E14}" dt="2021-04-22T07:45:21.335" v="1" actId="47"/>
        <pc:sldMkLst>
          <pc:docMk/>
          <pc:sldMk cId="0" sldId="820"/>
        </pc:sldMkLst>
      </pc:sldChg>
      <pc:sldChg chg="del">
        <pc:chgData name="王 欣捷" userId="b965477fa0aef5e6" providerId="LiveId" clId="{F5C7CE7F-4255-4272-BB66-E36156271E14}" dt="2021-04-22T07:45:21.335" v="1" actId="47"/>
        <pc:sldMkLst>
          <pc:docMk/>
          <pc:sldMk cId="0" sldId="821"/>
        </pc:sldMkLst>
      </pc:sldChg>
      <pc:sldChg chg="del">
        <pc:chgData name="王 欣捷" userId="b965477fa0aef5e6" providerId="LiveId" clId="{F5C7CE7F-4255-4272-BB66-E36156271E14}" dt="2021-04-22T07:45:21.335" v="1" actId="47"/>
        <pc:sldMkLst>
          <pc:docMk/>
          <pc:sldMk cId="0" sldId="822"/>
        </pc:sldMkLst>
      </pc:sldChg>
      <pc:sldChg chg="del">
        <pc:chgData name="王 欣捷" userId="b965477fa0aef5e6" providerId="LiveId" clId="{F5C7CE7F-4255-4272-BB66-E36156271E14}" dt="2021-04-22T07:45:21.335" v="1" actId="47"/>
        <pc:sldMkLst>
          <pc:docMk/>
          <pc:sldMk cId="0" sldId="836"/>
        </pc:sldMkLst>
      </pc:sldChg>
      <pc:sldChg chg="del">
        <pc:chgData name="王 欣捷" userId="b965477fa0aef5e6" providerId="LiveId" clId="{F5C7CE7F-4255-4272-BB66-E36156271E14}" dt="2021-04-22T07:45:21.335" v="1" actId="47"/>
        <pc:sldMkLst>
          <pc:docMk/>
          <pc:sldMk cId="0" sldId="837"/>
        </pc:sldMkLst>
      </pc:sldChg>
      <pc:sldChg chg="modSp add del mod">
        <pc:chgData name="王 欣捷" userId="b965477fa0aef5e6" providerId="LiveId" clId="{F5C7CE7F-4255-4272-BB66-E36156271E14}" dt="2021-04-22T08:09:02.941" v="399" actId="47"/>
        <pc:sldMkLst>
          <pc:docMk/>
          <pc:sldMk cId="0" sldId="850"/>
        </pc:sldMkLst>
      </pc:sldChg>
      <pc:sldChg chg="del">
        <pc:chgData name="王 欣捷" userId="b965477fa0aef5e6" providerId="LiveId" clId="{F5C7CE7F-4255-4272-BB66-E36156271E14}" dt="2021-04-22T07:45:21.335" v="1" actId="47"/>
        <pc:sldMkLst>
          <pc:docMk/>
          <pc:sldMk cId="0" sldId="851"/>
        </pc:sldMkLst>
      </pc:sldChg>
      <pc:sldChg chg="del">
        <pc:chgData name="王 欣捷" userId="b965477fa0aef5e6" providerId="LiveId" clId="{F5C7CE7F-4255-4272-BB66-E36156271E14}" dt="2021-04-22T07:45:21.335" v="1" actId="47"/>
        <pc:sldMkLst>
          <pc:docMk/>
          <pc:sldMk cId="0" sldId="852"/>
        </pc:sldMkLst>
      </pc:sldChg>
      <pc:sldChg chg="del">
        <pc:chgData name="王 欣捷" userId="b965477fa0aef5e6" providerId="LiveId" clId="{F5C7CE7F-4255-4272-BB66-E36156271E14}" dt="2021-04-22T07:45:21.335" v="1" actId="47"/>
        <pc:sldMkLst>
          <pc:docMk/>
          <pc:sldMk cId="0" sldId="853"/>
        </pc:sldMkLst>
      </pc:sldChg>
      <pc:sldChg chg="del">
        <pc:chgData name="王 欣捷" userId="b965477fa0aef5e6" providerId="LiveId" clId="{F5C7CE7F-4255-4272-BB66-E36156271E14}" dt="2021-04-22T07:45:21.335" v="1" actId="47"/>
        <pc:sldMkLst>
          <pc:docMk/>
          <pc:sldMk cId="0" sldId="854"/>
        </pc:sldMkLst>
      </pc:sldChg>
      <pc:sldChg chg="del">
        <pc:chgData name="王 欣捷" userId="b965477fa0aef5e6" providerId="LiveId" clId="{F5C7CE7F-4255-4272-BB66-E36156271E14}" dt="2021-04-22T07:45:21.335" v="1" actId="47"/>
        <pc:sldMkLst>
          <pc:docMk/>
          <pc:sldMk cId="0" sldId="855"/>
        </pc:sldMkLst>
      </pc:sldChg>
      <pc:sldChg chg="del">
        <pc:chgData name="王 欣捷" userId="b965477fa0aef5e6" providerId="LiveId" clId="{F5C7CE7F-4255-4272-BB66-E36156271E14}" dt="2021-04-22T07:45:21.335" v="1" actId="47"/>
        <pc:sldMkLst>
          <pc:docMk/>
          <pc:sldMk cId="0" sldId="856"/>
        </pc:sldMkLst>
      </pc:sldChg>
      <pc:sldChg chg="del">
        <pc:chgData name="王 欣捷" userId="b965477fa0aef5e6" providerId="LiveId" clId="{F5C7CE7F-4255-4272-BB66-E36156271E14}" dt="2021-04-22T07:45:21.335" v="1" actId="47"/>
        <pc:sldMkLst>
          <pc:docMk/>
          <pc:sldMk cId="0" sldId="857"/>
        </pc:sldMkLst>
      </pc:sldChg>
      <pc:sldChg chg="del">
        <pc:chgData name="王 欣捷" userId="b965477fa0aef5e6" providerId="LiveId" clId="{F5C7CE7F-4255-4272-BB66-E36156271E14}" dt="2021-04-22T07:45:21.335" v="1" actId="47"/>
        <pc:sldMkLst>
          <pc:docMk/>
          <pc:sldMk cId="0" sldId="858"/>
        </pc:sldMkLst>
      </pc:sldChg>
      <pc:sldChg chg="del">
        <pc:chgData name="王 欣捷" userId="b965477fa0aef5e6" providerId="LiveId" clId="{F5C7CE7F-4255-4272-BB66-E36156271E14}" dt="2021-04-22T07:45:21.335" v="1" actId="47"/>
        <pc:sldMkLst>
          <pc:docMk/>
          <pc:sldMk cId="0" sldId="859"/>
        </pc:sldMkLst>
      </pc:sldChg>
      <pc:sldChg chg="del">
        <pc:chgData name="王 欣捷" userId="b965477fa0aef5e6" providerId="LiveId" clId="{F5C7CE7F-4255-4272-BB66-E36156271E14}" dt="2021-04-22T07:45:21.335" v="1" actId="47"/>
        <pc:sldMkLst>
          <pc:docMk/>
          <pc:sldMk cId="0" sldId="860"/>
        </pc:sldMkLst>
      </pc:sldChg>
      <pc:sldChg chg="del">
        <pc:chgData name="王 欣捷" userId="b965477fa0aef5e6" providerId="LiveId" clId="{F5C7CE7F-4255-4272-BB66-E36156271E14}" dt="2021-04-22T07:45:21.335" v="1" actId="47"/>
        <pc:sldMkLst>
          <pc:docMk/>
          <pc:sldMk cId="0" sldId="861"/>
        </pc:sldMkLst>
      </pc:sldChg>
      <pc:sldChg chg="del">
        <pc:chgData name="王 欣捷" userId="b965477fa0aef5e6" providerId="LiveId" clId="{F5C7CE7F-4255-4272-BB66-E36156271E14}" dt="2021-04-22T07:45:21.335" v="1" actId="47"/>
        <pc:sldMkLst>
          <pc:docMk/>
          <pc:sldMk cId="0" sldId="862"/>
        </pc:sldMkLst>
      </pc:sldChg>
      <pc:sldChg chg="del">
        <pc:chgData name="王 欣捷" userId="b965477fa0aef5e6" providerId="LiveId" clId="{F5C7CE7F-4255-4272-BB66-E36156271E14}" dt="2021-04-22T07:45:21.335" v="1" actId="47"/>
        <pc:sldMkLst>
          <pc:docMk/>
          <pc:sldMk cId="0" sldId="863"/>
        </pc:sldMkLst>
      </pc:sldChg>
      <pc:sldChg chg="del">
        <pc:chgData name="王 欣捷" userId="b965477fa0aef5e6" providerId="LiveId" clId="{F5C7CE7F-4255-4272-BB66-E36156271E14}" dt="2021-04-22T07:45:21.335" v="1" actId="47"/>
        <pc:sldMkLst>
          <pc:docMk/>
          <pc:sldMk cId="0" sldId="864"/>
        </pc:sldMkLst>
      </pc:sldChg>
      <pc:sldChg chg="del">
        <pc:chgData name="王 欣捷" userId="b965477fa0aef5e6" providerId="LiveId" clId="{F5C7CE7F-4255-4272-BB66-E36156271E14}" dt="2021-04-22T07:45:21.335" v="1" actId="47"/>
        <pc:sldMkLst>
          <pc:docMk/>
          <pc:sldMk cId="0" sldId="865"/>
        </pc:sldMkLst>
      </pc:sldChg>
      <pc:sldChg chg="del">
        <pc:chgData name="王 欣捷" userId="b965477fa0aef5e6" providerId="LiveId" clId="{F5C7CE7F-4255-4272-BB66-E36156271E14}" dt="2021-04-22T07:45:21.335" v="1" actId="47"/>
        <pc:sldMkLst>
          <pc:docMk/>
          <pc:sldMk cId="0" sldId="866"/>
        </pc:sldMkLst>
      </pc:sldChg>
      <pc:sldChg chg="del">
        <pc:chgData name="王 欣捷" userId="b965477fa0aef5e6" providerId="LiveId" clId="{F5C7CE7F-4255-4272-BB66-E36156271E14}" dt="2021-04-22T07:45:21.335" v="1" actId="47"/>
        <pc:sldMkLst>
          <pc:docMk/>
          <pc:sldMk cId="0" sldId="867"/>
        </pc:sldMkLst>
      </pc:sldChg>
      <pc:sldChg chg="del">
        <pc:chgData name="王 欣捷" userId="b965477fa0aef5e6" providerId="LiveId" clId="{F5C7CE7F-4255-4272-BB66-E36156271E14}" dt="2021-04-22T07:45:21.335" v="1" actId="47"/>
        <pc:sldMkLst>
          <pc:docMk/>
          <pc:sldMk cId="0" sldId="868"/>
        </pc:sldMkLst>
      </pc:sldChg>
      <pc:sldChg chg="del">
        <pc:chgData name="王 欣捷" userId="b965477fa0aef5e6" providerId="LiveId" clId="{F5C7CE7F-4255-4272-BB66-E36156271E14}" dt="2021-04-22T07:45:21.335" v="1" actId="47"/>
        <pc:sldMkLst>
          <pc:docMk/>
          <pc:sldMk cId="0" sldId="869"/>
        </pc:sldMkLst>
      </pc:sldChg>
      <pc:sldChg chg="del">
        <pc:chgData name="王 欣捷" userId="b965477fa0aef5e6" providerId="LiveId" clId="{F5C7CE7F-4255-4272-BB66-E36156271E14}" dt="2021-04-22T07:45:21.335" v="1" actId="47"/>
        <pc:sldMkLst>
          <pc:docMk/>
          <pc:sldMk cId="0" sldId="870"/>
        </pc:sldMkLst>
      </pc:sldChg>
      <pc:sldChg chg="del">
        <pc:chgData name="王 欣捷" userId="b965477fa0aef5e6" providerId="LiveId" clId="{F5C7CE7F-4255-4272-BB66-E36156271E14}" dt="2021-04-22T07:45:21.335" v="1" actId="47"/>
        <pc:sldMkLst>
          <pc:docMk/>
          <pc:sldMk cId="0" sldId="871"/>
        </pc:sldMkLst>
      </pc:sldChg>
      <pc:sldChg chg="del">
        <pc:chgData name="王 欣捷" userId="b965477fa0aef5e6" providerId="LiveId" clId="{F5C7CE7F-4255-4272-BB66-E36156271E14}" dt="2021-04-22T07:45:21.335" v="1" actId="47"/>
        <pc:sldMkLst>
          <pc:docMk/>
          <pc:sldMk cId="0" sldId="872"/>
        </pc:sldMkLst>
      </pc:sldChg>
      <pc:sldChg chg="del">
        <pc:chgData name="王 欣捷" userId="b965477fa0aef5e6" providerId="LiveId" clId="{F5C7CE7F-4255-4272-BB66-E36156271E14}" dt="2021-04-22T07:45:21.335" v="1" actId="47"/>
        <pc:sldMkLst>
          <pc:docMk/>
          <pc:sldMk cId="0" sldId="873"/>
        </pc:sldMkLst>
      </pc:sldChg>
      <pc:sldChg chg="del">
        <pc:chgData name="王 欣捷" userId="b965477fa0aef5e6" providerId="LiveId" clId="{F5C7CE7F-4255-4272-BB66-E36156271E14}" dt="2021-04-22T07:45:21.335" v="1" actId="47"/>
        <pc:sldMkLst>
          <pc:docMk/>
          <pc:sldMk cId="0" sldId="874"/>
        </pc:sldMkLst>
      </pc:sldChg>
      <pc:sldChg chg="del">
        <pc:chgData name="王 欣捷" userId="b965477fa0aef5e6" providerId="LiveId" clId="{F5C7CE7F-4255-4272-BB66-E36156271E14}" dt="2021-04-22T07:45:21.335" v="1" actId="47"/>
        <pc:sldMkLst>
          <pc:docMk/>
          <pc:sldMk cId="0" sldId="875"/>
        </pc:sldMkLst>
      </pc:sldChg>
      <pc:sldChg chg="del">
        <pc:chgData name="王 欣捷" userId="b965477fa0aef5e6" providerId="LiveId" clId="{F5C7CE7F-4255-4272-BB66-E36156271E14}" dt="2021-04-22T07:45:21.335" v="1" actId="47"/>
        <pc:sldMkLst>
          <pc:docMk/>
          <pc:sldMk cId="0" sldId="876"/>
        </pc:sldMkLst>
      </pc:sldChg>
      <pc:sldChg chg="del">
        <pc:chgData name="王 欣捷" userId="b965477fa0aef5e6" providerId="LiveId" clId="{F5C7CE7F-4255-4272-BB66-E36156271E14}" dt="2021-04-22T07:45:21.335" v="1" actId="47"/>
        <pc:sldMkLst>
          <pc:docMk/>
          <pc:sldMk cId="0" sldId="877"/>
        </pc:sldMkLst>
      </pc:sldChg>
      <pc:sldChg chg="del">
        <pc:chgData name="王 欣捷" userId="b965477fa0aef5e6" providerId="LiveId" clId="{F5C7CE7F-4255-4272-BB66-E36156271E14}" dt="2021-04-22T07:45:21.335" v="1" actId="47"/>
        <pc:sldMkLst>
          <pc:docMk/>
          <pc:sldMk cId="0" sldId="878"/>
        </pc:sldMkLst>
      </pc:sldChg>
      <pc:sldChg chg="del">
        <pc:chgData name="王 欣捷" userId="b965477fa0aef5e6" providerId="LiveId" clId="{F5C7CE7F-4255-4272-BB66-E36156271E14}" dt="2021-04-22T07:45:21.335" v="1" actId="47"/>
        <pc:sldMkLst>
          <pc:docMk/>
          <pc:sldMk cId="0" sldId="879"/>
        </pc:sldMkLst>
      </pc:sldChg>
      <pc:sldChg chg="del">
        <pc:chgData name="王 欣捷" userId="b965477fa0aef5e6" providerId="LiveId" clId="{F5C7CE7F-4255-4272-BB66-E36156271E14}" dt="2021-04-22T07:45:21.335" v="1" actId="47"/>
        <pc:sldMkLst>
          <pc:docMk/>
          <pc:sldMk cId="0" sldId="880"/>
        </pc:sldMkLst>
      </pc:sldChg>
      <pc:sldChg chg="modSp add mod">
        <pc:chgData name="王 欣捷" userId="b965477fa0aef5e6" providerId="LiveId" clId="{F5C7CE7F-4255-4272-BB66-E36156271E14}" dt="2021-04-22T07:48:21.138" v="58" actId="1076"/>
        <pc:sldMkLst>
          <pc:docMk/>
          <pc:sldMk cId="0" sldId="882"/>
        </pc:sldMkLst>
      </pc:sldChg>
      <pc:sldChg chg="del">
        <pc:chgData name="王 欣捷" userId="b965477fa0aef5e6" providerId="LiveId" clId="{F5C7CE7F-4255-4272-BB66-E36156271E14}" dt="2021-04-22T07:45:21.335" v="1" actId="47"/>
        <pc:sldMkLst>
          <pc:docMk/>
          <pc:sldMk cId="0" sldId="909"/>
        </pc:sldMkLst>
      </pc:sldChg>
      <pc:sldChg chg="del">
        <pc:chgData name="王 欣捷" userId="b965477fa0aef5e6" providerId="LiveId" clId="{F5C7CE7F-4255-4272-BB66-E36156271E14}" dt="2021-04-22T07:45:21.335" v="1" actId="47"/>
        <pc:sldMkLst>
          <pc:docMk/>
          <pc:sldMk cId="0" sldId="910"/>
        </pc:sldMkLst>
      </pc:sldChg>
      <pc:sldChg chg="modSp add del mod">
        <pc:chgData name="王 欣捷" userId="b965477fa0aef5e6" providerId="LiveId" clId="{F5C7CE7F-4255-4272-BB66-E36156271E14}" dt="2021-04-22T08:05:46.768" v="231" actId="207"/>
        <pc:sldMkLst>
          <pc:docMk/>
          <pc:sldMk cId="0" sldId="911"/>
        </pc:sldMkLst>
      </pc:sldChg>
      <pc:sldChg chg="addSp delSp modSp add del mod modClrScheme chgLayout">
        <pc:chgData name="王 欣捷" userId="b965477fa0aef5e6" providerId="LiveId" clId="{F5C7CE7F-4255-4272-BB66-E36156271E14}" dt="2021-04-22T07:46:23.493" v="37" actId="1076"/>
        <pc:sldMkLst>
          <pc:docMk/>
          <pc:sldMk cId="0" sldId="912"/>
        </pc:sldMkLst>
      </pc:sldChg>
      <pc:sldChg chg="modSp add del mod">
        <pc:chgData name="王 欣捷" userId="b965477fa0aef5e6" providerId="LiveId" clId="{F5C7CE7F-4255-4272-BB66-E36156271E14}" dt="2021-04-22T07:46:32.919" v="39" actId="207"/>
        <pc:sldMkLst>
          <pc:docMk/>
          <pc:sldMk cId="0" sldId="913"/>
        </pc:sldMkLst>
      </pc:sldChg>
      <pc:sldChg chg="modSp add del mod">
        <pc:chgData name="王 欣捷" userId="b965477fa0aef5e6" providerId="LiveId" clId="{F5C7CE7F-4255-4272-BB66-E36156271E14}" dt="2021-04-22T07:46:40.576" v="41" actId="207"/>
        <pc:sldMkLst>
          <pc:docMk/>
          <pc:sldMk cId="0" sldId="914"/>
        </pc:sldMkLst>
      </pc:sldChg>
      <pc:sldChg chg="modSp add del">
        <pc:chgData name="王 欣捷" userId="b965477fa0aef5e6" providerId="LiveId" clId="{F5C7CE7F-4255-4272-BB66-E36156271E14}" dt="2021-04-22T08:06:07.938" v="232" actId="113"/>
        <pc:sldMkLst>
          <pc:docMk/>
          <pc:sldMk cId="0" sldId="915"/>
        </pc:sldMkLst>
      </pc:sldChg>
      <pc:sldChg chg="modSp add del mod">
        <pc:chgData name="王 欣捷" userId="b965477fa0aef5e6" providerId="LiveId" clId="{F5C7CE7F-4255-4272-BB66-E36156271E14}" dt="2021-04-22T08:08:51.979" v="396"/>
        <pc:sldMkLst>
          <pc:docMk/>
          <pc:sldMk cId="0" sldId="916"/>
        </pc:sldMkLst>
      </pc:sldChg>
      <pc:sldChg chg="modSp add del">
        <pc:chgData name="王 欣捷" userId="b965477fa0aef5e6" providerId="LiveId" clId="{F5C7CE7F-4255-4272-BB66-E36156271E14}" dt="2021-04-22T07:46:07.334" v="28"/>
        <pc:sldMkLst>
          <pc:docMk/>
          <pc:sldMk cId="0" sldId="917"/>
        </pc:sldMkLst>
      </pc:sldChg>
      <pc:sldChg chg="del">
        <pc:chgData name="王 欣捷" userId="b965477fa0aef5e6" providerId="LiveId" clId="{F5C7CE7F-4255-4272-BB66-E36156271E14}" dt="2021-04-22T07:45:21.335" v="1" actId="47"/>
        <pc:sldMkLst>
          <pc:docMk/>
          <pc:sldMk cId="0" sldId="918"/>
        </pc:sldMkLst>
      </pc:sldChg>
      <pc:sldChg chg="del">
        <pc:chgData name="王 欣捷" userId="b965477fa0aef5e6" providerId="LiveId" clId="{F5C7CE7F-4255-4272-BB66-E36156271E14}" dt="2021-04-22T07:45:21.335" v="1" actId="47"/>
        <pc:sldMkLst>
          <pc:docMk/>
          <pc:sldMk cId="0" sldId="919"/>
        </pc:sldMkLst>
      </pc:sldChg>
      <pc:sldChg chg="modSp add del">
        <pc:chgData name="王 欣捷" userId="b965477fa0aef5e6" providerId="LiveId" clId="{F5C7CE7F-4255-4272-BB66-E36156271E14}" dt="2021-04-22T08:06:16.934" v="233" actId="113"/>
        <pc:sldMkLst>
          <pc:docMk/>
          <pc:sldMk cId="0" sldId="920"/>
        </pc:sldMkLst>
      </pc:sldChg>
      <pc:sldChg chg="delSp modSp add del mod modClrScheme chgLayout">
        <pc:chgData name="王 欣捷" userId="b965477fa0aef5e6" providerId="LiveId" clId="{F5C7CE7F-4255-4272-BB66-E36156271E14}" dt="2021-04-22T07:47:47.494" v="49" actId="1076"/>
        <pc:sldMkLst>
          <pc:docMk/>
          <pc:sldMk cId="0" sldId="921"/>
        </pc:sldMkLst>
      </pc:sldChg>
      <pc:sldChg chg="add">
        <pc:chgData name="王 欣捷" userId="b965477fa0aef5e6" providerId="LiveId" clId="{F5C7CE7F-4255-4272-BB66-E36156271E14}" dt="2021-04-22T07:45:22.033" v="2"/>
        <pc:sldMkLst>
          <pc:docMk/>
          <pc:sldMk cId="0" sldId="922"/>
        </pc:sldMkLst>
      </pc:sldChg>
      <pc:sldChg chg="add">
        <pc:chgData name="王 欣捷" userId="b965477fa0aef5e6" providerId="LiveId" clId="{F5C7CE7F-4255-4272-BB66-E36156271E14}" dt="2021-04-22T07:45:22.033" v="2"/>
        <pc:sldMkLst>
          <pc:docMk/>
          <pc:sldMk cId="0" sldId="923"/>
        </pc:sldMkLst>
      </pc:sldChg>
      <pc:sldChg chg="addSp delSp modSp add mod modClrScheme chgLayout">
        <pc:chgData name="王 欣捷" userId="b965477fa0aef5e6" providerId="LiveId" clId="{F5C7CE7F-4255-4272-BB66-E36156271E14}" dt="2021-04-22T07:53:32.326" v="62" actId="1076"/>
        <pc:sldMkLst>
          <pc:docMk/>
          <pc:sldMk cId="0" sldId="924"/>
        </pc:sldMkLst>
      </pc:sldChg>
      <pc:sldChg chg="modSp add">
        <pc:chgData name="王 欣捷" userId="b965477fa0aef5e6" providerId="LiveId" clId="{F5C7CE7F-4255-4272-BB66-E36156271E14}" dt="2021-04-22T07:46:07.334" v="28"/>
        <pc:sldMkLst>
          <pc:docMk/>
          <pc:sldMk cId="0" sldId="925"/>
        </pc:sldMkLst>
      </pc:sldChg>
      <pc:sldChg chg="add">
        <pc:chgData name="王 欣捷" userId="b965477fa0aef5e6" providerId="LiveId" clId="{F5C7CE7F-4255-4272-BB66-E36156271E14}" dt="2021-04-22T07:45:22.033" v="2"/>
        <pc:sldMkLst>
          <pc:docMk/>
          <pc:sldMk cId="0" sldId="926"/>
        </pc:sldMkLst>
      </pc:sldChg>
      <pc:sldChg chg="modSp add mod">
        <pc:chgData name="王 欣捷" userId="b965477fa0aef5e6" providerId="LiveId" clId="{F5C7CE7F-4255-4272-BB66-E36156271E14}" dt="2021-04-22T07:53:57.456" v="69" actId="14100"/>
        <pc:sldMkLst>
          <pc:docMk/>
          <pc:sldMk cId="0" sldId="927"/>
        </pc:sldMkLst>
      </pc:sldChg>
      <pc:sldChg chg="modSp add mod">
        <pc:chgData name="王 欣捷" userId="b965477fa0aef5e6" providerId="LiveId" clId="{F5C7CE7F-4255-4272-BB66-E36156271E14}" dt="2021-04-22T07:53:46.505" v="66" actId="27636"/>
        <pc:sldMkLst>
          <pc:docMk/>
          <pc:sldMk cId="0" sldId="928"/>
        </pc:sldMkLst>
      </pc:sldChg>
      <pc:sldChg chg="addSp delSp modSp add">
        <pc:chgData name="王 欣捷" userId="b965477fa0aef5e6" providerId="LiveId" clId="{F5C7CE7F-4255-4272-BB66-E36156271E14}" dt="2021-04-22T07:54:34.364" v="81"/>
        <pc:sldMkLst>
          <pc:docMk/>
          <pc:sldMk cId="0" sldId="929"/>
        </pc:sldMkLst>
      </pc:sldChg>
      <pc:sldChg chg="addSp delSp modSp add mod modClrScheme chgLayout">
        <pc:chgData name="王 欣捷" userId="b965477fa0aef5e6" providerId="LiveId" clId="{F5C7CE7F-4255-4272-BB66-E36156271E14}" dt="2021-04-22T07:54:26.499" v="78" actId="1076"/>
        <pc:sldMkLst>
          <pc:docMk/>
          <pc:sldMk cId="0" sldId="930"/>
        </pc:sldMkLst>
      </pc:sldChg>
      <pc:sldChg chg="modSp add">
        <pc:chgData name="王 欣捷" userId="b965477fa0aef5e6" providerId="LiveId" clId="{F5C7CE7F-4255-4272-BB66-E36156271E14}" dt="2021-04-22T07:46:07.334" v="28"/>
        <pc:sldMkLst>
          <pc:docMk/>
          <pc:sldMk cId="0" sldId="931"/>
        </pc:sldMkLst>
      </pc:sldChg>
      <pc:sldChg chg="modSp add mod">
        <pc:chgData name="王 欣捷" userId="b965477fa0aef5e6" providerId="LiveId" clId="{F5C7CE7F-4255-4272-BB66-E36156271E14}" dt="2021-04-22T07:54:45.552" v="82" actId="2710"/>
        <pc:sldMkLst>
          <pc:docMk/>
          <pc:sldMk cId="0" sldId="932"/>
        </pc:sldMkLst>
      </pc:sldChg>
      <pc:sldChg chg="modSp add">
        <pc:chgData name="王 欣捷" userId="b965477fa0aef5e6" providerId="LiveId" clId="{F5C7CE7F-4255-4272-BB66-E36156271E14}" dt="2021-04-22T07:46:07.334" v="28"/>
        <pc:sldMkLst>
          <pc:docMk/>
          <pc:sldMk cId="0" sldId="937"/>
        </pc:sldMkLst>
      </pc:sldChg>
      <pc:sldChg chg="addSp delSp modSp add del mod modClrScheme chgLayout">
        <pc:chgData name="王 欣捷" userId="b965477fa0aef5e6" providerId="LiveId" clId="{F5C7CE7F-4255-4272-BB66-E36156271E14}" dt="2021-04-22T07:55:06.652" v="91" actId="1076"/>
        <pc:sldMkLst>
          <pc:docMk/>
          <pc:sldMk cId="0" sldId="938"/>
        </pc:sldMkLst>
      </pc:sldChg>
      <pc:sldChg chg="del">
        <pc:chgData name="王 欣捷" userId="b965477fa0aef5e6" providerId="LiveId" clId="{F5C7CE7F-4255-4272-BB66-E36156271E14}" dt="2021-04-22T07:45:21.335" v="1" actId="47"/>
        <pc:sldMkLst>
          <pc:docMk/>
          <pc:sldMk cId="0" sldId="939"/>
        </pc:sldMkLst>
      </pc:sldChg>
      <pc:sldChg chg="modSp add del mod">
        <pc:chgData name="王 欣捷" userId="b965477fa0aef5e6" providerId="LiveId" clId="{F5C7CE7F-4255-4272-BB66-E36156271E14}" dt="2021-04-22T07:55:33.283" v="93" actId="2710"/>
        <pc:sldMkLst>
          <pc:docMk/>
          <pc:sldMk cId="0" sldId="940"/>
        </pc:sldMkLst>
      </pc:sldChg>
      <pc:sldChg chg="delSp modSp add del mod modClrScheme chgLayout">
        <pc:chgData name="王 欣捷" userId="b965477fa0aef5e6" providerId="LiveId" clId="{F5C7CE7F-4255-4272-BB66-E36156271E14}" dt="2021-04-22T07:56:32.447" v="111" actId="14100"/>
        <pc:sldMkLst>
          <pc:docMk/>
          <pc:sldMk cId="0" sldId="941"/>
        </pc:sldMkLst>
      </pc:sldChg>
      <pc:sldChg chg="add">
        <pc:chgData name="王 欣捷" userId="b965477fa0aef5e6" providerId="LiveId" clId="{F5C7CE7F-4255-4272-BB66-E36156271E14}" dt="2021-04-22T07:45:22.033" v="2"/>
        <pc:sldMkLst>
          <pc:docMk/>
          <pc:sldMk cId="0" sldId="942"/>
        </pc:sldMkLst>
      </pc:sldChg>
      <pc:sldChg chg="modSp add del mod chgLayout">
        <pc:chgData name="王 欣捷" userId="b965477fa0aef5e6" providerId="LiveId" clId="{F5C7CE7F-4255-4272-BB66-E36156271E14}" dt="2021-04-22T07:56:42.362" v="112" actId="700"/>
        <pc:sldMkLst>
          <pc:docMk/>
          <pc:sldMk cId="0" sldId="943"/>
        </pc:sldMkLst>
      </pc:sldChg>
      <pc:sldChg chg="modSp add del mod chgLayout">
        <pc:chgData name="王 欣捷" userId="b965477fa0aef5e6" providerId="LiveId" clId="{F5C7CE7F-4255-4272-BB66-E36156271E14}" dt="2021-04-22T07:56:45.269" v="113" actId="700"/>
        <pc:sldMkLst>
          <pc:docMk/>
          <pc:sldMk cId="0" sldId="944"/>
        </pc:sldMkLst>
      </pc:sldChg>
      <pc:sldChg chg="modSp add mod chgLayout">
        <pc:chgData name="王 欣捷" userId="b965477fa0aef5e6" providerId="LiveId" clId="{F5C7CE7F-4255-4272-BB66-E36156271E14}" dt="2021-04-22T07:56:48.751" v="114" actId="700"/>
        <pc:sldMkLst>
          <pc:docMk/>
          <pc:sldMk cId="0" sldId="945"/>
        </pc:sldMkLst>
      </pc:sldChg>
      <pc:sldChg chg="del">
        <pc:chgData name="王 欣捷" userId="b965477fa0aef5e6" providerId="LiveId" clId="{F5C7CE7F-4255-4272-BB66-E36156271E14}" dt="2021-04-22T07:45:21.335" v="1" actId="47"/>
        <pc:sldMkLst>
          <pc:docMk/>
          <pc:sldMk cId="672076074" sldId="945"/>
        </pc:sldMkLst>
      </pc:sldChg>
      <pc:sldChg chg="modSp add mod chgLayout">
        <pc:chgData name="王 欣捷" userId="b965477fa0aef5e6" providerId="LiveId" clId="{F5C7CE7F-4255-4272-BB66-E36156271E14}" dt="2021-04-22T07:56:53.090" v="115" actId="700"/>
        <pc:sldMkLst>
          <pc:docMk/>
          <pc:sldMk cId="0" sldId="946"/>
        </pc:sldMkLst>
      </pc:sldChg>
      <pc:sldChg chg="del">
        <pc:chgData name="王 欣捷" userId="b965477fa0aef5e6" providerId="LiveId" clId="{F5C7CE7F-4255-4272-BB66-E36156271E14}" dt="2021-04-22T07:45:21.335" v="1" actId="47"/>
        <pc:sldMkLst>
          <pc:docMk/>
          <pc:sldMk cId="4090644917" sldId="946"/>
        </pc:sldMkLst>
      </pc:sldChg>
      <pc:sldChg chg="modSp add mod delCm chgLayout">
        <pc:chgData name="王 欣捷" userId="b965477fa0aef5e6" providerId="LiveId" clId="{F5C7CE7F-4255-4272-BB66-E36156271E14}" dt="2021-04-22T07:58:43.486" v="137" actId="1076"/>
        <pc:sldMkLst>
          <pc:docMk/>
          <pc:sldMk cId="0" sldId="947"/>
        </pc:sldMkLst>
      </pc:sldChg>
      <pc:sldChg chg="add">
        <pc:chgData name="王 欣捷" userId="b965477fa0aef5e6" providerId="LiveId" clId="{F5C7CE7F-4255-4272-BB66-E36156271E14}" dt="2021-04-22T07:45:22.033" v="2"/>
        <pc:sldMkLst>
          <pc:docMk/>
          <pc:sldMk cId="0" sldId="948"/>
        </pc:sldMkLst>
      </pc:sldChg>
      <pc:sldChg chg="modSp add mod">
        <pc:chgData name="王 欣捷" userId="b965477fa0aef5e6" providerId="LiveId" clId="{F5C7CE7F-4255-4272-BB66-E36156271E14}" dt="2021-04-22T07:46:07.394" v="29" actId="27636"/>
        <pc:sldMkLst>
          <pc:docMk/>
          <pc:sldMk cId="0" sldId="949"/>
        </pc:sldMkLst>
      </pc:sldChg>
      <pc:sldChg chg="modSp add mod">
        <pc:chgData name="王 欣捷" userId="b965477fa0aef5e6" providerId="LiveId" clId="{F5C7CE7F-4255-4272-BB66-E36156271E14}" dt="2021-04-22T07:46:07.404" v="31" actId="27636"/>
        <pc:sldMkLst>
          <pc:docMk/>
          <pc:sldMk cId="0" sldId="950"/>
        </pc:sldMkLst>
      </pc:sldChg>
      <pc:sldChg chg="modSp add mod">
        <pc:chgData name="王 欣捷" userId="b965477fa0aef5e6" providerId="LiveId" clId="{F5C7CE7F-4255-4272-BB66-E36156271E14}" dt="2021-04-22T07:46:07.410" v="32" actId="27636"/>
        <pc:sldMkLst>
          <pc:docMk/>
          <pc:sldMk cId="0" sldId="951"/>
        </pc:sldMkLst>
      </pc:sldChg>
      <pc:sldChg chg="modSp add mod">
        <pc:chgData name="王 欣捷" userId="b965477fa0aef5e6" providerId="LiveId" clId="{F5C7CE7F-4255-4272-BB66-E36156271E14}" dt="2021-04-22T07:46:07.414" v="33" actId="27636"/>
        <pc:sldMkLst>
          <pc:docMk/>
          <pc:sldMk cId="0" sldId="952"/>
        </pc:sldMkLst>
      </pc:sldChg>
      <pc:sldChg chg="modSp add mod">
        <pc:chgData name="王 欣捷" userId="b965477fa0aef5e6" providerId="LiveId" clId="{F5C7CE7F-4255-4272-BB66-E36156271E14}" dt="2021-04-22T07:46:07.394" v="30" actId="27636"/>
        <pc:sldMkLst>
          <pc:docMk/>
          <pc:sldMk cId="0" sldId="953"/>
        </pc:sldMkLst>
      </pc:sldChg>
      <pc:sldChg chg="modSp add">
        <pc:chgData name="王 欣捷" userId="b965477fa0aef5e6" providerId="LiveId" clId="{F5C7CE7F-4255-4272-BB66-E36156271E14}" dt="2021-04-22T07:46:07.334" v="28"/>
        <pc:sldMkLst>
          <pc:docMk/>
          <pc:sldMk cId="0" sldId="954"/>
        </pc:sldMkLst>
      </pc:sldChg>
      <pc:sldChg chg="modSp add">
        <pc:chgData name="王 欣捷" userId="b965477fa0aef5e6" providerId="LiveId" clId="{F5C7CE7F-4255-4272-BB66-E36156271E14}" dt="2021-04-22T07:46:07.334" v="28"/>
        <pc:sldMkLst>
          <pc:docMk/>
          <pc:sldMk cId="0" sldId="955"/>
        </pc:sldMkLst>
      </pc:sldChg>
      <pc:sldChg chg="modSp add">
        <pc:chgData name="王 欣捷" userId="b965477fa0aef5e6" providerId="LiveId" clId="{F5C7CE7F-4255-4272-BB66-E36156271E14}" dt="2021-04-22T07:46:07.334" v="28"/>
        <pc:sldMkLst>
          <pc:docMk/>
          <pc:sldMk cId="0" sldId="956"/>
        </pc:sldMkLst>
      </pc:sldChg>
      <pc:sldChg chg="modSp add mod">
        <pc:chgData name="王 欣捷" userId="b965477fa0aef5e6" providerId="LiveId" clId="{F5C7CE7F-4255-4272-BB66-E36156271E14}" dt="2021-04-22T07:55:30.579" v="92" actId="2710"/>
        <pc:sldMkLst>
          <pc:docMk/>
          <pc:sldMk cId="0" sldId="957"/>
        </pc:sldMkLst>
      </pc:sldChg>
      <pc:sldChg chg="modSp add mod">
        <pc:chgData name="王 欣捷" userId="b965477fa0aef5e6" providerId="LiveId" clId="{F5C7CE7F-4255-4272-BB66-E36156271E14}" dt="2021-04-22T07:45:46.273" v="24" actId="20577"/>
        <pc:sldMkLst>
          <pc:docMk/>
          <pc:sldMk cId="0" sldId="958"/>
        </pc:sldMkLst>
      </pc:sldChg>
      <pc:sldChg chg="modSp add mod chgLayout">
        <pc:chgData name="王 欣捷" userId="b965477fa0aef5e6" providerId="LiveId" clId="{F5C7CE7F-4255-4272-BB66-E36156271E14}" dt="2021-04-22T07:58:57.143" v="138" actId="700"/>
        <pc:sldMkLst>
          <pc:docMk/>
          <pc:sldMk cId="0" sldId="959"/>
        </pc:sldMkLst>
      </pc:sldChg>
      <pc:sldChg chg="modSp add mod chgLayout">
        <pc:chgData name="王 欣捷" userId="b965477fa0aef5e6" providerId="LiveId" clId="{F5C7CE7F-4255-4272-BB66-E36156271E14}" dt="2021-04-22T07:58:59.510" v="139" actId="700"/>
        <pc:sldMkLst>
          <pc:docMk/>
          <pc:sldMk cId="0" sldId="960"/>
        </pc:sldMkLst>
      </pc:sldChg>
      <pc:sldChg chg="modSp add mod chgLayout">
        <pc:chgData name="王 欣捷" userId="b965477fa0aef5e6" providerId="LiveId" clId="{F5C7CE7F-4255-4272-BB66-E36156271E14}" dt="2021-04-22T07:59:03.625" v="140" actId="700"/>
        <pc:sldMkLst>
          <pc:docMk/>
          <pc:sldMk cId="0" sldId="961"/>
        </pc:sldMkLst>
      </pc:sldChg>
      <pc:sldChg chg="modSp add mod">
        <pc:chgData name="王 欣捷" userId="b965477fa0aef5e6" providerId="LiveId" clId="{F5C7CE7F-4255-4272-BB66-E36156271E14}" dt="2021-04-22T07:46:07.334" v="28"/>
        <pc:sldMkLst>
          <pc:docMk/>
          <pc:sldMk cId="0" sldId="962"/>
        </pc:sldMkLst>
      </pc:sldChg>
      <pc:sldChg chg="modSp add mod">
        <pc:chgData name="王 欣捷" userId="b965477fa0aef5e6" providerId="LiveId" clId="{F5C7CE7F-4255-4272-BB66-E36156271E14}" dt="2021-04-22T07:46:07.334" v="28"/>
        <pc:sldMkLst>
          <pc:docMk/>
          <pc:sldMk cId="0" sldId="963"/>
        </pc:sldMkLst>
      </pc:sldChg>
      <pc:sldChg chg="add">
        <pc:chgData name="王 欣捷" userId="b965477fa0aef5e6" providerId="LiveId" clId="{F5C7CE7F-4255-4272-BB66-E36156271E14}" dt="2021-04-22T07:45:22.033" v="2"/>
        <pc:sldMkLst>
          <pc:docMk/>
          <pc:sldMk cId="0" sldId="964"/>
        </pc:sldMkLst>
      </pc:sldChg>
      <pc:sldChg chg="modSp add mod modClrScheme chgLayout">
        <pc:chgData name="王 欣捷" userId="b965477fa0aef5e6" providerId="LiveId" clId="{F5C7CE7F-4255-4272-BB66-E36156271E14}" dt="2021-04-22T07:59:28.872" v="141" actId="700"/>
        <pc:sldMkLst>
          <pc:docMk/>
          <pc:sldMk cId="0" sldId="965"/>
        </pc:sldMkLst>
      </pc:sldChg>
      <pc:sldChg chg="modSp add mod modClrScheme chgLayout">
        <pc:chgData name="王 欣捷" userId="b965477fa0aef5e6" providerId="LiveId" clId="{F5C7CE7F-4255-4272-BB66-E36156271E14}" dt="2021-04-22T07:59:49.914" v="143" actId="1076"/>
        <pc:sldMkLst>
          <pc:docMk/>
          <pc:sldMk cId="0" sldId="966"/>
        </pc:sldMkLst>
      </pc:sldChg>
      <pc:sldChg chg="modSp add mod modClrScheme chgLayout">
        <pc:chgData name="王 欣捷" userId="b965477fa0aef5e6" providerId="LiveId" clId="{F5C7CE7F-4255-4272-BB66-E36156271E14}" dt="2021-04-22T08:00:53.894" v="160" actId="1076"/>
        <pc:sldMkLst>
          <pc:docMk/>
          <pc:sldMk cId="0" sldId="967"/>
        </pc:sldMkLst>
      </pc:sldChg>
      <pc:sldChg chg="modSp add mod modClrScheme chgLayout">
        <pc:chgData name="王 欣捷" userId="b965477fa0aef5e6" providerId="LiveId" clId="{F5C7CE7F-4255-4272-BB66-E36156271E14}" dt="2021-04-22T08:00:12.274" v="147" actId="700"/>
        <pc:sldMkLst>
          <pc:docMk/>
          <pc:sldMk cId="0" sldId="968"/>
        </pc:sldMkLst>
      </pc:sldChg>
      <pc:sldChg chg="modSp add mod modClrScheme chgLayout">
        <pc:chgData name="王 欣捷" userId="b965477fa0aef5e6" providerId="LiveId" clId="{F5C7CE7F-4255-4272-BB66-E36156271E14}" dt="2021-04-22T08:01:02.763" v="163" actId="1037"/>
        <pc:sldMkLst>
          <pc:docMk/>
          <pc:sldMk cId="0" sldId="969"/>
        </pc:sldMkLst>
      </pc:sldChg>
      <pc:sldChg chg="modSp add mod modClrScheme chgLayout">
        <pc:chgData name="王 欣捷" userId="b965477fa0aef5e6" providerId="LiveId" clId="{F5C7CE7F-4255-4272-BB66-E36156271E14}" dt="2021-04-22T08:01:12.249" v="167" actId="1076"/>
        <pc:sldMkLst>
          <pc:docMk/>
          <pc:sldMk cId="0" sldId="970"/>
        </pc:sldMkLst>
      </pc:sldChg>
      <pc:sldChg chg="modSp add mod chgLayout">
        <pc:chgData name="王 欣捷" userId="b965477fa0aef5e6" providerId="LiveId" clId="{F5C7CE7F-4255-4272-BB66-E36156271E14}" dt="2021-04-22T08:01:19.016" v="168" actId="700"/>
        <pc:sldMkLst>
          <pc:docMk/>
          <pc:sldMk cId="0" sldId="971"/>
        </pc:sldMkLst>
      </pc:sldChg>
      <pc:sldChg chg="modSp add">
        <pc:chgData name="王 欣捷" userId="b965477fa0aef5e6" providerId="LiveId" clId="{F5C7CE7F-4255-4272-BB66-E36156271E14}" dt="2021-04-22T07:46:07.334" v="28"/>
        <pc:sldMkLst>
          <pc:docMk/>
          <pc:sldMk cId="0" sldId="972"/>
        </pc:sldMkLst>
      </pc:sldChg>
      <pc:sldChg chg="add">
        <pc:chgData name="王 欣捷" userId="b965477fa0aef5e6" providerId="LiveId" clId="{F5C7CE7F-4255-4272-BB66-E36156271E14}" dt="2021-04-22T07:45:22.033" v="2"/>
        <pc:sldMkLst>
          <pc:docMk/>
          <pc:sldMk cId="0" sldId="973"/>
        </pc:sldMkLst>
      </pc:sldChg>
      <pc:sldChg chg="modSp add">
        <pc:chgData name="王 欣捷" userId="b965477fa0aef5e6" providerId="LiveId" clId="{F5C7CE7F-4255-4272-BB66-E36156271E14}" dt="2021-04-22T07:46:07.334" v="28"/>
        <pc:sldMkLst>
          <pc:docMk/>
          <pc:sldMk cId="0" sldId="974"/>
        </pc:sldMkLst>
      </pc:sldChg>
      <pc:sldChg chg="modSp add">
        <pc:chgData name="王 欣捷" userId="b965477fa0aef5e6" providerId="LiveId" clId="{F5C7CE7F-4255-4272-BB66-E36156271E14}" dt="2021-04-22T07:46:07.334" v="28"/>
        <pc:sldMkLst>
          <pc:docMk/>
          <pc:sldMk cId="0" sldId="975"/>
        </pc:sldMkLst>
      </pc:sldChg>
      <pc:sldChg chg="modSp add mod modClrScheme chgLayout">
        <pc:chgData name="王 欣捷" userId="b965477fa0aef5e6" providerId="LiveId" clId="{F5C7CE7F-4255-4272-BB66-E36156271E14}" dt="2021-04-22T08:01:28.550" v="169" actId="700"/>
        <pc:sldMkLst>
          <pc:docMk/>
          <pc:sldMk cId="0" sldId="976"/>
        </pc:sldMkLst>
      </pc:sldChg>
      <pc:sldChg chg="modSp add">
        <pc:chgData name="王 欣捷" userId="b965477fa0aef5e6" providerId="LiveId" clId="{F5C7CE7F-4255-4272-BB66-E36156271E14}" dt="2021-04-22T08:01:35.388" v="170" actId="1076"/>
        <pc:sldMkLst>
          <pc:docMk/>
          <pc:sldMk cId="0" sldId="977"/>
        </pc:sldMkLst>
      </pc:sldChg>
      <pc:sldChg chg="modSp add mod modClrScheme chgLayout">
        <pc:chgData name="王 欣捷" userId="b965477fa0aef5e6" providerId="LiveId" clId="{F5C7CE7F-4255-4272-BB66-E36156271E14}" dt="2021-04-22T08:01:37.821" v="171" actId="700"/>
        <pc:sldMkLst>
          <pc:docMk/>
          <pc:sldMk cId="0" sldId="978"/>
        </pc:sldMkLst>
      </pc:sldChg>
      <pc:sldChg chg="addSp delSp modSp add mod modClrScheme chgLayout">
        <pc:chgData name="王 欣捷" userId="b965477fa0aef5e6" providerId="LiveId" clId="{F5C7CE7F-4255-4272-BB66-E36156271E14}" dt="2021-04-22T08:03:26.278" v="198" actId="1076"/>
        <pc:sldMkLst>
          <pc:docMk/>
          <pc:sldMk cId="0" sldId="979"/>
        </pc:sldMkLst>
      </pc:sldChg>
      <pc:sldChg chg="modSp add mod modClrScheme chgLayout">
        <pc:chgData name="王 欣捷" userId="b965477fa0aef5e6" providerId="LiveId" clId="{F5C7CE7F-4255-4272-BB66-E36156271E14}" dt="2021-04-22T08:03:08.435" v="195" actId="1076"/>
        <pc:sldMkLst>
          <pc:docMk/>
          <pc:sldMk cId="0" sldId="980"/>
        </pc:sldMkLst>
      </pc:sldChg>
      <pc:sldChg chg="modSp add mod modClrScheme chgLayout">
        <pc:chgData name="王 欣捷" userId="b965477fa0aef5e6" providerId="LiveId" clId="{F5C7CE7F-4255-4272-BB66-E36156271E14}" dt="2021-04-22T08:03:51.731" v="205" actId="1076"/>
        <pc:sldMkLst>
          <pc:docMk/>
          <pc:sldMk cId="0" sldId="981"/>
        </pc:sldMkLst>
      </pc:sldChg>
      <pc:sldChg chg="modSp add mod modClrScheme chgLayout">
        <pc:chgData name="王 欣捷" userId="b965477fa0aef5e6" providerId="LiveId" clId="{F5C7CE7F-4255-4272-BB66-E36156271E14}" dt="2021-04-22T08:04:06.141" v="215" actId="1036"/>
        <pc:sldMkLst>
          <pc:docMk/>
          <pc:sldMk cId="0" sldId="982"/>
        </pc:sldMkLst>
      </pc:sldChg>
      <pc:sldChg chg="modSp add mod modClrScheme chgLayout">
        <pc:chgData name="王 欣捷" userId="b965477fa0aef5e6" providerId="LiveId" clId="{F5C7CE7F-4255-4272-BB66-E36156271E14}" dt="2021-04-22T08:04:56.979" v="222" actId="1076"/>
        <pc:sldMkLst>
          <pc:docMk/>
          <pc:sldMk cId="0" sldId="983"/>
        </pc:sldMkLst>
      </pc:sldChg>
      <pc:sldChg chg="modSp add mod modClrScheme chgLayout">
        <pc:chgData name="王 欣捷" userId="b965477fa0aef5e6" providerId="LiveId" clId="{F5C7CE7F-4255-4272-BB66-E36156271E14}" dt="2021-04-22T08:05:10.290" v="226" actId="1076"/>
        <pc:sldMkLst>
          <pc:docMk/>
          <pc:sldMk cId="0" sldId="984"/>
        </pc:sldMkLst>
      </pc:sldChg>
      <pc:sldChg chg="modSp add mod modClrScheme chgLayout">
        <pc:chgData name="王 欣捷" userId="b965477fa0aef5e6" providerId="LiveId" clId="{F5C7CE7F-4255-4272-BB66-E36156271E14}" dt="2021-04-22T08:05:34.382" v="229" actId="1076"/>
        <pc:sldMkLst>
          <pc:docMk/>
          <pc:sldMk cId="0" sldId="985"/>
        </pc:sldMkLst>
      </pc:sldChg>
      <pc:sldChg chg="modSp add">
        <pc:chgData name="王 欣捷" userId="b965477fa0aef5e6" providerId="LiveId" clId="{F5C7CE7F-4255-4272-BB66-E36156271E14}" dt="2021-04-22T07:46:07.334" v="28"/>
        <pc:sldMkLst>
          <pc:docMk/>
          <pc:sldMk cId="0" sldId="986"/>
        </pc:sldMkLst>
      </pc:sldChg>
      <pc:sldChg chg="modSp add mod">
        <pc:chgData name="王 欣捷" userId="b965477fa0aef5e6" providerId="LiveId" clId="{F5C7CE7F-4255-4272-BB66-E36156271E14}" dt="2021-04-22T08:09:01.701" v="398"/>
        <pc:sldMkLst>
          <pc:docMk/>
          <pc:sldMk cId="3597084887" sldId="987"/>
        </pc:sldMkLst>
      </pc:sldChg>
      <pc:sldChg chg="add del">
        <pc:chgData name="王 欣捷" userId="b965477fa0aef5e6" providerId="LiveId" clId="{F5C7CE7F-4255-4272-BB66-E36156271E14}" dt="2021-04-22T07:45:30.559" v="19"/>
        <pc:sldMkLst>
          <pc:docMk/>
          <pc:sldMk cId="0" sldId="988"/>
        </pc:sldMkLst>
      </pc:sldChg>
      <pc:sldChg chg="add del">
        <pc:chgData name="王 欣捷" userId="b965477fa0aef5e6" providerId="LiveId" clId="{F5C7CE7F-4255-4272-BB66-E36156271E14}" dt="2021-04-22T07:45:30.559" v="19"/>
        <pc:sldMkLst>
          <pc:docMk/>
          <pc:sldMk cId="0" sldId="989"/>
        </pc:sldMkLst>
      </pc:sldChg>
      <pc:sldChg chg="add del">
        <pc:chgData name="王 欣捷" userId="b965477fa0aef5e6" providerId="LiveId" clId="{F5C7CE7F-4255-4272-BB66-E36156271E14}" dt="2021-04-22T07:45:30.559" v="19"/>
        <pc:sldMkLst>
          <pc:docMk/>
          <pc:sldMk cId="0" sldId="990"/>
        </pc:sldMkLst>
      </pc:sldChg>
      <pc:sldChg chg="add del">
        <pc:chgData name="王 欣捷" userId="b965477fa0aef5e6" providerId="LiveId" clId="{F5C7CE7F-4255-4272-BB66-E36156271E14}" dt="2021-04-22T07:45:30.559" v="19"/>
        <pc:sldMkLst>
          <pc:docMk/>
          <pc:sldMk cId="0" sldId="991"/>
        </pc:sldMkLst>
      </pc:sldChg>
      <pc:sldChg chg="add del">
        <pc:chgData name="王 欣捷" userId="b965477fa0aef5e6" providerId="LiveId" clId="{F5C7CE7F-4255-4272-BB66-E36156271E14}" dt="2021-04-22T07:45:30.559" v="19"/>
        <pc:sldMkLst>
          <pc:docMk/>
          <pc:sldMk cId="0" sldId="992"/>
        </pc:sldMkLst>
      </pc:sldChg>
      <pc:sldChg chg="add del">
        <pc:chgData name="王 欣捷" userId="b965477fa0aef5e6" providerId="LiveId" clId="{F5C7CE7F-4255-4272-BB66-E36156271E14}" dt="2021-04-22T07:45:30.559" v="19"/>
        <pc:sldMkLst>
          <pc:docMk/>
          <pc:sldMk cId="0" sldId="993"/>
        </pc:sldMkLst>
      </pc:sldChg>
      <pc:sldChg chg="add del">
        <pc:chgData name="王 欣捷" userId="b965477fa0aef5e6" providerId="LiveId" clId="{F5C7CE7F-4255-4272-BB66-E36156271E14}" dt="2021-04-22T07:45:30.559" v="19"/>
        <pc:sldMkLst>
          <pc:docMk/>
          <pc:sldMk cId="0" sldId="994"/>
        </pc:sldMkLst>
      </pc:sldChg>
      <pc:sldChg chg="add del">
        <pc:chgData name="王 欣捷" userId="b965477fa0aef5e6" providerId="LiveId" clId="{F5C7CE7F-4255-4272-BB66-E36156271E14}" dt="2021-04-22T07:45:30.559" v="19"/>
        <pc:sldMkLst>
          <pc:docMk/>
          <pc:sldMk cId="0" sldId="995"/>
        </pc:sldMkLst>
      </pc:sldChg>
      <pc:sldChg chg="add del">
        <pc:chgData name="王 欣捷" userId="b965477fa0aef5e6" providerId="LiveId" clId="{F5C7CE7F-4255-4272-BB66-E36156271E14}" dt="2021-04-22T07:45:30.559" v="19"/>
        <pc:sldMkLst>
          <pc:docMk/>
          <pc:sldMk cId="0" sldId="996"/>
        </pc:sldMkLst>
      </pc:sldChg>
      <pc:sldChg chg="add del">
        <pc:chgData name="王 欣捷" userId="b965477fa0aef5e6" providerId="LiveId" clId="{F5C7CE7F-4255-4272-BB66-E36156271E14}" dt="2021-04-22T07:45:30.559" v="19"/>
        <pc:sldMkLst>
          <pc:docMk/>
          <pc:sldMk cId="0" sldId="997"/>
        </pc:sldMkLst>
      </pc:sldChg>
      <pc:sldChg chg="add del">
        <pc:chgData name="王 欣捷" userId="b965477fa0aef5e6" providerId="LiveId" clId="{F5C7CE7F-4255-4272-BB66-E36156271E14}" dt="2021-04-22T07:45:30.559" v="19"/>
        <pc:sldMkLst>
          <pc:docMk/>
          <pc:sldMk cId="0" sldId="998"/>
        </pc:sldMkLst>
      </pc:sldChg>
      <pc:sldChg chg="add del">
        <pc:chgData name="王 欣捷" userId="b965477fa0aef5e6" providerId="LiveId" clId="{F5C7CE7F-4255-4272-BB66-E36156271E14}" dt="2021-04-22T07:45:30.559" v="19"/>
        <pc:sldMkLst>
          <pc:docMk/>
          <pc:sldMk cId="0" sldId="999"/>
        </pc:sldMkLst>
      </pc:sldChg>
      <pc:sldChg chg="add del">
        <pc:chgData name="王 欣捷" userId="b965477fa0aef5e6" providerId="LiveId" clId="{F5C7CE7F-4255-4272-BB66-E36156271E14}" dt="2021-04-22T07:45:30.559" v="19"/>
        <pc:sldMkLst>
          <pc:docMk/>
          <pc:sldMk cId="0" sldId="1000"/>
        </pc:sldMkLst>
      </pc:sldChg>
      <pc:sldChg chg="add del">
        <pc:chgData name="王 欣捷" userId="b965477fa0aef5e6" providerId="LiveId" clId="{F5C7CE7F-4255-4272-BB66-E36156271E14}" dt="2021-04-22T07:45:30.559" v="19"/>
        <pc:sldMkLst>
          <pc:docMk/>
          <pc:sldMk cId="0" sldId="1001"/>
        </pc:sldMkLst>
      </pc:sldChg>
      <pc:sldChg chg="add del">
        <pc:chgData name="王 欣捷" userId="b965477fa0aef5e6" providerId="LiveId" clId="{F5C7CE7F-4255-4272-BB66-E36156271E14}" dt="2021-04-22T07:45:30.559" v="19"/>
        <pc:sldMkLst>
          <pc:docMk/>
          <pc:sldMk cId="0" sldId="1002"/>
        </pc:sldMkLst>
      </pc:sldChg>
      <pc:sldChg chg="add del">
        <pc:chgData name="王 欣捷" userId="b965477fa0aef5e6" providerId="LiveId" clId="{F5C7CE7F-4255-4272-BB66-E36156271E14}" dt="2021-04-22T07:45:30.559" v="19"/>
        <pc:sldMkLst>
          <pc:docMk/>
          <pc:sldMk cId="0" sldId="1003"/>
        </pc:sldMkLst>
      </pc:sldChg>
      <pc:sldChg chg="add del">
        <pc:chgData name="王 欣捷" userId="b965477fa0aef5e6" providerId="LiveId" clId="{F5C7CE7F-4255-4272-BB66-E36156271E14}" dt="2021-04-22T07:45:30.559" v="19"/>
        <pc:sldMkLst>
          <pc:docMk/>
          <pc:sldMk cId="0" sldId="1004"/>
        </pc:sldMkLst>
      </pc:sldChg>
      <pc:sldChg chg="add del">
        <pc:chgData name="王 欣捷" userId="b965477fa0aef5e6" providerId="LiveId" clId="{F5C7CE7F-4255-4272-BB66-E36156271E14}" dt="2021-04-22T07:45:30.559" v="19"/>
        <pc:sldMkLst>
          <pc:docMk/>
          <pc:sldMk cId="0" sldId="1005"/>
        </pc:sldMkLst>
      </pc:sldChg>
      <pc:sldChg chg="add del">
        <pc:chgData name="王 欣捷" userId="b965477fa0aef5e6" providerId="LiveId" clId="{F5C7CE7F-4255-4272-BB66-E36156271E14}" dt="2021-04-22T07:45:30.559" v="19"/>
        <pc:sldMkLst>
          <pc:docMk/>
          <pc:sldMk cId="0" sldId="1006"/>
        </pc:sldMkLst>
      </pc:sldChg>
      <pc:sldChg chg="add del">
        <pc:chgData name="王 欣捷" userId="b965477fa0aef5e6" providerId="LiveId" clId="{F5C7CE7F-4255-4272-BB66-E36156271E14}" dt="2021-04-22T07:45:30.559" v="19"/>
        <pc:sldMkLst>
          <pc:docMk/>
          <pc:sldMk cId="0" sldId="1007"/>
        </pc:sldMkLst>
      </pc:sldChg>
      <pc:sldChg chg="add del">
        <pc:chgData name="王 欣捷" userId="b965477fa0aef5e6" providerId="LiveId" clId="{F5C7CE7F-4255-4272-BB66-E36156271E14}" dt="2021-04-22T07:45:30.559" v="19"/>
        <pc:sldMkLst>
          <pc:docMk/>
          <pc:sldMk cId="0" sldId="1008"/>
        </pc:sldMkLst>
      </pc:sldChg>
      <pc:sldChg chg="add del">
        <pc:chgData name="王 欣捷" userId="b965477fa0aef5e6" providerId="LiveId" clId="{F5C7CE7F-4255-4272-BB66-E36156271E14}" dt="2021-04-22T07:45:30.559" v="19"/>
        <pc:sldMkLst>
          <pc:docMk/>
          <pc:sldMk cId="0" sldId="1009"/>
        </pc:sldMkLst>
      </pc:sldChg>
      <pc:sldChg chg="add del">
        <pc:chgData name="王 欣捷" userId="b965477fa0aef5e6" providerId="LiveId" clId="{F5C7CE7F-4255-4272-BB66-E36156271E14}" dt="2021-04-22T07:45:30.559" v="19"/>
        <pc:sldMkLst>
          <pc:docMk/>
          <pc:sldMk cId="0" sldId="1010"/>
        </pc:sldMkLst>
      </pc:sldChg>
      <pc:sldChg chg="add del">
        <pc:chgData name="王 欣捷" userId="b965477fa0aef5e6" providerId="LiveId" clId="{F5C7CE7F-4255-4272-BB66-E36156271E14}" dt="2021-04-22T07:45:30.559" v="19"/>
        <pc:sldMkLst>
          <pc:docMk/>
          <pc:sldMk cId="0" sldId="1011"/>
        </pc:sldMkLst>
      </pc:sldChg>
      <pc:sldChg chg="add del">
        <pc:chgData name="王 欣捷" userId="b965477fa0aef5e6" providerId="LiveId" clId="{F5C7CE7F-4255-4272-BB66-E36156271E14}" dt="2021-04-22T07:45:30.559" v="19"/>
        <pc:sldMkLst>
          <pc:docMk/>
          <pc:sldMk cId="0" sldId="1012"/>
        </pc:sldMkLst>
      </pc:sldChg>
      <pc:sldChg chg="add del">
        <pc:chgData name="王 欣捷" userId="b965477fa0aef5e6" providerId="LiveId" clId="{F5C7CE7F-4255-4272-BB66-E36156271E14}" dt="2021-04-22T07:45:30.559" v="19"/>
        <pc:sldMkLst>
          <pc:docMk/>
          <pc:sldMk cId="0" sldId="1013"/>
        </pc:sldMkLst>
      </pc:sldChg>
      <pc:sldChg chg="add del">
        <pc:chgData name="王 欣捷" userId="b965477fa0aef5e6" providerId="LiveId" clId="{F5C7CE7F-4255-4272-BB66-E36156271E14}" dt="2021-04-22T07:45:30.559" v="19"/>
        <pc:sldMkLst>
          <pc:docMk/>
          <pc:sldMk cId="0" sldId="1014"/>
        </pc:sldMkLst>
      </pc:sldChg>
      <pc:sldChg chg="add del">
        <pc:chgData name="王 欣捷" userId="b965477fa0aef5e6" providerId="LiveId" clId="{F5C7CE7F-4255-4272-BB66-E36156271E14}" dt="2021-04-22T07:45:30.559" v="19"/>
        <pc:sldMkLst>
          <pc:docMk/>
          <pc:sldMk cId="0" sldId="1015"/>
        </pc:sldMkLst>
      </pc:sldChg>
      <pc:sldChg chg="add del">
        <pc:chgData name="王 欣捷" userId="b965477fa0aef5e6" providerId="LiveId" clId="{F5C7CE7F-4255-4272-BB66-E36156271E14}" dt="2021-04-22T07:45:30.559" v="19"/>
        <pc:sldMkLst>
          <pc:docMk/>
          <pc:sldMk cId="0" sldId="1016"/>
        </pc:sldMkLst>
      </pc:sldChg>
      <pc:sldChg chg="add del">
        <pc:chgData name="王 欣捷" userId="b965477fa0aef5e6" providerId="LiveId" clId="{F5C7CE7F-4255-4272-BB66-E36156271E14}" dt="2021-04-22T07:45:30.559" v="19"/>
        <pc:sldMkLst>
          <pc:docMk/>
          <pc:sldMk cId="0" sldId="1017"/>
        </pc:sldMkLst>
      </pc:sldChg>
      <pc:sldChg chg="add del">
        <pc:chgData name="王 欣捷" userId="b965477fa0aef5e6" providerId="LiveId" clId="{F5C7CE7F-4255-4272-BB66-E36156271E14}" dt="2021-04-22T07:45:30.559" v="19"/>
        <pc:sldMkLst>
          <pc:docMk/>
          <pc:sldMk cId="0" sldId="1018"/>
        </pc:sldMkLst>
      </pc:sldChg>
      <pc:sldChg chg="add del">
        <pc:chgData name="王 欣捷" userId="b965477fa0aef5e6" providerId="LiveId" clId="{F5C7CE7F-4255-4272-BB66-E36156271E14}" dt="2021-04-22T07:45:30.559" v="19"/>
        <pc:sldMkLst>
          <pc:docMk/>
          <pc:sldMk cId="0" sldId="1019"/>
        </pc:sldMkLst>
      </pc:sldChg>
      <pc:sldChg chg="add del">
        <pc:chgData name="王 欣捷" userId="b965477fa0aef5e6" providerId="LiveId" clId="{F5C7CE7F-4255-4272-BB66-E36156271E14}" dt="2021-04-22T07:45:30.559" v="19"/>
        <pc:sldMkLst>
          <pc:docMk/>
          <pc:sldMk cId="0" sldId="1020"/>
        </pc:sldMkLst>
      </pc:sldChg>
      <pc:sldChg chg="add del">
        <pc:chgData name="王 欣捷" userId="b965477fa0aef5e6" providerId="LiveId" clId="{F5C7CE7F-4255-4272-BB66-E36156271E14}" dt="2021-04-22T07:45:30.559" v="19"/>
        <pc:sldMkLst>
          <pc:docMk/>
          <pc:sldMk cId="0" sldId="1021"/>
        </pc:sldMkLst>
      </pc:sldChg>
      <pc:sldChg chg="add del">
        <pc:chgData name="王 欣捷" userId="b965477fa0aef5e6" providerId="LiveId" clId="{F5C7CE7F-4255-4272-BB66-E36156271E14}" dt="2021-04-22T07:45:30.559" v="19"/>
        <pc:sldMkLst>
          <pc:docMk/>
          <pc:sldMk cId="0" sldId="1022"/>
        </pc:sldMkLst>
      </pc:sldChg>
      <pc:sldChg chg="modSp add del mod">
        <pc:chgData name="王 欣捷" userId="b965477fa0aef5e6" providerId="LiveId" clId="{F5C7CE7F-4255-4272-BB66-E36156271E14}" dt="2021-04-22T07:45:30.559" v="19"/>
        <pc:sldMkLst>
          <pc:docMk/>
          <pc:sldMk cId="0" sldId="1023"/>
        </pc:sldMkLst>
      </pc:sldChg>
      <pc:sldChg chg="modSp add del mod">
        <pc:chgData name="王 欣捷" userId="b965477fa0aef5e6" providerId="LiveId" clId="{F5C7CE7F-4255-4272-BB66-E36156271E14}" dt="2021-04-22T07:45:30.559" v="19"/>
        <pc:sldMkLst>
          <pc:docMk/>
          <pc:sldMk cId="0" sldId="1024"/>
        </pc:sldMkLst>
      </pc:sldChg>
      <pc:sldChg chg="modSp add del mod">
        <pc:chgData name="王 欣捷" userId="b965477fa0aef5e6" providerId="LiveId" clId="{F5C7CE7F-4255-4272-BB66-E36156271E14}" dt="2021-04-22T07:45:30.559" v="19"/>
        <pc:sldMkLst>
          <pc:docMk/>
          <pc:sldMk cId="0" sldId="1025"/>
        </pc:sldMkLst>
      </pc:sldChg>
      <pc:sldChg chg="modSp add del mod">
        <pc:chgData name="王 欣捷" userId="b965477fa0aef5e6" providerId="LiveId" clId="{F5C7CE7F-4255-4272-BB66-E36156271E14}" dt="2021-04-22T07:45:30.559" v="19"/>
        <pc:sldMkLst>
          <pc:docMk/>
          <pc:sldMk cId="0" sldId="1026"/>
        </pc:sldMkLst>
      </pc:sldChg>
      <pc:sldChg chg="modSp add del mod">
        <pc:chgData name="王 欣捷" userId="b965477fa0aef5e6" providerId="LiveId" clId="{F5C7CE7F-4255-4272-BB66-E36156271E14}" dt="2021-04-22T07:45:30.559" v="19"/>
        <pc:sldMkLst>
          <pc:docMk/>
          <pc:sldMk cId="0" sldId="1027"/>
        </pc:sldMkLst>
      </pc:sldChg>
      <pc:sldChg chg="add del">
        <pc:chgData name="王 欣捷" userId="b965477fa0aef5e6" providerId="LiveId" clId="{F5C7CE7F-4255-4272-BB66-E36156271E14}" dt="2021-04-22T07:45:30.559" v="19"/>
        <pc:sldMkLst>
          <pc:docMk/>
          <pc:sldMk cId="0" sldId="1028"/>
        </pc:sldMkLst>
      </pc:sldChg>
      <pc:sldChg chg="add del">
        <pc:chgData name="王 欣捷" userId="b965477fa0aef5e6" providerId="LiveId" clId="{F5C7CE7F-4255-4272-BB66-E36156271E14}" dt="2021-04-22T07:45:30.559" v="19"/>
        <pc:sldMkLst>
          <pc:docMk/>
          <pc:sldMk cId="0" sldId="1029"/>
        </pc:sldMkLst>
      </pc:sldChg>
      <pc:sldChg chg="add del">
        <pc:chgData name="王 欣捷" userId="b965477fa0aef5e6" providerId="LiveId" clId="{F5C7CE7F-4255-4272-BB66-E36156271E14}" dt="2021-04-22T07:45:30.559" v="19"/>
        <pc:sldMkLst>
          <pc:docMk/>
          <pc:sldMk cId="0" sldId="1030"/>
        </pc:sldMkLst>
      </pc:sldChg>
      <pc:sldChg chg="modSp add del mod">
        <pc:chgData name="王 欣捷" userId="b965477fa0aef5e6" providerId="LiveId" clId="{F5C7CE7F-4255-4272-BB66-E36156271E14}" dt="2021-04-22T07:45:30.559" v="19"/>
        <pc:sldMkLst>
          <pc:docMk/>
          <pc:sldMk cId="0" sldId="1031"/>
        </pc:sldMkLst>
      </pc:sldChg>
      <pc:sldChg chg="modSp add del mod">
        <pc:chgData name="王 欣捷" userId="b965477fa0aef5e6" providerId="LiveId" clId="{F5C7CE7F-4255-4272-BB66-E36156271E14}" dt="2021-04-22T07:45:30.559" v="19"/>
        <pc:sldMkLst>
          <pc:docMk/>
          <pc:sldMk cId="0" sldId="1032"/>
        </pc:sldMkLst>
      </pc:sldChg>
      <pc:sldChg chg="add del">
        <pc:chgData name="王 欣捷" userId="b965477fa0aef5e6" providerId="LiveId" clId="{F5C7CE7F-4255-4272-BB66-E36156271E14}" dt="2021-04-22T07:45:30.559" v="19"/>
        <pc:sldMkLst>
          <pc:docMk/>
          <pc:sldMk cId="0" sldId="1033"/>
        </pc:sldMkLst>
      </pc:sldChg>
      <pc:sldChg chg="add del">
        <pc:chgData name="王 欣捷" userId="b965477fa0aef5e6" providerId="LiveId" clId="{F5C7CE7F-4255-4272-BB66-E36156271E14}" dt="2021-04-22T07:45:30.559" v="19"/>
        <pc:sldMkLst>
          <pc:docMk/>
          <pc:sldMk cId="0" sldId="1034"/>
        </pc:sldMkLst>
      </pc:sldChg>
      <pc:sldChg chg="add del">
        <pc:chgData name="王 欣捷" userId="b965477fa0aef5e6" providerId="LiveId" clId="{F5C7CE7F-4255-4272-BB66-E36156271E14}" dt="2021-04-22T07:45:30.559" v="19"/>
        <pc:sldMkLst>
          <pc:docMk/>
          <pc:sldMk cId="0" sldId="1035"/>
        </pc:sldMkLst>
      </pc:sldChg>
      <pc:sldChg chg="add del">
        <pc:chgData name="王 欣捷" userId="b965477fa0aef5e6" providerId="LiveId" clId="{F5C7CE7F-4255-4272-BB66-E36156271E14}" dt="2021-04-22T07:45:30.559" v="19"/>
        <pc:sldMkLst>
          <pc:docMk/>
          <pc:sldMk cId="0" sldId="1036"/>
        </pc:sldMkLst>
      </pc:sldChg>
      <pc:sldChg chg="add del">
        <pc:chgData name="王 欣捷" userId="b965477fa0aef5e6" providerId="LiveId" clId="{F5C7CE7F-4255-4272-BB66-E36156271E14}" dt="2021-04-22T07:45:30.559" v="19"/>
        <pc:sldMkLst>
          <pc:docMk/>
          <pc:sldMk cId="0" sldId="1037"/>
        </pc:sldMkLst>
      </pc:sldChg>
      <pc:sldChg chg="add del">
        <pc:chgData name="王 欣捷" userId="b965477fa0aef5e6" providerId="LiveId" clId="{F5C7CE7F-4255-4272-BB66-E36156271E14}" dt="2021-04-22T07:45:30.559" v="19"/>
        <pc:sldMkLst>
          <pc:docMk/>
          <pc:sldMk cId="0" sldId="1038"/>
        </pc:sldMkLst>
      </pc:sldChg>
      <pc:sldChg chg="add del">
        <pc:chgData name="王 欣捷" userId="b965477fa0aef5e6" providerId="LiveId" clId="{F5C7CE7F-4255-4272-BB66-E36156271E14}" dt="2021-04-22T07:45:30.559" v="19"/>
        <pc:sldMkLst>
          <pc:docMk/>
          <pc:sldMk cId="0" sldId="1039"/>
        </pc:sldMkLst>
      </pc:sldChg>
      <pc:sldChg chg="add del">
        <pc:chgData name="王 欣捷" userId="b965477fa0aef5e6" providerId="LiveId" clId="{F5C7CE7F-4255-4272-BB66-E36156271E14}" dt="2021-04-22T07:45:30.559" v="19"/>
        <pc:sldMkLst>
          <pc:docMk/>
          <pc:sldMk cId="0" sldId="1040"/>
        </pc:sldMkLst>
      </pc:sldChg>
      <pc:sldChg chg="add del">
        <pc:chgData name="王 欣捷" userId="b965477fa0aef5e6" providerId="LiveId" clId="{F5C7CE7F-4255-4272-BB66-E36156271E14}" dt="2021-04-22T07:45:30.559" v="19"/>
        <pc:sldMkLst>
          <pc:docMk/>
          <pc:sldMk cId="0" sldId="1041"/>
        </pc:sldMkLst>
      </pc:sldChg>
      <pc:sldChg chg="add del">
        <pc:chgData name="王 欣捷" userId="b965477fa0aef5e6" providerId="LiveId" clId="{F5C7CE7F-4255-4272-BB66-E36156271E14}" dt="2021-04-22T07:45:30.559" v="19"/>
        <pc:sldMkLst>
          <pc:docMk/>
          <pc:sldMk cId="0" sldId="1042"/>
        </pc:sldMkLst>
      </pc:sldChg>
      <pc:sldChg chg="add del">
        <pc:chgData name="王 欣捷" userId="b965477fa0aef5e6" providerId="LiveId" clId="{F5C7CE7F-4255-4272-BB66-E36156271E14}" dt="2021-04-22T07:45:30.559" v="19"/>
        <pc:sldMkLst>
          <pc:docMk/>
          <pc:sldMk cId="0" sldId="1043"/>
        </pc:sldMkLst>
      </pc:sldChg>
      <pc:sldChg chg="add del">
        <pc:chgData name="王 欣捷" userId="b965477fa0aef5e6" providerId="LiveId" clId="{F5C7CE7F-4255-4272-BB66-E36156271E14}" dt="2021-04-22T07:45:30.559" v="19"/>
        <pc:sldMkLst>
          <pc:docMk/>
          <pc:sldMk cId="0" sldId="1044"/>
        </pc:sldMkLst>
      </pc:sldChg>
      <pc:sldChg chg="add del">
        <pc:chgData name="王 欣捷" userId="b965477fa0aef5e6" providerId="LiveId" clId="{F5C7CE7F-4255-4272-BB66-E36156271E14}" dt="2021-04-22T07:45:30.559" v="19"/>
        <pc:sldMkLst>
          <pc:docMk/>
          <pc:sldMk cId="0" sldId="1045"/>
        </pc:sldMkLst>
      </pc:sldChg>
      <pc:sldChg chg="add del">
        <pc:chgData name="王 欣捷" userId="b965477fa0aef5e6" providerId="LiveId" clId="{F5C7CE7F-4255-4272-BB66-E36156271E14}" dt="2021-04-22T07:45:30.559" v="19"/>
        <pc:sldMkLst>
          <pc:docMk/>
          <pc:sldMk cId="0" sldId="1046"/>
        </pc:sldMkLst>
      </pc:sldChg>
      <pc:sldChg chg="add del">
        <pc:chgData name="王 欣捷" userId="b965477fa0aef5e6" providerId="LiveId" clId="{F5C7CE7F-4255-4272-BB66-E36156271E14}" dt="2021-04-22T07:45:30.559" v="19"/>
        <pc:sldMkLst>
          <pc:docMk/>
          <pc:sldMk cId="0" sldId="1047"/>
        </pc:sldMkLst>
      </pc:sldChg>
      <pc:sldChg chg="add del">
        <pc:chgData name="王 欣捷" userId="b965477fa0aef5e6" providerId="LiveId" clId="{F5C7CE7F-4255-4272-BB66-E36156271E14}" dt="2021-04-22T07:45:30.559" v="19"/>
        <pc:sldMkLst>
          <pc:docMk/>
          <pc:sldMk cId="0" sldId="1048"/>
        </pc:sldMkLst>
      </pc:sldChg>
      <pc:sldChg chg="add del">
        <pc:chgData name="王 欣捷" userId="b965477fa0aef5e6" providerId="LiveId" clId="{F5C7CE7F-4255-4272-BB66-E36156271E14}" dt="2021-04-22T07:45:30.559" v="19"/>
        <pc:sldMkLst>
          <pc:docMk/>
          <pc:sldMk cId="0" sldId="1049"/>
        </pc:sldMkLst>
      </pc:sldChg>
      <pc:sldChg chg="add del">
        <pc:chgData name="王 欣捷" userId="b965477fa0aef5e6" providerId="LiveId" clId="{F5C7CE7F-4255-4272-BB66-E36156271E14}" dt="2021-04-22T07:45:30.559" v="19"/>
        <pc:sldMkLst>
          <pc:docMk/>
          <pc:sldMk cId="0" sldId="1050"/>
        </pc:sldMkLst>
      </pc:sldChg>
      <pc:sldChg chg="add del">
        <pc:chgData name="王 欣捷" userId="b965477fa0aef5e6" providerId="LiveId" clId="{F5C7CE7F-4255-4272-BB66-E36156271E14}" dt="2021-04-22T07:45:30.559" v="19"/>
        <pc:sldMkLst>
          <pc:docMk/>
          <pc:sldMk cId="0" sldId="1051"/>
        </pc:sldMkLst>
      </pc:sldChg>
      <pc:sldChg chg="add del">
        <pc:chgData name="王 欣捷" userId="b965477fa0aef5e6" providerId="LiveId" clId="{F5C7CE7F-4255-4272-BB66-E36156271E14}" dt="2021-04-22T07:45:30.559" v="19"/>
        <pc:sldMkLst>
          <pc:docMk/>
          <pc:sldMk cId="0" sldId="1052"/>
        </pc:sldMkLst>
      </pc:sldChg>
      <pc:sldChg chg="add del">
        <pc:chgData name="王 欣捷" userId="b965477fa0aef5e6" providerId="LiveId" clId="{F5C7CE7F-4255-4272-BB66-E36156271E14}" dt="2021-04-22T07:45:30.559" v="19"/>
        <pc:sldMkLst>
          <pc:docMk/>
          <pc:sldMk cId="0" sldId="1053"/>
        </pc:sldMkLst>
      </pc:sldChg>
      <pc:sldChg chg="add del">
        <pc:chgData name="王 欣捷" userId="b965477fa0aef5e6" providerId="LiveId" clId="{F5C7CE7F-4255-4272-BB66-E36156271E14}" dt="2021-04-22T07:45:30.559" v="19"/>
        <pc:sldMkLst>
          <pc:docMk/>
          <pc:sldMk cId="0" sldId="1054"/>
        </pc:sldMkLst>
      </pc:sldChg>
      <pc:sldChg chg="add del">
        <pc:chgData name="王 欣捷" userId="b965477fa0aef5e6" providerId="LiveId" clId="{F5C7CE7F-4255-4272-BB66-E36156271E14}" dt="2021-04-22T07:45:30.559" v="19"/>
        <pc:sldMkLst>
          <pc:docMk/>
          <pc:sldMk cId="0" sldId="1055"/>
        </pc:sldMkLst>
      </pc:sldChg>
      <pc:sldChg chg="add del">
        <pc:chgData name="王 欣捷" userId="b965477fa0aef5e6" providerId="LiveId" clId="{F5C7CE7F-4255-4272-BB66-E36156271E14}" dt="2021-04-22T07:45:30.559" v="19"/>
        <pc:sldMkLst>
          <pc:docMk/>
          <pc:sldMk cId="0" sldId="1056"/>
        </pc:sldMkLst>
      </pc:sldChg>
      <pc:sldMasterChg chg="delSldLayout">
        <pc:chgData name="王 欣捷" userId="b965477fa0aef5e6" providerId="LiveId" clId="{F5C7CE7F-4255-4272-BB66-E36156271E14}" dt="2021-04-22T07:45:21.335" v="1" actId="47"/>
        <pc:sldMasterMkLst>
          <pc:docMk/>
          <pc:sldMasterMk cId="2602849841" sldId="2147483673"/>
        </pc:sldMasterMkLst>
        <pc:sldLayoutChg chg="del">
          <pc:chgData name="王 欣捷" userId="b965477fa0aef5e6" providerId="LiveId" clId="{F5C7CE7F-4255-4272-BB66-E36156271E14}" dt="2021-04-22T07:45:21.335" v="1" actId="47"/>
          <pc:sldLayoutMkLst>
            <pc:docMk/>
            <pc:sldMasterMk cId="2602849841" sldId="2147483673"/>
            <pc:sldLayoutMk cId="3282724221" sldId="2147483685"/>
          </pc:sldLayoutMkLst>
        </pc:sldLayoutChg>
        <pc:sldLayoutChg chg="del">
          <pc:chgData name="王 欣捷" userId="b965477fa0aef5e6" providerId="LiveId" clId="{F5C7CE7F-4255-4272-BB66-E36156271E14}" dt="2021-04-22T07:45:21.335" v="1" actId="47"/>
          <pc:sldLayoutMkLst>
            <pc:docMk/>
            <pc:sldMasterMk cId="2602849841" sldId="2147483673"/>
            <pc:sldLayoutMk cId="3869728626" sldId="214748368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6F474-3F77-4C96-AA90-4EF0466282D8}" type="datetimeFigureOut">
              <a:rPr lang="zh-CN" altLang="en-US" smtClean="0"/>
              <a:t>2025/6/11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E0CB0-7C81-4F13-BB43-6685CB01EB5E}" type="slidenum">
              <a:rPr lang="zh-CN" altLang="en-US" smtClean="0"/>
              <a:t>‹#›</a:t>
            </a:fld>
            <a:endParaRPr lang="zh-CN" altLang="en-US"/>
          </a:p>
        </p:txBody>
      </p:sp>
    </p:spTree>
    <p:extLst>
      <p:ext uri="{BB962C8B-B14F-4D97-AF65-F5344CB8AC3E}">
        <p14:creationId xmlns:p14="http://schemas.microsoft.com/office/powerpoint/2010/main" val="260914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a:t>
            </a:fld>
            <a:endParaRPr lang="zh-CN" altLang="en-US"/>
          </a:p>
        </p:txBody>
      </p:sp>
    </p:spTree>
    <p:extLst>
      <p:ext uri="{BB962C8B-B14F-4D97-AF65-F5344CB8AC3E}">
        <p14:creationId xmlns:p14="http://schemas.microsoft.com/office/powerpoint/2010/main" val="3295541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a:extLst>
              <a:ext uri="{FF2B5EF4-FFF2-40B4-BE49-F238E27FC236}">
                <a16:creationId xmlns:a16="http://schemas.microsoft.com/office/drawing/2014/main" id="{07D89930-7AA2-48F8-9DA4-398229EADC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46655418-E4F9-4DE2-A7E9-1B45E91E5D37}" type="slidenum">
              <a:rPr lang="zh-CN" altLang="en-US" sz="1200"/>
              <a:pPr/>
              <a:t>11</a:t>
            </a:fld>
            <a:endParaRPr lang="en-US" altLang="zh-CN" sz="1200"/>
          </a:p>
        </p:txBody>
      </p:sp>
      <p:sp>
        <p:nvSpPr>
          <p:cNvPr id="196611" name="Rectangle 2">
            <a:extLst>
              <a:ext uri="{FF2B5EF4-FFF2-40B4-BE49-F238E27FC236}">
                <a16:creationId xmlns:a16="http://schemas.microsoft.com/office/drawing/2014/main" id="{41A08AB2-8C43-4A7B-9191-400333B235D8}"/>
              </a:ext>
            </a:extLst>
          </p:cNvPr>
          <p:cNvSpPr>
            <a:spLocks noGrp="1" noRot="1" noChangeAspect="1" noChangeArrowheads="1" noTextEdit="1"/>
          </p:cNvSpPr>
          <p:nvPr>
            <p:ph type="sldImg"/>
          </p:nvPr>
        </p:nvSpPr>
        <p:spPr>
          <a:ln/>
        </p:spPr>
      </p:sp>
      <p:sp>
        <p:nvSpPr>
          <p:cNvPr id="196612" name="Rectangle 3">
            <a:extLst>
              <a:ext uri="{FF2B5EF4-FFF2-40B4-BE49-F238E27FC236}">
                <a16:creationId xmlns:a16="http://schemas.microsoft.com/office/drawing/2014/main" id="{FD553578-F509-48EE-AE43-98DA1FD82F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a:ea typeface="宋体" panose="02010600030101010101" pitchFamily="2" charset="-122"/>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a:extLst>
              <a:ext uri="{FF2B5EF4-FFF2-40B4-BE49-F238E27FC236}">
                <a16:creationId xmlns:a16="http://schemas.microsoft.com/office/drawing/2014/main" id="{CC3D8AD1-8A68-44A3-8BF8-CBB2847B8A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BCD34B20-DA9E-4CF8-92A5-7766F94B009D}" type="slidenum">
              <a:rPr lang="zh-CN" altLang="en-US" sz="1200"/>
              <a:pPr/>
              <a:t>13</a:t>
            </a:fld>
            <a:endParaRPr lang="en-US" altLang="zh-CN" sz="1200"/>
          </a:p>
        </p:txBody>
      </p:sp>
      <p:sp>
        <p:nvSpPr>
          <p:cNvPr id="191491" name="Rectangle 2">
            <a:extLst>
              <a:ext uri="{FF2B5EF4-FFF2-40B4-BE49-F238E27FC236}">
                <a16:creationId xmlns:a16="http://schemas.microsoft.com/office/drawing/2014/main" id="{C2857A90-1484-4485-B55D-99073CFCAB0B}"/>
              </a:ext>
            </a:extLst>
          </p:cNvPr>
          <p:cNvSpPr>
            <a:spLocks noGrp="1" noRot="1" noChangeAspect="1" noChangeArrowheads="1" noTextEdit="1"/>
          </p:cNvSpPr>
          <p:nvPr>
            <p:ph type="sldImg"/>
          </p:nvPr>
        </p:nvSpPr>
        <p:spPr>
          <a:solidFill>
            <a:srgbClr val="FFFFFF"/>
          </a:solidFill>
          <a:ln/>
        </p:spPr>
      </p:sp>
      <p:sp>
        <p:nvSpPr>
          <p:cNvPr id="191492" name="Rectangle 3">
            <a:extLst>
              <a:ext uri="{FF2B5EF4-FFF2-40B4-BE49-F238E27FC236}">
                <a16:creationId xmlns:a16="http://schemas.microsoft.com/office/drawing/2014/main" id="{6043C65F-54CE-4EF5-ACF0-23319A8CF447}"/>
              </a:ext>
            </a:extLst>
          </p:cNvPr>
          <p:cNvSpPr>
            <a:spLocks noGrp="1" noChangeArrowheads="1"/>
          </p:cNvSpPr>
          <p:nvPr>
            <p:ph type="body" idx="1"/>
          </p:nvPr>
        </p:nvSpPr>
        <p:spPr>
          <a:solidFill>
            <a:srgbClr val="FFFFFF"/>
          </a:solidFill>
          <a:ln w="12700" cap="sq">
            <a:solidFill>
              <a:srgbClr val="000000"/>
            </a:solidFill>
            <a:miter lim="800000"/>
            <a:headEnd type="none" w="sm" len="sm"/>
            <a:tailEnd type="none" w="sm" len="sm"/>
          </a:ln>
        </p:spPr>
        <p:txBody>
          <a:bodyPr/>
          <a:lstStyle/>
          <a:p>
            <a:pPr algn="just"/>
            <a:r>
              <a:rPr lang="zh-CN" altLang="en-US">
                <a:ea typeface="宋体" panose="02010600030101010101" pitchFamily="2" charset="-122"/>
              </a:rPr>
              <a: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a:extLst>
              <a:ext uri="{FF2B5EF4-FFF2-40B4-BE49-F238E27FC236}">
                <a16:creationId xmlns:a16="http://schemas.microsoft.com/office/drawing/2014/main" id="{BE61A89E-C797-4755-8CEE-78D77AD6D6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2D603164-B38F-43A8-B709-DE69BCB47673}" type="slidenum">
              <a:rPr lang="zh-CN" altLang="en-US" sz="1200"/>
              <a:pPr/>
              <a:t>14</a:t>
            </a:fld>
            <a:endParaRPr lang="en-US" altLang="zh-CN" sz="1200"/>
          </a:p>
        </p:txBody>
      </p:sp>
      <p:sp>
        <p:nvSpPr>
          <p:cNvPr id="192515" name="Rectangle 2">
            <a:extLst>
              <a:ext uri="{FF2B5EF4-FFF2-40B4-BE49-F238E27FC236}">
                <a16:creationId xmlns:a16="http://schemas.microsoft.com/office/drawing/2014/main" id="{7E938486-DD67-4726-894D-41AF8953F568}"/>
              </a:ext>
            </a:extLst>
          </p:cNvPr>
          <p:cNvSpPr>
            <a:spLocks noGrp="1" noRot="1" noChangeAspect="1" noChangeArrowheads="1" noTextEdit="1"/>
          </p:cNvSpPr>
          <p:nvPr>
            <p:ph type="sldImg"/>
          </p:nvPr>
        </p:nvSpPr>
        <p:spPr>
          <a:solidFill>
            <a:srgbClr val="FFFFFF"/>
          </a:solidFill>
          <a:ln/>
        </p:spPr>
      </p:sp>
      <p:sp>
        <p:nvSpPr>
          <p:cNvPr id="192516" name="Rectangle 3">
            <a:extLst>
              <a:ext uri="{FF2B5EF4-FFF2-40B4-BE49-F238E27FC236}">
                <a16:creationId xmlns:a16="http://schemas.microsoft.com/office/drawing/2014/main" id="{5E47AD13-86E4-4A47-8140-561B36EB058F}"/>
              </a:ext>
            </a:extLst>
          </p:cNvPr>
          <p:cNvSpPr>
            <a:spLocks noGrp="1" noChangeArrowheads="1"/>
          </p:cNvSpPr>
          <p:nvPr>
            <p:ph type="body" idx="1"/>
          </p:nvPr>
        </p:nvSpPr>
        <p:spPr>
          <a:solidFill>
            <a:srgbClr val="FFFFFF"/>
          </a:solidFill>
          <a:ln w="12700" cap="sq">
            <a:solidFill>
              <a:srgbClr val="000000"/>
            </a:solidFill>
            <a:miter lim="800000"/>
            <a:headEnd type="none" w="sm" len="sm"/>
            <a:tailEnd type="none" w="sm" len="sm"/>
          </a:ln>
        </p:spPr>
        <p:txBody>
          <a:bodyPr/>
          <a:lstStyle/>
          <a:p>
            <a:pPr algn="just"/>
            <a:r>
              <a:rPr lang="zh-CN" altLang="en-US">
                <a:ea typeface="宋体" panose="02010600030101010101" pitchFamily="2" charset="-122"/>
              </a:rPr>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a:extLst>
              <a:ext uri="{FF2B5EF4-FFF2-40B4-BE49-F238E27FC236}">
                <a16:creationId xmlns:a16="http://schemas.microsoft.com/office/drawing/2014/main" id="{8BDBCD56-DCD7-4164-B3CA-98E7EC76E98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69061C7A-7F21-4514-AB64-EA6D83174772}" type="slidenum">
              <a:rPr lang="zh-CN" altLang="en-US" sz="1200"/>
              <a:pPr/>
              <a:t>15</a:t>
            </a:fld>
            <a:endParaRPr lang="en-US" altLang="zh-CN" sz="1200"/>
          </a:p>
        </p:txBody>
      </p:sp>
      <p:sp>
        <p:nvSpPr>
          <p:cNvPr id="193539" name="Rectangle 2">
            <a:extLst>
              <a:ext uri="{FF2B5EF4-FFF2-40B4-BE49-F238E27FC236}">
                <a16:creationId xmlns:a16="http://schemas.microsoft.com/office/drawing/2014/main" id="{6CF7B13F-A11A-44D3-85C7-59850F6DB93A}"/>
              </a:ext>
            </a:extLst>
          </p:cNvPr>
          <p:cNvSpPr>
            <a:spLocks noGrp="1" noRot="1" noChangeAspect="1" noChangeArrowheads="1" noTextEdit="1"/>
          </p:cNvSpPr>
          <p:nvPr>
            <p:ph type="sldImg"/>
          </p:nvPr>
        </p:nvSpPr>
        <p:spPr>
          <a:solidFill>
            <a:srgbClr val="FFFFFF"/>
          </a:solidFill>
          <a:ln/>
        </p:spPr>
      </p:sp>
      <p:sp>
        <p:nvSpPr>
          <p:cNvPr id="193540" name="Rectangle 3">
            <a:extLst>
              <a:ext uri="{FF2B5EF4-FFF2-40B4-BE49-F238E27FC236}">
                <a16:creationId xmlns:a16="http://schemas.microsoft.com/office/drawing/2014/main" id="{E7990618-72F7-436E-A886-E389BF8E6795}"/>
              </a:ext>
            </a:extLst>
          </p:cNvPr>
          <p:cNvSpPr>
            <a:spLocks noGrp="1" noChangeArrowheads="1"/>
          </p:cNvSpPr>
          <p:nvPr>
            <p:ph type="body" idx="1"/>
          </p:nvPr>
        </p:nvSpPr>
        <p:spPr>
          <a:solidFill>
            <a:srgbClr val="FFFFFF"/>
          </a:solidFill>
          <a:ln w="12700" cap="sq">
            <a:solidFill>
              <a:srgbClr val="000000"/>
            </a:solidFill>
            <a:miter lim="800000"/>
            <a:headEnd type="none" w="sm" len="sm"/>
            <a:tailEnd type="none" w="sm" len="sm"/>
          </a:ln>
        </p:spPr>
        <p:txBody>
          <a:bodyPr/>
          <a:lstStyle/>
          <a:p>
            <a:pPr algn="just"/>
            <a:r>
              <a:rPr lang="zh-CN" altLang="en-US">
                <a:ea typeface="宋体" panose="02010600030101010101" pitchFamily="2" charset="-122"/>
              </a:rPr>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a:extLst>
              <a:ext uri="{FF2B5EF4-FFF2-40B4-BE49-F238E27FC236}">
                <a16:creationId xmlns:a16="http://schemas.microsoft.com/office/drawing/2014/main" id="{1041EB60-B7C4-47CB-922E-5BABC8A1DA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26E2E7BF-0BE0-4A7D-9607-FD96DAF94F09}" type="slidenum">
              <a:rPr lang="zh-CN" altLang="en-US" sz="1200"/>
              <a:pPr/>
              <a:t>16</a:t>
            </a:fld>
            <a:endParaRPr lang="en-US" altLang="zh-CN" sz="1200"/>
          </a:p>
        </p:txBody>
      </p:sp>
      <p:sp>
        <p:nvSpPr>
          <p:cNvPr id="194563" name="Rectangle 2">
            <a:extLst>
              <a:ext uri="{FF2B5EF4-FFF2-40B4-BE49-F238E27FC236}">
                <a16:creationId xmlns:a16="http://schemas.microsoft.com/office/drawing/2014/main" id="{837EE9CB-08DA-4FA9-92C0-10A3137D2488}"/>
              </a:ext>
            </a:extLst>
          </p:cNvPr>
          <p:cNvSpPr>
            <a:spLocks noGrp="1" noRot="1" noChangeAspect="1" noChangeArrowheads="1" noTextEdit="1"/>
          </p:cNvSpPr>
          <p:nvPr>
            <p:ph type="sldImg"/>
          </p:nvPr>
        </p:nvSpPr>
        <p:spPr>
          <a:solidFill>
            <a:srgbClr val="FFFFFF"/>
          </a:solidFill>
          <a:ln/>
        </p:spPr>
      </p:sp>
      <p:sp>
        <p:nvSpPr>
          <p:cNvPr id="194564" name="Rectangle 3">
            <a:extLst>
              <a:ext uri="{FF2B5EF4-FFF2-40B4-BE49-F238E27FC236}">
                <a16:creationId xmlns:a16="http://schemas.microsoft.com/office/drawing/2014/main" id="{2C9FEC3B-6C5D-4FB0-8C66-2397E6AC6330}"/>
              </a:ext>
            </a:extLst>
          </p:cNvPr>
          <p:cNvSpPr>
            <a:spLocks noGrp="1" noChangeArrowheads="1"/>
          </p:cNvSpPr>
          <p:nvPr>
            <p:ph type="body" idx="1"/>
          </p:nvPr>
        </p:nvSpPr>
        <p:spPr>
          <a:solidFill>
            <a:srgbClr val="FFFFFF"/>
          </a:solidFill>
          <a:ln w="12700" cap="sq">
            <a:solidFill>
              <a:srgbClr val="000000"/>
            </a:solidFill>
            <a:miter lim="800000"/>
            <a:headEnd type="none" w="sm" len="sm"/>
            <a:tailEnd type="none" w="sm" len="sm"/>
          </a:ln>
        </p:spPr>
        <p:txBody>
          <a:bodyPr/>
          <a:lstStyle/>
          <a:p>
            <a:pPr algn="just"/>
            <a:r>
              <a:rPr lang="zh-CN" altLang="en-US">
                <a:ea typeface="宋体" panose="02010600030101010101" pitchFamily="2" charset="-122"/>
              </a:rPr>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a:extLst>
              <a:ext uri="{FF2B5EF4-FFF2-40B4-BE49-F238E27FC236}">
                <a16:creationId xmlns:a16="http://schemas.microsoft.com/office/drawing/2014/main" id="{7A5DAECB-A706-4D98-B9A2-93066422D4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09C7440F-F9DE-42CE-BA53-66D6650DD674}" type="slidenum">
              <a:rPr lang="zh-CN" altLang="en-US" sz="1200"/>
              <a:pPr/>
              <a:t>17</a:t>
            </a:fld>
            <a:endParaRPr lang="en-US" altLang="zh-CN" sz="1200"/>
          </a:p>
        </p:txBody>
      </p:sp>
      <p:sp>
        <p:nvSpPr>
          <p:cNvPr id="195587" name="Rectangle 2">
            <a:extLst>
              <a:ext uri="{FF2B5EF4-FFF2-40B4-BE49-F238E27FC236}">
                <a16:creationId xmlns:a16="http://schemas.microsoft.com/office/drawing/2014/main" id="{8FA88B7A-706E-4D43-AE56-244F8FADBFE6}"/>
              </a:ext>
            </a:extLst>
          </p:cNvPr>
          <p:cNvSpPr>
            <a:spLocks noGrp="1" noRot="1" noChangeAspect="1" noChangeArrowheads="1" noTextEdit="1"/>
          </p:cNvSpPr>
          <p:nvPr>
            <p:ph type="sldImg"/>
          </p:nvPr>
        </p:nvSpPr>
        <p:spPr>
          <a:solidFill>
            <a:srgbClr val="FFFFFF"/>
          </a:solidFill>
          <a:ln/>
        </p:spPr>
      </p:sp>
      <p:sp>
        <p:nvSpPr>
          <p:cNvPr id="195588" name="Rectangle 3">
            <a:extLst>
              <a:ext uri="{FF2B5EF4-FFF2-40B4-BE49-F238E27FC236}">
                <a16:creationId xmlns:a16="http://schemas.microsoft.com/office/drawing/2014/main" id="{C70CA3FD-4C71-43EA-BEA2-33A5510489B6}"/>
              </a:ext>
            </a:extLst>
          </p:cNvPr>
          <p:cNvSpPr>
            <a:spLocks noGrp="1" noChangeArrowheads="1"/>
          </p:cNvSpPr>
          <p:nvPr>
            <p:ph type="body" idx="1"/>
          </p:nvPr>
        </p:nvSpPr>
        <p:spPr>
          <a:solidFill>
            <a:srgbClr val="FFFFFF"/>
          </a:solidFill>
          <a:ln w="12700" cap="sq">
            <a:solidFill>
              <a:srgbClr val="000000"/>
            </a:solidFill>
            <a:miter lim="800000"/>
            <a:headEnd type="none" w="sm" len="sm"/>
            <a:tailEnd type="none" w="sm" len="sm"/>
          </a:ln>
        </p:spPr>
        <p:txBody>
          <a:bodyPr/>
          <a:lstStyle/>
          <a:p>
            <a:pPr algn="just"/>
            <a:r>
              <a:rPr lang="zh-CN" altLang="en-US">
                <a:ea typeface="宋体" panose="02010600030101010101" pitchFamily="2" charset="-122"/>
              </a:rPr>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a:extLst>
              <a:ext uri="{FF2B5EF4-FFF2-40B4-BE49-F238E27FC236}">
                <a16:creationId xmlns:a16="http://schemas.microsoft.com/office/drawing/2014/main" id="{FFFF6998-823E-4ACF-8347-BE7BBE706A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9B279E2D-EC3E-4758-95E4-0109025E27B1}" type="slidenum">
              <a:rPr lang="zh-CN" altLang="en-US" sz="1200"/>
              <a:pPr/>
              <a:t>19</a:t>
            </a:fld>
            <a:endParaRPr lang="en-US" altLang="zh-CN" sz="1200"/>
          </a:p>
        </p:txBody>
      </p:sp>
      <p:sp>
        <p:nvSpPr>
          <p:cNvPr id="197635" name="Rectangle 2">
            <a:extLst>
              <a:ext uri="{FF2B5EF4-FFF2-40B4-BE49-F238E27FC236}">
                <a16:creationId xmlns:a16="http://schemas.microsoft.com/office/drawing/2014/main" id="{E70AC9F9-46F7-4BCD-BE69-059AEB110E71}"/>
              </a:ext>
            </a:extLst>
          </p:cNvPr>
          <p:cNvSpPr>
            <a:spLocks noGrp="1" noRot="1" noChangeAspect="1" noChangeArrowheads="1" noTextEdit="1"/>
          </p:cNvSpPr>
          <p:nvPr>
            <p:ph type="sldImg"/>
          </p:nvPr>
        </p:nvSpPr>
        <p:spPr>
          <a:ln/>
        </p:spPr>
      </p:sp>
      <p:sp>
        <p:nvSpPr>
          <p:cNvPr id="197636" name="Rectangle 3">
            <a:extLst>
              <a:ext uri="{FF2B5EF4-FFF2-40B4-BE49-F238E27FC236}">
                <a16:creationId xmlns:a16="http://schemas.microsoft.com/office/drawing/2014/main" id="{9EA9A35E-EE55-478A-911F-06950FF991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a:ea typeface="宋体" panose="02010600030101010101" pitchFamily="2" charset="-122"/>
              </a:rPr>
              <a: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a:extLst>
              <a:ext uri="{FF2B5EF4-FFF2-40B4-BE49-F238E27FC236}">
                <a16:creationId xmlns:a16="http://schemas.microsoft.com/office/drawing/2014/main" id="{885F28D0-8B4D-4E46-82D4-D9DD5D9D90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8211E5E8-417F-48BA-89C2-0B5B07B56F82}" type="slidenum">
              <a:rPr lang="zh-CN" altLang="en-US" sz="1200"/>
              <a:pPr/>
              <a:t>20</a:t>
            </a:fld>
            <a:endParaRPr lang="en-US" altLang="zh-CN" sz="1200"/>
          </a:p>
        </p:txBody>
      </p:sp>
      <p:sp>
        <p:nvSpPr>
          <p:cNvPr id="198659" name="Rectangle 2">
            <a:extLst>
              <a:ext uri="{FF2B5EF4-FFF2-40B4-BE49-F238E27FC236}">
                <a16:creationId xmlns:a16="http://schemas.microsoft.com/office/drawing/2014/main" id="{1D330E74-91EF-45CC-A263-42D0C91790FE}"/>
              </a:ext>
            </a:extLst>
          </p:cNvPr>
          <p:cNvSpPr>
            <a:spLocks noGrp="1" noRot="1" noChangeAspect="1" noChangeArrowheads="1" noTextEdit="1"/>
          </p:cNvSpPr>
          <p:nvPr>
            <p:ph type="sldImg"/>
          </p:nvPr>
        </p:nvSpPr>
        <p:spPr>
          <a:ln/>
        </p:spPr>
      </p:sp>
      <p:sp>
        <p:nvSpPr>
          <p:cNvPr id="198660" name="Rectangle 3">
            <a:extLst>
              <a:ext uri="{FF2B5EF4-FFF2-40B4-BE49-F238E27FC236}">
                <a16:creationId xmlns:a16="http://schemas.microsoft.com/office/drawing/2014/main" id="{99C7EF73-8834-433C-AA45-9EE58E26B7B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a:ea typeface="宋体" panose="02010600030101010101" pitchFamily="2" charset="-122"/>
              </a:rPr>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a:extLst>
              <a:ext uri="{FF2B5EF4-FFF2-40B4-BE49-F238E27FC236}">
                <a16:creationId xmlns:a16="http://schemas.microsoft.com/office/drawing/2014/main" id="{63829093-6966-49EA-BACB-7FFFC607D8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0A13F243-B73B-4648-9A80-4B64D6A2C2D0}" type="slidenum">
              <a:rPr lang="zh-CN" altLang="en-US" sz="1200"/>
              <a:pPr/>
              <a:t>21</a:t>
            </a:fld>
            <a:endParaRPr lang="en-US" altLang="zh-CN" sz="1200"/>
          </a:p>
        </p:txBody>
      </p:sp>
      <p:sp>
        <p:nvSpPr>
          <p:cNvPr id="199683" name="Rectangle 2">
            <a:extLst>
              <a:ext uri="{FF2B5EF4-FFF2-40B4-BE49-F238E27FC236}">
                <a16:creationId xmlns:a16="http://schemas.microsoft.com/office/drawing/2014/main" id="{85A65DDF-3C45-47D7-95B6-4ACCE2260ABB}"/>
              </a:ext>
            </a:extLst>
          </p:cNvPr>
          <p:cNvSpPr>
            <a:spLocks noGrp="1" noRot="1" noChangeAspect="1" noChangeArrowheads="1" noTextEdit="1"/>
          </p:cNvSpPr>
          <p:nvPr>
            <p:ph type="sldImg"/>
          </p:nvPr>
        </p:nvSpPr>
        <p:spPr>
          <a:ln/>
        </p:spPr>
      </p:sp>
      <p:sp>
        <p:nvSpPr>
          <p:cNvPr id="199684" name="Rectangle 3">
            <a:extLst>
              <a:ext uri="{FF2B5EF4-FFF2-40B4-BE49-F238E27FC236}">
                <a16:creationId xmlns:a16="http://schemas.microsoft.com/office/drawing/2014/main" id="{BDD8ACE4-919D-44EC-B5DF-0CD8D71C44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a:ea typeface="宋体" panose="02010600030101010101" pitchFamily="2" charset="-122"/>
              </a:rPr>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a:extLst>
              <a:ext uri="{FF2B5EF4-FFF2-40B4-BE49-F238E27FC236}">
                <a16:creationId xmlns:a16="http://schemas.microsoft.com/office/drawing/2014/main" id="{221541AE-B5A5-43DE-AEC9-EFDB45733AD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C0816166-4B21-450D-8EEF-1E5D2372983F}" type="slidenum">
              <a:rPr lang="zh-CN" altLang="en-US" sz="1200"/>
              <a:pPr/>
              <a:t>22</a:t>
            </a:fld>
            <a:endParaRPr lang="en-US" altLang="zh-CN" sz="1200"/>
          </a:p>
        </p:txBody>
      </p:sp>
      <p:sp>
        <p:nvSpPr>
          <p:cNvPr id="200707" name="Rectangle 2">
            <a:extLst>
              <a:ext uri="{FF2B5EF4-FFF2-40B4-BE49-F238E27FC236}">
                <a16:creationId xmlns:a16="http://schemas.microsoft.com/office/drawing/2014/main" id="{7AE0ECEE-DB90-44F7-99CC-580AF16AA293}"/>
              </a:ext>
            </a:extLst>
          </p:cNvPr>
          <p:cNvSpPr>
            <a:spLocks noGrp="1" noRot="1" noChangeAspect="1" noChangeArrowheads="1" noTextEdit="1"/>
          </p:cNvSpPr>
          <p:nvPr>
            <p:ph type="sldImg"/>
          </p:nvPr>
        </p:nvSpPr>
        <p:spPr>
          <a:ln/>
        </p:spPr>
      </p:sp>
      <p:sp>
        <p:nvSpPr>
          <p:cNvPr id="200708" name="Rectangle 3">
            <a:extLst>
              <a:ext uri="{FF2B5EF4-FFF2-40B4-BE49-F238E27FC236}">
                <a16:creationId xmlns:a16="http://schemas.microsoft.com/office/drawing/2014/main" id="{2478D1F7-A3EE-492B-849C-6B2D1BF76C5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a:ea typeface="宋体" panose="02010600030101010101" pitchFamily="2" charset="-122"/>
              </a:rPr>
              <a:t>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a:extLst>
              <a:ext uri="{FF2B5EF4-FFF2-40B4-BE49-F238E27FC236}">
                <a16:creationId xmlns:a16="http://schemas.microsoft.com/office/drawing/2014/main" id="{B98501FC-A22D-4909-A894-03ED7594BD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fld id="{F8742A72-ABC1-4176-BFD2-C13AF11C1D47}" type="slidenum">
              <a:rPr lang="zh-CN" altLang="en-US" sz="1200"/>
              <a:pPr/>
              <a:t>23</a:t>
            </a:fld>
            <a:endParaRPr lang="en-US" altLang="zh-CN" sz="1200"/>
          </a:p>
        </p:txBody>
      </p:sp>
      <p:sp>
        <p:nvSpPr>
          <p:cNvPr id="201731" name="Rectangle 2">
            <a:extLst>
              <a:ext uri="{FF2B5EF4-FFF2-40B4-BE49-F238E27FC236}">
                <a16:creationId xmlns:a16="http://schemas.microsoft.com/office/drawing/2014/main" id="{847DF5FD-6A26-46B7-B3D2-CC241DFF5D39}"/>
              </a:ext>
            </a:extLst>
          </p:cNvPr>
          <p:cNvSpPr>
            <a:spLocks noGrp="1" noRot="1" noChangeAspect="1" noChangeArrowheads="1" noTextEdit="1"/>
          </p:cNvSpPr>
          <p:nvPr>
            <p:ph type="sldImg"/>
          </p:nvPr>
        </p:nvSpPr>
        <p:spPr>
          <a:ln/>
        </p:spPr>
      </p:sp>
      <p:sp>
        <p:nvSpPr>
          <p:cNvPr id="201732" name="Rectangle 3">
            <a:extLst>
              <a:ext uri="{FF2B5EF4-FFF2-40B4-BE49-F238E27FC236}">
                <a16:creationId xmlns:a16="http://schemas.microsoft.com/office/drawing/2014/main" id="{86FCD4E3-37FF-45E9-BB56-016253E38A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a:ea typeface="宋体" panose="02010600030101010101" pitchFamily="2" charset="-122"/>
              </a:rPr>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本页图例中的指针是执行完 </a:t>
            </a:r>
            <a:r>
              <a:rPr lang="en-US" altLang="zh-CN" dirty="0"/>
              <a:t>leave </a:t>
            </a:r>
            <a:r>
              <a:rPr lang="zh-CN" altLang="en-US" dirty="0"/>
              <a:t>指令后的格局，请对照上一页图例一起看，就明白了。</a:t>
            </a:r>
            <a:endParaRPr lang="en-US" altLang="zh-CN" dirty="0"/>
          </a:p>
          <a:p>
            <a:r>
              <a:rPr lang="zh-CN" altLang="en-US" dirty="0"/>
              <a:t>如果还看不懂，说明没有理解</a:t>
            </a:r>
            <a:r>
              <a:rPr lang="en-US" altLang="zh-CN" b="1" dirty="0">
                <a:solidFill>
                  <a:srgbClr val="FF0000"/>
                </a:solidFill>
              </a:rPr>
              <a:t>mov %</a:t>
            </a:r>
            <a:r>
              <a:rPr lang="en-US" altLang="zh-CN" b="1" dirty="0" err="1">
                <a:solidFill>
                  <a:srgbClr val="FF0000"/>
                </a:solidFill>
              </a:rPr>
              <a:t>ebp</a:t>
            </a:r>
            <a:r>
              <a:rPr lang="en-US" altLang="zh-CN" b="1" dirty="0">
                <a:solidFill>
                  <a:srgbClr val="FF0000"/>
                </a:solidFill>
              </a:rPr>
              <a:t>,%</a:t>
            </a:r>
            <a:r>
              <a:rPr lang="en-US" altLang="zh-CN" b="1" dirty="0" err="1">
                <a:solidFill>
                  <a:srgbClr val="FF0000"/>
                </a:solidFill>
              </a:rPr>
              <a:t>esp</a:t>
            </a:r>
            <a:r>
              <a:rPr lang="zh-CN" altLang="en-US" b="0" dirty="0">
                <a:solidFill>
                  <a:srgbClr val="FF0000"/>
                </a:solidFill>
              </a:rPr>
              <a:t>或者</a:t>
            </a:r>
            <a:r>
              <a:rPr lang="en-US" altLang="zh-CN" b="1" dirty="0">
                <a:solidFill>
                  <a:srgbClr val="FF0000"/>
                </a:solidFill>
              </a:rPr>
              <a:t>pop %</a:t>
            </a:r>
            <a:r>
              <a:rPr lang="en-US" altLang="zh-CN" b="1" dirty="0" err="1">
                <a:solidFill>
                  <a:srgbClr val="FF0000"/>
                </a:solidFill>
              </a:rPr>
              <a:t>ebp</a:t>
            </a:r>
            <a:r>
              <a:rPr lang="en-US" altLang="zh-CN" b="1" dirty="0">
                <a:solidFill>
                  <a:srgbClr val="FF0000"/>
                </a:solidFill>
              </a:rPr>
              <a:t> </a:t>
            </a:r>
            <a:r>
              <a:rPr lang="zh-CN" altLang="en-US" b="1" dirty="0">
                <a:solidFill>
                  <a:srgbClr val="FF0000"/>
                </a:solidFill>
              </a:rPr>
              <a:t>的</a:t>
            </a:r>
            <a:r>
              <a:rPr lang="zh-CN" altLang="en-US" b="0" dirty="0">
                <a:solidFill>
                  <a:srgbClr val="FF0000"/>
                </a:solidFill>
              </a:rPr>
              <a:t>含义，请参考</a:t>
            </a:r>
            <a:r>
              <a:rPr lang="en-US" altLang="zh-CN" b="0" dirty="0">
                <a:solidFill>
                  <a:srgbClr val="FF0000"/>
                </a:solidFill>
              </a:rPr>
              <a:t>PPT</a:t>
            </a:r>
            <a:r>
              <a:rPr lang="zh-CN" altLang="en-US" b="0" dirty="0">
                <a:solidFill>
                  <a:srgbClr val="FF0000"/>
                </a:solidFill>
              </a:rPr>
              <a:t>第</a:t>
            </a:r>
            <a:r>
              <a:rPr lang="en-US" altLang="zh-CN" b="0" dirty="0">
                <a:solidFill>
                  <a:srgbClr val="FF0000"/>
                </a:solidFill>
              </a:rPr>
              <a:t>26</a:t>
            </a:r>
            <a:r>
              <a:rPr lang="zh-CN" altLang="en-US" b="0" dirty="0">
                <a:solidFill>
                  <a:srgbClr val="FF0000"/>
                </a:solidFill>
              </a:rPr>
              <a:t>页。</a:t>
            </a:r>
            <a:endParaRPr lang="zh-CN" altLang="en-US" b="0"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36</a:t>
            </a:fld>
            <a:endParaRPr lang="zh-CN" altLang="en-US"/>
          </a:p>
        </p:txBody>
      </p:sp>
    </p:spTree>
    <p:extLst>
      <p:ext uri="{BB962C8B-B14F-4D97-AF65-F5344CB8AC3E}">
        <p14:creationId xmlns:p14="http://schemas.microsoft.com/office/powerpoint/2010/main" val="2747109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9CCFB7AC-8506-4022-AF99-DA5B4AFCD2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备注占位符 2">
            <a:extLst>
              <a:ext uri="{FF2B5EF4-FFF2-40B4-BE49-F238E27FC236}">
                <a16:creationId xmlns:a16="http://schemas.microsoft.com/office/drawing/2014/main" id="{2FFA53F1-AA51-4230-9DCB-E31AD48E10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变量有左值和右值，左值表示存储地址，右值表示存储地址内的值。</a:t>
            </a:r>
          </a:p>
        </p:txBody>
      </p:sp>
      <p:sp>
        <p:nvSpPr>
          <p:cNvPr id="67588" name="灯片编号占位符 3">
            <a:extLst>
              <a:ext uri="{FF2B5EF4-FFF2-40B4-BE49-F238E27FC236}">
                <a16:creationId xmlns:a16="http://schemas.microsoft.com/office/drawing/2014/main" id="{7E7CCAD9-B2FF-4D50-A2E9-8582F83B0E4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C03B6A6E-8AF7-48A7-BF00-5D15EBC00FC3}" type="slidenum">
              <a:rPr lang="zh-CN" altLang="en-US" sz="1200"/>
              <a:pPr/>
              <a:t>48</a:t>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21912B73-F322-DA19-9283-A16E8104FE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spTree>
    <p:extLst>
      <p:ext uri="{BB962C8B-B14F-4D97-AF65-F5344CB8AC3E}">
        <p14:creationId xmlns:p14="http://schemas.microsoft.com/office/powerpoint/2010/main" val="198715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B03A665B-04E9-4564-A744-CB56BF7D4310}"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a:xfrm>
            <a:off x="2316480" y="-27536"/>
            <a:ext cx="4511040" cy="256672"/>
          </a:xfrm>
        </p:spPr>
        <p:txBody>
          <a:bodyPr/>
          <a:lstStyle/>
          <a:p>
            <a:r>
              <a:rPr lang="zh-CN" altLang="en-US" dirty="0"/>
              <a:t>王欣捷</a:t>
            </a:r>
            <a:r>
              <a:rPr lang="en-US" altLang="zh-CN" dirty="0"/>
              <a:t>-</a:t>
            </a:r>
            <a:r>
              <a:rPr lang="zh-CN" altLang="en-US" dirty="0"/>
              <a:t>编译原理</a:t>
            </a:r>
            <a:r>
              <a:rPr lang="en-US" altLang="zh-CN" dirty="0"/>
              <a:t>-</a:t>
            </a:r>
            <a:r>
              <a:rPr lang="zh-CN" altLang="en-US" dirty="0"/>
              <a:t>第六章 运行时存储空间的组织和管理</a:t>
            </a:r>
            <a:r>
              <a:rPr lang="en-US" altLang="zh-CN" dirty="0"/>
              <a:t>(2)</a:t>
            </a:r>
            <a:endParaRPr lang="zh-CN" altLang="en-US" dirty="0"/>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59384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21EDCC0A-4A30-4431-8AD5-97165623A12D}"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903686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140DD67A-0E31-204F-6A21-923F9F3B7B47}"/>
              </a:ext>
            </a:extLst>
          </p:cNvPr>
          <p:cNvSpPr>
            <a:spLocks noGrp="1"/>
          </p:cNvSpPr>
          <p:nvPr>
            <p:ph type="dt" sz="half" idx="10"/>
          </p:nvPr>
        </p:nvSpPr>
        <p:spPr/>
        <p:txBody>
          <a:bodyPr/>
          <a:lstStyle/>
          <a:p>
            <a:fld id="{4ABACF39-E88D-44EE-8340-8806F1F53528}" type="datetime2">
              <a:rPr lang="zh-CN" altLang="en-US" smtClean="0"/>
              <a:t>2025年6月11日</a:t>
            </a:fld>
            <a:endParaRPr lang="zh-CN" altLang="en-US" dirty="0"/>
          </a:p>
        </p:txBody>
      </p:sp>
      <p:sp>
        <p:nvSpPr>
          <p:cNvPr id="6" name="页脚占位符 5">
            <a:extLst>
              <a:ext uri="{FF2B5EF4-FFF2-40B4-BE49-F238E27FC236}">
                <a16:creationId xmlns:a16="http://schemas.microsoft.com/office/drawing/2014/main" id="{57EF7B42-0DF3-C711-D558-A9614D38A33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7" name="灯片编号占位符 6">
            <a:extLst>
              <a:ext uri="{FF2B5EF4-FFF2-40B4-BE49-F238E27FC236}">
                <a16:creationId xmlns:a16="http://schemas.microsoft.com/office/drawing/2014/main" id="{BFB04DA1-FCAB-6A34-FD1E-7219EB0FB19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848680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8C67CE0C-9E79-4630-A445-75041AF3BACC}" type="datetime2">
              <a:rPr lang="zh-CN" altLang="en-US" smtClean="0"/>
              <a:t>2025年6月11日</a:t>
            </a:fld>
            <a:endParaRPr lang="zh-CN" altLang="en-US" dirty="0"/>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65030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EF4A1238-7D93-49BD-8EA5-88D7F22B10EC}" type="datetime2">
              <a:rPr lang="zh-CN" altLang="en-US" smtClean="0"/>
              <a:t>2025年6月11日</a:t>
            </a:fld>
            <a:endParaRPr lang="zh-CN" altLang="en-US" dirty="0"/>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630726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EEC6318C-ED8B-49A0-9A98-E465AA2D2798}"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733928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B0BAC6AE-58FD-4ACD-A2CD-B241B8F0DA11}" type="datetime2">
              <a:rPr lang="zh-CN" altLang="en-US" smtClean="0"/>
              <a:t>2025年6月11日</a:t>
            </a:fld>
            <a:endParaRPr lang="zh-CN" altLang="en-US" dirty="0"/>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654435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F97833A9-C8B4-4AC3-A6AC-8933562399A3}"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904951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500DDADF-5AF7-4420-AF5F-6E24EA3FD4A8}"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491911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896E7A12-1DC4-4DE9-B4B9-92B5D102EDED}"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4216709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pPr>
              <a:defRPr/>
            </a:pPr>
            <a:fld id="{62867D1A-490A-44C3-853B-F25CA682AC16}" type="datetime2">
              <a:rPr lang="zh-CN" altLang="en-US" smtClean="0"/>
              <a:t>2025年6月11日</a:t>
            </a:fld>
            <a:endParaRPr lang="en-US" altLang="zh-CN"/>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B8792307-A222-49C4-BB81-065F249ECFC6}" type="slidenum">
              <a:rPr lang="en-US" altLang="zh-CN" smtClean="0"/>
              <a:pPr/>
              <a:t>‹#›</a:t>
            </a:fld>
            <a:endParaRPr lang="en-US" altLang="zh-CN"/>
          </a:p>
        </p:txBody>
      </p:sp>
    </p:spTree>
    <p:extLst>
      <p:ext uri="{BB962C8B-B14F-4D97-AF65-F5344CB8AC3E}">
        <p14:creationId xmlns:p14="http://schemas.microsoft.com/office/powerpoint/2010/main" val="3984405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pPr>
              <a:defRPr/>
            </a:pPr>
            <a:fld id="{1EA5B11D-A5DC-49B6-860F-0B7FB32B79CB}" type="datetime2">
              <a:rPr lang="zh-CN" altLang="en-US" smtClean="0"/>
              <a:t>2025年6月11日</a:t>
            </a:fld>
            <a:endParaRPr lang="en-US" altLang="zh-CN"/>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AB728D9E-AB16-4FB0-AFB8-170F4056A412}" type="slidenum">
              <a:rPr lang="en-US" altLang="zh-CN" smtClean="0"/>
              <a:pPr/>
              <a:t>‹#›</a:t>
            </a:fld>
            <a:endParaRPr lang="en-US" altLang="zh-CN"/>
          </a:p>
        </p:txBody>
      </p:sp>
    </p:spTree>
    <p:extLst>
      <p:ext uri="{BB962C8B-B14F-4D97-AF65-F5344CB8AC3E}">
        <p14:creationId xmlns:p14="http://schemas.microsoft.com/office/powerpoint/2010/main" val="1355182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72412C8-0F2F-8844-B625-AFF09BD304C3}"/>
              </a:ext>
            </a:extLst>
          </p:cNvPr>
          <p:cNvSpPr>
            <a:spLocks noGrp="1"/>
          </p:cNvSpPr>
          <p:nvPr>
            <p:ph type="ftr" sz="quarter" idx="10"/>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3" name="灯片编号占位符 2">
            <a:extLst>
              <a:ext uri="{FF2B5EF4-FFF2-40B4-BE49-F238E27FC236}">
                <a16:creationId xmlns:a16="http://schemas.microsoft.com/office/drawing/2014/main" id="{756F90BF-61B5-78F4-C554-CEE9CC677E58}"/>
              </a:ext>
            </a:extLst>
          </p:cNvPr>
          <p:cNvSpPr>
            <a:spLocks noGrp="1"/>
          </p:cNvSpPr>
          <p:nvPr>
            <p:ph type="sldNum" sz="quarter" idx="11"/>
          </p:nvPr>
        </p:nvSpPr>
        <p:spPr/>
        <p:txBody>
          <a:body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B1A6B95A-66FD-A864-7445-E99AADDDEABE}"/>
              </a:ext>
            </a:extLst>
          </p:cNvPr>
          <p:cNvSpPr>
            <a:spLocks noGrp="1"/>
          </p:cNvSpPr>
          <p:nvPr>
            <p:ph type="dt" sz="half" idx="12"/>
          </p:nvPr>
        </p:nvSpPr>
        <p:spPr/>
        <p:txBody>
          <a:bodyPr/>
          <a:lstStyle/>
          <a:p>
            <a:fld id="{138AC921-FE28-4A8A-8FEF-C574B3003F2D}" type="datetime2">
              <a:rPr lang="zh-CN" altLang="en-US" smtClean="0"/>
              <a:t>2025年6月11日</a:t>
            </a:fld>
            <a:endParaRPr lang="zh-CN" altLang="en-US" dirty="0"/>
          </a:p>
        </p:txBody>
      </p:sp>
    </p:spTree>
    <p:extLst>
      <p:ext uri="{BB962C8B-B14F-4D97-AF65-F5344CB8AC3E}">
        <p14:creationId xmlns:p14="http://schemas.microsoft.com/office/powerpoint/2010/main" val="2361986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2251456" y="-34548"/>
            <a:ext cx="4641088" cy="270696"/>
          </a:xfrm>
          <a:prstGeom prst="rect">
            <a:avLst/>
          </a:prstGeom>
        </p:spPr>
        <p:txBody>
          <a:bodyPr vert="horz" lIns="91440" tIns="45720" rIns="91440" bIns="45720" rtlCol="0" anchor="ctr"/>
          <a:lstStyle>
            <a:lvl1pPr algn="ctr">
              <a:defRPr sz="1200">
                <a:solidFill>
                  <a:schemeClr val="bg1"/>
                </a:solidFill>
              </a:defRPr>
            </a:lvl1pPr>
          </a:lstStyle>
          <a:p>
            <a:r>
              <a:rPr lang="zh-CN" altLang="en-US" dirty="0"/>
              <a:t>王欣捷</a:t>
            </a:r>
            <a:r>
              <a:rPr lang="en-US" altLang="zh-CN" dirty="0"/>
              <a:t>-</a:t>
            </a:r>
            <a:r>
              <a:rPr lang="zh-CN" altLang="en-US" dirty="0"/>
              <a:t>编译原理</a:t>
            </a:r>
            <a:r>
              <a:rPr lang="en-US" altLang="zh-CN" dirty="0"/>
              <a:t>-</a:t>
            </a:r>
            <a:r>
              <a:rPr lang="zh-CN" altLang="en-US" dirty="0"/>
              <a:t>第六章 运行时存储空间的组织和管理</a:t>
            </a:r>
            <a:r>
              <a:rPr lang="en-US" altLang="zh-CN" dirty="0"/>
              <a:t>(2)</a:t>
            </a:r>
            <a:endParaRPr lang="zh-CN" altLang="en-US" dirty="0"/>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4ABACF39-E88D-44EE-8340-8806F1F53528}" type="datetime2">
              <a:rPr lang="zh-CN" altLang="en-US" smtClean="0"/>
              <a:t>2025年6月11日</a:t>
            </a:fld>
            <a:endParaRPr lang="zh-CN" altLang="en-US" dirty="0"/>
          </a:p>
        </p:txBody>
      </p:sp>
      <p:sp>
        <p:nvSpPr>
          <p:cNvPr id="11" name="箭头: 五边形 10">
            <a:extLst>
              <a:ext uri="{FF2B5EF4-FFF2-40B4-BE49-F238E27FC236}">
                <a16:creationId xmlns:a16="http://schemas.microsoft.com/office/drawing/2014/main" id="{15622D1E-087A-78E8-103E-0AEE810AA8B0}"/>
              </a:ext>
            </a:extLst>
          </p:cNvPr>
          <p:cNvSpPr/>
          <p:nvPr userDrawn="1"/>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extLst>
      <p:ext uri="{BB962C8B-B14F-4D97-AF65-F5344CB8AC3E}">
        <p14:creationId xmlns:p14="http://schemas.microsoft.com/office/powerpoint/2010/main" val="108684289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4.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4.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2.tmp"/><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4.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6.x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58.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14.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2.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a:xfrm>
            <a:off x="685800" y="2901159"/>
            <a:ext cx="7772400" cy="2192151"/>
          </a:xfrm>
        </p:spPr>
        <p:txBody>
          <a:bodyPr>
            <a:normAutofit/>
          </a:bodyPr>
          <a:lstStyle/>
          <a:p>
            <a:r>
              <a:rPr lang="zh-CN" altLang="en-US" sz="4400" dirty="0"/>
              <a:t>第六章 运行时存储空间</a:t>
            </a:r>
            <a:br>
              <a:rPr lang="en-US" altLang="zh-CN" sz="4400" dirty="0"/>
            </a:br>
            <a:r>
              <a:rPr lang="zh-CN" altLang="en-US" sz="4400" dirty="0"/>
              <a:t>的组织和管理</a:t>
            </a:r>
            <a:r>
              <a:rPr lang="en-US" altLang="zh-CN" sz="4400" dirty="0"/>
              <a:t>(2)</a:t>
            </a:r>
            <a:endParaRPr lang="zh-CN" altLang="en-US" sz="2400" dirty="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dirty="0"/>
          </a:p>
          <a:p>
            <a:r>
              <a:rPr lang="zh-CN" altLang="en-US" sz="1800" dirty="0"/>
              <a:t>中国海洋大学 计算机系 王欣捷</a:t>
            </a:r>
            <a:endParaRPr lang="en-US" altLang="zh-CN" sz="1800" dirty="0"/>
          </a:p>
          <a:p>
            <a:r>
              <a:rPr lang="en-US" altLang="zh-CN" sz="1800" dirty="0"/>
              <a:t>wangxinjie@ouc.edu.cn</a:t>
            </a:r>
            <a:endParaRPr lang="zh-CN" altLang="en-US" sz="1800" dirty="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04AC2F-BCA8-AD4A-89E1-930A88FA4E69}"/>
              </a:ext>
            </a:extLst>
          </p:cNvPr>
          <p:cNvSpPr>
            <a:spLocks noGrp="1"/>
          </p:cNvSpPr>
          <p:nvPr>
            <p:ph type="title"/>
          </p:nvPr>
        </p:nvSpPr>
        <p:spPr/>
        <p:txBody>
          <a:bodyPr>
            <a:noAutofit/>
          </a:bodyPr>
          <a:lstStyle/>
          <a:p>
            <a:r>
              <a:rPr lang="zh-CN" altLang="en-US" sz="3600" dirty="0"/>
              <a:t>上次课回顾</a:t>
            </a:r>
          </a:p>
        </p:txBody>
      </p:sp>
      <p:grpSp>
        <p:nvGrpSpPr>
          <p:cNvPr id="4" name="Group 4">
            <a:extLst>
              <a:ext uri="{FF2B5EF4-FFF2-40B4-BE49-F238E27FC236}">
                <a16:creationId xmlns:a16="http://schemas.microsoft.com/office/drawing/2014/main" id="{067D1A8A-C59F-1894-F813-F38A62F9FD4D}"/>
              </a:ext>
            </a:extLst>
          </p:cNvPr>
          <p:cNvGrpSpPr>
            <a:grpSpLocks/>
          </p:cNvGrpSpPr>
          <p:nvPr/>
        </p:nvGrpSpPr>
        <p:grpSpPr bwMode="auto">
          <a:xfrm>
            <a:off x="5275796" y="1098845"/>
            <a:ext cx="3353855" cy="3954834"/>
            <a:chOff x="1908" y="1344"/>
            <a:chExt cx="2076" cy="2403"/>
          </a:xfrm>
        </p:grpSpPr>
        <p:sp>
          <p:nvSpPr>
            <p:cNvPr id="5" name="Rectangle 5">
              <a:extLst>
                <a:ext uri="{FF2B5EF4-FFF2-40B4-BE49-F238E27FC236}">
                  <a16:creationId xmlns:a16="http://schemas.microsoft.com/office/drawing/2014/main" id="{82940959-2DE4-9ADB-27B6-4705F0A81881}"/>
                </a:ext>
              </a:extLst>
            </p:cNvPr>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a:p>
          </p:txBody>
        </p:sp>
        <p:sp>
          <p:nvSpPr>
            <p:cNvPr id="6" name="Rectangle 6">
              <a:extLst>
                <a:ext uri="{FF2B5EF4-FFF2-40B4-BE49-F238E27FC236}">
                  <a16:creationId xmlns:a16="http://schemas.microsoft.com/office/drawing/2014/main" id="{954E7489-C937-A607-47AE-52DA83F07AFF}"/>
                </a:ext>
              </a:extLst>
            </p:cNvPr>
            <p:cNvSpPr>
              <a:spLocks noChangeArrowheads="1"/>
            </p:cNvSpPr>
            <p:nvPr/>
          </p:nvSpPr>
          <p:spPr bwMode="auto">
            <a:xfrm>
              <a:off x="1950" y="1344"/>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latin typeface="黑体" panose="02010609060101010101" pitchFamily="49" charset="-122"/>
                </a:rPr>
                <a:t>临 时 数 据</a:t>
              </a:r>
            </a:p>
          </p:txBody>
        </p:sp>
        <p:sp>
          <p:nvSpPr>
            <p:cNvPr id="7" name="Line 7">
              <a:extLst>
                <a:ext uri="{FF2B5EF4-FFF2-40B4-BE49-F238E27FC236}">
                  <a16:creationId xmlns:a16="http://schemas.microsoft.com/office/drawing/2014/main" id="{CC99CAAE-E467-2E1F-D4AF-EA7C087D24E2}"/>
                </a:ext>
              </a:extLst>
            </p:cNvPr>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8" name="Rectangle 8">
              <a:extLst>
                <a:ext uri="{FF2B5EF4-FFF2-40B4-BE49-F238E27FC236}">
                  <a16:creationId xmlns:a16="http://schemas.microsoft.com/office/drawing/2014/main" id="{2A00F8EC-8938-422F-E75F-6D4FDD062B76}"/>
                </a:ext>
              </a:extLst>
            </p:cNvPr>
            <p:cNvSpPr>
              <a:spLocks noChangeArrowheads="1"/>
            </p:cNvSpPr>
            <p:nvPr/>
          </p:nvSpPr>
          <p:spPr bwMode="auto">
            <a:xfrm>
              <a:off x="1952" y="3333"/>
              <a:ext cx="19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参      数</a:t>
              </a:r>
            </a:p>
          </p:txBody>
        </p:sp>
        <p:sp>
          <p:nvSpPr>
            <p:cNvPr id="9" name="Rectangle 9">
              <a:extLst>
                <a:ext uri="{FF2B5EF4-FFF2-40B4-BE49-F238E27FC236}">
                  <a16:creationId xmlns:a16="http://schemas.microsoft.com/office/drawing/2014/main" id="{A2B95F83-6EB8-3AC1-E1F3-4BE010E65481}"/>
                </a:ext>
              </a:extLst>
            </p:cNvPr>
            <p:cNvSpPr>
              <a:spLocks noChangeArrowheads="1"/>
            </p:cNvSpPr>
            <p:nvPr/>
          </p:nvSpPr>
          <p:spPr bwMode="auto">
            <a:xfrm>
              <a:off x="1952" y="166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局 部 数 据</a:t>
              </a:r>
            </a:p>
          </p:txBody>
        </p:sp>
        <p:sp>
          <p:nvSpPr>
            <p:cNvPr id="10" name="Line 10">
              <a:extLst>
                <a:ext uri="{FF2B5EF4-FFF2-40B4-BE49-F238E27FC236}">
                  <a16:creationId xmlns:a16="http://schemas.microsoft.com/office/drawing/2014/main" id="{A2CF0E6A-CBB3-C138-08FB-E40BAFC7D07D}"/>
                </a:ext>
              </a:extLst>
            </p:cNvPr>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1" name="Line 11">
              <a:extLst>
                <a:ext uri="{FF2B5EF4-FFF2-40B4-BE49-F238E27FC236}">
                  <a16:creationId xmlns:a16="http://schemas.microsoft.com/office/drawing/2014/main" id="{BC8C7FEE-7412-83BB-3EA8-FB0B8BC804D3}"/>
                </a:ext>
              </a:extLst>
            </p:cNvPr>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2" name="Rectangle 12">
              <a:extLst>
                <a:ext uri="{FF2B5EF4-FFF2-40B4-BE49-F238E27FC236}">
                  <a16:creationId xmlns:a16="http://schemas.microsoft.com/office/drawing/2014/main" id="{7888AC84-CDD2-2A29-0AA7-6219988AA43F}"/>
                </a:ext>
              </a:extLst>
            </p:cNvPr>
            <p:cNvSpPr>
              <a:spLocks noChangeArrowheads="1"/>
            </p:cNvSpPr>
            <p:nvPr/>
          </p:nvSpPr>
          <p:spPr bwMode="auto">
            <a:xfrm>
              <a:off x="1964" y="1994"/>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 typeface="Wingdings" panose="05000000000000000000" pitchFamily="2" charset="2"/>
                <a:buNone/>
              </a:pPr>
              <a:r>
                <a:rPr lang="zh-CN" altLang="en-US" sz="2800" b="0">
                  <a:latin typeface="黑体" panose="02010609060101010101" pitchFamily="49" charset="-122"/>
                </a:rPr>
                <a:t>机 器 状 态</a:t>
              </a:r>
            </a:p>
          </p:txBody>
        </p:sp>
        <p:sp>
          <p:nvSpPr>
            <p:cNvPr id="13" name="Line 13">
              <a:extLst>
                <a:ext uri="{FF2B5EF4-FFF2-40B4-BE49-F238E27FC236}">
                  <a16:creationId xmlns:a16="http://schemas.microsoft.com/office/drawing/2014/main" id="{CE3390C3-5C6D-5443-0743-3958860CC51D}"/>
                </a:ext>
              </a:extLst>
            </p:cNvPr>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4" name="Line 14">
              <a:extLst>
                <a:ext uri="{FF2B5EF4-FFF2-40B4-BE49-F238E27FC236}">
                  <a16:creationId xmlns:a16="http://schemas.microsoft.com/office/drawing/2014/main" id="{5E978FAD-15F3-38DF-623E-C9A9E9011B80}"/>
                </a:ext>
              </a:extLst>
            </p:cNvPr>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5" name="Line 15">
              <a:extLst>
                <a:ext uri="{FF2B5EF4-FFF2-40B4-BE49-F238E27FC236}">
                  <a16:creationId xmlns:a16="http://schemas.microsoft.com/office/drawing/2014/main" id="{BD420885-FECA-A5D5-53A7-70BE8B818909}"/>
                </a:ext>
              </a:extLst>
            </p:cNvPr>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6" name="Rectangle 16">
              <a:extLst>
                <a:ext uri="{FF2B5EF4-FFF2-40B4-BE49-F238E27FC236}">
                  <a16:creationId xmlns:a16="http://schemas.microsoft.com/office/drawing/2014/main" id="{A2C57903-6625-BB0B-14AC-144FD79AAA91}"/>
                </a:ext>
              </a:extLst>
            </p:cNvPr>
            <p:cNvSpPr>
              <a:spLocks noChangeArrowheads="1"/>
            </p:cNvSpPr>
            <p:nvPr/>
          </p:nvSpPr>
          <p:spPr bwMode="auto">
            <a:xfrm>
              <a:off x="1963" y="2332"/>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访  问  链</a:t>
              </a:r>
            </a:p>
          </p:txBody>
        </p:sp>
        <p:sp>
          <p:nvSpPr>
            <p:cNvPr id="17" name="Rectangle 17">
              <a:extLst>
                <a:ext uri="{FF2B5EF4-FFF2-40B4-BE49-F238E27FC236}">
                  <a16:creationId xmlns:a16="http://schemas.microsoft.com/office/drawing/2014/main" id="{FFCDE681-07EA-3313-23BE-5066A9DFBE5D}"/>
                </a:ext>
              </a:extLst>
            </p:cNvPr>
            <p:cNvSpPr>
              <a:spLocks noChangeArrowheads="1"/>
            </p:cNvSpPr>
            <p:nvPr/>
          </p:nvSpPr>
          <p:spPr bwMode="auto">
            <a:xfrm>
              <a:off x="1964" y="2657"/>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控  制  链</a:t>
              </a:r>
            </a:p>
          </p:txBody>
        </p:sp>
        <p:sp>
          <p:nvSpPr>
            <p:cNvPr id="18" name="Rectangle 18">
              <a:extLst>
                <a:ext uri="{FF2B5EF4-FFF2-40B4-BE49-F238E27FC236}">
                  <a16:creationId xmlns:a16="http://schemas.microsoft.com/office/drawing/2014/main" id="{675FC5C8-7122-0391-5241-D82D26A2D23E}"/>
                </a:ext>
              </a:extLst>
            </p:cNvPr>
            <p:cNvSpPr>
              <a:spLocks noChangeArrowheads="1"/>
            </p:cNvSpPr>
            <p:nvPr/>
          </p:nvSpPr>
          <p:spPr bwMode="auto">
            <a:xfrm>
              <a:off x="1952" y="2995"/>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返  回  值</a:t>
              </a:r>
            </a:p>
          </p:txBody>
        </p:sp>
      </p:grpSp>
      <p:grpSp>
        <p:nvGrpSpPr>
          <p:cNvPr id="19" name="Group 20">
            <a:extLst>
              <a:ext uri="{FF2B5EF4-FFF2-40B4-BE49-F238E27FC236}">
                <a16:creationId xmlns:a16="http://schemas.microsoft.com/office/drawing/2014/main" id="{0E3ACCE6-5F91-A878-0B85-3C393DBCDB1D}"/>
              </a:ext>
            </a:extLst>
          </p:cNvPr>
          <p:cNvGrpSpPr>
            <a:grpSpLocks/>
          </p:cNvGrpSpPr>
          <p:nvPr/>
        </p:nvGrpSpPr>
        <p:grpSpPr bwMode="auto">
          <a:xfrm>
            <a:off x="514349" y="1346536"/>
            <a:ext cx="3529530" cy="3419952"/>
            <a:chOff x="1920" y="1756"/>
            <a:chExt cx="2448" cy="2372"/>
          </a:xfrm>
        </p:grpSpPr>
        <p:grpSp>
          <p:nvGrpSpPr>
            <p:cNvPr id="20" name="Group 4">
              <a:extLst>
                <a:ext uri="{FF2B5EF4-FFF2-40B4-BE49-F238E27FC236}">
                  <a16:creationId xmlns:a16="http://schemas.microsoft.com/office/drawing/2014/main" id="{A2BD47C1-10EE-6DA3-716C-64743F703D75}"/>
                </a:ext>
              </a:extLst>
            </p:cNvPr>
            <p:cNvGrpSpPr>
              <a:grpSpLocks/>
            </p:cNvGrpSpPr>
            <p:nvPr/>
          </p:nvGrpSpPr>
          <p:grpSpPr bwMode="auto">
            <a:xfrm>
              <a:off x="1920" y="1756"/>
              <a:ext cx="2059" cy="2372"/>
              <a:chOff x="1952" y="1344"/>
              <a:chExt cx="2059" cy="2372"/>
            </a:xfrm>
          </p:grpSpPr>
          <p:sp>
            <p:nvSpPr>
              <p:cNvPr id="24" name="Rectangle 5">
                <a:extLst>
                  <a:ext uri="{FF2B5EF4-FFF2-40B4-BE49-F238E27FC236}">
                    <a16:creationId xmlns:a16="http://schemas.microsoft.com/office/drawing/2014/main" id="{5E5AD491-D036-1DA7-6184-E28DE4B19630}"/>
                  </a:ext>
                </a:extLst>
              </p:cNvPr>
              <p:cNvSpPr>
                <a:spLocks noChangeArrowheads="1"/>
              </p:cNvSpPr>
              <p:nvPr/>
            </p:nvSpPr>
            <p:spPr bwMode="auto">
              <a:xfrm>
                <a:off x="1964" y="1344"/>
                <a:ext cx="2045" cy="237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endParaRPr lang="zh-CN" altLang="en-US" sz="2400">
                  <a:solidFill>
                    <a:srgbClr val="000000"/>
                  </a:solidFill>
                </a:endParaRPr>
              </a:p>
            </p:txBody>
          </p:sp>
          <p:sp>
            <p:nvSpPr>
              <p:cNvPr id="25" name="Rectangle 6">
                <a:extLst>
                  <a:ext uri="{FF2B5EF4-FFF2-40B4-BE49-F238E27FC236}">
                    <a16:creationId xmlns:a16="http://schemas.microsoft.com/office/drawing/2014/main" id="{19DC4086-7479-6935-8CD0-0FB93497AD7C}"/>
                  </a:ext>
                </a:extLst>
              </p:cNvPr>
              <p:cNvSpPr>
                <a:spLocks noChangeArrowheads="1"/>
              </p:cNvSpPr>
              <p:nvPr/>
            </p:nvSpPr>
            <p:spPr bwMode="auto">
              <a:xfrm>
                <a:off x="2006" y="1359"/>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solidFill>
                      <a:srgbClr val="000000"/>
                    </a:solidFill>
                    <a:latin typeface="黑体" panose="02010609060101010101" pitchFamily="49" charset="-122"/>
                  </a:rPr>
                  <a:t>目 标 代 码</a:t>
                </a:r>
              </a:p>
            </p:txBody>
          </p:sp>
          <p:sp>
            <p:nvSpPr>
              <p:cNvPr id="26" name="Line 7">
                <a:extLst>
                  <a:ext uri="{FF2B5EF4-FFF2-40B4-BE49-F238E27FC236}">
                    <a16:creationId xmlns:a16="http://schemas.microsoft.com/office/drawing/2014/main" id="{C07343E3-D423-7DBF-49AD-64FF84EA0F17}"/>
                  </a:ext>
                </a:extLst>
              </p:cNvPr>
              <p:cNvSpPr>
                <a:spLocks noChangeShapeType="1"/>
              </p:cNvSpPr>
              <p:nvPr/>
            </p:nvSpPr>
            <p:spPr bwMode="auto">
              <a:xfrm>
                <a:off x="1977" y="1780"/>
                <a:ext cx="20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27" name="Rectangle 8">
                <a:extLst>
                  <a:ext uri="{FF2B5EF4-FFF2-40B4-BE49-F238E27FC236}">
                    <a16:creationId xmlns:a16="http://schemas.microsoft.com/office/drawing/2014/main" id="{A9549EA3-E21F-5DAA-8E4E-715664B3646F}"/>
                  </a:ext>
                </a:extLst>
              </p:cNvPr>
              <p:cNvSpPr>
                <a:spLocks noChangeArrowheads="1"/>
              </p:cNvSpPr>
              <p:nvPr/>
            </p:nvSpPr>
            <p:spPr bwMode="auto">
              <a:xfrm>
                <a:off x="2008" y="1794"/>
                <a:ext cx="1948"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solidFill>
                      <a:srgbClr val="000000"/>
                    </a:solidFill>
                    <a:latin typeface="黑体" panose="02010609060101010101" pitchFamily="49" charset="-122"/>
                  </a:rPr>
                  <a:t>静 态 数 据</a:t>
                </a:r>
              </a:p>
            </p:txBody>
          </p:sp>
          <p:sp>
            <p:nvSpPr>
              <p:cNvPr id="28" name="Line 9">
                <a:extLst>
                  <a:ext uri="{FF2B5EF4-FFF2-40B4-BE49-F238E27FC236}">
                    <a16:creationId xmlns:a16="http://schemas.microsoft.com/office/drawing/2014/main" id="{BCF54076-55DF-129F-7EDA-37CF3E8C90EE}"/>
                  </a:ext>
                </a:extLst>
              </p:cNvPr>
              <p:cNvSpPr>
                <a:spLocks noChangeShapeType="1"/>
              </p:cNvSpPr>
              <p:nvPr/>
            </p:nvSpPr>
            <p:spPr bwMode="auto">
              <a:xfrm>
                <a:off x="1952" y="2216"/>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29" name="Rectangle 10">
                <a:extLst>
                  <a:ext uri="{FF2B5EF4-FFF2-40B4-BE49-F238E27FC236}">
                    <a16:creationId xmlns:a16="http://schemas.microsoft.com/office/drawing/2014/main" id="{10E366D2-DE82-CA6B-FE73-0B3FDE491C3A}"/>
                  </a:ext>
                </a:extLst>
              </p:cNvPr>
              <p:cNvSpPr>
                <a:spLocks noChangeArrowheads="1"/>
              </p:cNvSpPr>
              <p:nvPr/>
            </p:nvSpPr>
            <p:spPr bwMode="auto">
              <a:xfrm>
                <a:off x="2021" y="2206"/>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solidFill>
                      <a:srgbClr val="333399"/>
                    </a:solidFill>
                  </a:rPr>
                  <a:t>堆</a:t>
                </a:r>
              </a:p>
            </p:txBody>
          </p:sp>
          <p:sp>
            <p:nvSpPr>
              <p:cNvPr id="30" name="Line 11">
                <a:extLst>
                  <a:ext uri="{FF2B5EF4-FFF2-40B4-BE49-F238E27FC236}">
                    <a16:creationId xmlns:a16="http://schemas.microsoft.com/office/drawing/2014/main" id="{FB5356E3-A499-F89E-675D-A27E7C80C1DF}"/>
                  </a:ext>
                </a:extLst>
              </p:cNvPr>
              <p:cNvSpPr>
                <a:spLocks noChangeShapeType="1"/>
              </p:cNvSpPr>
              <p:nvPr/>
            </p:nvSpPr>
            <p:spPr bwMode="auto">
              <a:xfrm>
                <a:off x="1979" y="3305"/>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31" name="Line 12">
                <a:extLst>
                  <a:ext uri="{FF2B5EF4-FFF2-40B4-BE49-F238E27FC236}">
                    <a16:creationId xmlns:a16="http://schemas.microsoft.com/office/drawing/2014/main" id="{011836EF-34D9-FBE4-FDFE-71942CAC56E4}"/>
                  </a:ext>
                </a:extLst>
              </p:cNvPr>
              <p:cNvSpPr>
                <a:spLocks noChangeShapeType="1"/>
              </p:cNvSpPr>
              <p:nvPr/>
            </p:nvSpPr>
            <p:spPr bwMode="auto">
              <a:xfrm>
                <a:off x="1979" y="2639"/>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32" name="Rectangle 13">
                <a:extLst>
                  <a:ext uri="{FF2B5EF4-FFF2-40B4-BE49-F238E27FC236}">
                    <a16:creationId xmlns:a16="http://schemas.microsoft.com/office/drawing/2014/main" id="{9334CB81-3295-CA69-A1F5-E91B72AEEFEE}"/>
                  </a:ext>
                </a:extLst>
              </p:cNvPr>
              <p:cNvSpPr>
                <a:spLocks noChangeArrowheads="1"/>
              </p:cNvSpPr>
              <p:nvPr/>
            </p:nvSpPr>
            <p:spPr bwMode="auto">
              <a:xfrm>
                <a:off x="2021" y="2654"/>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endParaRPr lang="zh-CN" altLang="zh-CN" sz="900" b="0">
                  <a:solidFill>
                    <a:srgbClr val="000000"/>
                  </a:solidFill>
                  <a:ea typeface="宋体" panose="02010600030101010101" pitchFamily="2" charset="-122"/>
                </a:endParaRPr>
              </a:p>
            </p:txBody>
          </p:sp>
          <p:sp>
            <p:nvSpPr>
              <p:cNvPr id="33" name="Rectangle 14">
                <a:extLst>
                  <a:ext uri="{FF2B5EF4-FFF2-40B4-BE49-F238E27FC236}">
                    <a16:creationId xmlns:a16="http://schemas.microsoft.com/office/drawing/2014/main" id="{C5B296B1-3F62-1B31-496F-574F16CBEECC}"/>
                  </a:ext>
                </a:extLst>
              </p:cNvPr>
              <p:cNvSpPr>
                <a:spLocks noChangeArrowheads="1"/>
              </p:cNvSpPr>
              <p:nvPr/>
            </p:nvSpPr>
            <p:spPr bwMode="auto">
              <a:xfrm>
                <a:off x="1995" y="3332"/>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solidFill>
                      <a:srgbClr val="333399"/>
                    </a:solidFill>
                  </a:rPr>
                  <a:t>栈</a:t>
                </a:r>
              </a:p>
            </p:txBody>
          </p:sp>
          <p:sp>
            <p:nvSpPr>
              <p:cNvPr id="34" name="Line 15">
                <a:extLst>
                  <a:ext uri="{FF2B5EF4-FFF2-40B4-BE49-F238E27FC236}">
                    <a16:creationId xmlns:a16="http://schemas.microsoft.com/office/drawing/2014/main" id="{556BB9B5-FD62-1EA9-9B4B-B5DCB75A5047}"/>
                  </a:ext>
                </a:extLst>
              </p:cNvPr>
              <p:cNvSpPr>
                <a:spLocks noChangeShapeType="1"/>
              </p:cNvSpPr>
              <p:nvPr/>
            </p:nvSpPr>
            <p:spPr bwMode="auto">
              <a:xfrm>
                <a:off x="2954" y="2651"/>
                <a:ext cx="3" cy="26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600"/>
              </a:p>
            </p:txBody>
          </p:sp>
          <p:sp>
            <p:nvSpPr>
              <p:cNvPr id="35" name="Line 16">
                <a:extLst>
                  <a:ext uri="{FF2B5EF4-FFF2-40B4-BE49-F238E27FC236}">
                    <a16:creationId xmlns:a16="http://schemas.microsoft.com/office/drawing/2014/main" id="{159C86E2-135D-3859-33DA-4F08E84CE622}"/>
                  </a:ext>
                </a:extLst>
              </p:cNvPr>
              <p:cNvSpPr>
                <a:spLocks noChangeShapeType="1"/>
              </p:cNvSpPr>
              <p:nvPr/>
            </p:nvSpPr>
            <p:spPr bwMode="auto">
              <a:xfrm flipV="1">
                <a:off x="2968" y="3027"/>
                <a:ext cx="2" cy="26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600"/>
              </a:p>
            </p:txBody>
          </p:sp>
        </p:grpSp>
        <p:grpSp>
          <p:nvGrpSpPr>
            <p:cNvPr id="21" name="Group 17">
              <a:extLst>
                <a:ext uri="{FF2B5EF4-FFF2-40B4-BE49-F238E27FC236}">
                  <a16:creationId xmlns:a16="http://schemas.microsoft.com/office/drawing/2014/main" id="{18447C8D-F451-BDEE-0526-11C22E89F2A9}"/>
                </a:ext>
              </a:extLst>
            </p:cNvPr>
            <p:cNvGrpSpPr>
              <a:grpSpLocks/>
            </p:cNvGrpSpPr>
            <p:nvPr/>
          </p:nvGrpSpPr>
          <p:grpSpPr bwMode="auto">
            <a:xfrm>
              <a:off x="4026" y="2006"/>
              <a:ext cx="342" cy="1636"/>
              <a:chOff x="4026" y="1862"/>
              <a:chExt cx="342" cy="1636"/>
            </a:xfrm>
          </p:grpSpPr>
          <p:sp>
            <p:nvSpPr>
              <p:cNvPr id="22" name="Line 18">
                <a:extLst>
                  <a:ext uri="{FF2B5EF4-FFF2-40B4-BE49-F238E27FC236}">
                    <a16:creationId xmlns:a16="http://schemas.microsoft.com/office/drawing/2014/main" id="{0DE973A5-E9BB-1CC3-78CA-CEF7E54C55C2}"/>
                  </a:ext>
                </a:extLst>
              </p:cNvPr>
              <p:cNvSpPr>
                <a:spLocks noChangeShapeType="1"/>
              </p:cNvSpPr>
              <p:nvPr/>
            </p:nvSpPr>
            <p:spPr bwMode="auto">
              <a:xfrm>
                <a:off x="4180" y="1862"/>
                <a:ext cx="0" cy="76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23" name="Text Box 19">
                <a:extLst>
                  <a:ext uri="{FF2B5EF4-FFF2-40B4-BE49-F238E27FC236}">
                    <a16:creationId xmlns:a16="http://schemas.microsoft.com/office/drawing/2014/main" id="{5BEAE64A-DAFC-FDBF-29E7-B6B53A7E0E58}"/>
                  </a:ext>
                </a:extLst>
              </p:cNvPr>
              <p:cNvSpPr txBox="1">
                <a:spLocks noChangeArrowheads="1"/>
              </p:cNvSpPr>
              <p:nvPr/>
            </p:nvSpPr>
            <p:spPr bwMode="auto">
              <a:xfrm>
                <a:off x="4026" y="2665"/>
                <a:ext cx="342" cy="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zh-CN" altLang="en-US" sz="2400" b="0">
                    <a:solidFill>
                      <a:srgbClr val="000000"/>
                    </a:solidFill>
                  </a:rPr>
                  <a:t>高</a:t>
                </a:r>
              </a:p>
              <a:p>
                <a:pPr eaLnBrk="1" hangingPunct="1">
                  <a:spcBef>
                    <a:spcPct val="0"/>
                  </a:spcBef>
                  <a:buClrTx/>
                  <a:buSzTx/>
                  <a:buFontTx/>
                  <a:buNone/>
                </a:pPr>
                <a:r>
                  <a:rPr lang="zh-CN" altLang="en-US" sz="2400" b="0">
                    <a:solidFill>
                      <a:srgbClr val="000000"/>
                    </a:solidFill>
                  </a:rPr>
                  <a:t>地</a:t>
                </a:r>
              </a:p>
              <a:p>
                <a:pPr eaLnBrk="1" hangingPunct="1">
                  <a:spcBef>
                    <a:spcPct val="0"/>
                  </a:spcBef>
                  <a:buClrTx/>
                  <a:buSzTx/>
                  <a:buFontTx/>
                  <a:buNone/>
                </a:pPr>
                <a:r>
                  <a:rPr lang="zh-CN" altLang="en-US" sz="2400" b="0">
                    <a:solidFill>
                      <a:srgbClr val="000000"/>
                    </a:solidFill>
                  </a:rPr>
                  <a:t>址</a:t>
                </a:r>
              </a:p>
            </p:txBody>
          </p:sp>
        </p:grpSp>
      </p:grpSp>
      <p:sp>
        <p:nvSpPr>
          <p:cNvPr id="36" name="文本框 35">
            <a:extLst>
              <a:ext uri="{FF2B5EF4-FFF2-40B4-BE49-F238E27FC236}">
                <a16:creationId xmlns:a16="http://schemas.microsoft.com/office/drawing/2014/main" id="{3A4737E1-54AC-A1E5-2030-CC36FE4F43DB}"/>
              </a:ext>
            </a:extLst>
          </p:cNvPr>
          <p:cNvSpPr txBox="1"/>
          <p:nvPr/>
        </p:nvSpPr>
        <p:spPr>
          <a:xfrm>
            <a:off x="172944" y="4988747"/>
            <a:ext cx="3647152" cy="923330"/>
          </a:xfrm>
          <a:prstGeom prst="rect">
            <a:avLst/>
          </a:prstGeom>
          <a:noFill/>
        </p:spPr>
        <p:txBody>
          <a:bodyPr wrap="none" rtlCol="0">
            <a:spAutoFit/>
          </a:bodyPr>
          <a:lstStyle/>
          <a:p>
            <a:pPr algn="ctr"/>
            <a:r>
              <a:rPr lang="zh-CN" altLang="en-US" dirty="0"/>
              <a:t>图</a:t>
            </a:r>
            <a:r>
              <a:rPr lang="en-US" altLang="zh-CN" dirty="0"/>
              <a:t>1</a:t>
            </a:r>
            <a:r>
              <a:rPr lang="zh-CN" altLang="en-US" dirty="0"/>
              <a:t>：运行时存储空间划分</a:t>
            </a:r>
            <a:endParaRPr lang="en-US" altLang="zh-CN" dirty="0"/>
          </a:p>
          <a:p>
            <a:pPr algn="ctr"/>
            <a:r>
              <a:rPr lang="en-US" altLang="zh-CN" dirty="0"/>
              <a:t>C</a:t>
            </a:r>
            <a:r>
              <a:rPr lang="zh-CN" altLang="en-US" dirty="0"/>
              <a:t>编译器就是图上这种方式，</a:t>
            </a:r>
            <a:endParaRPr lang="en-US" altLang="zh-CN" dirty="0"/>
          </a:p>
          <a:p>
            <a:pPr algn="ctr"/>
            <a:r>
              <a:rPr lang="zh-CN" altLang="en-US" dirty="0"/>
              <a:t>但有的编译器会把堆和栈位置互换</a:t>
            </a:r>
          </a:p>
        </p:txBody>
      </p:sp>
      <p:sp>
        <p:nvSpPr>
          <p:cNvPr id="37" name="Rectangle 6">
            <a:extLst>
              <a:ext uri="{FF2B5EF4-FFF2-40B4-BE49-F238E27FC236}">
                <a16:creationId xmlns:a16="http://schemas.microsoft.com/office/drawing/2014/main" id="{B7B46E3D-25DB-63AA-C879-505DF25874EE}"/>
              </a:ext>
            </a:extLst>
          </p:cNvPr>
          <p:cNvSpPr>
            <a:spLocks noChangeArrowheads="1"/>
          </p:cNvSpPr>
          <p:nvPr/>
        </p:nvSpPr>
        <p:spPr bwMode="auto">
          <a:xfrm>
            <a:off x="552657" y="3349279"/>
            <a:ext cx="2808629" cy="54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solidFill>
                  <a:srgbClr val="000000"/>
                </a:solidFill>
                <a:latin typeface="黑体" panose="02010609060101010101" pitchFamily="49" charset="-122"/>
              </a:rPr>
              <a:t>空 闲 内 存</a:t>
            </a:r>
          </a:p>
        </p:txBody>
      </p:sp>
      <p:sp>
        <p:nvSpPr>
          <p:cNvPr id="38" name="文本框 37">
            <a:extLst>
              <a:ext uri="{FF2B5EF4-FFF2-40B4-BE49-F238E27FC236}">
                <a16:creationId xmlns:a16="http://schemas.microsoft.com/office/drawing/2014/main" id="{521DC1C2-BA4C-3999-49B0-C52B5DA6E6E8}"/>
              </a:ext>
            </a:extLst>
          </p:cNvPr>
          <p:cNvSpPr txBox="1"/>
          <p:nvPr/>
        </p:nvSpPr>
        <p:spPr>
          <a:xfrm>
            <a:off x="5036708" y="5232205"/>
            <a:ext cx="3762568" cy="923330"/>
          </a:xfrm>
          <a:prstGeom prst="rect">
            <a:avLst/>
          </a:prstGeom>
          <a:noFill/>
        </p:spPr>
        <p:txBody>
          <a:bodyPr wrap="none" rtlCol="0">
            <a:spAutoFit/>
          </a:bodyPr>
          <a:lstStyle/>
          <a:p>
            <a:pPr algn="ctr"/>
            <a:r>
              <a:rPr lang="zh-CN" altLang="en-US" dirty="0"/>
              <a:t>图</a:t>
            </a:r>
            <a:r>
              <a:rPr lang="en-US" altLang="zh-CN" dirty="0"/>
              <a:t>2</a:t>
            </a:r>
            <a:r>
              <a:rPr lang="zh-CN" altLang="en-US" dirty="0"/>
              <a:t>：一个函数（过程）的活动记录</a:t>
            </a:r>
            <a:endParaRPr lang="en-US" altLang="zh-CN" dirty="0"/>
          </a:p>
          <a:p>
            <a:pPr algn="ctr"/>
            <a:r>
              <a:rPr lang="zh-CN" altLang="en-US" dirty="0"/>
              <a:t>仅表示一般组织形式，</a:t>
            </a:r>
            <a:endParaRPr lang="en-US" altLang="zh-CN" dirty="0"/>
          </a:p>
          <a:p>
            <a:pPr algn="ctr"/>
            <a:r>
              <a:rPr lang="zh-CN" altLang="en-US" dirty="0"/>
              <a:t>不同的编译器该形式可能不同</a:t>
            </a:r>
          </a:p>
        </p:txBody>
      </p:sp>
      <p:sp>
        <p:nvSpPr>
          <p:cNvPr id="46" name="左大括号 45">
            <a:extLst>
              <a:ext uri="{FF2B5EF4-FFF2-40B4-BE49-F238E27FC236}">
                <a16:creationId xmlns:a16="http://schemas.microsoft.com/office/drawing/2014/main" id="{0E1033EB-1146-3AFB-BEBC-DE0861C65964}"/>
              </a:ext>
            </a:extLst>
          </p:cNvPr>
          <p:cNvSpPr/>
          <p:nvPr/>
        </p:nvSpPr>
        <p:spPr>
          <a:xfrm>
            <a:off x="4250817" y="1200884"/>
            <a:ext cx="850378" cy="3863910"/>
          </a:xfrm>
          <a:prstGeom prst="leftBrace">
            <a:avLst>
              <a:gd name="adj1" fmla="val 48665"/>
              <a:gd name="adj2" fmla="val 84898"/>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E0621F7F-DDA8-369C-EC28-226457746683}"/>
              </a:ext>
            </a:extLst>
          </p:cNvPr>
          <p:cNvCxnSpPr>
            <a:cxnSpLocks/>
          </p:cNvCxnSpPr>
          <p:nvPr/>
        </p:nvCxnSpPr>
        <p:spPr>
          <a:xfrm flipH="1">
            <a:off x="3757721" y="4482354"/>
            <a:ext cx="493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日期占位符 2">
            <a:extLst>
              <a:ext uri="{FF2B5EF4-FFF2-40B4-BE49-F238E27FC236}">
                <a16:creationId xmlns:a16="http://schemas.microsoft.com/office/drawing/2014/main" id="{80F15283-A877-1394-9F78-8C1ED1557B92}"/>
              </a:ext>
            </a:extLst>
          </p:cNvPr>
          <p:cNvSpPr>
            <a:spLocks noGrp="1"/>
          </p:cNvSpPr>
          <p:nvPr>
            <p:ph type="dt" sz="half" idx="10"/>
          </p:nvPr>
        </p:nvSpPr>
        <p:spPr>
          <a:xfrm>
            <a:off x="32400" y="10800"/>
            <a:ext cx="2059200" cy="180000"/>
          </a:xfrm>
        </p:spPr>
        <p:txBody>
          <a:bodyPr/>
          <a:lstStyle/>
          <a:p>
            <a:fld id="{19D44F42-AF45-48A4-90DE-2EE68C1C31D8}" type="datetime2">
              <a:rPr lang="zh-CN" altLang="en-US" smtClean="0"/>
              <a:t>2025年6月11日</a:t>
            </a:fld>
            <a:endParaRPr lang="zh-CN" altLang="en-US" dirty="0"/>
          </a:p>
        </p:txBody>
      </p:sp>
      <p:sp>
        <p:nvSpPr>
          <p:cNvPr id="39" name="页脚占位符 38">
            <a:extLst>
              <a:ext uri="{FF2B5EF4-FFF2-40B4-BE49-F238E27FC236}">
                <a16:creationId xmlns:a16="http://schemas.microsoft.com/office/drawing/2014/main" id="{2226EF77-EBD5-D739-FDB2-17E8EA25B224}"/>
              </a:ext>
            </a:extLst>
          </p:cNvPr>
          <p:cNvSpPr>
            <a:spLocks noGrp="1"/>
          </p:cNvSpPr>
          <p:nvPr>
            <p:ph type="ftr" sz="quarter" idx="11"/>
          </p:nvPr>
        </p:nvSpPr>
        <p:spPr>
          <a:xfrm>
            <a:off x="2292096" y="-27506"/>
            <a:ext cx="4559808" cy="256612"/>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0" name="灯片编号占位符 39">
            <a:extLst>
              <a:ext uri="{FF2B5EF4-FFF2-40B4-BE49-F238E27FC236}">
                <a16:creationId xmlns:a16="http://schemas.microsoft.com/office/drawing/2014/main" id="{3D46C6EF-9BDB-CA04-7430-E1823D2838D7}"/>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a:t>
            </a:fld>
            <a:endParaRPr lang="zh-CN" altLang="en-US"/>
          </a:p>
        </p:txBody>
      </p:sp>
    </p:spTree>
    <p:extLst>
      <p:ext uri="{BB962C8B-B14F-4D97-AF65-F5344CB8AC3E}">
        <p14:creationId xmlns:p14="http://schemas.microsoft.com/office/powerpoint/2010/main" val="348416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CFA43DF-44A4-4C06-8D56-DD617B5789C3}"/>
              </a:ext>
            </a:extLst>
          </p:cNvPr>
          <p:cNvSpPr>
            <a:spLocks noGrp="1" noChangeArrowheads="1"/>
          </p:cNvSpPr>
          <p:nvPr>
            <p:ph type="title"/>
          </p:nvPr>
        </p:nvSpPr>
        <p:spPr/>
        <p:txBody>
          <a:bodyPr/>
          <a:lstStyle/>
          <a:p>
            <a:r>
              <a:rPr lang="zh-CN" altLang="en-US"/>
              <a:t>上次课回顾</a:t>
            </a:r>
          </a:p>
        </p:txBody>
      </p:sp>
      <p:sp>
        <p:nvSpPr>
          <p:cNvPr id="30723" name="Rectangle 3">
            <a:extLst>
              <a:ext uri="{FF2B5EF4-FFF2-40B4-BE49-F238E27FC236}">
                <a16:creationId xmlns:a16="http://schemas.microsoft.com/office/drawing/2014/main" id="{B7A39A49-BA7B-4E35-8502-CC023B150CBE}"/>
              </a:ext>
            </a:extLst>
          </p:cNvPr>
          <p:cNvSpPr>
            <a:spLocks noGrp="1" noChangeArrowheads="1"/>
          </p:cNvSpPr>
          <p:nvPr>
            <p:ph idx="1"/>
          </p:nvPr>
        </p:nvSpPr>
        <p:spPr/>
        <p:txBody>
          <a:bodyPr/>
          <a:lstStyle/>
          <a:p>
            <a:pPr>
              <a:lnSpc>
                <a:spcPct val="90000"/>
              </a:lnSpc>
            </a:pPr>
            <a:r>
              <a:rPr lang="zh-CN" altLang="en-US" sz="2800" dirty="0"/>
              <a:t>局部存储分配策略中的概念</a:t>
            </a:r>
          </a:p>
          <a:p>
            <a:pPr lvl="1">
              <a:lnSpc>
                <a:spcPct val="90000"/>
              </a:lnSpc>
            </a:pPr>
            <a:r>
              <a:rPr lang="zh-CN" altLang="en-US" sz="2400" dirty="0"/>
              <a:t>过程定义、过程调用、过程的活动、形式参数和实在参数、活动的生存期、名字的作用域</a:t>
            </a:r>
          </a:p>
          <a:p>
            <a:pPr lvl="1">
              <a:lnSpc>
                <a:spcPct val="90000"/>
              </a:lnSpc>
            </a:pPr>
            <a:r>
              <a:rPr lang="zh-CN" altLang="en-US" sz="2400" dirty="0"/>
              <a:t>从名字到值的两步映射</a:t>
            </a:r>
          </a:p>
          <a:p>
            <a:pPr lvl="1">
              <a:lnSpc>
                <a:spcPct val="90000"/>
              </a:lnSpc>
            </a:pPr>
            <a:endParaRPr lang="zh-CN" altLang="en-US" sz="2400" dirty="0"/>
          </a:p>
          <a:p>
            <a:pPr lvl="1">
              <a:lnSpc>
                <a:spcPct val="90000"/>
              </a:lnSpc>
            </a:pPr>
            <a:endParaRPr lang="zh-CN" altLang="en-US" sz="2400" dirty="0"/>
          </a:p>
          <a:p>
            <a:pPr lvl="1">
              <a:lnSpc>
                <a:spcPct val="90000"/>
              </a:lnSpc>
            </a:pPr>
            <a:endParaRPr lang="zh-CN" altLang="en-US" sz="2400" dirty="0"/>
          </a:p>
          <a:p>
            <a:pPr marL="457200" lvl="1" indent="0">
              <a:lnSpc>
                <a:spcPct val="90000"/>
              </a:lnSpc>
              <a:buNone/>
            </a:pPr>
            <a:endParaRPr lang="en-US" altLang="zh-CN" sz="2400" dirty="0"/>
          </a:p>
          <a:p>
            <a:pPr lvl="1">
              <a:lnSpc>
                <a:spcPct val="90000"/>
              </a:lnSpc>
            </a:pPr>
            <a:r>
              <a:rPr lang="zh-CN" altLang="en-US" sz="2400" dirty="0"/>
              <a:t>注意静态和动态概念的对应</a:t>
            </a:r>
          </a:p>
        </p:txBody>
      </p:sp>
      <p:grpSp>
        <p:nvGrpSpPr>
          <p:cNvPr id="30724" name="Group 7">
            <a:extLst>
              <a:ext uri="{FF2B5EF4-FFF2-40B4-BE49-F238E27FC236}">
                <a16:creationId xmlns:a16="http://schemas.microsoft.com/office/drawing/2014/main" id="{ED14F6C3-8F1B-419C-8B8D-E01AD83BD456}"/>
              </a:ext>
            </a:extLst>
          </p:cNvPr>
          <p:cNvGrpSpPr>
            <a:grpSpLocks/>
          </p:cNvGrpSpPr>
          <p:nvPr/>
        </p:nvGrpSpPr>
        <p:grpSpPr bwMode="auto">
          <a:xfrm>
            <a:off x="774700" y="2875658"/>
            <a:ext cx="7594600" cy="1290638"/>
            <a:chOff x="480" y="1056"/>
            <a:chExt cx="4784" cy="813"/>
          </a:xfrm>
        </p:grpSpPr>
        <p:sp>
          <p:nvSpPr>
            <p:cNvPr id="30725" name="Rectangle 8">
              <a:extLst>
                <a:ext uri="{FF2B5EF4-FFF2-40B4-BE49-F238E27FC236}">
                  <a16:creationId xmlns:a16="http://schemas.microsoft.com/office/drawing/2014/main" id="{281D24F8-CE5F-47A1-976F-2E787329EF55}"/>
                </a:ext>
              </a:extLst>
            </p:cNvPr>
            <p:cNvSpPr>
              <a:spLocks noChangeArrowheads="1"/>
            </p:cNvSpPr>
            <p:nvPr/>
          </p:nvSpPr>
          <p:spPr bwMode="auto">
            <a:xfrm>
              <a:off x="480" y="1540"/>
              <a:ext cx="935"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a:solidFill>
                    <a:schemeClr val="accent1"/>
                  </a:solidFill>
                </a:rPr>
                <a:t>名字</a:t>
              </a:r>
            </a:p>
          </p:txBody>
        </p:sp>
        <p:sp>
          <p:nvSpPr>
            <p:cNvPr id="30726" name="Rectangle 9">
              <a:extLst>
                <a:ext uri="{FF2B5EF4-FFF2-40B4-BE49-F238E27FC236}">
                  <a16:creationId xmlns:a16="http://schemas.microsoft.com/office/drawing/2014/main" id="{524D060F-41EE-4D1C-A03F-23DB9D4730D7}"/>
                </a:ext>
              </a:extLst>
            </p:cNvPr>
            <p:cNvSpPr>
              <a:spLocks noChangeArrowheads="1"/>
            </p:cNvSpPr>
            <p:nvPr/>
          </p:nvSpPr>
          <p:spPr bwMode="auto">
            <a:xfrm>
              <a:off x="2247" y="1540"/>
              <a:ext cx="118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dirty="0">
                  <a:solidFill>
                    <a:schemeClr val="accent1"/>
                  </a:solidFill>
                </a:rPr>
                <a:t>存储单元</a:t>
              </a:r>
            </a:p>
          </p:txBody>
        </p:sp>
        <p:sp>
          <p:nvSpPr>
            <p:cNvPr id="30727" name="Rectangle 10">
              <a:extLst>
                <a:ext uri="{FF2B5EF4-FFF2-40B4-BE49-F238E27FC236}">
                  <a16:creationId xmlns:a16="http://schemas.microsoft.com/office/drawing/2014/main" id="{2D427613-7C15-45BC-B828-81B08F60FFEE}"/>
                </a:ext>
              </a:extLst>
            </p:cNvPr>
            <p:cNvSpPr>
              <a:spLocks noChangeArrowheads="1"/>
            </p:cNvSpPr>
            <p:nvPr/>
          </p:nvSpPr>
          <p:spPr bwMode="auto">
            <a:xfrm>
              <a:off x="3408" y="1056"/>
              <a:ext cx="72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dirty="0">
                  <a:solidFill>
                    <a:schemeClr val="accent1"/>
                  </a:solidFill>
                </a:rPr>
                <a:t>状态</a:t>
              </a:r>
            </a:p>
          </p:txBody>
        </p:sp>
        <p:sp>
          <p:nvSpPr>
            <p:cNvPr id="30728" name="Rectangle 11">
              <a:extLst>
                <a:ext uri="{FF2B5EF4-FFF2-40B4-BE49-F238E27FC236}">
                  <a16:creationId xmlns:a16="http://schemas.microsoft.com/office/drawing/2014/main" id="{1CFAAA80-18D9-4B72-8913-9C7C996090E7}"/>
                </a:ext>
              </a:extLst>
            </p:cNvPr>
            <p:cNvSpPr>
              <a:spLocks noChangeArrowheads="1"/>
            </p:cNvSpPr>
            <p:nvPr/>
          </p:nvSpPr>
          <p:spPr bwMode="auto">
            <a:xfrm>
              <a:off x="4544" y="1540"/>
              <a:ext cx="72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dirty="0">
                  <a:solidFill>
                    <a:schemeClr val="accent1"/>
                  </a:solidFill>
                </a:rPr>
                <a:t>值</a:t>
              </a:r>
            </a:p>
          </p:txBody>
        </p:sp>
        <p:sp>
          <p:nvSpPr>
            <p:cNvPr id="30729" name="Rectangle 12">
              <a:extLst>
                <a:ext uri="{FF2B5EF4-FFF2-40B4-BE49-F238E27FC236}">
                  <a16:creationId xmlns:a16="http://schemas.microsoft.com/office/drawing/2014/main" id="{35D2E50D-1E4A-4843-AE98-27A01BE4D18C}"/>
                </a:ext>
              </a:extLst>
            </p:cNvPr>
            <p:cNvSpPr>
              <a:spLocks noChangeArrowheads="1"/>
            </p:cNvSpPr>
            <p:nvPr/>
          </p:nvSpPr>
          <p:spPr bwMode="auto">
            <a:xfrm>
              <a:off x="1488" y="1056"/>
              <a:ext cx="72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800" b="0" dirty="0">
                  <a:solidFill>
                    <a:schemeClr val="accent1"/>
                  </a:solidFill>
                </a:rPr>
                <a:t>环境</a:t>
              </a:r>
            </a:p>
          </p:txBody>
        </p:sp>
        <p:sp>
          <p:nvSpPr>
            <p:cNvPr id="30730" name="Freeform 13">
              <a:extLst>
                <a:ext uri="{FF2B5EF4-FFF2-40B4-BE49-F238E27FC236}">
                  <a16:creationId xmlns:a16="http://schemas.microsoft.com/office/drawing/2014/main" id="{26D85B2D-28E4-4792-ACCC-F94D614CDE7E}"/>
                </a:ext>
              </a:extLst>
            </p:cNvPr>
            <p:cNvSpPr>
              <a:spLocks/>
            </p:cNvSpPr>
            <p:nvPr/>
          </p:nvSpPr>
          <p:spPr bwMode="auto">
            <a:xfrm>
              <a:off x="922" y="1378"/>
              <a:ext cx="1830" cy="204"/>
            </a:xfrm>
            <a:custGeom>
              <a:avLst/>
              <a:gdLst>
                <a:gd name="T0" fmla="*/ 0 w 1830"/>
                <a:gd name="T1" fmla="*/ 1 h 290"/>
                <a:gd name="T2" fmla="*/ 420 w 1830"/>
                <a:gd name="T3" fmla="*/ 1 h 290"/>
                <a:gd name="T4" fmla="*/ 900 w 1830"/>
                <a:gd name="T5" fmla="*/ 1 h 290"/>
                <a:gd name="T6" fmla="*/ 1395 w 1830"/>
                <a:gd name="T7" fmla="*/ 1 h 290"/>
                <a:gd name="T8" fmla="*/ 1830 w 1830"/>
                <a:gd name="T9" fmla="*/ 1 h 290"/>
                <a:gd name="T10" fmla="*/ 0 60000 65536"/>
                <a:gd name="T11" fmla="*/ 0 60000 65536"/>
                <a:gd name="T12" fmla="*/ 0 60000 65536"/>
                <a:gd name="T13" fmla="*/ 0 60000 65536"/>
                <a:gd name="T14" fmla="*/ 0 60000 65536"/>
                <a:gd name="T15" fmla="*/ 0 w 1830"/>
                <a:gd name="T16" fmla="*/ 0 h 290"/>
                <a:gd name="T17" fmla="*/ 1830 w 1830"/>
                <a:gd name="T18" fmla="*/ 290 h 290"/>
              </a:gdLst>
              <a:ahLst/>
              <a:cxnLst>
                <a:cxn ang="T10">
                  <a:pos x="T0" y="T1"/>
                </a:cxn>
                <a:cxn ang="T11">
                  <a:pos x="T2" y="T3"/>
                </a:cxn>
                <a:cxn ang="T12">
                  <a:pos x="T4" y="T5"/>
                </a:cxn>
                <a:cxn ang="T13">
                  <a:pos x="T6" y="T7"/>
                </a:cxn>
                <a:cxn ang="T14">
                  <a:pos x="T8" y="T9"/>
                </a:cxn>
              </a:cxnLst>
              <a:rect l="T15" t="T16" r="T17" b="T18"/>
              <a:pathLst>
                <a:path w="1830" h="290">
                  <a:moveTo>
                    <a:pt x="0" y="290"/>
                  </a:moveTo>
                  <a:cubicBezTo>
                    <a:pt x="70" y="257"/>
                    <a:pt x="270" y="140"/>
                    <a:pt x="420" y="92"/>
                  </a:cubicBezTo>
                  <a:cubicBezTo>
                    <a:pt x="570" y="44"/>
                    <a:pt x="738" y="0"/>
                    <a:pt x="900" y="2"/>
                  </a:cubicBezTo>
                  <a:cubicBezTo>
                    <a:pt x="1062" y="4"/>
                    <a:pt x="1240" y="60"/>
                    <a:pt x="1395" y="107"/>
                  </a:cubicBezTo>
                  <a:cubicBezTo>
                    <a:pt x="1550" y="154"/>
                    <a:pt x="1740" y="250"/>
                    <a:pt x="1830" y="287"/>
                  </a:cubicBezTo>
                </a:path>
              </a:pathLst>
            </a:custGeom>
            <a:noFill/>
            <a:ln w="25400">
              <a:solidFill>
                <a:schemeClr val="accent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1"/>
                </a:solidFill>
              </a:endParaRPr>
            </a:p>
          </p:txBody>
        </p:sp>
        <p:sp>
          <p:nvSpPr>
            <p:cNvPr id="30731" name="Freeform 14">
              <a:extLst>
                <a:ext uri="{FF2B5EF4-FFF2-40B4-BE49-F238E27FC236}">
                  <a16:creationId xmlns:a16="http://schemas.microsoft.com/office/drawing/2014/main" id="{D7D8D019-8286-46F5-A467-6F789BDBC081}"/>
                </a:ext>
              </a:extLst>
            </p:cNvPr>
            <p:cNvSpPr>
              <a:spLocks/>
            </p:cNvSpPr>
            <p:nvPr/>
          </p:nvSpPr>
          <p:spPr bwMode="auto">
            <a:xfrm>
              <a:off x="2852" y="1378"/>
              <a:ext cx="1829" cy="204"/>
            </a:xfrm>
            <a:custGeom>
              <a:avLst/>
              <a:gdLst>
                <a:gd name="T0" fmla="*/ 0 w 1830"/>
                <a:gd name="T1" fmla="*/ 1 h 290"/>
                <a:gd name="T2" fmla="*/ 420 w 1830"/>
                <a:gd name="T3" fmla="*/ 1 h 290"/>
                <a:gd name="T4" fmla="*/ 900 w 1830"/>
                <a:gd name="T5" fmla="*/ 1 h 290"/>
                <a:gd name="T6" fmla="*/ 1377 w 1830"/>
                <a:gd name="T7" fmla="*/ 1 h 290"/>
                <a:gd name="T8" fmla="*/ 1812 w 1830"/>
                <a:gd name="T9" fmla="*/ 1 h 290"/>
                <a:gd name="T10" fmla="*/ 0 60000 65536"/>
                <a:gd name="T11" fmla="*/ 0 60000 65536"/>
                <a:gd name="T12" fmla="*/ 0 60000 65536"/>
                <a:gd name="T13" fmla="*/ 0 60000 65536"/>
                <a:gd name="T14" fmla="*/ 0 60000 65536"/>
                <a:gd name="T15" fmla="*/ 0 w 1830"/>
                <a:gd name="T16" fmla="*/ 0 h 290"/>
                <a:gd name="T17" fmla="*/ 1830 w 1830"/>
                <a:gd name="T18" fmla="*/ 290 h 290"/>
              </a:gdLst>
              <a:ahLst/>
              <a:cxnLst>
                <a:cxn ang="T10">
                  <a:pos x="T0" y="T1"/>
                </a:cxn>
                <a:cxn ang="T11">
                  <a:pos x="T2" y="T3"/>
                </a:cxn>
                <a:cxn ang="T12">
                  <a:pos x="T4" y="T5"/>
                </a:cxn>
                <a:cxn ang="T13">
                  <a:pos x="T6" y="T7"/>
                </a:cxn>
                <a:cxn ang="T14">
                  <a:pos x="T8" y="T9"/>
                </a:cxn>
              </a:cxnLst>
              <a:rect l="T15" t="T16" r="T17" b="T18"/>
              <a:pathLst>
                <a:path w="1830" h="290">
                  <a:moveTo>
                    <a:pt x="0" y="290"/>
                  </a:moveTo>
                  <a:cubicBezTo>
                    <a:pt x="70" y="257"/>
                    <a:pt x="270" y="140"/>
                    <a:pt x="420" y="92"/>
                  </a:cubicBezTo>
                  <a:cubicBezTo>
                    <a:pt x="570" y="44"/>
                    <a:pt x="738" y="0"/>
                    <a:pt x="900" y="2"/>
                  </a:cubicBezTo>
                  <a:cubicBezTo>
                    <a:pt x="1062" y="4"/>
                    <a:pt x="1240" y="60"/>
                    <a:pt x="1395" y="107"/>
                  </a:cubicBezTo>
                  <a:cubicBezTo>
                    <a:pt x="1550" y="154"/>
                    <a:pt x="1740" y="250"/>
                    <a:pt x="1830" y="287"/>
                  </a:cubicBezTo>
                </a:path>
              </a:pathLst>
            </a:custGeom>
            <a:noFill/>
            <a:ln w="25400">
              <a:solidFill>
                <a:schemeClr val="accent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1"/>
                </a:solidFill>
              </a:endParaRPr>
            </a:p>
          </p:txBody>
        </p:sp>
      </p:grpSp>
      <p:sp>
        <p:nvSpPr>
          <p:cNvPr id="2" name="日期占位符 1">
            <a:extLst>
              <a:ext uri="{FF2B5EF4-FFF2-40B4-BE49-F238E27FC236}">
                <a16:creationId xmlns:a16="http://schemas.microsoft.com/office/drawing/2014/main" id="{155FFA41-B34E-95DC-1A43-6554E83FED35}"/>
              </a:ext>
            </a:extLst>
          </p:cNvPr>
          <p:cNvSpPr>
            <a:spLocks noGrp="1"/>
          </p:cNvSpPr>
          <p:nvPr>
            <p:ph type="dt" sz="half" idx="10"/>
          </p:nvPr>
        </p:nvSpPr>
        <p:spPr/>
        <p:txBody>
          <a:bodyPr/>
          <a:lstStyle/>
          <a:p>
            <a:fld id="{866BF56E-01B5-4154-81EF-98BC88C3247D}"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93CDA706-5397-0FF3-18AC-4C14D0DB21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904D4BC6-0193-6D5F-BE16-DA7FC404849B}"/>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graphicFrame>
        <p:nvGraphicFramePr>
          <p:cNvPr id="5" name="Group 4">
            <a:extLst>
              <a:ext uri="{FF2B5EF4-FFF2-40B4-BE49-F238E27FC236}">
                <a16:creationId xmlns:a16="http://schemas.microsoft.com/office/drawing/2014/main" id="{28795B4C-5EB5-F2B4-3BDB-FBB0F7A89994}"/>
              </a:ext>
            </a:extLst>
          </p:cNvPr>
          <p:cNvGraphicFramePr>
            <a:graphicFrameLocks/>
          </p:cNvGraphicFramePr>
          <p:nvPr>
            <p:extLst>
              <p:ext uri="{D42A27DB-BD31-4B8C-83A1-F6EECF244321}">
                <p14:modId xmlns:p14="http://schemas.microsoft.com/office/powerpoint/2010/main" val="779050523"/>
              </p:ext>
            </p:extLst>
          </p:nvPr>
        </p:nvGraphicFramePr>
        <p:xfrm>
          <a:off x="1723629" y="4849130"/>
          <a:ext cx="5696743" cy="1585008"/>
        </p:xfrm>
        <a:graphic>
          <a:graphicData uri="http://schemas.openxmlformats.org/drawingml/2006/table">
            <a:tbl>
              <a:tblPr/>
              <a:tblGrid>
                <a:gridCol w="2848956">
                  <a:extLst>
                    <a:ext uri="{9D8B030D-6E8A-4147-A177-3AD203B41FA5}">
                      <a16:colId xmlns:a16="http://schemas.microsoft.com/office/drawing/2014/main" val="20000"/>
                    </a:ext>
                  </a:extLst>
                </a:gridCol>
                <a:gridCol w="2847787">
                  <a:extLst>
                    <a:ext uri="{9D8B030D-6E8A-4147-A177-3AD203B41FA5}">
                      <a16:colId xmlns:a16="http://schemas.microsoft.com/office/drawing/2014/main" val="20001"/>
                    </a:ext>
                  </a:extLst>
                </a:gridCol>
              </a:tblGrid>
              <a:tr h="32571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rgbClr val="C00000"/>
                          </a:solidFill>
                          <a:effectLst/>
                          <a:latin typeface="宋体" pitchFamily="2" charset="-122"/>
                          <a:ea typeface="黑体" pitchFamily="2" charset="-122"/>
                        </a:rPr>
                        <a:t>静</a:t>
                      </a:r>
                      <a:r>
                        <a:rPr kumimoji="0" lang="zh-CN" altLang="en-US" sz="2000" b="0" i="0" u="none" strike="noStrike" cap="none" normalizeH="0" baseline="0" dirty="0">
                          <a:ln>
                            <a:noFill/>
                          </a:ln>
                          <a:solidFill>
                            <a:srgbClr val="C00000"/>
                          </a:solidFill>
                          <a:effectLst/>
                          <a:latin typeface="Times New Roman" pitchFamily="18" charset="0"/>
                          <a:ea typeface="黑体" pitchFamily="2" charset="-122"/>
                        </a:rPr>
                        <a:t> </a:t>
                      </a:r>
                      <a:r>
                        <a:rPr kumimoji="0" lang="zh-CN" altLang="en-US" sz="2000" b="0" i="0" u="none" strike="noStrike" cap="none" normalizeH="0" baseline="0" dirty="0">
                          <a:ln>
                            <a:noFill/>
                          </a:ln>
                          <a:solidFill>
                            <a:srgbClr val="C00000"/>
                          </a:solidFill>
                          <a:effectLst/>
                          <a:latin typeface="宋体" pitchFamily="2" charset="-122"/>
                          <a:ea typeface="黑体" pitchFamily="2" charset="-122"/>
                        </a:rPr>
                        <a:t>态</a:t>
                      </a:r>
                      <a:r>
                        <a:rPr kumimoji="0" lang="zh-CN" altLang="en-US" sz="2000" b="0" i="0" u="none" strike="noStrike" cap="none" normalizeH="0" baseline="0" dirty="0">
                          <a:ln>
                            <a:noFill/>
                          </a:ln>
                          <a:solidFill>
                            <a:srgbClr val="C00000"/>
                          </a:solidFill>
                          <a:effectLst/>
                          <a:latin typeface="Times New Roman" pitchFamily="18" charset="0"/>
                          <a:ea typeface="黑体" pitchFamily="2" charset="-122"/>
                        </a:rPr>
                        <a:t> </a:t>
                      </a:r>
                      <a:r>
                        <a:rPr kumimoji="0" lang="zh-CN" altLang="en-US" sz="2000" b="0" i="0" u="none" strike="noStrike" cap="none" normalizeH="0" baseline="0" dirty="0">
                          <a:ln>
                            <a:noFill/>
                          </a:ln>
                          <a:solidFill>
                            <a:srgbClr val="C00000"/>
                          </a:solidFill>
                          <a:effectLst/>
                          <a:latin typeface="宋体" pitchFamily="2" charset="-122"/>
                          <a:ea typeface="黑体" pitchFamily="2" charset="-122"/>
                        </a:rPr>
                        <a:t>概</a:t>
                      </a:r>
                      <a:r>
                        <a:rPr kumimoji="0" lang="zh-CN" altLang="en-US" sz="2000" b="0" i="0" u="none" strike="noStrike" cap="none" normalizeH="0" baseline="0" dirty="0">
                          <a:ln>
                            <a:noFill/>
                          </a:ln>
                          <a:solidFill>
                            <a:srgbClr val="C00000"/>
                          </a:solidFill>
                          <a:effectLst/>
                          <a:latin typeface="Times New Roman" pitchFamily="18" charset="0"/>
                          <a:ea typeface="黑体" pitchFamily="2" charset="-122"/>
                        </a:rPr>
                        <a:t> </a:t>
                      </a:r>
                      <a:r>
                        <a:rPr kumimoji="0" lang="zh-CN" altLang="en-US" sz="2000" b="0" i="0" u="none" strike="noStrike" cap="none" normalizeH="0" baseline="0" dirty="0">
                          <a:ln>
                            <a:noFill/>
                          </a:ln>
                          <a:solidFill>
                            <a:srgbClr val="C00000"/>
                          </a:solidFill>
                          <a:effectLst/>
                          <a:latin typeface="宋体" pitchFamily="2" charset="-122"/>
                          <a:ea typeface="黑体" pitchFamily="2" charset="-122"/>
                        </a:rPr>
                        <a:t>念</a:t>
                      </a:r>
                      <a:r>
                        <a:rPr kumimoji="0" lang="zh-CN" altLang="en-US" sz="2000" b="0" i="0" u="none" strike="noStrike" cap="none" normalizeH="0" baseline="0" dirty="0">
                          <a:ln>
                            <a:noFill/>
                          </a:ln>
                          <a:solidFill>
                            <a:srgbClr val="C00000"/>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rgbClr val="C00000"/>
                          </a:solidFill>
                          <a:effectLst/>
                          <a:latin typeface="宋体" pitchFamily="2" charset="-122"/>
                          <a:ea typeface="黑体" pitchFamily="2" charset="-122"/>
                        </a:rPr>
                        <a:t>动</a:t>
                      </a:r>
                      <a:r>
                        <a:rPr kumimoji="0" lang="zh-CN" altLang="en-US" sz="2000" b="0" i="0" u="none" strike="noStrike" cap="none" normalizeH="0" baseline="0" dirty="0">
                          <a:ln>
                            <a:noFill/>
                          </a:ln>
                          <a:solidFill>
                            <a:srgbClr val="C00000"/>
                          </a:solidFill>
                          <a:effectLst/>
                          <a:latin typeface="Times New Roman" pitchFamily="18" charset="0"/>
                          <a:ea typeface="黑体" pitchFamily="2" charset="-122"/>
                        </a:rPr>
                        <a:t> </a:t>
                      </a:r>
                      <a:r>
                        <a:rPr kumimoji="0" lang="zh-CN" altLang="en-US" sz="2000" b="0" i="0" u="none" strike="noStrike" cap="none" normalizeH="0" baseline="0" dirty="0">
                          <a:ln>
                            <a:noFill/>
                          </a:ln>
                          <a:solidFill>
                            <a:srgbClr val="C00000"/>
                          </a:solidFill>
                          <a:effectLst/>
                          <a:latin typeface="宋体" pitchFamily="2" charset="-122"/>
                          <a:ea typeface="黑体" pitchFamily="2" charset="-122"/>
                        </a:rPr>
                        <a:t>态</a:t>
                      </a:r>
                      <a:r>
                        <a:rPr kumimoji="0" lang="zh-CN" altLang="en-US" sz="2000" b="0" i="0" u="none" strike="noStrike" cap="none" normalizeH="0" baseline="0" dirty="0">
                          <a:ln>
                            <a:noFill/>
                          </a:ln>
                          <a:solidFill>
                            <a:srgbClr val="C00000"/>
                          </a:solidFill>
                          <a:effectLst/>
                          <a:latin typeface="Times New Roman" pitchFamily="18" charset="0"/>
                          <a:ea typeface="黑体" pitchFamily="2" charset="-122"/>
                        </a:rPr>
                        <a:t> </a:t>
                      </a:r>
                      <a:r>
                        <a:rPr kumimoji="0" lang="zh-CN" altLang="en-US" sz="2000" b="0" i="0" u="none" strike="noStrike" cap="none" normalizeH="0" baseline="0" dirty="0">
                          <a:ln>
                            <a:noFill/>
                          </a:ln>
                          <a:solidFill>
                            <a:srgbClr val="C00000"/>
                          </a:solidFill>
                          <a:effectLst/>
                          <a:latin typeface="宋体" pitchFamily="2" charset="-122"/>
                          <a:ea typeface="黑体" pitchFamily="2" charset="-122"/>
                        </a:rPr>
                        <a:t>对</a:t>
                      </a:r>
                      <a:r>
                        <a:rPr kumimoji="0" lang="zh-CN" altLang="en-US" sz="2000" b="0" i="0" u="none" strike="noStrike" cap="none" normalizeH="0" baseline="0" dirty="0">
                          <a:ln>
                            <a:noFill/>
                          </a:ln>
                          <a:solidFill>
                            <a:srgbClr val="C00000"/>
                          </a:solidFill>
                          <a:effectLst/>
                          <a:latin typeface="Times New Roman" pitchFamily="18" charset="0"/>
                          <a:ea typeface="黑体" pitchFamily="2" charset="-122"/>
                        </a:rPr>
                        <a:t> </a:t>
                      </a:r>
                      <a:r>
                        <a:rPr kumimoji="0" lang="zh-CN" altLang="en-US" sz="2000" b="0" i="0" u="none" strike="noStrike" cap="none" normalizeH="0" baseline="0" dirty="0">
                          <a:ln>
                            <a:noFill/>
                          </a:ln>
                          <a:solidFill>
                            <a:srgbClr val="C00000"/>
                          </a:solidFill>
                          <a:effectLst/>
                          <a:latin typeface="宋体" pitchFamily="2" charset="-122"/>
                          <a:ea typeface="黑体" pitchFamily="2" charset="-122"/>
                        </a:rPr>
                        <a:t>应</a:t>
                      </a:r>
                      <a:r>
                        <a:rPr kumimoji="0" lang="zh-CN" altLang="en-US" sz="2000" b="0" i="0" u="none" strike="noStrike" cap="none" normalizeH="0" baseline="0" dirty="0">
                          <a:ln>
                            <a:noFill/>
                          </a:ln>
                          <a:solidFill>
                            <a:srgbClr val="C00000"/>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71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accent1"/>
                          </a:solidFill>
                          <a:effectLst/>
                          <a:latin typeface="宋体" pitchFamily="2" charset="-122"/>
                          <a:ea typeface="黑体" pitchFamily="2" charset="-122"/>
                        </a:rPr>
                        <a:t>过程的定义</a:t>
                      </a:r>
                      <a:r>
                        <a:rPr kumimoji="0" lang="zh-CN" altLang="en-US" sz="2000" b="0" i="0" u="none" strike="noStrike" cap="none" normalizeH="0" baseline="0">
                          <a:ln>
                            <a:noFill/>
                          </a:ln>
                          <a:solidFill>
                            <a:schemeClr val="accent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accent1"/>
                          </a:solidFill>
                          <a:effectLst/>
                          <a:latin typeface="宋体" pitchFamily="2" charset="-122"/>
                          <a:ea typeface="黑体" pitchFamily="2" charset="-122"/>
                        </a:rPr>
                        <a:t>过程的活动</a:t>
                      </a:r>
                      <a:r>
                        <a:rPr kumimoji="0" lang="zh-CN" altLang="en-US" sz="2000" b="0" i="0" u="none" strike="noStrike" cap="none" normalizeH="0" baseline="0">
                          <a:ln>
                            <a:noFill/>
                          </a:ln>
                          <a:solidFill>
                            <a:schemeClr val="accent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65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accent1"/>
                          </a:solidFill>
                          <a:effectLst/>
                          <a:latin typeface="宋体" pitchFamily="2" charset="-122"/>
                          <a:ea typeface="黑体" pitchFamily="2" charset="-122"/>
                        </a:rPr>
                        <a:t>名字的声明</a:t>
                      </a:r>
                      <a:r>
                        <a:rPr kumimoji="0" lang="zh-CN" altLang="en-US" sz="2000" b="0" i="0" u="none" strike="noStrike" cap="none" normalizeH="0" baseline="0">
                          <a:ln>
                            <a:noFill/>
                          </a:ln>
                          <a:solidFill>
                            <a:schemeClr val="accent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accent1"/>
                          </a:solidFill>
                          <a:effectLst/>
                          <a:latin typeface="宋体" pitchFamily="2" charset="-122"/>
                          <a:ea typeface="黑体" pitchFamily="2" charset="-122"/>
                        </a:rPr>
                        <a:t>名字的绑定</a:t>
                      </a:r>
                      <a:r>
                        <a:rPr kumimoji="0" lang="zh-CN" altLang="en-US" sz="2000" b="0" i="0" u="none" strike="noStrike" cap="none" normalizeH="0" baseline="0" dirty="0">
                          <a:ln>
                            <a:noFill/>
                          </a:ln>
                          <a:solidFill>
                            <a:schemeClr val="accent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08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accent1"/>
                          </a:solidFill>
                          <a:effectLst/>
                          <a:latin typeface="宋体" pitchFamily="2" charset="-122"/>
                          <a:ea typeface="黑体" pitchFamily="2" charset="-122"/>
                        </a:rPr>
                        <a:t>声明的作用域</a:t>
                      </a:r>
                      <a:r>
                        <a:rPr kumimoji="0" lang="zh-CN" altLang="en-US" sz="2000" b="0" i="0" u="none" strike="noStrike" cap="none" normalizeH="0" baseline="0" dirty="0">
                          <a:ln>
                            <a:noFill/>
                          </a:ln>
                          <a:solidFill>
                            <a:schemeClr val="accent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accent1"/>
                          </a:solidFill>
                          <a:effectLst/>
                          <a:latin typeface="宋体" pitchFamily="2" charset="-122"/>
                          <a:ea typeface="黑体" pitchFamily="2" charset="-122"/>
                        </a:rPr>
                        <a:t>绑定的生存期</a:t>
                      </a:r>
                      <a:r>
                        <a:rPr kumimoji="0" lang="zh-CN" altLang="en-US" sz="2000" b="0" i="0" u="none" strike="noStrike" cap="none" normalizeH="0" baseline="0" dirty="0">
                          <a:ln>
                            <a:noFill/>
                          </a:ln>
                          <a:solidFill>
                            <a:schemeClr val="accent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F8B62764-92B4-44E7-B404-B5C50750187C}"/>
              </a:ext>
            </a:extLst>
          </p:cNvPr>
          <p:cNvSpPr>
            <a:spLocks noGrp="1" noChangeArrowheads="1"/>
          </p:cNvSpPr>
          <p:nvPr>
            <p:ph type="title"/>
          </p:nvPr>
        </p:nvSpPr>
        <p:spPr/>
        <p:txBody>
          <a:bodyPr/>
          <a:lstStyle/>
          <a:p>
            <a:r>
              <a:rPr lang="zh-CN" altLang="en-US" dirty="0"/>
              <a:t>上次课回顾</a:t>
            </a:r>
          </a:p>
        </p:txBody>
      </p:sp>
      <p:sp>
        <p:nvSpPr>
          <p:cNvPr id="32771" name="Rectangle 3">
            <a:extLst>
              <a:ext uri="{FF2B5EF4-FFF2-40B4-BE49-F238E27FC236}">
                <a16:creationId xmlns:a16="http://schemas.microsoft.com/office/drawing/2014/main" id="{0AFFC1EB-6DB7-4155-A081-AF4978538C8D}"/>
              </a:ext>
            </a:extLst>
          </p:cNvPr>
          <p:cNvSpPr>
            <a:spLocks noGrp="1" noChangeArrowheads="1"/>
          </p:cNvSpPr>
          <p:nvPr>
            <p:ph idx="1"/>
          </p:nvPr>
        </p:nvSpPr>
        <p:spPr>
          <a:xfrm>
            <a:off x="628650" y="1257301"/>
            <a:ext cx="7886700" cy="4936670"/>
          </a:xfrm>
        </p:spPr>
        <p:txBody>
          <a:bodyPr>
            <a:normAutofit/>
          </a:bodyPr>
          <a:lstStyle/>
          <a:p>
            <a:r>
              <a:rPr lang="zh-CN" altLang="en-US" dirty="0"/>
              <a:t>局部存储分配策略</a:t>
            </a:r>
            <a:endParaRPr lang="en-US" altLang="zh-CN" dirty="0"/>
          </a:p>
          <a:p>
            <a:pPr lvl="1"/>
            <a:r>
              <a:rPr lang="zh-CN" altLang="en-US" dirty="0"/>
              <a:t>内存编址最小单位</a:t>
            </a:r>
            <a:r>
              <a:rPr lang="en-US" altLang="zh-CN" dirty="0"/>
              <a:t>——</a:t>
            </a:r>
            <a:r>
              <a:rPr lang="zh-CN" altLang="en-US" dirty="0"/>
              <a:t>字节</a:t>
            </a:r>
          </a:p>
          <a:p>
            <a:pPr lvl="1"/>
            <a:r>
              <a:rPr lang="zh-CN" altLang="en-US" dirty="0"/>
              <a:t>基本数据对象、数组、记录等的存储方式：</a:t>
            </a:r>
            <a:r>
              <a:rPr lang="zh-CN" altLang="en-US" sz="2800" dirty="0"/>
              <a:t>基本数据对象（连续字节存放）、数组（数组元素依次存放）、记录（域按声明顺序存放）</a:t>
            </a:r>
            <a:endParaRPr lang="zh-CN" altLang="en-US" dirty="0"/>
          </a:p>
          <a:p>
            <a:pPr lvl="1"/>
            <a:r>
              <a:rPr lang="zh-CN" altLang="en-US" dirty="0"/>
              <a:t>局部变量的存储方式：</a:t>
            </a:r>
            <a:r>
              <a:rPr lang="zh-CN" altLang="en-US" sz="2800" dirty="0"/>
              <a:t>按这些变量声明时出现的次序，在局部数据域中依次分配空间</a:t>
            </a:r>
            <a:endParaRPr lang="en-US" altLang="zh-CN" sz="2800" dirty="0"/>
          </a:p>
          <a:p>
            <a:pPr lvl="1"/>
            <a:r>
              <a:rPr lang="zh-CN" altLang="en-US" dirty="0"/>
              <a:t>局部数据的寻址：偏移</a:t>
            </a:r>
          </a:p>
          <a:p>
            <a:pPr lvl="1"/>
            <a:r>
              <a:rPr lang="zh-CN" altLang="en-US" dirty="0"/>
              <a:t>数据对象存储时的对齐问题</a:t>
            </a:r>
          </a:p>
        </p:txBody>
      </p:sp>
      <p:sp>
        <p:nvSpPr>
          <p:cNvPr id="2" name="日期占位符 1">
            <a:extLst>
              <a:ext uri="{FF2B5EF4-FFF2-40B4-BE49-F238E27FC236}">
                <a16:creationId xmlns:a16="http://schemas.microsoft.com/office/drawing/2014/main" id="{57765D5A-95ED-FB88-AF70-7FB307215219}"/>
              </a:ext>
            </a:extLst>
          </p:cNvPr>
          <p:cNvSpPr>
            <a:spLocks noGrp="1"/>
          </p:cNvSpPr>
          <p:nvPr>
            <p:ph type="dt" sz="half" idx="10"/>
          </p:nvPr>
        </p:nvSpPr>
        <p:spPr/>
        <p:txBody>
          <a:bodyPr/>
          <a:lstStyle/>
          <a:p>
            <a:fld id="{94CF3AAA-68EC-463C-9DB3-9E5BA679BD5C}"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EE646BF8-CB3F-D926-C958-7F68790914D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03930D58-0EB8-87E6-FC2C-79F0B43D1836}"/>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4799171-7782-4F28-B006-05EA190C5E36}"/>
              </a:ext>
            </a:extLst>
          </p:cNvPr>
          <p:cNvSpPr>
            <a:spLocks noGrp="1" noChangeArrowheads="1"/>
          </p:cNvSpPr>
          <p:nvPr>
            <p:ph type="title"/>
          </p:nvPr>
        </p:nvSpPr>
        <p:spPr/>
        <p:txBody>
          <a:bodyPr/>
          <a:lstStyle/>
          <a:p>
            <a:r>
              <a:rPr lang="zh-CN" altLang="en-US" dirty="0"/>
              <a:t>上次课回顾</a:t>
            </a:r>
          </a:p>
        </p:txBody>
      </p:sp>
      <p:sp>
        <p:nvSpPr>
          <p:cNvPr id="35843" name="Rectangle 3">
            <a:extLst>
              <a:ext uri="{FF2B5EF4-FFF2-40B4-BE49-F238E27FC236}">
                <a16:creationId xmlns:a16="http://schemas.microsoft.com/office/drawing/2014/main" id="{5DDC4B0E-39DF-43DA-91E9-477929C3631C}"/>
              </a:ext>
            </a:extLst>
          </p:cNvPr>
          <p:cNvSpPr>
            <a:spLocks noGrp="1" noChangeArrowheads="1"/>
          </p:cNvSpPr>
          <p:nvPr>
            <p:ph idx="1"/>
          </p:nvPr>
        </p:nvSpPr>
        <p:spPr/>
        <p:txBody>
          <a:bodyPr/>
          <a:lstStyle/>
          <a:p>
            <a:pPr>
              <a:lnSpc>
                <a:spcPct val="90000"/>
              </a:lnSpc>
            </a:pPr>
            <a:r>
              <a:rPr lang="zh-CN" altLang="en-US" sz="2800"/>
              <a:t>活动树：用来描绘控制进入和离开活动的方式</a:t>
            </a:r>
          </a:p>
        </p:txBody>
      </p:sp>
      <p:grpSp>
        <p:nvGrpSpPr>
          <p:cNvPr id="35844" name="Group 15">
            <a:extLst>
              <a:ext uri="{FF2B5EF4-FFF2-40B4-BE49-F238E27FC236}">
                <a16:creationId xmlns:a16="http://schemas.microsoft.com/office/drawing/2014/main" id="{664ABAA1-2869-4CAB-8AD1-26CE127E9EA0}"/>
              </a:ext>
            </a:extLst>
          </p:cNvPr>
          <p:cNvGrpSpPr>
            <a:grpSpLocks/>
          </p:cNvGrpSpPr>
          <p:nvPr/>
        </p:nvGrpSpPr>
        <p:grpSpPr bwMode="auto">
          <a:xfrm>
            <a:off x="0" y="1833563"/>
            <a:ext cx="9144000" cy="4343400"/>
            <a:chOff x="0" y="1584"/>
            <a:chExt cx="5760" cy="2736"/>
          </a:xfrm>
        </p:grpSpPr>
        <p:sp>
          <p:nvSpPr>
            <p:cNvPr id="35845" name="Rectangle 16">
              <a:extLst>
                <a:ext uri="{FF2B5EF4-FFF2-40B4-BE49-F238E27FC236}">
                  <a16:creationId xmlns:a16="http://schemas.microsoft.com/office/drawing/2014/main" id="{65FA0024-C286-4C4A-BE00-4A333F945754}"/>
                </a:ext>
              </a:extLst>
            </p:cNvPr>
            <p:cNvSpPr>
              <a:spLocks noChangeArrowheads="1"/>
            </p:cNvSpPr>
            <p:nvPr/>
          </p:nvSpPr>
          <p:spPr bwMode="auto">
            <a:xfrm>
              <a:off x="1236" y="1584"/>
              <a:ext cx="367"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m</a:t>
              </a:r>
            </a:p>
          </p:txBody>
        </p:sp>
        <p:sp>
          <p:nvSpPr>
            <p:cNvPr id="35846" name="Rectangle 17">
              <a:extLst>
                <a:ext uri="{FF2B5EF4-FFF2-40B4-BE49-F238E27FC236}">
                  <a16:creationId xmlns:a16="http://schemas.microsoft.com/office/drawing/2014/main" id="{5F12F996-177C-4C2B-B20D-CFCC5A42F507}"/>
                </a:ext>
              </a:extLst>
            </p:cNvPr>
            <p:cNvSpPr>
              <a:spLocks noChangeArrowheads="1"/>
            </p:cNvSpPr>
            <p:nvPr/>
          </p:nvSpPr>
          <p:spPr bwMode="auto">
            <a:xfrm>
              <a:off x="1035" y="2093"/>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dirty="0">
                  <a:solidFill>
                    <a:srgbClr val="000000"/>
                  </a:solidFill>
                  <a:ea typeface="宋体" panose="02010600030101010101" pitchFamily="2" charset="-122"/>
                </a:rPr>
                <a:t>q(1,9)</a:t>
              </a:r>
            </a:p>
          </p:txBody>
        </p:sp>
        <p:sp>
          <p:nvSpPr>
            <p:cNvPr id="35847" name="Rectangle 18">
              <a:extLst>
                <a:ext uri="{FF2B5EF4-FFF2-40B4-BE49-F238E27FC236}">
                  <a16:creationId xmlns:a16="http://schemas.microsoft.com/office/drawing/2014/main" id="{0DF2D15A-CBA6-435F-8509-20A82CFCB4E4}"/>
                </a:ext>
              </a:extLst>
            </p:cNvPr>
            <p:cNvSpPr>
              <a:spLocks noChangeArrowheads="1"/>
            </p:cNvSpPr>
            <p:nvPr/>
          </p:nvSpPr>
          <p:spPr bwMode="auto">
            <a:xfrm>
              <a:off x="153" y="2108"/>
              <a:ext cx="365"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r</a:t>
              </a:r>
            </a:p>
          </p:txBody>
        </p:sp>
        <p:sp>
          <p:nvSpPr>
            <p:cNvPr id="35848" name="Line 19">
              <a:extLst>
                <a:ext uri="{FF2B5EF4-FFF2-40B4-BE49-F238E27FC236}">
                  <a16:creationId xmlns:a16="http://schemas.microsoft.com/office/drawing/2014/main" id="{1381BE95-D930-41B2-AA66-3F8573D066D4}"/>
                </a:ext>
              </a:extLst>
            </p:cNvPr>
            <p:cNvSpPr>
              <a:spLocks noChangeShapeType="1"/>
            </p:cNvSpPr>
            <p:nvPr/>
          </p:nvSpPr>
          <p:spPr bwMode="auto">
            <a:xfrm flipH="1">
              <a:off x="1344" y="1872"/>
              <a:ext cx="0" cy="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9" name="Line 20">
              <a:extLst>
                <a:ext uri="{FF2B5EF4-FFF2-40B4-BE49-F238E27FC236}">
                  <a16:creationId xmlns:a16="http://schemas.microsoft.com/office/drawing/2014/main" id="{27C8EB4D-3992-4225-82BB-626A2E75D49B}"/>
                </a:ext>
              </a:extLst>
            </p:cNvPr>
            <p:cNvSpPr>
              <a:spLocks noChangeShapeType="1"/>
            </p:cNvSpPr>
            <p:nvPr/>
          </p:nvSpPr>
          <p:spPr bwMode="auto">
            <a:xfrm flipH="1">
              <a:off x="366" y="1875"/>
              <a:ext cx="919" cy="45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0" name="Line 21">
              <a:extLst>
                <a:ext uri="{FF2B5EF4-FFF2-40B4-BE49-F238E27FC236}">
                  <a16:creationId xmlns:a16="http://schemas.microsoft.com/office/drawing/2014/main" id="{3DAD74F1-4D26-4D70-A4D8-D7572FBDFC3B}"/>
                </a:ext>
              </a:extLst>
            </p:cNvPr>
            <p:cNvSpPr>
              <a:spLocks noChangeShapeType="1"/>
            </p:cNvSpPr>
            <p:nvPr/>
          </p:nvSpPr>
          <p:spPr bwMode="auto">
            <a:xfrm flipH="1">
              <a:off x="473" y="2384"/>
              <a:ext cx="647" cy="37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1" name="Line 22">
              <a:extLst>
                <a:ext uri="{FF2B5EF4-FFF2-40B4-BE49-F238E27FC236}">
                  <a16:creationId xmlns:a16="http://schemas.microsoft.com/office/drawing/2014/main" id="{85A6F19E-FBC7-43F4-B43F-4521CF609EAE}"/>
                </a:ext>
              </a:extLst>
            </p:cNvPr>
            <p:cNvSpPr>
              <a:spLocks noChangeShapeType="1"/>
            </p:cNvSpPr>
            <p:nvPr/>
          </p:nvSpPr>
          <p:spPr bwMode="auto">
            <a:xfrm flipH="1">
              <a:off x="1344" y="2448"/>
              <a:ext cx="0" cy="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2" name="Rectangle 23">
              <a:extLst>
                <a:ext uri="{FF2B5EF4-FFF2-40B4-BE49-F238E27FC236}">
                  <a16:creationId xmlns:a16="http://schemas.microsoft.com/office/drawing/2014/main" id="{7BF45F94-ACB4-46C8-8AA6-AD3BA28448D6}"/>
                </a:ext>
              </a:extLst>
            </p:cNvPr>
            <p:cNvSpPr>
              <a:spLocks noChangeArrowheads="1"/>
            </p:cNvSpPr>
            <p:nvPr/>
          </p:nvSpPr>
          <p:spPr bwMode="auto">
            <a:xfrm>
              <a:off x="0" y="2705"/>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p(1,9)</a:t>
              </a:r>
            </a:p>
          </p:txBody>
        </p:sp>
        <p:sp>
          <p:nvSpPr>
            <p:cNvPr id="35853" name="Line 24">
              <a:extLst>
                <a:ext uri="{FF2B5EF4-FFF2-40B4-BE49-F238E27FC236}">
                  <a16:creationId xmlns:a16="http://schemas.microsoft.com/office/drawing/2014/main" id="{412C61A1-6643-42D5-A4BC-6B16EDB23B5C}"/>
                </a:ext>
              </a:extLst>
            </p:cNvPr>
            <p:cNvSpPr>
              <a:spLocks noChangeShapeType="1"/>
            </p:cNvSpPr>
            <p:nvPr/>
          </p:nvSpPr>
          <p:spPr bwMode="auto">
            <a:xfrm flipH="1">
              <a:off x="2113" y="3637"/>
              <a:ext cx="0" cy="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4" name="Rectangle 25">
              <a:extLst>
                <a:ext uri="{FF2B5EF4-FFF2-40B4-BE49-F238E27FC236}">
                  <a16:creationId xmlns:a16="http://schemas.microsoft.com/office/drawing/2014/main" id="{7ACDC369-C9B1-4EB3-9D02-3AFCBCAB9F8B}"/>
                </a:ext>
              </a:extLst>
            </p:cNvPr>
            <p:cNvSpPr>
              <a:spLocks noChangeArrowheads="1"/>
            </p:cNvSpPr>
            <p:nvPr/>
          </p:nvSpPr>
          <p:spPr bwMode="auto">
            <a:xfrm>
              <a:off x="1047" y="2676"/>
              <a:ext cx="720"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q(1,3)</a:t>
              </a:r>
            </a:p>
          </p:txBody>
        </p:sp>
        <p:sp>
          <p:nvSpPr>
            <p:cNvPr id="35855" name="Line 26">
              <a:extLst>
                <a:ext uri="{FF2B5EF4-FFF2-40B4-BE49-F238E27FC236}">
                  <a16:creationId xmlns:a16="http://schemas.microsoft.com/office/drawing/2014/main" id="{FE72C333-1E8F-4A1C-AFEA-210701972FEB}"/>
                </a:ext>
              </a:extLst>
            </p:cNvPr>
            <p:cNvSpPr>
              <a:spLocks noChangeShapeType="1"/>
            </p:cNvSpPr>
            <p:nvPr/>
          </p:nvSpPr>
          <p:spPr bwMode="auto">
            <a:xfrm flipH="1">
              <a:off x="1344" y="3024"/>
              <a:ext cx="0" cy="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6" name="Rectangle 27">
              <a:extLst>
                <a:ext uri="{FF2B5EF4-FFF2-40B4-BE49-F238E27FC236}">
                  <a16:creationId xmlns:a16="http://schemas.microsoft.com/office/drawing/2014/main" id="{D54DE2A9-1ADF-49AB-A6B3-62883ED43925}"/>
                </a:ext>
              </a:extLst>
            </p:cNvPr>
            <p:cNvSpPr>
              <a:spLocks noChangeArrowheads="1"/>
            </p:cNvSpPr>
            <p:nvPr/>
          </p:nvSpPr>
          <p:spPr bwMode="auto">
            <a:xfrm>
              <a:off x="1059" y="3228"/>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q(1,0)</a:t>
              </a:r>
            </a:p>
          </p:txBody>
        </p:sp>
        <p:sp>
          <p:nvSpPr>
            <p:cNvPr id="35857" name="Rectangle 28">
              <a:extLst>
                <a:ext uri="{FF2B5EF4-FFF2-40B4-BE49-F238E27FC236}">
                  <a16:creationId xmlns:a16="http://schemas.microsoft.com/office/drawing/2014/main" id="{110B8FA5-98E8-41E6-AAEC-BC808EDEF8C6}"/>
                </a:ext>
              </a:extLst>
            </p:cNvPr>
            <p:cNvSpPr>
              <a:spLocks noChangeArrowheads="1"/>
            </p:cNvSpPr>
            <p:nvPr/>
          </p:nvSpPr>
          <p:spPr bwMode="auto">
            <a:xfrm>
              <a:off x="330" y="3257"/>
              <a:ext cx="72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p(1,3)</a:t>
              </a:r>
            </a:p>
          </p:txBody>
        </p:sp>
        <p:sp>
          <p:nvSpPr>
            <p:cNvPr id="35858" name="Line 29">
              <a:extLst>
                <a:ext uri="{FF2B5EF4-FFF2-40B4-BE49-F238E27FC236}">
                  <a16:creationId xmlns:a16="http://schemas.microsoft.com/office/drawing/2014/main" id="{16A29A35-DD65-484B-B988-0A17B207A584}"/>
                </a:ext>
              </a:extLst>
            </p:cNvPr>
            <p:cNvSpPr>
              <a:spLocks noChangeShapeType="1"/>
            </p:cNvSpPr>
            <p:nvPr/>
          </p:nvSpPr>
          <p:spPr bwMode="auto">
            <a:xfrm flipH="1">
              <a:off x="672" y="2976"/>
              <a:ext cx="449"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9" name="Rectangle 30">
              <a:extLst>
                <a:ext uri="{FF2B5EF4-FFF2-40B4-BE49-F238E27FC236}">
                  <a16:creationId xmlns:a16="http://schemas.microsoft.com/office/drawing/2014/main" id="{D4170EF6-1EB9-48DA-B059-CD48CCE968BE}"/>
                </a:ext>
              </a:extLst>
            </p:cNvPr>
            <p:cNvSpPr>
              <a:spLocks noChangeArrowheads="1"/>
            </p:cNvSpPr>
            <p:nvPr/>
          </p:nvSpPr>
          <p:spPr bwMode="auto">
            <a:xfrm>
              <a:off x="1825" y="3243"/>
              <a:ext cx="72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q(2,3)</a:t>
              </a:r>
            </a:p>
          </p:txBody>
        </p:sp>
        <p:sp>
          <p:nvSpPr>
            <p:cNvPr id="35860" name="Line 31">
              <a:extLst>
                <a:ext uri="{FF2B5EF4-FFF2-40B4-BE49-F238E27FC236}">
                  <a16:creationId xmlns:a16="http://schemas.microsoft.com/office/drawing/2014/main" id="{5E134C54-C7CC-4D0C-851B-91756C05A79C}"/>
                </a:ext>
              </a:extLst>
            </p:cNvPr>
            <p:cNvSpPr>
              <a:spLocks noChangeShapeType="1"/>
            </p:cNvSpPr>
            <p:nvPr/>
          </p:nvSpPr>
          <p:spPr bwMode="auto">
            <a:xfrm>
              <a:off x="1591" y="2995"/>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1" name="Line 32">
              <a:extLst>
                <a:ext uri="{FF2B5EF4-FFF2-40B4-BE49-F238E27FC236}">
                  <a16:creationId xmlns:a16="http://schemas.microsoft.com/office/drawing/2014/main" id="{78885599-72A2-4E05-84E5-4A22C12DBE8F}"/>
                </a:ext>
              </a:extLst>
            </p:cNvPr>
            <p:cNvSpPr>
              <a:spLocks noChangeShapeType="1"/>
            </p:cNvSpPr>
            <p:nvPr/>
          </p:nvSpPr>
          <p:spPr bwMode="auto">
            <a:xfrm flipH="1">
              <a:off x="1488" y="3552"/>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2" name="Line 33">
              <a:extLst>
                <a:ext uri="{FF2B5EF4-FFF2-40B4-BE49-F238E27FC236}">
                  <a16:creationId xmlns:a16="http://schemas.microsoft.com/office/drawing/2014/main" id="{22927CC6-1E38-4156-9AE6-989C78670EC3}"/>
                </a:ext>
              </a:extLst>
            </p:cNvPr>
            <p:cNvSpPr>
              <a:spLocks noChangeShapeType="1"/>
            </p:cNvSpPr>
            <p:nvPr/>
          </p:nvSpPr>
          <p:spPr bwMode="auto">
            <a:xfrm>
              <a:off x="2352" y="3552"/>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3" name="Rectangle 34">
              <a:extLst>
                <a:ext uri="{FF2B5EF4-FFF2-40B4-BE49-F238E27FC236}">
                  <a16:creationId xmlns:a16="http://schemas.microsoft.com/office/drawing/2014/main" id="{6854A2F1-1465-428F-8EFF-7F690AD072F8}"/>
                </a:ext>
              </a:extLst>
            </p:cNvPr>
            <p:cNvSpPr>
              <a:spLocks noChangeArrowheads="1"/>
            </p:cNvSpPr>
            <p:nvPr/>
          </p:nvSpPr>
          <p:spPr bwMode="auto">
            <a:xfrm>
              <a:off x="1801" y="3840"/>
              <a:ext cx="72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q(2,1)</a:t>
              </a:r>
            </a:p>
          </p:txBody>
        </p:sp>
        <p:sp>
          <p:nvSpPr>
            <p:cNvPr id="35864" name="Rectangle 35">
              <a:extLst>
                <a:ext uri="{FF2B5EF4-FFF2-40B4-BE49-F238E27FC236}">
                  <a16:creationId xmlns:a16="http://schemas.microsoft.com/office/drawing/2014/main" id="{19004BC9-DCDB-4392-807C-1DB27CA8A015}"/>
                </a:ext>
              </a:extLst>
            </p:cNvPr>
            <p:cNvSpPr>
              <a:spLocks noChangeArrowheads="1"/>
            </p:cNvSpPr>
            <p:nvPr/>
          </p:nvSpPr>
          <p:spPr bwMode="auto">
            <a:xfrm>
              <a:off x="2556" y="3869"/>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q(3,3)</a:t>
              </a:r>
            </a:p>
          </p:txBody>
        </p:sp>
        <p:sp>
          <p:nvSpPr>
            <p:cNvPr id="35865" name="Rectangle 36">
              <a:extLst>
                <a:ext uri="{FF2B5EF4-FFF2-40B4-BE49-F238E27FC236}">
                  <a16:creationId xmlns:a16="http://schemas.microsoft.com/office/drawing/2014/main" id="{C3E867A7-933A-4CE8-BEB8-1D97FB5D5AAB}"/>
                </a:ext>
              </a:extLst>
            </p:cNvPr>
            <p:cNvSpPr>
              <a:spLocks noChangeArrowheads="1"/>
            </p:cNvSpPr>
            <p:nvPr/>
          </p:nvSpPr>
          <p:spPr bwMode="auto">
            <a:xfrm>
              <a:off x="1120" y="3884"/>
              <a:ext cx="719"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p(2,3)</a:t>
              </a:r>
            </a:p>
          </p:txBody>
        </p:sp>
        <p:sp>
          <p:nvSpPr>
            <p:cNvPr id="35866" name="Line 37">
              <a:extLst>
                <a:ext uri="{FF2B5EF4-FFF2-40B4-BE49-F238E27FC236}">
                  <a16:creationId xmlns:a16="http://schemas.microsoft.com/office/drawing/2014/main" id="{AEAE0798-17F2-4B61-971A-D8B8305FA6BF}"/>
                </a:ext>
              </a:extLst>
            </p:cNvPr>
            <p:cNvSpPr>
              <a:spLocks noChangeShapeType="1"/>
            </p:cNvSpPr>
            <p:nvPr/>
          </p:nvSpPr>
          <p:spPr bwMode="auto">
            <a:xfrm flipH="1">
              <a:off x="4608" y="3552"/>
              <a:ext cx="0" cy="2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7" name="Rectangle 38">
              <a:extLst>
                <a:ext uri="{FF2B5EF4-FFF2-40B4-BE49-F238E27FC236}">
                  <a16:creationId xmlns:a16="http://schemas.microsoft.com/office/drawing/2014/main" id="{DCC3B8D9-4C02-40DE-81AE-04D2564913BD}"/>
                </a:ext>
              </a:extLst>
            </p:cNvPr>
            <p:cNvSpPr>
              <a:spLocks noChangeArrowheads="1"/>
            </p:cNvSpPr>
            <p:nvPr/>
          </p:nvSpPr>
          <p:spPr bwMode="auto">
            <a:xfrm>
              <a:off x="3533" y="2631"/>
              <a:ext cx="71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q(5,9)</a:t>
              </a:r>
            </a:p>
          </p:txBody>
        </p:sp>
        <p:sp>
          <p:nvSpPr>
            <p:cNvPr id="35868" name="Line 39">
              <a:extLst>
                <a:ext uri="{FF2B5EF4-FFF2-40B4-BE49-F238E27FC236}">
                  <a16:creationId xmlns:a16="http://schemas.microsoft.com/office/drawing/2014/main" id="{C1791FAE-7DF4-4215-8820-262939E8A65D}"/>
                </a:ext>
              </a:extLst>
            </p:cNvPr>
            <p:cNvSpPr>
              <a:spLocks noChangeShapeType="1"/>
            </p:cNvSpPr>
            <p:nvPr/>
          </p:nvSpPr>
          <p:spPr bwMode="auto">
            <a:xfrm flipH="1">
              <a:off x="3856" y="2995"/>
              <a:ext cx="0" cy="2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9" name="Rectangle 40">
              <a:extLst>
                <a:ext uri="{FF2B5EF4-FFF2-40B4-BE49-F238E27FC236}">
                  <a16:creationId xmlns:a16="http://schemas.microsoft.com/office/drawing/2014/main" id="{9E3ADFC1-EAE8-4743-A12D-A41ECC2F6820}"/>
                </a:ext>
              </a:extLst>
            </p:cNvPr>
            <p:cNvSpPr>
              <a:spLocks noChangeArrowheads="1"/>
            </p:cNvSpPr>
            <p:nvPr/>
          </p:nvSpPr>
          <p:spPr bwMode="auto">
            <a:xfrm>
              <a:off x="3544" y="3185"/>
              <a:ext cx="719"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q(5,5)</a:t>
              </a:r>
            </a:p>
          </p:txBody>
        </p:sp>
        <p:sp>
          <p:nvSpPr>
            <p:cNvPr id="35870" name="Rectangle 41">
              <a:extLst>
                <a:ext uri="{FF2B5EF4-FFF2-40B4-BE49-F238E27FC236}">
                  <a16:creationId xmlns:a16="http://schemas.microsoft.com/office/drawing/2014/main" id="{D2AA338B-FEC5-4746-9E75-4A49D0651C11}"/>
                </a:ext>
              </a:extLst>
            </p:cNvPr>
            <p:cNvSpPr>
              <a:spLocks noChangeArrowheads="1"/>
            </p:cNvSpPr>
            <p:nvPr/>
          </p:nvSpPr>
          <p:spPr bwMode="auto">
            <a:xfrm>
              <a:off x="2815" y="3214"/>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p(5,9)</a:t>
              </a:r>
            </a:p>
          </p:txBody>
        </p:sp>
        <p:sp>
          <p:nvSpPr>
            <p:cNvPr id="35871" name="Line 42">
              <a:extLst>
                <a:ext uri="{FF2B5EF4-FFF2-40B4-BE49-F238E27FC236}">
                  <a16:creationId xmlns:a16="http://schemas.microsoft.com/office/drawing/2014/main" id="{527A6480-E662-47D7-9A8E-F9A131673FA1}"/>
                </a:ext>
              </a:extLst>
            </p:cNvPr>
            <p:cNvSpPr>
              <a:spLocks noChangeShapeType="1"/>
            </p:cNvSpPr>
            <p:nvPr/>
          </p:nvSpPr>
          <p:spPr bwMode="auto">
            <a:xfrm flipH="1">
              <a:off x="3168" y="2928"/>
              <a:ext cx="447"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72" name="Rectangle 43">
              <a:extLst>
                <a:ext uri="{FF2B5EF4-FFF2-40B4-BE49-F238E27FC236}">
                  <a16:creationId xmlns:a16="http://schemas.microsoft.com/office/drawing/2014/main" id="{362777B2-DD9E-441F-AA48-4CE7F7FCD737}"/>
                </a:ext>
              </a:extLst>
            </p:cNvPr>
            <p:cNvSpPr>
              <a:spLocks noChangeArrowheads="1"/>
            </p:cNvSpPr>
            <p:nvPr/>
          </p:nvSpPr>
          <p:spPr bwMode="auto">
            <a:xfrm>
              <a:off x="4310" y="3199"/>
              <a:ext cx="72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q(7,9)</a:t>
              </a:r>
            </a:p>
          </p:txBody>
        </p:sp>
        <p:sp>
          <p:nvSpPr>
            <p:cNvPr id="35873" name="Line 44">
              <a:extLst>
                <a:ext uri="{FF2B5EF4-FFF2-40B4-BE49-F238E27FC236}">
                  <a16:creationId xmlns:a16="http://schemas.microsoft.com/office/drawing/2014/main" id="{2EA1714C-55A6-42DE-B187-F194B47B6BAE}"/>
                </a:ext>
              </a:extLst>
            </p:cNvPr>
            <p:cNvSpPr>
              <a:spLocks noChangeShapeType="1"/>
            </p:cNvSpPr>
            <p:nvPr/>
          </p:nvSpPr>
          <p:spPr bwMode="auto">
            <a:xfrm>
              <a:off x="4077" y="2952"/>
              <a:ext cx="447"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74" name="Line 45">
              <a:extLst>
                <a:ext uri="{FF2B5EF4-FFF2-40B4-BE49-F238E27FC236}">
                  <a16:creationId xmlns:a16="http://schemas.microsoft.com/office/drawing/2014/main" id="{478A88CF-77F2-445D-969B-7B7E870FD9D4}"/>
                </a:ext>
              </a:extLst>
            </p:cNvPr>
            <p:cNvSpPr>
              <a:spLocks noChangeShapeType="1"/>
            </p:cNvSpPr>
            <p:nvPr/>
          </p:nvSpPr>
          <p:spPr bwMode="auto">
            <a:xfrm flipH="1">
              <a:off x="3936" y="3504"/>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75" name="Line 46">
              <a:extLst>
                <a:ext uri="{FF2B5EF4-FFF2-40B4-BE49-F238E27FC236}">
                  <a16:creationId xmlns:a16="http://schemas.microsoft.com/office/drawing/2014/main" id="{5009A7F8-08AD-46F4-9F0A-042C4B08B676}"/>
                </a:ext>
              </a:extLst>
            </p:cNvPr>
            <p:cNvSpPr>
              <a:spLocks noChangeShapeType="1"/>
            </p:cNvSpPr>
            <p:nvPr/>
          </p:nvSpPr>
          <p:spPr bwMode="auto">
            <a:xfrm>
              <a:off x="4848" y="3504"/>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76" name="Rectangle 47">
              <a:extLst>
                <a:ext uri="{FF2B5EF4-FFF2-40B4-BE49-F238E27FC236}">
                  <a16:creationId xmlns:a16="http://schemas.microsoft.com/office/drawing/2014/main" id="{A58C03C0-78F4-4A65-93B4-AA4BE30905D5}"/>
                </a:ext>
              </a:extLst>
            </p:cNvPr>
            <p:cNvSpPr>
              <a:spLocks noChangeArrowheads="1"/>
            </p:cNvSpPr>
            <p:nvPr/>
          </p:nvSpPr>
          <p:spPr bwMode="auto">
            <a:xfrm>
              <a:off x="4286" y="3796"/>
              <a:ext cx="720"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q(7,7)</a:t>
              </a:r>
            </a:p>
          </p:txBody>
        </p:sp>
        <p:sp>
          <p:nvSpPr>
            <p:cNvPr id="35877" name="Rectangle 48">
              <a:extLst>
                <a:ext uri="{FF2B5EF4-FFF2-40B4-BE49-F238E27FC236}">
                  <a16:creationId xmlns:a16="http://schemas.microsoft.com/office/drawing/2014/main" id="{36FFF5C3-CC82-4CC7-8C5F-157B7819D0F3}"/>
                </a:ext>
              </a:extLst>
            </p:cNvPr>
            <p:cNvSpPr>
              <a:spLocks noChangeArrowheads="1"/>
            </p:cNvSpPr>
            <p:nvPr/>
          </p:nvSpPr>
          <p:spPr bwMode="auto">
            <a:xfrm>
              <a:off x="5041" y="3825"/>
              <a:ext cx="719"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q(9,9)</a:t>
              </a:r>
            </a:p>
          </p:txBody>
        </p:sp>
        <p:sp>
          <p:nvSpPr>
            <p:cNvPr id="35878" name="Rectangle 49">
              <a:extLst>
                <a:ext uri="{FF2B5EF4-FFF2-40B4-BE49-F238E27FC236}">
                  <a16:creationId xmlns:a16="http://schemas.microsoft.com/office/drawing/2014/main" id="{FC5309F2-1C7F-46FA-B251-7109AA80DB04}"/>
                </a:ext>
              </a:extLst>
            </p:cNvPr>
            <p:cNvSpPr>
              <a:spLocks noChangeArrowheads="1"/>
            </p:cNvSpPr>
            <p:nvPr/>
          </p:nvSpPr>
          <p:spPr bwMode="auto">
            <a:xfrm>
              <a:off x="3604" y="3840"/>
              <a:ext cx="72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b="1">
                  <a:solidFill>
                    <a:srgbClr val="000000"/>
                  </a:solidFill>
                  <a:ea typeface="宋体" panose="02010600030101010101" pitchFamily="2" charset="-122"/>
                </a:rPr>
                <a:t>p(7,9)</a:t>
              </a:r>
            </a:p>
          </p:txBody>
        </p:sp>
        <p:sp>
          <p:nvSpPr>
            <p:cNvPr id="35879" name="Line 50">
              <a:extLst>
                <a:ext uri="{FF2B5EF4-FFF2-40B4-BE49-F238E27FC236}">
                  <a16:creationId xmlns:a16="http://schemas.microsoft.com/office/drawing/2014/main" id="{1F4E0955-6054-4DA7-9AF7-9DC7FDDDA92B}"/>
                </a:ext>
              </a:extLst>
            </p:cNvPr>
            <p:cNvSpPr>
              <a:spLocks noChangeShapeType="1"/>
            </p:cNvSpPr>
            <p:nvPr/>
          </p:nvSpPr>
          <p:spPr bwMode="auto">
            <a:xfrm>
              <a:off x="1604" y="2370"/>
              <a:ext cx="2026" cy="40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0B50ABCD-9691-6579-5A5B-16E18E4560AD}"/>
              </a:ext>
            </a:extLst>
          </p:cNvPr>
          <p:cNvSpPr>
            <a:spLocks noGrp="1"/>
          </p:cNvSpPr>
          <p:nvPr>
            <p:ph type="dt" sz="half" idx="10"/>
          </p:nvPr>
        </p:nvSpPr>
        <p:spPr/>
        <p:txBody>
          <a:bodyPr/>
          <a:lstStyle/>
          <a:p>
            <a:fld id="{DC9B8750-BF87-41E8-A46B-336C84E7D6F0}"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16FED000-DC0D-CA8D-CD51-72F5C4EBAB4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444BE124-B24D-E34E-4BEC-6889828594A2}"/>
              </a:ext>
            </a:extLst>
          </p:cNvPr>
          <p:cNvSpPr>
            <a:spLocks noGrp="1"/>
          </p:cNvSpPr>
          <p:nvPr>
            <p:ph type="sldNum" sz="quarter" idx="12"/>
          </p:nvPr>
        </p:nvSpPr>
        <p:spPr/>
        <p:txBody>
          <a:bodyPr/>
          <a:lstStyle/>
          <a:p>
            <a:fld id="{094DEB03-EFC6-4C20-8FC8-295189A5386F}"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4C26664-4DE2-4A7B-AC42-7C2A262FAD43}"/>
              </a:ext>
            </a:extLst>
          </p:cNvPr>
          <p:cNvSpPr>
            <a:spLocks noGrp="1" noChangeArrowheads="1"/>
          </p:cNvSpPr>
          <p:nvPr>
            <p:ph type="title"/>
          </p:nvPr>
        </p:nvSpPr>
        <p:spPr/>
        <p:txBody>
          <a:bodyPr/>
          <a:lstStyle/>
          <a:p>
            <a:r>
              <a:rPr lang="zh-CN" altLang="en-US" dirty="0"/>
              <a:t>上次课回顾</a:t>
            </a:r>
          </a:p>
        </p:txBody>
      </p:sp>
      <p:sp>
        <p:nvSpPr>
          <p:cNvPr id="36867" name="Rectangle 3">
            <a:extLst>
              <a:ext uri="{FF2B5EF4-FFF2-40B4-BE49-F238E27FC236}">
                <a16:creationId xmlns:a16="http://schemas.microsoft.com/office/drawing/2014/main" id="{35B04604-621C-4988-B0F5-2B3A1777BC40}"/>
              </a:ext>
            </a:extLst>
          </p:cNvPr>
          <p:cNvSpPr>
            <a:spLocks noGrp="1" noChangeArrowheads="1"/>
          </p:cNvSpPr>
          <p:nvPr>
            <p:ph idx="1"/>
          </p:nvPr>
        </p:nvSpPr>
        <p:spPr/>
        <p:txBody>
          <a:bodyPr/>
          <a:lstStyle/>
          <a:p>
            <a:r>
              <a:rPr lang="zh-CN" altLang="en-US"/>
              <a:t>控制栈和运行栈</a:t>
            </a:r>
          </a:p>
        </p:txBody>
      </p:sp>
      <p:grpSp>
        <p:nvGrpSpPr>
          <p:cNvPr id="36868" name="Group 23">
            <a:extLst>
              <a:ext uri="{FF2B5EF4-FFF2-40B4-BE49-F238E27FC236}">
                <a16:creationId xmlns:a16="http://schemas.microsoft.com/office/drawing/2014/main" id="{3803899E-3887-41CD-93E2-F22314B8EE60}"/>
              </a:ext>
            </a:extLst>
          </p:cNvPr>
          <p:cNvGrpSpPr>
            <a:grpSpLocks/>
          </p:cNvGrpSpPr>
          <p:nvPr/>
        </p:nvGrpSpPr>
        <p:grpSpPr bwMode="auto">
          <a:xfrm>
            <a:off x="5486400" y="2284413"/>
            <a:ext cx="2590800" cy="3429000"/>
            <a:chOff x="3504" y="1968"/>
            <a:chExt cx="1632" cy="2160"/>
          </a:xfrm>
        </p:grpSpPr>
        <p:sp>
          <p:nvSpPr>
            <p:cNvPr id="36888" name="Rectangle 24">
              <a:extLst>
                <a:ext uri="{FF2B5EF4-FFF2-40B4-BE49-F238E27FC236}">
                  <a16:creationId xmlns:a16="http://schemas.microsoft.com/office/drawing/2014/main" id="{E9DC0052-8D48-4D2A-BF51-9D5FF2A0DD5B}"/>
                </a:ext>
              </a:extLst>
            </p:cNvPr>
            <p:cNvSpPr>
              <a:spLocks noChangeArrowheads="1"/>
            </p:cNvSpPr>
            <p:nvPr/>
          </p:nvSpPr>
          <p:spPr bwMode="auto">
            <a:xfrm>
              <a:off x="4525" y="1968"/>
              <a:ext cx="41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b="1">
                  <a:solidFill>
                    <a:srgbClr val="000000"/>
                  </a:solidFill>
                  <a:ea typeface="宋体" panose="02010600030101010101" pitchFamily="2" charset="-122"/>
                </a:rPr>
                <a:t>m</a:t>
              </a:r>
            </a:p>
          </p:txBody>
        </p:sp>
        <p:sp>
          <p:nvSpPr>
            <p:cNvPr id="36889" name="Rectangle 25">
              <a:extLst>
                <a:ext uri="{FF2B5EF4-FFF2-40B4-BE49-F238E27FC236}">
                  <a16:creationId xmlns:a16="http://schemas.microsoft.com/office/drawing/2014/main" id="{5888FBDF-BEEF-45AE-85E7-91720AB4C851}"/>
                </a:ext>
              </a:extLst>
            </p:cNvPr>
            <p:cNvSpPr>
              <a:spLocks noChangeArrowheads="1"/>
            </p:cNvSpPr>
            <p:nvPr/>
          </p:nvSpPr>
          <p:spPr bwMode="auto">
            <a:xfrm>
              <a:off x="4299" y="2489"/>
              <a:ext cx="810"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b="1">
                  <a:solidFill>
                    <a:srgbClr val="000000"/>
                  </a:solidFill>
                  <a:ea typeface="宋体" panose="02010600030101010101" pitchFamily="2" charset="-122"/>
                </a:rPr>
                <a:t>q(1,9)</a:t>
              </a:r>
            </a:p>
          </p:txBody>
        </p:sp>
        <p:sp>
          <p:nvSpPr>
            <p:cNvPr id="36890" name="Rectangle 26">
              <a:extLst>
                <a:ext uri="{FF2B5EF4-FFF2-40B4-BE49-F238E27FC236}">
                  <a16:creationId xmlns:a16="http://schemas.microsoft.com/office/drawing/2014/main" id="{9AC50341-FC3E-4E61-9422-3E7C72395E86}"/>
                </a:ext>
              </a:extLst>
            </p:cNvPr>
            <p:cNvSpPr>
              <a:spLocks noChangeArrowheads="1"/>
            </p:cNvSpPr>
            <p:nvPr/>
          </p:nvSpPr>
          <p:spPr bwMode="auto">
            <a:xfrm>
              <a:off x="3637" y="2504"/>
              <a:ext cx="41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b="1">
                  <a:solidFill>
                    <a:srgbClr val="000000"/>
                  </a:solidFill>
                  <a:ea typeface="宋体" panose="02010600030101010101" pitchFamily="2" charset="-122"/>
                </a:rPr>
                <a:t>r</a:t>
              </a:r>
            </a:p>
          </p:txBody>
        </p:sp>
        <p:sp>
          <p:nvSpPr>
            <p:cNvPr id="36891" name="Line 27">
              <a:extLst>
                <a:ext uri="{FF2B5EF4-FFF2-40B4-BE49-F238E27FC236}">
                  <a16:creationId xmlns:a16="http://schemas.microsoft.com/office/drawing/2014/main" id="{FDDDC734-F4B1-4E5D-BCDA-D3AF3B284D40}"/>
                </a:ext>
              </a:extLst>
            </p:cNvPr>
            <p:cNvSpPr>
              <a:spLocks noChangeShapeType="1"/>
            </p:cNvSpPr>
            <p:nvPr/>
          </p:nvSpPr>
          <p:spPr bwMode="auto">
            <a:xfrm flipH="1">
              <a:off x="4676" y="2340"/>
              <a:ext cx="0"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92" name="Line 28">
              <a:extLst>
                <a:ext uri="{FF2B5EF4-FFF2-40B4-BE49-F238E27FC236}">
                  <a16:creationId xmlns:a16="http://schemas.microsoft.com/office/drawing/2014/main" id="{15405587-E41A-4BC1-8B6F-AD438BCD574A}"/>
                </a:ext>
              </a:extLst>
            </p:cNvPr>
            <p:cNvSpPr>
              <a:spLocks noChangeShapeType="1"/>
            </p:cNvSpPr>
            <p:nvPr/>
          </p:nvSpPr>
          <p:spPr bwMode="auto">
            <a:xfrm flipH="1">
              <a:off x="3796" y="2266"/>
              <a:ext cx="784" cy="3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93" name="Line 29">
              <a:extLst>
                <a:ext uri="{FF2B5EF4-FFF2-40B4-BE49-F238E27FC236}">
                  <a16:creationId xmlns:a16="http://schemas.microsoft.com/office/drawing/2014/main" id="{A9918F94-4CC7-4EDD-BDDB-600C1C71D883}"/>
                </a:ext>
              </a:extLst>
            </p:cNvPr>
            <p:cNvSpPr>
              <a:spLocks noChangeShapeType="1"/>
            </p:cNvSpPr>
            <p:nvPr/>
          </p:nvSpPr>
          <p:spPr bwMode="auto">
            <a:xfrm flipH="1">
              <a:off x="3798" y="2787"/>
              <a:ext cx="596" cy="29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94" name="Line 30">
              <a:extLst>
                <a:ext uri="{FF2B5EF4-FFF2-40B4-BE49-F238E27FC236}">
                  <a16:creationId xmlns:a16="http://schemas.microsoft.com/office/drawing/2014/main" id="{661E907E-6A5D-4BF6-A1D0-5FD20EEA6904}"/>
                </a:ext>
              </a:extLst>
            </p:cNvPr>
            <p:cNvSpPr>
              <a:spLocks noChangeShapeType="1"/>
            </p:cNvSpPr>
            <p:nvPr/>
          </p:nvSpPr>
          <p:spPr bwMode="auto">
            <a:xfrm flipH="1">
              <a:off x="4678" y="2892"/>
              <a:ext cx="0" cy="2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95" name="Rectangle 31">
              <a:extLst>
                <a:ext uri="{FF2B5EF4-FFF2-40B4-BE49-F238E27FC236}">
                  <a16:creationId xmlns:a16="http://schemas.microsoft.com/office/drawing/2014/main" id="{8502F5F5-5B28-4B70-90F1-96173D0B888C}"/>
                </a:ext>
              </a:extLst>
            </p:cNvPr>
            <p:cNvSpPr>
              <a:spLocks noChangeArrowheads="1"/>
            </p:cNvSpPr>
            <p:nvPr/>
          </p:nvSpPr>
          <p:spPr bwMode="auto">
            <a:xfrm>
              <a:off x="3504" y="3070"/>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b="1">
                  <a:solidFill>
                    <a:srgbClr val="000000"/>
                  </a:solidFill>
                  <a:ea typeface="宋体" panose="02010600030101010101" pitchFamily="2" charset="-122"/>
                </a:rPr>
                <a:t>p(1,9)</a:t>
              </a:r>
            </a:p>
          </p:txBody>
        </p:sp>
        <p:sp>
          <p:nvSpPr>
            <p:cNvPr id="36896" name="Rectangle 32">
              <a:extLst>
                <a:ext uri="{FF2B5EF4-FFF2-40B4-BE49-F238E27FC236}">
                  <a16:creationId xmlns:a16="http://schemas.microsoft.com/office/drawing/2014/main" id="{821CE87C-BEBA-4CFB-9AC8-37FBF1665C9B}"/>
                </a:ext>
              </a:extLst>
            </p:cNvPr>
            <p:cNvSpPr>
              <a:spLocks noChangeArrowheads="1"/>
            </p:cNvSpPr>
            <p:nvPr/>
          </p:nvSpPr>
          <p:spPr bwMode="auto">
            <a:xfrm>
              <a:off x="4313" y="3085"/>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b="1">
                  <a:solidFill>
                    <a:srgbClr val="000000"/>
                  </a:solidFill>
                  <a:ea typeface="宋体" panose="02010600030101010101" pitchFamily="2" charset="-122"/>
                </a:rPr>
                <a:t>q(1,3)</a:t>
              </a:r>
            </a:p>
          </p:txBody>
        </p:sp>
        <p:sp>
          <p:nvSpPr>
            <p:cNvPr id="36897" name="Line 33">
              <a:extLst>
                <a:ext uri="{FF2B5EF4-FFF2-40B4-BE49-F238E27FC236}">
                  <a16:creationId xmlns:a16="http://schemas.microsoft.com/office/drawing/2014/main" id="{D3E98AF5-558A-451A-BF9F-F01B90D62C0D}"/>
                </a:ext>
              </a:extLst>
            </p:cNvPr>
            <p:cNvSpPr>
              <a:spLocks noChangeShapeType="1"/>
            </p:cNvSpPr>
            <p:nvPr/>
          </p:nvSpPr>
          <p:spPr bwMode="auto">
            <a:xfrm flipH="1">
              <a:off x="4678" y="3458"/>
              <a:ext cx="0" cy="25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98" name="Rectangle 34">
              <a:extLst>
                <a:ext uri="{FF2B5EF4-FFF2-40B4-BE49-F238E27FC236}">
                  <a16:creationId xmlns:a16="http://schemas.microsoft.com/office/drawing/2014/main" id="{ECAF26A7-D224-44B8-9AF5-FDAEA722E967}"/>
                </a:ext>
              </a:extLst>
            </p:cNvPr>
            <p:cNvSpPr>
              <a:spLocks noChangeArrowheads="1"/>
            </p:cNvSpPr>
            <p:nvPr/>
          </p:nvSpPr>
          <p:spPr bwMode="auto">
            <a:xfrm>
              <a:off x="4325" y="365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b="1">
                  <a:solidFill>
                    <a:srgbClr val="000000"/>
                  </a:solidFill>
                  <a:ea typeface="宋体" panose="02010600030101010101" pitchFamily="2" charset="-122"/>
                </a:rPr>
                <a:t>q(1,0)</a:t>
              </a:r>
            </a:p>
          </p:txBody>
        </p:sp>
        <p:sp>
          <p:nvSpPr>
            <p:cNvPr id="36899" name="Rectangle 35">
              <a:extLst>
                <a:ext uri="{FF2B5EF4-FFF2-40B4-BE49-F238E27FC236}">
                  <a16:creationId xmlns:a16="http://schemas.microsoft.com/office/drawing/2014/main" id="{691627A1-6912-4E81-84C6-C7A764A25559}"/>
                </a:ext>
              </a:extLst>
            </p:cNvPr>
            <p:cNvSpPr>
              <a:spLocks noChangeArrowheads="1"/>
            </p:cNvSpPr>
            <p:nvPr/>
          </p:nvSpPr>
          <p:spPr bwMode="auto">
            <a:xfrm>
              <a:off x="3504" y="368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b="1">
                  <a:solidFill>
                    <a:srgbClr val="000000"/>
                  </a:solidFill>
                  <a:ea typeface="宋体" panose="02010600030101010101" pitchFamily="2" charset="-122"/>
                </a:rPr>
                <a:t>p(1,3)</a:t>
              </a:r>
            </a:p>
          </p:txBody>
        </p:sp>
        <p:sp>
          <p:nvSpPr>
            <p:cNvPr id="36900" name="Line 36">
              <a:extLst>
                <a:ext uri="{FF2B5EF4-FFF2-40B4-BE49-F238E27FC236}">
                  <a16:creationId xmlns:a16="http://schemas.microsoft.com/office/drawing/2014/main" id="{BC93EE03-2B1F-4F7D-8001-54279A3F85DB}"/>
                </a:ext>
              </a:extLst>
            </p:cNvPr>
            <p:cNvSpPr>
              <a:spLocks noChangeShapeType="1"/>
            </p:cNvSpPr>
            <p:nvPr/>
          </p:nvSpPr>
          <p:spPr bwMode="auto">
            <a:xfrm flipH="1">
              <a:off x="3916" y="3428"/>
              <a:ext cx="505" cy="37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869" name="组合 36">
            <a:extLst>
              <a:ext uri="{FF2B5EF4-FFF2-40B4-BE49-F238E27FC236}">
                <a16:creationId xmlns:a16="http://schemas.microsoft.com/office/drawing/2014/main" id="{04FD9754-D46D-4FA4-BD6D-E6F64DDC086F}"/>
              </a:ext>
            </a:extLst>
          </p:cNvPr>
          <p:cNvGrpSpPr>
            <a:grpSpLocks/>
          </p:cNvGrpSpPr>
          <p:nvPr/>
        </p:nvGrpSpPr>
        <p:grpSpPr bwMode="auto">
          <a:xfrm>
            <a:off x="1270000" y="2260600"/>
            <a:ext cx="2819400" cy="3452813"/>
            <a:chOff x="1295400" y="3427413"/>
            <a:chExt cx="2819400" cy="3452812"/>
          </a:xfrm>
        </p:grpSpPr>
        <p:grpSp>
          <p:nvGrpSpPr>
            <p:cNvPr id="36870" name="Group 43">
              <a:extLst>
                <a:ext uri="{FF2B5EF4-FFF2-40B4-BE49-F238E27FC236}">
                  <a16:creationId xmlns:a16="http://schemas.microsoft.com/office/drawing/2014/main" id="{5F8362E6-BD3A-4F44-8FE4-8FCF888C5B2B}"/>
                </a:ext>
              </a:extLst>
            </p:cNvPr>
            <p:cNvGrpSpPr>
              <a:grpSpLocks/>
            </p:cNvGrpSpPr>
            <p:nvPr/>
          </p:nvGrpSpPr>
          <p:grpSpPr bwMode="auto">
            <a:xfrm>
              <a:off x="1300163" y="6172200"/>
              <a:ext cx="2814637" cy="708025"/>
              <a:chOff x="819" y="1920"/>
              <a:chExt cx="1773" cy="446"/>
            </a:xfrm>
          </p:grpSpPr>
          <p:sp>
            <p:nvSpPr>
              <p:cNvPr id="36885" name="Rectangle 4">
                <a:extLst>
                  <a:ext uri="{FF2B5EF4-FFF2-40B4-BE49-F238E27FC236}">
                    <a16:creationId xmlns:a16="http://schemas.microsoft.com/office/drawing/2014/main" id="{3E7F7367-03DC-48D6-97CF-E420A1D842A5}"/>
                  </a:ext>
                </a:extLst>
              </p:cNvPr>
              <p:cNvSpPr>
                <a:spLocks noChangeArrowheads="1"/>
              </p:cNvSpPr>
              <p:nvPr/>
            </p:nvSpPr>
            <p:spPr bwMode="auto">
              <a:xfrm>
                <a:off x="819" y="1946"/>
                <a:ext cx="1773" cy="35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36886" name="Rectangle 5">
                <a:extLst>
                  <a:ext uri="{FF2B5EF4-FFF2-40B4-BE49-F238E27FC236}">
                    <a16:creationId xmlns:a16="http://schemas.microsoft.com/office/drawing/2014/main" id="{9A6CF5B9-44C2-4977-8CC3-2580DCCF2966}"/>
                  </a:ext>
                </a:extLst>
              </p:cNvPr>
              <p:cNvSpPr>
                <a:spLocks noChangeArrowheads="1"/>
              </p:cNvSpPr>
              <p:nvPr/>
            </p:nvSpPr>
            <p:spPr bwMode="auto">
              <a:xfrm>
                <a:off x="830" y="1920"/>
                <a:ext cx="168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a:ea typeface="宋体" panose="02010600030101010101" pitchFamily="2" charset="-122"/>
                  </a:rPr>
                  <a:t>m</a:t>
                </a:r>
              </a:p>
            </p:txBody>
          </p:sp>
          <p:sp>
            <p:nvSpPr>
              <p:cNvPr id="36887" name="Line 6">
                <a:extLst>
                  <a:ext uri="{FF2B5EF4-FFF2-40B4-BE49-F238E27FC236}">
                    <a16:creationId xmlns:a16="http://schemas.microsoft.com/office/drawing/2014/main" id="{7C732074-05E3-41BD-9E25-CB17A6280DA0}"/>
                  </a:ext>
                </a:extLst>
              </p:cNvPr>
              <p:cNvSpPr>
                <a:spLocks noChangeShapeType="1"/>
              </p:cNvSpPr>
              <p:nvPr/>
            </p:nvSpPr>
            <p:spPr bwMode="auto">
              <a:xfrm>
                <a:off x="831" y="2256"/>
                <a:ext cx="17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871" name="Group 28">
              <a:extLst>
                <a:ext uri="{FF2B5EF4-FFF2-40B4-BE49-F238E27FC236}">
                  <a16:creationId xmlns:a16="http://schemas.microsoft.com/office/drawing/2014/main" id="{E2D5BB8A-4817-4B63-85B9-FFCCA0D3164D}"/>
                </a:ext>
              </a:extLst>
            </p:cNvPr>
            <p:cNvGrpSpPr>
              <a:grpSpLocks/>
            </p:cNvGrpSpPr>
            <p:nvPr/>
          </p:nvGrpSpPr>
          <p:grpSpPr bwMode="auto">
            <a:xfrm>
              <a:off x="1295400" y="4800600"/>
              <a:ext cx="2819400" cy="1422400"/>
              <a:chOff x="816" y="2275"/>
              <a:chExt cx="1776" cy="896"/>
            </a:xfrm>
          </p:grpSpPr>
          <p:sp>
            <p:nvSpPr>
              <p:cNvPr id="36879" name="Rectangle 29">
                <a:extLst>
                  <a:ext uri="{FF2B5EF4-FFF2-40B4-BE49-F238E27FC236}">
                    <a16:creationId xmlns:a16="http://schemas.microsoft.com/office/drawing/2014/main" id="{71E84BDA-178F-42ED-B8B0-D9794322C7CC}"/>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36880" name="Line 30">
                <a:extLst>
                  <a:ext uri="{FF2B5EF4-FFF2-40B4-BE49-F238E27FC236}">
                    <a16:creationId xmlns:a16="http://schemas.microsoft.com/office/drawing/2014/main" id="{94223477-6492-42DA-A5C5-22D20396C463}"/>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1" name="Line 31">
                <a:extLst>
                  <a:ext uri="{FF2B5EF4-FFF2-40B4-BE49-F238E27FC236}">
                    <a16:creationId xmlns:a16="http://schemas.microsoft.com/office/drawing/2014/main" id="{4D6A74AF-74FC-4978-B618-86369378D98D}"/>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2" name="Text Box 32">
                <a:extLst>
                  <a:ext uri="{FF2B5EF4-FFF2-40B4-BE49-F238E27FC236}">
                    <a16:creationId xmlns:a16="http://schemas.microsoft.com/office/drawing/2014/main" id="{829E768D-16AD-4903-B416-A9CE875A6BFC}"/>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b="1"/>
                  <a:t>int i</a:t>
                </a:r>
              </a:p>
            </p:txBody>
          </p:sp>
          <p:sp>
            <p:nvSpPr>
              <p:cNvPr id="36883" name="Text Box 33">
                <a:extLst>
                  <a:ext uri="{FF2B5EF4-FFF2-40B4-BE49-F238E27FC236}">
                    <a16:creationId xmlns:a16="http://schemas.microsoft.com/office/drawing/2014/main" id="{E07884A7-8D2E-4006-BD1B-9D44AA8F6733}"/>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b="1"/>
                  <a:t>q(1, 9)</a:t>
                </a:r>
              </a:p>
            </p:txBody>
          </p:sp>
          <p:sp>
            <p:nvSpPr>
              <p:cNvPr id="36884" name="Text Box 34">
                <a:extLst>
                  <a:ext uri="{FF2B5EF4-FFF2-40B4-BE49-F238E27FC236}">
                    <a16:creationId xmlns:a16="http://schemas.microsoft.com/office/drawing/2014/main" id="{7D3827E2-3659-41C5-8307-376FE6869EF2}"/>
                  </a:ext>
                </a:extLst>
              </p:cNvPr>
              <p:cNvSpPr txBox="1">
                <a:spLocks noChangeArrowheads="1"/>
              </p:cNvSpPr>
              <p:nvPr/>
            </p:nvSpPr>
            <p:spPr bwMode="auto">
              <a:xfrm>
                <a:off x="120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b="1"/>
                  <a:t>int m, n</a:t>
                </a:r>
              </a:p>
            </p:txBody>
          </p:sp>
        </p:grpSp>
        <p:grpSp>
          <p:nvGrpSpPr>
            <p:cNvPr id="36872" name="Group 36">
              <a:extLst>
                <a:ext uri="{FF2B5EF4-FFF2-40B4-BE49-F238E27FC236}">
                  <a16:creationId xmlns:a16="http://schemas.microsoft.com/office/drawing/2014/main" id="{F620E309-E13E-44E2-A872-0BE2A90358BD}"/>
                </a:ext>
              </a:extLst>
            </p:cNvPr>
            <p:cNvGrpSpPr>
              <a:grpSpLocks/>
            </p:cNvGrpSpPr>
            <p:nvPr/>
          </p:nvGrpSpPr>
          <p:grpSpPr bwMode="auto">
            <a:xfrm>
              <a:off x="1295400" y="3427413"/>
              <a:ext cx="2819400" cy="1422400"/>
              <a:chOff x="816" y="2275"/>
              <a:chExt cx="1776" cy="896"/>
            </a:xfrm>
          </p:grpSpPr>
          <p:sp>
            <p:nvSpPr>
              <p:cNvPr id="36873" name="Rectangle 37">
                <a:extLst>
                  <a:ext uri="{FF2B5EF4-FFF2-40B4-BE49-F238E27FC236}">
                    <a16:creationId xmlns:a16="http://schemas.microsoft.com/office/drawing/2014/main" id="{AAECE40F-8C89-44FF-8ED5-06708831F57B}"/>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36874" name="Line 38">
                <a:extLst>
                  <a:ext uri="{FF2B5EF4-FFF2-40B4-BE49-F238E27FC236}">
                    <a16:creationId xmlns:a16="http://schemas.microsoft.com/office/drawing/2014/main" id="{2E5BA451-8FBF-4542-966A-1D950F9DB5CF}"/>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75" name="Line 39">
                <a:extLst>
                  <a:ext uri="{FF2B5EF4-FFF2-40B4-BE49-F238E27FC236}">
                    <a16:creationId xmlns:a16="http://schemas.microsoft.com/office/drawing/2014/main" id="{7B189A3F-EC0C-4A5E-8F0D-88A8B03D3BD4}"/>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76" name="Text Box 40">
                <a:extLst>
                  <a:ext uri="{FF2B5EF4-FFF2-40B4-BE49-F238E27FC236}">
                    <a16:creationId xmlns:a16="http://schemas.microsoft.com/office/drawing/2014/main" id="{598F31E0-38C1-40F2-AAD2-EAF66FAD5017}"/>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b="1"/>
                  <a:t>int i</a:t>
                </a:r>
              </a:p>
            </p:txBody>
          </p:sp>
          <p:sp>
            <p:nvSpPr>
              <p:cNvPr id="36877" name="Text Box 41">
                <a:extLst>
                  <a:ext uri="{FF2B5EF4-FFF2-40B4-BE49-F238E27FC236}">
                    <a16:creationId xmlns:a16="http://schemas.microsoft.com/office/drawing/2014/main" id="{73C33E2F-FC39-4FB7-BFDD-0ED32BC25E1B}"/>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b="1"/>
                  <a:t>q(1, 3)</a:t>
                </a:r>
              </a:p>
            </p:txBody>
          </p:sp>
          <p:sp>
            <p:nvSpPr>
              <p:cNvPr id="36878" name="Text Box 42">
                <a:extLst>
                  <a:ext uri="{FF2B5EF4-FFF2-40B4-BE49-F238E27FC236}">
                    <a16:creationId xmlns:a16="http://schemas.microsoft.com/office/drawing/2014/main" id="{6CEF4730-FAD3-4B3E-9871-2FEB734B2988}"/>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b="1"/>
                  <a:t>int m, n</a:t>
                </a:r>
              </a:p>
            </p:txBody>
          </p:sp>
        </p:grpSp>
      </p:grpSp>
      <p:sp>
        <p:nvSpPr>
          <p:cNvPr id="2" name="日期占位符 1">
            <a:extLst>
              <a:ext uri="{FF2B5EF4-FFF2-40B4-BE49-F238E27FC236}">
                <a16:creationId xmlns:a16="http://schemas.microsoft.com/office/drawing/2014/main" id="{AA1A2FAD-C84E-E605-97ED-9422118B9286}"/>
              </a:ext>
            </a:extLst>
          </p:cNvPr>
          <p:cNvSpPr>
            <a:spLocks noGrp="1"/>
          </p:cNvSpPr>
          <p:nvPr>
            <p:ph type="dt" sz="half" idx="10"/>
          </p:nvPr>
        </p:nvSpPr>
        <p:spPr/>
        <p:txBody>
          <a:bodyPr/>
          <a:lstStyle/>
          <a:p>
            <a:fld id="{232A8BBE-EEF4-4A0D-BDC5-226CCA7EE3BE}"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0AF36A65-9A2E-5114-EB20-0C45520652B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68C7FBE2-989B-1FDC-A262-7EEB491624E1}"/>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D049107-C78D-495E-A2CF-D5BC9AA19A5B}"/>
              </a:ext>
            </a:extLst>
          </p:cNvPr>
          <p:cNvSpPr>
            <a:spLocks noGrp="1" noChangeArrowheads="1"/>
          </p:cNvSpPr>
          <p:nvPr>
            <p:ph type="title"/>
          </p:nvPr>
        </p:nvSpPr>
        <p:spPr/>
        <p:txBody>
          <a:bodyPr/>
          <a:lstStyle/>
          <a:p>
            <a:pPr eaLnBrk="1" hangingPunct="1"/>
            <a:r>
              <a:rPr lang="zh-CN" altLang="en-US"/>
              <a:t>本次课内容</a:t>
            </a:r>
          </a:p>
        </p:txBody>
      </p:sp>
      <p:sp>
        <p:nvSpPr>
          <p:cNvPr id="39939" name="Rectangle 3">
            <a:extLst>
              <a:ext uri="{FF2B5EF4-FFF2-40B4-BE49-F238E27FC236}">
                <a16:creationId xmlns:a16="http://schemas.microsoft.com/office/drawing/2014/main" id="{AD7505C2-E45F-40A6-8B96-6B5BC8625185}"/>
              </a:ext>
            </a:extLst>
          </p:cNvPr>
          <p:cNvSpPr>
            <a:spLocks noGrp="1" noChangeArrowheads="1"/>
          </p:cNvSpPr>
          <p:nvPr>
            <p:ph idx="1"/>
          </p:nvPr>
        </p:nvSpPr>
        <p:spPr>
          <a:xfrm>
            <a:off x="628650" y="1257300"/>
            <a:ext cx="7886700" cy="5513614"/>
          </a:xfrm>
        </p:spPr>
        <p:txBody>
          <a:bodyPr>
            <a:normAutofit/>
          </a:bodyPr>
          <a:lstStyle/>
          <a:p>
            <a:pPr eaLnBrk="1" hangingPunct="1"/>
            <a:r>
              <a:rPr lang="zh-CN" altLang="en-US" sz="3600" dirty="0"/>
              <a:t>第六章 运行时存储空间的组织和管理</a:t>
            </a:r>
          </a:p>
          <a:p>
            <a:pPr lvl="1" eaLnBrk="1" hangingPunct="1"/>
            <a:r>
              <a:rPr lang="en-US" altLang="zh-CN" sz="3200" dirty="0"/>
              <a:t>6.2 </a:t>
            </a:r>
            <a:r>
              <a:rPr lang="zh-CN" altLang="en-US" sz="3200" dirty="0"/>
              <a:t>全局栈式存储分配</a:t>
            </a:r>
            <a:endParaRPr lang="en-US" altLang="zh-CN" sz="2800" dirty="0"/>
          </a:p>
          <a:p>
            <a:pPr lvl="2"/>
            <a:r>
              <a:rPr lang="en-US" altLang="zh-CN" sz="2800" dirty="0"/>
              <a:t>6.2.3 </a:t>
            </a:r>
            <a:r>
              <a:rPr lang="zh-CN" altLang="en-US" sz="2800" dirty="0"/>
              <a:t>调用序列和返回序列</a:t>
            </a:r>
            <a:endParaRPr lang="en-US" altLang="zh-CN" sz="2800" dirty="0"/>
          </a:p>
          <a:p>
            <a:pPr lvl="2"/>
            <a:r>
              <a:rPr lang="en-US" altLang="zh-CN" sz="2800" dirty="0"/>
              <a:t>6.2.4 </a:t>
            </a:r>
            <a:r>
              <a:rPr lang="zh-CN" altLang="en-US" sz="2800" dirty="0"/>
              <a:t>栈上可变长数据</a:t>
            </a:r>
            <a:endParaRPr lang="en-US" altLang="zh-CN" sz="2800" dirty="0"/>
          </a:p>
          <a:p>
            <a:pPr lvl="2"/>
            <a:r>
              <a:rPr lang="en-US" altLang="zh-CN" sz="2800" dirty="0"/>
              <a:t>6.2.5 </a:t>
            </a:r>
            <a:r>
              <a:rPr lang="zh-CN" altLang="en-US" sz="2800" dirty="0"/>
              <a:t>悬空引用</a:t>
            </a:r>
            <a:endParaRPr lang="en-US" altLang="zh-CN" sz="2800" dirty="0"/>
          </a:p>
          <a:p>
            <a:pPr lvl="1" eaLnBrk="1" hangingPunct="1"/>
            <a:r>
              <a:rPr lang="en-US" altLang="zh-CN" sz="3200" dirty="0"/>
              <a:t>6.3 </a:t>
            </a:r>
            <a:r>
              <a:rPr lang="zh-CN" altLang="en-US" sz="3200" dirty="0"/>
              <a:t>非局部名字的访问</a:t>
            </a:r>
            <a:endParaRPr lang="en-US" altLang="zh-CN" sz="3200" dirty="0"/>
          </a:p>
          <a:p>
            <a:pPr lvl="2"/>
            <a:r>
              <a:rPr lang="en-US" altLang="zh-CN" sz="2800" dirty="0"/>
              <a:t>6.3.1 </a:t>
            </a:r>
            <a:r>
              <a:rPr lang="zh-CN" altLang="en-US" sz="2800" dirty="0"/>
              <a:t>无过程嵌套的静态作用域</a:t>
            </a:r>
            <a:endParaRPr lang="en-US" altLang="zh-CN" sz="2800" dirty="0"/>
          </a:p>
          <a:p>
            <a:pPr lvl="2"/>
            <a:r>
              <a:rPr lang="en-US" altLang="zh-CN" sz="2800" dirty="0"/>
              <a:t>6.3.2 </a:t>
            </a:r>
            <a:r>
              <a:rPr lang="zh-CN" altLang="en-US" sz="2800" dirty="0"/>
              <a:t>有过程嵌套的静态作用域*</a:t>
            </a:r>
            <a:endParaRPr lang="en-US" altLang="zh-CN" sz="2800" dirty="0"/>
          </a:p>
          <a:p>
            <a:pPr lvl="1" eaLnBrk="1" hangingPunct="1"/>
            <a:r>
              <a:rPr lang="en-US" altLang="zh-CN" sz="3200" dirty="0"/>
              <a:t>6.4 </a:t>
            </a:r>
            <a:r>
              <a:rPr lang="zh-CN" altLang="en-US" sz="3200" dirty="0"/>
              <a:t>参数传递</a:t>
            </a:r>
            <a:endParaRPr lang="en-US" altLang="zh-CN" sz="3200" dirty="0"/>
          </a:p>
          <a:p>
            <a:pPr lvl="2"/>
            <a:r>
              <a:rPr lang="zh-CN" altLang="en-US" sz="2800" dirty="0"/>
              <a:t>值调用、引用调用、换名调用</a:t>
            </a:r>
          </a:p>
          <a:p>
            <a:pPr lvl="1" eaLnBrk="1" hangingPunct="1"/>
            <a:endParaRPr lang="zh-CN" altLang="en-US" sz="3200" dirty="0"/>
          </a:p>
        </p:txBody>
      </p:sp>
      <p:sp>
        <p:nvSpPr>
          <p:cNvPr id="2" name="日期占位符 1">
            <a:extLst>
              <a:ext uri="{FF2B5EF4-FFF2-40B4-BE49-F238E27FC236}">
                <a16:creationId xmlns:a16="http://schemas.microsoft.com/office/drawing/2014/main" id="{F2246005-4233-4A31-3C1E-51EADA430800}"/>
              </a:ext>
            </a:extLst>
          </p:cNvPr>
          <p:cNvSpPr>
            <a:spLocks noGrp="1"/>
          </p:cNvSpPr>
          <p:nvPr>
            <p:ph type="dt" sz="half" idx="10"/>
          </p:nvPr>
        </p:nvSpPr>
        <p:spPr/>
        <p:txBody>
          <a:bodyPr/>
          <a:lstStyle/>
          <a:p>
            <a:fld id="{BD0D49B1-D7CB-405E-8DE3-7013D860528E}"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05AA9F0C-321C-D6B8-CA13-D3D5361312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4138613D-6F05-3923-492E-0821FCE0C3B4}"/>
              </a:ext>
            </a:extLst>
          </p:cNvPr>
          <p:cNvSpPr>
            <a:spLocks noGrp="1"/>
          </p:cNvSpPr>
          <p:nvPr>
            <p:ph type="sldNum" sz="quarter" idx="12"/>
          </p:nvPr>
        </p:nvSpPr>
        <p:spPr/>
        <p:txBody>
          <a:bodyPr/>
          <a:lstStyle/>
          <a:p>
            <a:fld id="{094DEB03-EFC6-4C20-8FC8-295189A5386F}" type="slidenum">
              <a:rPr lang="zh-CN" altLang="en-US" smtClean="0"/>
              <a:pPr/>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BC49D85B-B1FE-2C75-0148-71FFFA9BEB98}"/>
              </a:ext>
            </a:extLst>
          </p:cNvPr>
          <p:cNvSpPr>
            <a:spLocks noGrp="1"/>
          </p:cNvSpPr>
          <p:nvPr>
            <p:ph type="dt" sz="half" idx="4294967295"/>
          </p:nvPr>
        </p:nvSpPr>
        <p:spPr>
          <a:xfrm>
            <a:off x="0" y="-26988"/>
            <a:ext cx="4559300" cy="255588"/>
          </a:xfrm>
        </p:spPr>
        <p:txBody>
          <a:bodyPr/>
          <a:lstStyle/>
          <a:p>
            <a:fld id="{04C178A3-E193-4E73-B869-06D5D2F9FBEA}" type="datetime2">
              <a:rPr lang="zh-CN" altLang="en-US" smtClean="0"/>
              <a:t>2025年6月11日</a:t>
            </a:fld>
            <a:endParaRPr lang="zh-CN" altLang="en-US" dirty="0"/>
          </a:p>
        </p:txBody>
      </p:sp>
      <p:sp>
        <p:nvSpPr>
          <p:cNvPr id="6" name="页脚占位符 5">
            <a:extLst>
              <a:ext uri="{FF2B5EF4-FFF2-40B4-BE49-F238E27FC236}">
                <a16:creationId xmlns:a16="http://schemas.microsoft.com/office/drawing/2014/main" id="{EE74E863-8FB1-2672-A940-CAD712D9C87C}"/>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7" name="灯片编号占位符 6">
            <a:extLst>
              <a:ext uri="{FF2B5EF4-FFF2-40B4-BE49-F238E27FC236}">
                <a16:creationId xmlns:a16="http://schemas.microsoft.com/office/drawing/2014/main" id="{27B938DB-27A3-8870-B626-89103F266B93}"/>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8</a:t>
            </a:fld>
            <a:endParaRPr lang="zh-CN" altLang="en-US"/>
          </a:p>
        </p:txBody>
      </p:sp>
      <p:sp>
        <p:nvSpPr>
          <p:cNvPr id="10" name="文本框 9">
            <a:extLst>
              <a:ext uri="{FF2B5EF4-FFF2-40B4-BE49-F238E27FC236}">
                <a16:creationId xmlns:a16="http://schemas.microsoft.com/office/drawing/2014/main" id="{771E6775-7DD1-EB6A-8C6E-281357D28242}"/>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活动记录的域不包括：</a:t>
            </a:r>
          </a:p>
        </p:txBody>
      </p:sp>
      <p:sp>
        <p:nvSpPr>
          <p:cNvPr id="11" name="文本框 10">
            <a:extLst>
              <a:ext uri="{FF2B5EF4-FFF2-40B4-BE49-F238E27FC236}">
                <a16:creationId xmlns:a16="http://schemas.microsoft.com/office/drawing/2014/main" id="{8E33EC8D-AE74-2D91-9210-FA3663318504}"/>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返回值</a:t>
            </a:r>
          </a:p>
        </p:txBody>
      </p:sp>
      <p:sp>
        <p:nvSpPr>
          <p:cNvPr id="12" name="文本框 11">
            <a:extLst>
              <a:ext uri="{FF2B5EF4-FFF2-40B4-BE49-F238E27FC236}">
                <a16:creationId xmlns:a16="http://schemas.microsoft.com/office/drawing/2014/main" id="{AAC021CB-3E19-6C5F-6DF7-C8D54BF6FE2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参数</a:t>
            </a:r>
          </a:p>
        </p:txBody>
      </p:sp>
      <p:sp>
        <p:nvSpPr>
          <p:cNvPr id="13" name="文本框 12">
            <a:extLst>
              <a:ext uri="{FF2B5EF4-FFF2-40B4-BE49-F238E27FC236}">
                <a16:creationId xmlns:a16="http://schemas.microsoft.com/office/drawing/2014/main" id="{D45120D1-E718-95F6-BC43-65E1B5B82610}"/>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目标代码</a:t>
            </a:r>
          </a:p>
        </p:txBody>
      </p:sp>
      <p:sp>
        <p:nvSpPr>
          <p:cNvPr id="14" name="文本框 13">
            <a:extLst>
              <a:ext uri="{FF2B5EF4-FFF2-40B4-BE49-F238E27FC236}">
                <a16:creationId xmlns:a16="http://schemas.microsoft.com/office/drawing/2014/main" id="{067157A8-1514-DEFD-83DC-8BDA915D917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局部数据</a:t>
            </a:r>
          </a:p>
        </p:txBody>
      </p:sp>
      <p:sp>
        <p:nvSpPr>
          <p:cNvPr id="15" name="椭圆 14">
            <a:extLst>
              <a:ext uri="{FF2B5EF4-FFF2-40B4-BE49-F238E27FC236}">
                <a16:creationId xmlns:a16="http://schemas.microsoft.com/office/drawing/2014/main" id="{646C0EBD-4E00-FF91-7E30-BD0F6B3AF2D9}"/>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086DEA4F-8938-1E88-F0C9-7218F310B933}"/>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DA4722F6-02B8-5357-77E9-100DBCAB1DD1}"/>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91AD84FA-C6D4-6905-D597-2A691605A7A1}"/>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矩形: 圆角 18">
            <a:extLst>
              <a:ext uri="{FF2B5EF4-FFF2-40B4-BE49-F238E27FC236}">
                <a16:creationId xmlns:a16="http://schemas.microsoft.com/office/drawing/2014/main" id="{B851C777-9D99-1E0C-967C-28CD4E4FB495}"/>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4" name="组合 23">
            <a:extLst>
              <a:ext uri="{FF2B5EF4-FFF2-40B4-BE49-F238E27FC236}">
                <a16:creationId xmlns:a16="http://schemas.microsoft.com/office/drawing/2014/main" id="{295C1989-DE21-FD73-D393-969A2313DEC6}"/>
              </a:ext>
            </a:extLst>
          </p:cNvPr>
          <p:cNvGrpSpPr/>
          <p:nvPr>
            <p:custDataLst>
              <p:tags r:id="rId12"/>
            </p:custDataLst>
          </p:nvPr>
        </p:nvGrpSpPr>
        <p:grpSpPr>
          <a:xfrm>
            <a:off x="0" y="0"/>
            <a:ext cx="9144000" cy="635000"/>
            <a:chOff x="0" y="0"/>
            <a:chExt cx="9144000" cy="635000"/>
          </a:xfrm>
        </p:grpSpPr>
        <p:sp>
          <p:nvSpPr>
            <p:cNvPr id="20" name="TitleBackground">
              <a:extLst>
                <a:ext uri="{FF2B5EF4-FFF2-40B4-BE49-F238E27FC236}">
                  <a16:creationId xmlns:a16="http://schemas.microsoft.com/office/drawing/2014/main" id="{6404D989-93BB-49F7-BC84-0FA0579B77D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ColorBlock">
              <a:extLst>
                <a:ext uri="{FF2B5EF4-FFF2-40B4-BE49-F238E27FC236}">
                  <a16:creationId xmlns:a16="http://schemas.microsoft.com/office/drawing/2014/main" id="{0B9E5147-F413-2F09-0525-30D14C7C0AC9}"/>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ypeText">
              <a:extLst>
                <a:ext uri="{FF2B5EF4-FFF2-40B4-BE49-F238E27FC236}">
                  <a16:creationId xmlns:a16="http://schemas.microsoft.com/office/drawing/2014/main" id="{7E888682-BDF9-ED3A-C208-B891F2F4FD8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3" name="TipText">
              <a:extLst>
                <a:ext uri="{FF2B5EF4-FFF2-40B4-BE49-F238E27FC236}">
                  <a16:creationId xmlns:a16="http://schemas.microsoft.com/office/drawing/2014/main" id="{D60C8D4B-C8EE-849F-0AA2-4B7A6420B21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9" name="图片 8">
            <a:extLst>
              <a:ext uri="{FF2B5EF4-FFF2-40B4-BE49-F238E27FC236}">
                <a16:creationId xmlns:a16="http://schemas.microsoft.com/office/drawing/2014/main" id="{0A11483C-6120-4224-BAC4-D6995ACDA40B}"/>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465715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C2ABE656-94A7-4F5B-9AD8-A610F884EB56}"/>
              </a:ext>
            </a:extLst>
          </p:cNvPr>
          <p:cNvSpPr>
            <a:spLocks noGrp="1" noChangeArrowheads="1"/>
          </p:cNvSpPr>
          <p:nvPr>
            <p:ph type="title"/>
          </p:nvPr>
        </p:nvSpPr>
        <p:spPr/>
        <p:txBody>
          <a:bodyPr/>
          <a:lstStyle/>
          <a:p>
            <a:pPr eaLnBrk="1" hangingPunct="1"/>
            <a:r>
              <a:rPr lang="en-US" altLang="zh-CN" dirty="0"/>
              <a:t>6.2.3 </a:t>
            </a:r>
            <a:r>
              <a:rPr lang="zh-CN" altLang="en-US" dirty="0"/>
              <a:t>调用序列和返回序列</a:t>
            </a:r>
          </a:p>
        </p:txBody>
      </p:sp>
      <p:sp>
        <p:nvSpPr>
          <p:cNvPr id="949251" name="Rectangle 3">
            <a:extLst>
              <a:ext uri="{FF2B5EF4-FFF2-40B4-BE49-F238E27FC236}">
                <a16:creationId xmlns:a16="http://schemas.microsoft.com/office/drawing/2014/main" id="{18F84270-6430-42C4-8387-42BCB338E596}"/>
              </a:ext>
            </a:extLst>
          </p:cNvPr>
          <p:cNvSpPr>
            <a:spLocks noGrp="1" noChangeArrowheads="1"/>
          </p:cNvSpPr>
          <p:nvPr>
            <p:ph idx="1"/>
          </p:nvPr>
        </p:nvSpPr>
        <p:spPr>
          <a:xfrm>
            <a:off x="628650" y="1257300"/>
            <a:ext cx="7886700" cy="5259614"/>
          </a:xfrm>
        </p:spPr>
        <p:txBody>
          <a:bodyPr/>
          <a:lstStyle/>
          <a:p>
            <a:pPr algn="just" eaLnBrk="1" hangingPunct="1">
              <a:spcBef>
                <a:spcPct val="0"/>
              </a:spcBef>
            </a:pPr>
            <a:r>
              <a:rPr lang="zh-CN" altLang="en-US" dirty="0">
                <a:solidFill>
                  <a:srgbClr val="FF0000"/>
                </a:solidFill>
                <a:latin typeface="宋体" panose="02010600030101010101" pitchFamily="2" charset="-122"/>
              </a:rPr>
              <a:t>过程调用</a:t>
            </a:r>
            <a:r>
              <a:rPr lang="zh-CN" altLang="en-US" dirty="0">
                <a:latin typeface="宋体" panose="02010600030101010101" pitchFamily="2" charset="-122"/>
              </a:rPr>
              <a:t>和</a:t>
            </a:r>
            <a:r>
              <a:rPr lang="zh-CN" altLang="en-US" dirty="0">
                <a:solidFill>
                  <a:srgbClr val="FF0000"/>
                </a:solidFill>
                <a:latin typeface="宋体" panose="02010600030101010101" pitchFamily="2" charset="-122"/>
              </a:rPr>
              <a:t>过程返回</a:t>
            </a:r>
            <a:r>
              <a:rPr lang="zh-CN" altLang="en-US" dirty="0">
                <a:latin typeface="宋体" panose="02010600030101010101" pitchFamily="2" charset="-122"/>
              </a:rPr>
              <a:t>都需要执行一些代码来管理运行栈：分配和回收活动记录、保存或恢复机器状态等</a:t>
            </a:r>
            <a:endParaRPr lang="zh-CN" altLang="en-US" dirty="0"/>
          </a:p>
          <a:p>
            <a:pPr lvl="1" algn="just" eaLnBrk="1" hangingPunct="1">
              <a:spcBef>
                <a:spcPct val="0"/>
              </a:spcBef>
            </a:pPr>
            <a:r>
              <a:rPr lang="zh-CN" altLang="en-US" dirty="0">
                <a:solidFill>
                  <a:srgbClr val="FF0000"/>
                </a:solidFill>
              </a:rPr>
              <a:t>过程调用序列</a:t>
            </a:r>
            <a:r>
              <a:rPr lang="zh-CN" altLang="en-US" dirty="0"/>
              <a:t>：</a:t>
            </a:r>
            <a:r>
              <a:rPr lang="zh-CN" altLang="en-US" dirty="0">
                <a:latin typeface="宋体" panose="02010600030101010101" pitchFamily="2" charset="-122"/>
              </a:rPr>
              <a:t>过程调用时执行的分配活动记录、把信息填入它的域中的代码</a:t>
            </a:r>
            <a:endParaRPr lang="zh-CN" altLang="en-US" dirty="0"/>
          </a:p>
          <a:p>
            <a:pPr lvl="1" algn="just" eaLnBrk="1" hangingPunct="1">
              <a:spcBef>
                <a:spcPct val="0"/>
              </a:spcBef>
            </a:pPr>
            <a:r>
              <a:rPr lang="zh-CN" altLang="en-US" dirty="0">
                <a:solidFill>
                  <a:srgbClr val="FF0000"/>
                </a:solidFill>
              </a:rPr>
              <a:t>过程返回序列</a:t>
            </a:r>
            <a:r>
              <a:rPr lang="zh-CN" altLang="en-US" dirty="0"/>
              <a:t>：</a:t>
            </a:r>
            <a:r>
              <a:rPr lang="zh-CN" altLang="en-US" dirty="0">
                <a:latin typeface="宋体" panose="02010600030101010101" pitchFamily="2" charset="-122"/>
              </a:rPr>
              <a:t>过程返回时执行的恢复机器状态、释放活动记录、使调用过程能够继续执行的代码</a:t>
            </a:r>
          </a:p>
          <a:p>
            <a:pPr lvl="1" algn="just" eaLnBrk="1" hangingPunct="1">
              <a:spcBef>
                <a:spcPct val="0"/>
              </a:spcBef>
            </a:pPr>
            <a:r>
              <a:rPr lang="zh-CN" altLang="en-US" dirty="0"/>
              <a:t>调用序列和返回序列</a:t>
            </a:r>
            <a:r>
              <a:rPr lang="zh-CN" altLang="en-US" dirty="0">
                <a:latin typeface="宋体" panose="02010600030101010101" pitchFamily="2" charset="-122"/>
              </a:rPr>
              <a:t>常常都分成两部分，分处于调用过程和被调用过程中</a:t>
            </a:r>
          </a:p>
          <a:p>
            <a:pPr eaLnBrk="1" hangingPunct="1"/>
            <a:endParaRPr lang="en-US" altLang="zh-CN" dirty="0"/>
          </a:p>
        </p:txBody>
      </p:sp>
      <p:sp>
        <p:nvSpPr>
          <p:cNvPr id="2" name="日期占位符 1">
            <a:extLst>
              <a:ext uri="{FF2B5EF4-FFF2-40B4-BE49-F238E27FC236}">
                <a16:creationId xmlns:a16="http://schemas.microsoft.com/office/drawing/2014/main" id="{9CE72A17-A2E1-4904-4E49-168C15896CA3}"/>
              </a:ext>
            </a:extLst>
          </p:cNvPr>
          <p:cNvSpPr>
            <a:spLocks noGrp="1"/>
          </p:cNvSpPr>
          <p:nvPr>
            <p:ph type="dt" sz="half" idx="10"/>
          </p:nvPr>
        </p:nvSpPr>
        <p:spPr/>
        <p:txBody>
          <a:bodyPr/>
          <a:lstStyle/>
          <a:p>
            <a:fld id="{8ECA2A05-04F6-4AB2-864D-71E7D088F568}"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63A31BF9-6EB3-4CC9-68CF-C917E9C6F85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FB7B2122-23C4-61A7-D14A-6816768797CE}"/>
              </a:ext>
            </a:extLst>
          </p:cNvPr>
          <p:cNvSpPr>
            <a:spLocks noGrp="1"/>
          </p:cNvSpPr>
          <p:nvPr>
            <p:ph type="sldNum" sz="quarter" idx="12"/>
          </p:nvPr>
        </p:nvSpPr>
        <p:spPr/>
        <p:txBody>
          <a:bodyPr/>
          <a:lstStyle/>
          <a:p>
            <a:fld id="{094DEB03-EFC6-4C20-8FC8-295189A5386F}" type="slidenum">
              <a:rPr lang="zh-CN" altLang="en-US" smtClean="0"/>
              <a:pPr/>
              <a:t>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492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492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492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67562FC-7AE7-4503-B0B7-1FAA55285B5F}"/>
              </a:ext>
            </a:extLst>
          </p:cNvPr>
          <p:cNvSpPr>
            <a:spLocks noGrp="1" noChangeArrowheads="1"/>
          </p:cNvSpPr>
          <p:nvPr>
            <p:ph type="title"/>
          </p:nvPr>
        </p:nvSpPr>
        <p:spPr/>
        <p:txBody>
          <a:bodyPr/>
          <a:lstStyle/>
          <a:p>
            <a:pPr eaLnBrk="1" hangingPunct="1"/>
            <a:r>
              <a:rPr lang="en-US" altLang="zh-CN" dirty="0"/>
              <a:t>6.2.3 </a:t>
            </a:r>
            <a:r>
              <a:rPr lang="zh-CN" altLang="en-US" dirty="0"/>
              <a:t>调用序列和返回序列</a:t>
            </a:r>
          </a:p>
        </p:txBody>
      </p:sp>
      <p:sp>
        <p:nvSpPr>
          <p:cNvPr id="950275" name="Rectangle 3">
            <a:extLst>
              <a:ext uri="{FF2B5EF4-FFF2-40B4-BE49-F238E27FC236}">
                <a16:creationId xmlns:a16="http://schemas.microsoft.com/office/drawing/2014/main" id="{ED63458B-AEA4-41D5-A611-20CF8E6C6B3D}"/>
              </a:ext>
            </a:extLst>
          </p:cNvPr>
          <p:cNvSpPr>
            <a:spLocks noGrp="1" noChangeArrowheads="1"/>
          </p:cNvSpPr>
          <p:nvPr>
            <p:ph idx="1"/>
          </p:nvPr>
        </p:nvSpPr>
        <p:spPr/>
        <p:txBody>
          <a:bodyPr/>
          <a:lstStyle/>
          <a:p>
            <a:pPr algn="just" eaLnBrk="1" hangingPunct="1"/>
            <a:r>
              <a:rPr lang="zh-CN" altLang="en-US" sz="2800" dirty="0">
                <a:latin typeface="宋体" panose="02010600030101010101" pitchFamily="2" charset="-122"/>
              </a:rPr>
              <a:t>即使是同一种语言，过程调用序列、返回序列和活动记录中各域的排放次序（</a:t>
            </a:r>
            <a:r>
              <a:rPr lang="zh-CN" altLang="en-US" sz="2800" dirty="0">
                <a:solidFill>
                  <a:srgbClr val="FF0000"/>
                </a:solidFill>
                <a:latin typeface="宋体" panose="02010600030101010101" pitchFamily="2" charset="-122"/>
              </a:rPr>
              <a:t>布局</a:t>
            </a:r>
            <a:r>
              <a:rPr lang="zh-CN" altLang="en-US" sz="2800" dirty="0">
                <a:latin typeface="宋体" panose="02010600030101010101" pitchFamily="2" charset="-122"/>
              </a:rPr>
              <a:t>），也会因实现而异</a:t>
            </a:r>
          </a:p>
          <a:p>
            <a:pPr algn="just" eaLnBrk="1" hangingPunct="1"/>
            <a:r>
              <a:rPr lang="zh-CN" altLang="en-US" sz="2800" dirty="0">
                <a:latin typeface="宋体" panose="02010600030101010101" pitchFamily="2" charset="-122"/>
              </a:rPr>
              <a:t>设计这些序列和活动记录的一些原则是：</a:t>
            </a:r>
          </a:p>
          <a:p>
            <a:pPr lvl="1" algn="just" eaLnBrk="1" hangingPunct="1">
              <a:spcBef>
                <a:spcPct val="0"/>
              </a:spcBef>
            </a:pPr>
            <a:r>
              <a:rPr lang="zh-CN" altLang="en-US" sz="2400" dirty="0"/>
              <a:t>调用者和被调用者之间交流的数据一般放在被调用者活动记录的开始处，尽可能靠近调用者的活动记录。（参数、返回值等）</a:t>
            </a:r>
          </a:p>
          <a:p>
            <a:pPr lvl="1" algn="just" eaLnBrk="1" hangingPunct="1">
              <a:spcBef>
                <a:spcPct val="0"/>
              </a:spcBef>
            </a:pPr>
            <a:r>
              <a:rPr lang="zh-CN" altLang="en-US" sz="2400" dirty="0"/>
              <a:t>固定长度的项通常放在活动记录的中间。（控制链、访问链、机器状态域等）</a:t>
            </a:r>
            <a:endParaRPr lang="zh-CN" altLang="en-US" sz="2400" dirty="0">
              <a:latin typeface="宋体" panose="02010600030101010101" pitchFamily="2" charset="-122"/>
            </a:endParaRPr>
          </a:p>
          <a:p>
            <a:pPr lvl="1" algn="just" eaLnBrk="1" hangingPunct="1">
              <a:spcBef>
                <a:spcPct val="0"/>
              </a:spcBef>
            </a:pPr>
            <a:r>
              <a:rPr lang="zh-CN" altLang="en-US" sz="2400" dirty="0"/>
              <a:t>在编译时不能及时知道大小的一些项，放在活动记录的末端。（动态局部数组、临时变量等）</a:t>
            </a:r>
          </a:p>
        </p:txBody>
      </p:sp>
      <p:sp>
        <p:nvSpPr>
          <p:cNvPr id="2" name="日期占位符 1">
            <a:extLst>
              <a:ext uri="{FF2B5EF4-FFF2-40B4-BE49-F238E27FC236}">
                <a16:creationId xmlns:a16="http://schemas.microsoft.com/office/drawing/2014/main" id="{D0C97B5A-6FFD-5512-9D01-3F7DAE083C92}"/>
              </a:ext>
            </a:extLst>
          </p:cNvPr>
          <p:cNvSpPr>
            <a:spLocks noGrp="1"/>
          </p:cNvSpPr>
          <p:nvPr>
            <p:ph type="dt" sz="half" idx="10"/>
          </p:nvPr>
        </p:nvSpPr>
        <p:spPr/>
        <p:txBody>
          <a:bodyPr/>
          <a:lstStyle/>
          <a:p>
            <a:fld id="{CE308412-7FA4-4859-BF7A-F832D491F77D}"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E5384F95-881A-D028-2936-1AEFDAD3783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4AE03EC1-0F2A-C7A6-0745-67E98D2330AF}"/>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502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502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502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502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491146A-AC1B-45FE-81A1-0A955F4266CD}"/>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3" name="内容占位符 2">
            <a:extLst>
              <a:ext uri="{FF2B5EF4-FFF2-40B4-BE49-F238E27FC236}">
                <a16:creationId xmlns:a16="http://schemas.microsoft.com/office/drawing/2014/main" id="{CD973174-1956-4930-90D5-963B2452ED3A}"/>
              </a:ext>
            </a:extLst>
          </p:cNvPr>
          <p:cNvSpPr>
            <a:spLocks noGrp="1"/>
          </p:cNvSpPr>
          <p:nvPr>
            <p:ph idx="1"/>
          </p:nvPr>
        </p:nvSpPr>
        <p:spPr/>
        <p:txBody>
          <a:bodyPr>
            <a:normAutofit/>
          </a:bodyPr>
          <a:lstStyle/>
          <a:p>
            <a:r>
              <a:rPr lang="zh-CN" altLang="en-US" sz="2800" dirty="0">
                <a:solidFill>
                  <a:srgbClr val="FF0000"/>
                </a:solidFill>
              </a:rPr>
              <a:t>调用者</a:t>
            </a:r>
            <a:r>
              <a:rPr lang="en-US" altLang="zh-CN" sz="2800" dirty="0">
                <a:solidFill>
                  <a:srgbClr val="FF0000"/>
                </a:solidFill>
              </a:rPr>
              <a:t>p</a:t>
            </a:r>
            <a:r>
              <a:rPr lang="zh-CN" altLang="en-US" sz="2800" dirty="0">
                <a:solidFill>
                  <a:srgbClr val="FF0000"/>
                </a:solidFill>
              </a:rPr>
              <a:t>和被调用者</a:t>
            </a:r>
            <a:r>
              <a:rPr lang="en-US" altLang="zh-CN" sz="2800" dirty="0">
                <a:solidFill>
                  <a:srgbClr val="FF0000"/>
                </a:solidFill>
              </a:rPr>
              <a:t>q</a:t>
            </a:r>
            <a:r>
              <a:rPr lang="zh-CN" altLang="en-US" sz="2800" dirty="0">
                <a:solidFill>
                  <a:srgbClr val="FF0000"/>
                </a:solidFill>
              </a:rPr>
              <a:t>之间的任务划分（无访问链）</a:t>
            </a:r>
          </a:p>
          <a:p>
            <a:endParaRPr lang="zh-CN" altLang="en-US" sz="2800" dirty="0"/>
          </a:p>
        </p:txBody>
      </p:sp>
      <p:grpSp>
        <p:nvGrpSpPr>
          <p:cNvPr id="2" name="Group 50">
            <a:extLst>
              <a:ext uri="{FF2B5EF4-FFF2-40B4-BE49-F238E27FC236}">
                <a16:creationId xmlns:a16="http://schemas.microsoft.com/office/drawing/2014/main" id="{A787FA7C-38A4-4C6B-A826-DF1BEB805EDE}"/>
              </a:ext>
            </a:extLst>
          </p:cNvPr>
          <p:cNvGrpSpPr>
            <a:grpSpLocks/>
          </p:cNvGrpSpPr>
          <p:nvPr/>
        </p:nvGrpSpPr>
        <p:grpSpPr bwMode="auto">
          <a:xfrm>
            <a:off x="4976813" y="2393950"/>
            <a:ext cx="2835275" cy="3074988"/>
            <a:chOff x="3135" y="1508"/>
            <a:chExt cx="1786" cy="1937"/>
          </a:xfrm>
        </p:grpSpPr>
        <p:sp>
          <p:nvSpPr>
            <p:cNvPr id="42025" name="Rectangle 5">
              <a:extLst>
                <a:ext uri="{FF2B5EF4-FFF2-40B4-BE49-F238E27FC236}">
                  <a16:creationId xmlns:a16="http://schemas.microsoft.com/office/drawing/2014/main" id="{5B5250FF-FC2A-4F4B-9956-E9ED23914613}"/>
                </a:ext>
              </a:extLst>
            </p:cNvPr>
            <p:cNvSpPr>
              <a:spLocks noChangeArrowheads="1"/>
            </p:cNvSpPr>
            <p:nvPr/>
          </p:nvSpPr>
          <p:spPr bwMode="auto">
            <a:xfrm>
              <a:off x="3135" y="1650"/>
              <a:ext cx="178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被调用者</a:t>
              </a:r>
              <a:r>
                <a:rPr lang="en-US" altLang="zh-CN" sz="2800" b="0" dirty="0">
                  <a:latin typeface="+mn-lt"/>
                  <a:ea typeface="+mn-ea"/>
                </a:rPr>
                <a:t>q</a:t>
              </a:r>
              <a:r>
                <a:rPr lang="zh-CN" altLang="en-US" sz="2800" b="0" dirty="0">
                  <a:latin typeface="+mn-lt"/>
                  <a:ea typeface="+mn-ea"/>
                </a:rPr>
                <a:t>的责任</a:t>
              </a:r>
            </a:p>
          </p:txBody>
        </p:sp>
        <p:sp>
          <p:nvSpPr>
            <p:cNvPr id="42026" name="Line 6">
              <a:extLst>
                <a:ext uri="{FF2B5EF4-FFF2-40B4-BE49-F238E27FC236}">
                  <a16:creationId xmlns:a16="http://schemas.microsoft.com/office/drawing/2014/main" id="{D69D4B18-DCAD-4626-A3E0-60FA5C8E275C}"/>
                </a:ext>
              </a:extLst>
            </p:cNvPr>
            <p:cNvSpPr>
              <a:spLocks noChangeShapeType="1"/>
            </p:cNvSpPr>
            <p:nvPr/>
          </p:nvSpPr>
          <p:spPr bwMode="auto">
            <a:xfrm>
              <a:off x="3761" y="3445"/>
              <a:ext cx="3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27" name="Line 7">
              <a:extLst>
                <a:ext uri="{FF2B5EF4-FFF2-40B4-BE49-F238E27FC236}">
                  <a16:creationId xmlns:a16="http://schemas.microsoft.com/office/drawing/2014/main" id="{46E5F7A6-E58E-45A2-BDC4-FF11ACBC8F7A}"/>
                </a:ext>
              </a:extLst>
            </p:cNvPr>
            <p:cNvSpPr>
              <a:spLocks noChangeShapeType="1"/>
            </p:cNvSpPr>
            <p:nvPr/>
          </p:nvSpPr>
          <p:spPr bwMode="auto">
            <a:xfrm>
              <a:off x="3759" y="2223"/>
              <a:ext cx="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28" name="Line 8">
              <a:extLst>
                <a:ext uri="{FF2B5EF4-FFF2-40B4-BE49-F238E27FC236}">
                  <a16:creationId xmlns:a16="http://schemas.microsoft.com/office/drawing/2014/main" id="{CAFFF674-5C55-45EC-94B9-F930D6017F04}"/>
                </a:ext>
              </a:extLst>
            </p:cNvPr>
            <p:cNvSpPr>
              <a:spLocks noChangeShapeType="1"/>
            </p:cNvSpPr>
            <p:nvPr/>
          </p:nvSpPr>
          <p:spPr bwMode="auto">
            <a:xfrm flipV="1">
              <a:off x="3921" y="1508"/>
              <a:ext cx="0" cy="215"/>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29" name="Rectangle 9">
              <a:extLst>
                <a:ext uri="{FF2B5EF4-FFF2-40B4-BE49-F238E27FC236}">
                  <a16:creationId xmlns:a16="http://schemas.microsoft.com/office/drawing/2014/main" id="{9EBA83CB-1B28-4037-AE94-3D0D69D2D866}"/>
                </a:ext>
              </a:extLst>
            </p:cNvPr>
            <p:cNvSpPr>
              <a:spLocks noChangeArrowheads="1"/>
            </p:cNvSpPr>
            <p:nvPr/>
          </p:nvSpPr>
          <p:spPr bwMode="auto">
            <a:xfrm>
              <a:off x="3192" y="2629"/>
              <a:ext cx="1559"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调用者</a:t>
              </a:r>
              <a:r>
                <a:rPr lang="en-US" altLang="zh-CN" sz="2800" b="0">
                  <a:latin typeface="+mn-lt"/>
                  <a:ea typeface="+mn-ea"/>
                </a:rPr>
                <a:t>p</a:t>
              </a:r>
              <a:r>
                <a:rPr lang="zh-CN" altLang="en-US" sz="2800" b="0">
                  <a:latin typeface="+mn-lt"/>
                  <a:ea typeface="+mn-ea"/>
                </a:rPr>
                <a:t>的责任</a:t>
              </a:r>
            </a:p>
          </p:txBody>
        </p:sp>
        <p:sp>
          <p:nvSpPr>
            <p:cNvPr id="42030" name="Line 10">
              <a:extLst>
                <a:ext uri="{FF2B5EF4-FFF2-40B4-BE49-F238E27FC236}">
                  <a16:creationId xmlns:a16="http://schemas.microsoft.com/office/drawing/2014/main" id="{085F389D-B4B2-428C-8E1A-A5399D6A1BA5}"/>
                </a:ext>
              </a:extLst>
            </p:cNvPr>
            <p:cNvSpPr>
              <a:spLocks noChangeShapeType="1"/>
            </p:cNvSpPr>
            <p:nvPr/>
          </p:nvSpPr>
          <p:spPr bwMode="auto">
            <a:xfrm>
              <a:off x="3903" y="2993"/>
              <a:ext cx="0" cy="452"/>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31" name="Line 11">
              <a:extLst>
                <a:ext uri="{FF2B5EF4-FFF2-40B4-BE49-F238E27FC236}">
                  <a16:creationId xmlns:a16="http://schemas.microsoft.com/office/drawing/2014/main" id="{32B61BBC-CF80-445D-924B-ABAEF1E421FE}"/>
                </a:ext>
              </a:extLst>
            </p:cNvPr>
            <p:cNvSpPr>
              <a:spLocks noChangeShapeType="1"/>
            </p:cNvSpPr>
            <p:nvPr/>
          </p:nvSpPr>
          <p:spPr bwMode="auto">
            <a:xfrm flipV="1">
              <a:off x="3924" y="2217"/>
              <a:ext cx="0" cy="48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32" name="Line 12">
              <a:extLst>
                <a:ext uri="{FF2B5EF4-FFF2-40B4-BE49-F238E27FC236}">
                  <a16:creationId xmlns:a16="http://schemas.microsoft.com/office/drawing/2014/main" id="{AEB81A10-CA97-4966-8148-B09E46958782}"/>
                </a:ext>
              </a:extLst>
            </p:cNvPr>
            <p:cNvSpPr>
              <a:spLocks noChangeShapeType="1"/>
            </p:cNvSpPr>
            <p:nvPr/>
          </p:nvSpPr>
          <p:spPr bwMode="auto">
            <a:xfrm>
              <a:off x="3921" y="2018"/>
              <a:ext cx="0" cy="1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grpSp>
        <p:nvGrpSpPr>
          <p:cNvPr id="41989" name="Group 49">
            <a:extLst>
              <a:ext uri="{FF2B5EF4-FFF2-40B4-BE49-F238E27FC236}">
                <a16:creationId xmlns:a16="http://schemas.microsoft.com/office/drawing/2014/main" id="{F3AD3B95-574C-4789-B5C1-471201D2F86A}"/>
              </a:ext>
            </a:extLst>
          </p:cNvPr>
          <p:cNvGrpSpPr>
            <a:grpSpLocks/>
          </p:cNvGrpSpPr>
          <p:nvPr/>
        </p:nvGrpSpPr>
        <p:grpSpPr bwMode="auto">
          <a:xfrm>
            <a:off x="7046913" y="2508250"/>
            <a:ext cx="2006600" cy="4006850"/>
            <a:chOff x="4439" y="1580"/>
            <a:chExt cx="1264" cy="2524"/>
          </a:xfrm>
        </p:grpSpPr>
        <p:sp>
          <p:nvSpPr>
            <p:cNvPr id="42016" name="Line 14">
              <a:extLst>
                <a:ext uri="{FF2B5EF4-FFF2-40B4-BE49-F238E27FC236}">
                  <a16:creationId xmlns:a16="http://schemas.microsoft.com/office/drawing/2014/main" id="{7FF56EFE-F0AE-4E9A-90C6-CB7559898D47}"/>
                </a:ext>
              </a:extLst>
            </p:cNvPr>
            <p:cNvSpPr>
              <a:spLocks noChangeShapeType="1"/>
            </p:cNvSpPr>
            <p:nvPr/>
          </p:nvSpPr>
          <p:spPr bwMode="auto">
            <a:xfrm>
              <a:off x="4979" y="2859"/>
              <a:ext cx="3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17" name="Line 15">
              <a:extLst>
                <a:ext uri="{FF2B5EF4-FFF2-40B4-BE49-F238E27FC236}">
                  <a16:creationId xmlns:a16="http://schemas.microsoft.com/office/drawing/2014/main" id="{6ACB7D19-D32C-4554-A343-00F13144FD17}"/>
                </a:ext>
              </a:extLst>
            </p:cNvPr>
            <p:cNvSpPr>
              <a:spLocks noChangeShapeType="1"/>
            </p:cNvSpPr>
            <p:nvPr/>
          </p:nvSpPr>
          <p:spPr bwMode="auto">
            <a:xfrm>
              <a:off x="4978" y="1580"/>
              <a:ext cx="3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18" name="Line 16">
              <a:extLst>
                <a:ext uri="{FF2B5EF4-FFF2-40B4-BE49-F238E27FC236}">
                  <a16:creationId xmlns:a16="http://schemas.microsoft.com/office/drawing/2014/main" id="{5A38B3BF-2EAC-475E-9EDB-F1BD556CFCD9}"/>
                </a:ext>
              </a:extLst>
            </p:cNvPr>
            <p:cNvSpPr>
              <a:spLocks noChangeShapeType="1"/>
            </p:cNvSpPr>
            <p:nvPr/>
          </p:nvSpPr>
          <p:spPr bwMode="auto">
            <a:xfrm>
              <a:off x="5004" y="4104"/>
              <a:ext cx="3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19" name="Line 17">
              <a:extLst>
                <a:ext uri="{FF2B5EF4-FFF2-40B4-BE49-F238E27FC236}">
                  <a16:creationId xmlns:a16="http://schemas.microsoft.com/office/drawing/2014/main" id="{4EC8868B-34C1-435C-A241-6496294F92C6}"/>
                </a:ext>
              </a:extLst>
            </p:cNvPr>
            <p:cNvSpPr>
              <a:spLocks noChangeShapeType="1"/>
            </p:cNvSpPr>
            <p:nvPr/>
          </p:nvSpPr>
          <p:spPr bwMode="auto">
            <a:xfrm>
              <a:off x="5134" y="3776"/>
              <a:ext cx="0" cy="328"/>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20" name="Rectangle 18">
              <a:extLst>
                <a:ext uri="{FF2B5EF4-FFF2-40B4-BE49-F238E27FC236}">
                  <a16:creationId xmlns:a16="http://schemas.microsoft.com/office/drawing/2014/main" id="{E4B92772-2BC6-49E8-B7BE-C3AB8DF266FA}"/>
                </a:ext>
              </a:extLst>
            </p:cNvPr>
            <p:cNvSpPr>
              <a:spLocks noChangeArrowheads="1"/>
            </p:cNvSpPr>
            <p:nvPr/>
          </p:nvSpPr>
          <p:spPr bwMode="auto">
            <a:xfrm>
              <a:off x="4455" y="3167"/>
              <a:ext cx="124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调用者</a:t>
              </a:r>
              <a:r>
                <a:rPr lang="en-US" altLang="zh-CN" sz="2800" b="0">
                  <a:latin typeface="+mn-lt"/>
                  <a:ea typeface="+mn-ea"/>
                </a:rPr>
                <a:t>p</a:t>
              </a:r>
              <a:r>
                <a:rPr lang="zh-CN" altLang="en-US" sz="2800" b="0">
                  <a:latin typeface="+mn-lt"/>
                  <a:ea typeface="+mn-ea"/>
                </a:rPr>
                <a:t>的</a:t>
              </a:r>
            </a:p>
            <a:p>
              <a:pPr algn="ctr"/>
              <a:r>
                <a:rPr lang="zh-CN" altLang="en-US" sz="2800" b="0">
                  <a:latin typeface="+mn-lt"/>
                  <a:ea typeface="+mn-ea"/>
                </a:rPr>
                <a:t>活动记录</a:t>
              </a:r>
            </a:p>
          </p:txBody>
        </p:sp>
        <p:sp>
          <p:nvSpPr>
            <p:cNvPr id="42021" name="Line 19">
              <a:extLst>
                <a:ext uri="{FF2B5EF4-FFF2-40B4-BE49-F238E27FC236}">
                  <a16:creationId xmlns:a16="http://schemas.microsoft.com/office/drawing/2014/main" id="{4B1C3DCD-19F1-4939-B2CC-87C9638F9291}"/>
                </a:ext>
              </a:extLst>
            </p:cNvPr>
            <p:cNvSpPr>
              <a:spLocks noChangeShapeType="1"/>
            </p:cNvSpPr>
            <p:nvPr/>
          </p:nvSpPr>
          <p:spPr bwMode="auto">
            <a:xfrm>
              <a:off x="5121" y="2531"/>
              <a:ext cx="0" cy="328"/>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22" name="Line 20">
              <a:extLst>
                <a:ext uri="{FF2B5EF4-FFF2-40B4-BE49-F238E27FC236}">
                  <a16:creationId xmlns:a16="http://schemas.microsoft.com/office/drawing/2014/main" id="{B8417A13-0611-4790-983A-F3CFD1CCDDCF}"/>
                </a:ext>
              </a:extLst>
            </p:cNvPr>
            <p:cNvSpPr>
              <a:spLocks noChangeShapeType="1"/>
            </p:cNvSpPr>
            <p:nvPr/>
          </p:nvSpPr>
          <p:spPr bwMode="auto">
            <a:xfrm flipV="1">
              <a:off x="5120" y="2859"/>
              <a:ext cx="0" cy="328"/>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23" name="Rectangle 21">
              <a:extLst>
                <a:ext uri="{FF2B5EF4-FFF2-40B4-BE49-F238E27FC236}">
                  <a16:creationId xmlns:a16="http://schemas.microsoft.com/office/drawing/2014/main" id="{2602D5D5-6973-477D-85A6-41D2BF758F9B}"/>
                </a:ext>
              </a:extLst>
            </p:cNvPr>
            <p:cNvSpPr>
              <a:spLocks noChangeArrowheads="1"/>
            </p:cNvSpPr>
            <p:nvPr/>
          </p:nvSpPr>
          <p:spPr bwMode="auto">
            <a:xfrm>
              <a:off x="4439" y="1854"/>
              <a:ext cx="1241"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被调用者</a:t>
              </a:r>
              <a:r>
                <a:rPr lang="en-US" altLang="zh-CN" sz="2800" b="0" dirty="0">
                  <a:latin typeface="+mn-lt"/>
                  <a:ea typeface="+mn-ea"/>
                </a:rPr>
                <a:t>q</a:t>
              </a:r>
              <a:r>
                <a:rPr lang="zh-CN" altLang="en-US" sz="2800" b="0" dirty="0">
                  <a:latin typeface="+mn-lt"/>
                  <a:ea typeface="+mn-ea"/>
                </a:rPr>
                <a:t>的活动记录</a:t>
              </a:r>
            </a:p>
          </p:txBody>
        </p:sp>
        <p:sp>
          <p:nvSpPr>
            <p:cNvPr id="42024" name="Line 22">
              <a:extLst>
                <a:ext uri="{FF2B5EF4-FFF2-40B4-BE49-F238E27FC236}">
                  <a16:creationId xmlns:a16="http://schemas.microsoft.com/office/drawing/2014/main" id="{013B51D7-91C8-4CFA-B5ED-F9ED900F9A92}"/>
                </a:ext>
              </a:extLst>
            </p:cNvPr>
            <p:cNvSpPr>
              <a:spLocks noChangeShapeType="1"/>
            </p:cNvSpPr>
            <p:nvPr/>
          </p:nvSpPr>
          <p:spPr bwMode="auto">
            <a:xfrm flipV="1">
              <a:off x="5120" y="1580"/>
              <a:ext cx="0" cy="328"/>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grpSp>
        <p:nvGrpSpPr>
          <p:cNvPr id="41990" name="Group 23">
            <a:extLst>
              <a:ext uri="{FF2B5EF4-FFF2-40B4-BE49-F238E27FC236}">
                <a16:creationId xmlns:a16="http://schemas.microsoft.com/office/drawing/2014/main" id="{BE297A79-BF6F-43DD-AC10-24BF8251F682}"/>
              </a:ext>
            </a:extLst>
          </p:cNvPr>
          <p:cNvGrpSpPr>
            <a:grpSpLocks/>
          </p:cNvGrpSpPr>
          <p:nvPr/>
        </p:nvGrpSpPr>
        <p:grpSpPr bwMode="auto">
          <a:xfrm>
            <a:off x="115888" y="1898650"/>
            <a:ext cx="4860925" cy="4889500"/>
            <a:chOff x="-12" y="1196"/>
            <a:chExt cx="3062" cy="3080"/>
          </a:xfrm>
        </p:grpSpPr>
        <p:sp>
          <p:nvSpPr>
            <p:cNvPr id="41991" name="Rectangle 24">
              <a:extLst>
                <a:ext uri="{FF2B5EF4-FFF2-40B4-BE49-F238E27FC236}">
                  <a16:creationId xmlns:a16="http://schemas.microsoft.com/office/drawing/2014/main" id="{3C3D2E55-8FD4-4911-B234-B1C9605A105C}"/>
                </a:ext>
              </a:extLst>
            </p:cNvPr>
            <p:cNvSpPr>
              <a:spLocks noChangeArrowheads="1"/>
            </p:cNvSpPr>
            <p:nvPr/>
          </p:nvSpPr>
          <p:spPr bwMode="auto">
            <a:xfrm>
              <a:off x="1029" y="1522"/>
              <a:ext cx="1939" cy="275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1992" name="Rectangle 25">
              <a:extLst>
                <a:ext uri="{FF2B5EF4-FFF2-40B4-BE49-F238E27FC236}">
                  <a16:creationId xmlns:a16="http://schemas.microsoft.com/office/drawing/2014/main" id="{74F6AA2D-3205-4980-B2A4-EC8AA412136D}"/>
                </a:ext>
              </a:extLst>
            </p:cNvPr>
            <p:cNvSpPr>
              <a:spLocks noChangeArrowheads="1"/>
            </p:cNvSpPr>
            <p:nvPr/>
          </p:nvSpPr>
          <p:spPr bwMode="auto">
            <a:xfrm>
              <a:off x="1037" y="1536"/>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临时数据局部数据</a:t>
              </a:r>
            </a:p>
          </p:txBody>
        </p:sp>
        <p:sp>
          <p:nvSpPr>
            <p:cNvPr id="41993" name="Line 26">
              <a:extLst>
                <a:ext uri="{FF2B5EF4-FFF2-40B4-BE49-F238E27FC236}">
                  <a16:creationId xmlns:a16="http://schemas.microsoft.com/office/drawing/2014/main" id="{98402A0B-C6F3-424C-BF1D-5827753ECAED}"/>
                </a:ext>
              </a:extLst>
            </p:cNvPr>
            <p:cNvSpPr>
              <a:spLocks noChangeShapeType="1"/>
            </p:cNvSpPr>
            <p:nvPr/>
          </p:nvSpPr>
          <p:spPr bwMode="auto">
            <a:xfrm>
              <a:off x="1056" y="1916"/>
              <a:ext cx="1917"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1994" name="Line 27">
              <a:extLst>
                <a:ext uri="{FF2B5EF4-FFF2-40B4-BE49-F238E27FC236}">
                  <a16:creationId xmlns:a16="http://schemas.microsoft.com/office/drawing/2014/main" id="{A5D80BB7-C7B3-42C0-BB21-E5B08C3AD466}"/>
                </a:ext>
              </a:extLst>
            </p:cNvPr>
            <p:cNvSpPr>
              <a:spLocks noChangeShapeType="1"/>
            </p:cNvSpPr>
            <p:nvPr/>
          </p:nvSpPr>
          <p:spPr bwMode="auto">
            <a:xfrm>
              <a:off x="1040" y="2473"/>
              <a:ext cx="190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1995" name="Line 28">
              <a:extLst>
                <a:ext uri="{FF2B5EF4-FFF2-40B4-BE49-F238E27FC236}">
                  <a16:creationId xmlns:a16="http://schemas.microsoft.com/office/drawing/2014/main" id="{FC6216A5-05C3-4DA9-B6BC-CF5B6854FC23}"/>
                </a:ext>
              </a:extLst>
            </p:cNvPr>
            <p:cNvSpPr>
              <a:spLocks noChangeShapeType="1"/>
            </p:cNvSpPr>
            <p:nvPr/>
          </p:nvSpPr>
          <p:spPr bwMode="auto">
            <a:xfrm flipV="1">
              <a:off x="1063" y="3186"/>
              <a:ext cx="189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1996" name="Line 29">
              <a:extLst>
                <a:ext uri="{FF2B5EF4-FFF2-40B4-BE49-F238E27FC236}">
                  <a16:creationId xmlns:a16="http://schemas.microsoft.com/office/drawing/2014/main" id="{07A5D28C-AF9F-453A-831D-3B294B84A94A}"/>
                </a:ext>
              </a:extLst>
            </p:cNvPr>
            <p:cNvSpPr>
              <a:spLocks noChangeShapeType="1"/>
            </p:cNvSpPr>
            <p:nvPr/>
          </p:nvSpPr>
          <p:spPr bwMode="auto">
            <a:xfrm flipV="1">
              <a:off x="1066" y="3748"/>
              <a:ext cx="187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1997" name="Line 30">
              <a:extLst>
                <a:ext uri="{FF2B5EF4-FFF2-40B4-BE49-F238E27FC236}">
                  <a16:creationId xmlns:a16="http://schemas.microsoft.com/office/drawing/2014/main" id="{C7E7E8AD-9D53-413F-BFD8-1B8DACC6304B}"/>
                </a:ext>
              </a:extLst>
            </p:cNvPr>
            <p:cNvSpPr>
              <a:spLocks noChangeShapeType="1"/>
            </p:cNvSpPr>
            <p:nvPr/>
          </p:nvSpPr>
          <p:spPr bwMode="auto">
            <a:xfrm>
              <a:off x="1054"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1998" name="Rectangle 31">
              <a:extLst>
                <a:ext uri="{FF2B5EF4-FFF2-40B4-BE49-F238E27FC236}">
                  <a16:creationId xmlns:a16="http://schemas.microsoft.com/office/drawing/2014/main" id="{F6E143F0-21E8-44A8-9D2F-CD0C116C87D2}"/>
                </a:ext>
              </a:extLst>
            </p:cNvPr>
            <p:cNvSpPr>
              <a:spLocks noChangeArrowheads="1"/>
            </p:cNvSpPr>
            <p:nvPr/>
          </p:nvSpPr>
          <p:spPr bwMode="auto">
            <a:xfrm>
              <a:off x="1008" y="2492"/>
              <a:ext cx="196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返回值和参数</a:t>
              </a:r>
            </a:p>
          </p:txBody>
        </p:sp>
        <p:sp>
          <p:nvSpPr>
            <p:cNvPr id="41999" name="Rectangle 32">
              <a:extLst>
                <a:ext uri="{FF2B5EF4-FFF2-40B4-BE49-F238E27FC236}">
                  <a16:creationId xmlns:a16="http://schemas.microsoft.com/office/drawing/2014/main" id="{20E4D3B2-123A-4037-B919-FAB9D1CFB904}"/>
                </a:ext>
              </a:extLst>
            </p:cNvPr>
            <p:cNvSpPr>
              <a:spLocks noChangeArrowheads="1"/>
            </p:cNvSpPr>
            <p:nvPr/>
          </p:nvSpPr>
          <p:spPr bwMode="auto">
            <a:xfrm>
              <a:off x="1037" y="3719"/>
              <a:ext cx="192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2000" name="Line 33">
              <a:extLst>
                <a:ext uri="{FF2B5EF4-FFF2-40B4-BE49-F238E27FC236}">
                  <a16:creationId xmlns:a16="http://schemas.microsoft.com/office/drawing/2014/main" id="{83691196-C13E-44F2-B16F-5A2FC55C8EF3}"/>
                </a:ext>
              </a:extLst>
            </p:cNvPr>
            <p:cNvSpPr>
              <a:spLocks noChangeShapeType="1"/>
            </p:cNvSpPr>
            <p:nvPr/>
          </p:nvSpPr>
          <p:spPr bwMode="auto">
            <a:xfrm>
              <a:off x="1028" y="1296"/>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01" name="Line 34">
              <a:extLst>
                <a:ext uri="{FF2B5EF4-FFF2-40B4-BE49-F238E27FC236}">
                  <a16:creationId xmlns:a16="http://schemas.microsoft.com/office/drawing/2014/main" id="{8F5C45FD-77C8-4FD8-AA98-E74848E08450}"/>
                </a:ext>
              </a:extLst>
            </p:cNvPr>
            <p:cNvSpPr>
              <a:spLocks noChangeShapeType="1"/>
            </p:cNvSpPr>
            <p:nvPr/>
          </p:nvSpPr>
          <p:spPr bwMode="auto">
            <a:xfrm>
              <a:off x="2965" y="1307"/>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02" name="Rectangle 35">
              <a:extLst>
                <a:ext uri="{FF2B5EF4-FFF2-40B4-BE49-F238E27FC236}">
                  <a16:creationId xmlns:a16="http://schemas.microsoft.com/office/drawing/2014/main" id="{AE0D6B5C-DF30-42A1-AEF0-9E1D5141B59C}"/>
                </a:ext>
              </a:extLst>
            </p:cNvPr>
            <p:cNvSpPr>
              <a:spLocks noChangeArrowheads="1"/>
            </p:cNvSpPr>
            <p:nvPr/>
          </p:nvSpPr>
          <p:spPr bwMode="auto">
            <a:xfrm>
              <a:off x="1225" y="1196"/>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2003" name="Rectangle 36">
              <a:extLst>
                <a:ext uri="{FF2B5EF4-FFF2-40B4-BE49-F238E27FC236}">
                  <a16:creationId xmlns:a16="http://schemas.microsoft.com/office/drawing/2014/main" id="{B7C2382B-E658-470E-8ABE-9720F169C064}"/>
                </a:ext>
              </a:extLst>
            </p:cNvPr>
            <p:cNvSpPr>
              <a:spLocks noChangeArrowheads="1"/>
            </p:cNvSpPr>
            <p:nvPr/>
          </p:nvSpPr>
          <p:spPr bwMode="auto">
            <a:xfrm>
              <a:off x="1026" y="1868"/>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dirty="0">
                  <a:latin typeface="+mn-lt"/>
                  <a:ea typeface="+mn-ea"/>
                </a:rPr>
                <a:t>控制链</a:t>
              </a:r>
            </a:p>
            <a:p>
              <a:pPr algn="just"/>
              <a:r>
                <a:rPr lang="zh-CN" altLang="en-US" sz="2800" b="0" dirty="0">
                  <a:latin typeface="+mn-lt"/>
                  <a:ea typeface="+mn-ea"/>
                </a:rPr>
                <a:t>  和保存的机器状态</a:t>
              </a:r>
            </a:p>
          </p:txBody>
        </p:sp>
        <p:sp>
          <p:nvSpPr>
            <p:cNvPr id="42004" name="Rectangle 37">
              <a:extLst>
                <a:ext uri="{FF2B5EF4-FFF2-40B4-BE49-F238E27FC236}">
                  <a16:creationId xmlns:a16="http://schemas.microsoft.com/office/drawing/2014/main" id="{9333AD35-D78A-4DA4-B1AB-E4B5EF77C854}"/>
                </a:ext>
              </a:extLst>
            </p:cNvPr>
            <p:cNvSpPr>
              <a:spLocks noChangeArrowheads="1"/>
            </p:cNvSpPr>
            <p:nvPr/>
          </p:nvSpPr>
          <p:spPr bwMode="auto">
            <a:xfrm>
              <a:off x="86"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42005" name="Line 38">
              <a:extLst>
                <a:ext uri="{FF2B5EF4-FFF2-40B4-BE49-F238E27FC236}">
                  <a16:creationId xmlns:a16="http://schemas.microsoft.com/office/drawing/2014/main" id="{392D3A38-9DB0-4904-A7C9-5B598432E8FC}"/>
                </a:ext>
              </a:extLst>
            </p:cNvPr>
            <p:cNvSpPr>
              <a:spLocks noChangeShapeType="1"/>
            </p:cNvSpPr>
            <p:nvPr/>
          </p:nvSpPr>
          <p:spPr bwMode="auto">
            <a:xfrm>
              <a:off x="754" y="1536"/>
              <a:ext cx="25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06" name="Rectangle 39">
              <a:extLst>
                <a:ext uri="{FF2B5EF4-FFF2-40B4-BE49-F238E27FC236}">
                  <a16:creationId xmlns:a16="http://schemas.microsoft.com/office/drawing/2014/main" id="{B4C2EEAF-70A6-441A-B2CC-F477A81A49DA}"/>
                </a:ext>
              </a:extLst>
            </p:cNvPr>
            <p:cNvSpPr>
              <a:spLocks noChangeArrowheads="1"/>
            </p:cNvSpPr>
            <p:nvPr/>
          </p:nvSpPr>
          <p:spPr bwMode="auto">
            <a:xfrm>
              <a:off x="-12"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42007" name="Line 40">
              <a:extLst>
                <a:ext uri="{FF2B5EF4-FFF2-40B4-BE49-F238E27FC236}">
                  <a16:creationId xmlns:a16="http://schemas.microsoft.com/office/drawing/2014/main" id="{7BB93F80-9B36-4604-B4C7-BA4F33144629}"/>
                </a:ext>
              </a:extLst>
            </p:cNvPr>
            <p:cNvSpPr>
              <a:spLocks noChangeShapeType="1"/>
            </p:cNvSpPr>
            <p:nvPr/>
          </p:nvSpPr>
          <p:spPr bwMode="auto">
            <a:xfrm>
              <a:off x="754" y="2075"/>
              <a:ext cx="2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2008" name="Freeform 41">
              <a:extLst>
                <a:ext uri="{FF2B5EF4-FFF2-40B4-BE49-F238E27FC236}">
                  <a16:creationId xmlns:a16="http://schemas.microsoft.com/office/drawing/2014/main" id="{0FFE1115-0921-4C85-88FA-A104ECAA21F8}"/>
                </a:ext>
              </a:extLst>
            </p:cNvPr>
            <p:cNvSpPr>
              <a:spLocks/>
            </p:cNvSpPr>
            <p:nvPr/>
          </p:nvSpPr>
          <p:spPr bwMode="auto">
            <a:xfrm>
              <a:off x="587" y="2106"/>
              <a:ext cx="431" cy="1203"/>
            </a:xfrm>
            <a:custGeom>
              <a:avLst/>
              <a:gdLst>
                <a:gd name="T0" fmla="*/ 431 w 431"/>
                <a:gd name="T1" fmla="*/ 0 h 1203"/>
                <a:gd name="T2" fmla="*/ 177 w 431"/>
                <a:gd name="T3" fmla="*/ 104 h 1203"/>
                <a:gd name="T4" fmla="*/ 25 w 431"/>
                <a:gd name="T5" fmla="*/ 396 h 1203"/>
                <a:gd name="T6" fmla="*/ 29 w 431"/>
                <a:gd name="T7" fmla="*/ 787 h 1203"/>
                <a:gd name="T8" fmla="*/ 136 w 431"/>
                <a:gd name="T9" fmla="*/ 1055 h 1203"/>
                <a:gd name="T10" fmla="*/ 404 w 431"/>
                <a:gd name="T11" fmla="*/ 1203 h 1203"/>
                <a:gd name="T12" fmla="*/ 0 60000 65536"/>
                <a:gd name="T13" fmla="*/ 0 60000 65536"/>
                <a:gd name="T14" fmla="*/ 0 60000 65536"/>
                <a:gd name="T15" fmla="*/ 0 60000 65536"/>
                <a:gd name="T16" fmla="*/ 0 60000 65536"/>
                <a:gd name="T17" fmla="*/ 0 60000 65536"/>
                <a:gd name="T18" fmla="*/ 0 w 431"/>
                <a:gd name="T19" fmla="*/ 0 h 1203"/>
                <a:gd name="T20" fmla="*/ 431 w 431"/>
                <a:gd name="T21" fmla="*/ 1203 h 1203"/>
              </a:gdLst>
              <a:ahLst/>
              <a:cxnLst>
                <a:cxn ang="T12">
                  <a:pos x="T0" y="T1"/>
                </a:cxn>
                <a:cxn ang="T13">
                  <a:pos x="T2" y="T3"/>
                </a:cxn>
                <a:cxn ang="T14">
                  <a:pos x="T4" y="T5"/>
                </a:cxn>
                <a:cxn ang="T15">
                  <a:pos x="T6" y="T7"/>
                </a:cxn>
                <a:cxn ang="T16">
                  <a:pos x="T8" y="T9"/>
                </a:cxn>
                <a:cxn ang="T17">
                  <a:pos x="T10" y="T11"/>
                </a:cxn>
              </a:cxnLst>
              <a:rect l="T18" t="T19" r="T20" b="T21"/>
              <a:pathLst>
                <a:path w="431" h="1203">
                  <a:moveTo>
                    <a:pt x="431" y="0"/>
                  </a:moveTo>
                  <a:cubicBezTo>
                    <a:pt x="389" y="17"/>
                    <a:pt x="245" y="38"/>
                    <a:pt x="177" y="104"/>
                  </a:cubicBezTo>
                  <a:cubicBezTo>
                    <a:pt x="109" y="170"/>
                    <a:pt x="50" y="282"/>
                    <a:pt x="25" y="396"/>
                  </a:cubicBezTo>
                  <a:cubicBezTo>
                    <a:pt x="0" y="510"/>
                    <a:pt x="11" y="677"/>
                    <a:pt x="29" y="787"/>
                  </a:cubicBezTo>
                  <a:cubicBezTo>
                    <a:pt x="47" y="897"/>
                    <a:pt x="74" y="986"/>
                    <a:pt x="136" y="1055"/>
                  </a:cubicBezTo>
                  <a:cubicBezTo>
                    <a:pt x="198" y="1124"/>
                    <a:pt x="348" y="1172"/>
                    <a:pt x="404" y="1203"/>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2009" name="Freeform 42">
              <a:extLst>
                <a:ext uri="{FF2B5EF4-FFF2-40B4-BE49-F238E27FC236}">
                  <a16:creationId xmlns:a16="http://schemas.microsoft.com/office/drawing/2014/main" id="{7D0502E2-A7EB-4C88-A9C0-46CA9D4B552D}"/>
                </a:ext>
              </a:extLst>
            </p:cNvPr>
            <p:cNvSpPr>
              <a:spLocks/>
            </p:cNvSpPr>
            <p:nvPr/>
          </p:nvSpPr>
          <p:spPr bwMode="auto">
            <a:xfrm flipV="1">
              <a:off x="697"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2010" name="Rectangle 43">
              <a:extLst>
                <a:ext uri="{FF2B5EF4-FFF2-40B4-BE49-F238E27FC236}">
                  <a16:creationId xmlns:a16="http://schemas.microsoft.com/office/drawing/2014/main" id="{1D1C4129-3BEF-46C5-B206-C4BF6C0D5EB6}"/>
                </a:ext>
              </a:extLst>
            </p:cNvPr>
            <p:cNvSpPr>
              <a:spLocks noChangeArrowheads="1"/>
            </p:cNvSpPr>
            <p:nvPr/>
          </p:nvSpPr>
          <p:spPr bwMode="auto">
            <a:xfrm>
              <a:off x="158" y="2870"/>
              <a:ext cx="426" cy="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栈</a:t>
              </a:r>
            </a:p>
            <a:p>
              <a:pPr algn="ctr"/>
              <a:r>
                <a:rPr lang="zh-CN" altLang="en-US" sz="2800" b="0">
                  <a:latin typeface="+mn-lt"/>
                  <a:ea typeface="+mn-ea"/>
                </a:rPr>
                <a:t>增</a:t>
              </a:r>
            </a:p>
            <a:p>
              <a:pPr algn="ctr"/>
              <a:r>
                <a:rPr lang="zh-CN" altLang="en-US" sz="2800" b="0">
                  <a:latin typeface="+mn-lt"/>
                  <a:ea typeface="+mn-ea"/>
                </a:rPr>
                <a:t>长</a:t>
              </a:r>
            </a:p>
            <a:p>
              <a:pPr algn="ctr"/>
              <a:r>
                <a:rPr lang="zh-CN" altLang="en-US" sz="2800" b="0">
                  <a:latin typeface="+mn-lt"/>
                  <a:ea typeface="+mn-ea"/>
                </a:rPr>
                <a:t>方</a:t>
              </a:r>
            </a:p>
            <a:p>
              <a:pPr algn="ctr"/>
              <a:r>
                <a:rPr lang="zh-CN" altLang="en-US" sz="2800" b="0">
                  <a:latin typeface="+mn-lt"/>
                  <a:ea typeface="+mn-ea"/>
                </a:rPr>
                <a:t>向</a:t>
              </a:r>
            </a:p>
          </p:txBody>
        </p:sp>
        <p:sp>
          <p:nvSpPr>
            <p:cNvPr id="42011" name="Line 44">
              <a:extLst>
                <a:ext uri="{FF2B5EF4-FFF2-40B4-BE49-F238E27FC236}">
                  <a16:creationId xmlns:a16="http://schemas.microsoft.com/office/drawing/2014/main" id="{5CAFC6D2-4498-400D-9C90-2A3D9552B531}"/>
                </a:ext>
              </a:extLst>
            </p:cNvPr>
            <p:cNvSpPr>
              <a:spLocks noChangeShapeType="1"/>
            </p:cNvSpPr>
            <p:nvPr/>
          </p:nvSpPr>
          <p:spPr bwMode="auto">
            <a:xfrm flipV="1">
              <a:off x="357" y="2302"/>
              <a:ext cx="0" cy="53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lstStyle/>
            <a:p>
              <a:endParaRPr lang="zh-CN" altLang="en-US"/>
            </a:p>
          </p:txBody>
        </p:sp>
        <p:sp>
          <p:nvSpPr>
            <p:cNvPr id="42012" name="Rectangle 45">
              <a:extLst>
                <a:ext uri="{FF2B5EF4-FFF2-40B4-BE49-F238E27FC236}">
                  <a16:creationId xmlns:a16="http://schemas.microsoft.com/office/drawing/2014/main" id="{D806A8B6-2043-4133-A5B8-9B4982156175}"/>
                </a:ext>
              </a:extLst>
            </p:cNvPr>
            <p:cNvSpPr>
              <a:spLocks noChangeArrowheads="1"/>
            </p:cNvSpPr>
            <p:nvPr/>
          </p:nvSpPr>
          <p:spPr bwMode="auto">
            <a:xfrm>
              <a:off x="1037" y="2812"/>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42013" name="Rectangle 46">
              <a:extLst>
                <a:ext uri="{FF2B5EF4-FFF2-40B4-BE49-F238E27FC236}">
                  <a16:creationId xmlns:a16="http://schemas.microsoft.com/office/drawing/2014/main" id="{85FC83D3-4DCD-410B-A1EA-E94EC2627CEB}"/>
                </a:ext>
              </a:extLst>
            </p:cNvPr>
            <p:cNvSpPr>
              <a:spLocks noChangeArrowheads="1"/>
            </p:cNvSpPr>
            <p:nvPr/>
          </p:nvSpPr>
          <p:spPr bwMode="auto">
            <a:xfrm>
              <a:off x="1009" y="3152"/>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42014" name="Rectangle 47">
              <a:extLst>
                <a:ext uri="{FF2B5EF4-FFF2-40B4-BE49-F238E27FC236}">
                  <a16:creationId xmlns:a16="http://schemas.microsoft.com/office/drawing/2014/main" id="{BA26FC6A-2089-4AA9-BD11-33F6132AD1F6}"/>
                </a:ext>
              </a:extLst>
            </p:cNvPr>
            <p:cNvSpPr>
              <a:spLocks noChangeArrowheads="1"/>
            </p:cNvSpPr>
            <p:nvPr/>
          </p:nvSpPr>
          <p:spPr bwMode="auto">
            <a:xfrm>
              <a:off x="1179" y="3974"/>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2015" name="Line 48">
              <a:extLst>
                <a:ext uri="{FF2B5EF4-FFF2-40B4-BE49-F238E27FC236}">
                  <a16:creationId xmlns:a16="http://schemas.microsoft.com/office/drawing/2014/main" id="{628E3837-E63B-4FFC-8198-B910EFD36125}"/>
                </a:ext>
              </a:extLst>
            </p:cNvPr>
            <p:cNvSpPr>
              <a:spLocks noChangeShapeType="1"/>
            </p:cNvSpPr>
            <p:nvPr/>
          </p:nvSpPr>
          <p:spPr bwMode="auto">
            <a:xfrm flipV="1">
              <a:off x="1066" y="4088"/>
              <a:ext cx="1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sp>
        <p:nvSpPr>
          <p:cNvPr id="4" name="日期占位符 3">
            <a:extLst>
              <a:ext uri="{FF2B5EF4-FFF2-40B4-BE49-F238E27FC236}">
                <a16:creationId xmlns:a16="http://schemas.microsoft.com/office/drawing/2014/main" id="{5AC99469-C322-7A2E-AF4D-949F9E732724}"/>
              </a:ext>
            </a:extLst>
          </p:cNvPr>
          <p:cNvSpPr>
            <a:spLocks noGrp="1"/>
          </p:cNvSpPr>
          <p:nvPr>
            <p:ph type="dt" sz="half" idx="10"/>
          </p:nvPr>
        </p:nvSpPr>
        <p:spPr/>
        <p:txBody>
          <a:bodyPr/>
          <a:lstStyle/>
          <a:p>
            <a:fld id="{E3DC8C01-C6BB-4071-9491-59E36002D0B5}"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E69C839C-F5FB-739A-B902-6339F7BDB6D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B1331073-D9C7-5D50-C36A-24CCFA787D2A}"/>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FFB76BDB-F908-401F-8CBD-006049664FE8}"/>
              </a:ext>
            </a:extLst>
          </p:cNvPr>
          <p:cNvSpPr>
            <a:spLocks noGrp="1" noChangeArrowheads="1"/>
          </p:cNvSpPr>
          <p:nvPr>
            <p:ph type="title"/>
          </p:nvPr>
        </p:nvSpPr>
        <p:spPr/>
        <p:txBody>
          <a:bodyPr/>
          <a:lstStyle/>
          <a:p>
            <a:pPr eaLnBrk="1" hangingPunct="1"/>
            <a:r>
              <a:rPr lang="en-US" altLang="zh-CN" dirty="0"/>
              <a:t>6.2.3 </a:t>
            </a:r>
            <a:r>
              <a:rPr lang="zh-CN" altLang="en-US" dirty="0"/>
              <a:t>调用序列和返回序列</a:t>
            </a:r>
          </a:p>
        </p:txBody>
      </p:sp>
      <p:sp>
        <p:nvSpPr>
          <p:cNvPr id="60419" name="Rectangle 3">
            <a:extLst>
              <a:ext uri="{FF2B5EF4-FFF2-40B4-BE49-F238E27FC236}">
                <a16:creationId xmlns:a16="http://schemas.microsoft.com/office/drawing/2014/main" id="{729BCDDD-D186-4FE4-BA96-0E9BDE67348B}"/>
              </a:ext>
            </a:extLst>
          </p:cNvPr>
          <p:cNvSpPr>
            <a:spLocks noGrp="1" noChangeArrowheads="1"/>
          </p:cNvSpPr>
          <p:nvPr>
            <p:ph idx="1"/>
          </p:nvPr>
        </p:nvSpPr>
        <p:spPr/>
        <p:txBody>
          <a:bodyPr/>
          <a:lstStyle/>
          <a:p>
            <a:pPr algn="just" eaLnBrk="1" hangingPunct="1"/>
            <a:r>
              <a:rPr lang="en-US" altLang="zh-CN" sz="2800" dirty="0">
                <a:solidFill>
                  <a:srgbClr val="FF0000"/>
                </a:solidFill>
              </a:rPr>
              <a:t>1</a:t>
            </a:r>
            <a:r>
              <a:rPr lang="zh-CN" altLang="en-US" sz="2800" dirty="0">
                <a:solidFill>
                  <a:srgbClr val="FF0000"/>
                </a:solidFill>
              </a:rPr>
              <a:t>、</a:t>
            </a:r>
            <a:r>
              <a:rPr lang="zh-CN" altLang="en-US" sz="2800" dirty="0">
                <a:solidFill>
                  <a:srgbClr val="FF0000"/>
                </a:solidFill>
                <a:latin typeface="宋体" panose="02010600030101010101" pitchFamily="2" charset="-122"/>
              </a:rPr>
              <a:t>过程</a:t>
            </a:r>
            <a:r>
              <a:rPr lang="en-US" altLang="zh-CN" sz="2800" b="1" dirty="0">
                <a:solidFill>
                  <a:srgbClr val="FF0000"/>
                </a:solidFill>
              </a:rPr>
              <a:t>p</a:t>
            </a:r>
            <a:r>
              <a:rPr lang="zh-CN" altLang="en-US" sz="2800" dirty="0">
                <a:solidFill>
                  <a:srgbClr val="FF0000"/>
                </a:solidFill>
                <a:latin typeface="宋体" panose="02010600030101010101" pitchFamily="2" charset="-122"/>
              </a:rPr>
              <a:t>调用过程</a:t>
            </a:r>
            <a:r>
              <a:rPr lang="en-US" altLang="zh-CN" sz="2800" b="1" dirty="0">
                <a:solidFill>
                  <a:srgbClr val="FF0000"/>
                </a:solidFill>
              </a:rPr>
              <a:t>q</a:t>
            </a:r>
            <a:r>
              <a:rPr lang="zh-CN" altLang="en-US" sz="2800" dirty="0">
                <a:solidFill>
                  <a:srgbClr val="FF0000"/>
                </a:solidFill>
                <a:latin typeface="宋体" panose="02010600030101010101" pitchFamily="2" charset="-122"/>
              </a:rPr>
              <a:t>的调用序列</a:t>
            </a:r>
          </a:p>
          <a:p>
            <a:pPr lvl="1" algn="just" eaLnBrk="1" hangingPunct="1"/>
            <a:r>
              <a:rPr lang="en-US" altLang="zh-CN" sz="2400" b="1" dirty="0"/>
              <a:t>p</a:t>
            </a:r>
            <a:r>
              <a:rPr lang="zh-CN" altLang="en-US" sz="2400" dirty="0"/>
              <a:t>计算实参，依次放入栈顶，并在栈顶留出放返回值的空间。</a:t>
            </a:r>
            <a:r>
              <a:rPr lang="en-US" altLang="zh-CN" sz="2400" b="1" i="1" dirty="0" err="1"/>
              <a:t>top</a:t>
            </a:r>
            <a:r>
              <a:rPr lang="en-US" altLang="zh-CN" sz="2400" b="1" dirty="0" err="1"/>
              <a:t>_</a:t>
            </a:r>
            <a:r>
              <a:rPr lang="en-US" altLang="zh-CN" sz="2400" b="1" i="1" dirty="0" err="1"/>
              <a:t>sp</a:t>
            </a:r>
            <a:r>
              <a:rPr lang="zh-CN" altLang="en-US" sz="2400" dirty="0"/>
              <a:t>的值在此过程中减小</a:t>
            </a:r>
            <a:endParaRPr lang="zh-CN" altLang="en-US" dirty="0"/>
          </a:p>
          <a:p>
            <a:pPr lvl="1" eaLnBrk="1" hangingPunct="1"/>
            <a:r>
              <a:rPr lang="en-US" altLang="en-US" sz="2400" b="1" dirty="0" err="1"/>
              <a:t>p</a:t>
            </a:r>
            <a:r>
              <a:rPr lang="en-US" altLang="en-US" sz="2400" dirty="0" err="1"/>
              <a:t>把返回地址压入</a:t>
            </a:r>
            <a:r>
              <a:rPr lang="en-US" altLang="en-US" sz="2400" b="1" dirty="0" err="1"/>
              <a:t>q</a:t>
            </a:r>
            <a:r>
              <a:rPr lang="en-US" altLang="en-US" sz="2400" dirty="0" err="1"/>
              <a:t>的活动记录，控制转到</a:t>
            </a:r>
            <a:r>
              <a:rPr lang="en-US" altLang="en-US" sz="2400" b="1" dirty="0" err="1"/>
              <a:t>q</a:t>
            </a:r>
            <a:r>
              <a:rPr lang="en-US" altLang="en-US" sz="2400" dirty="0"/>
              <a:t>。</a:t>
            </a:r>
            <a:r>
              <a:rPr lang="en-US" altLang="en-US" dirty="0"/>
              <a:t> </a:t>
            </a:r>
            <a:endParaRPr lang="zh-CN" altLang="en-US" sz="2400" dirty="0"/>
          </a:p>
          <a:p>
            <a:pPr lvl="1" eaLnBrk="1" hangingPunct="1"/>
            <a:r>
              <a:rPr lang="en-US" altLang="en-US" sz="2400" b="1" dirty="0"/>
              <a:t>q</a:t>
            </a:r>
            <a:r>
              <a:rPr lang="en-US" altLang="en-US" sz="2400" dirty="0"/>
              <a:t>将要保存的寄存器（</a:t>
            </a:r>
            <a:r>
              <a:rPr lang="en-US" altLang="en-US" sz="2400" b="1" i="1" dirty="0"/>
              <a:t>base</a:t>
            </a:r>
            <a:r>
              <a:rPr lang="en-US" altLang="en-US" sz="2400" b="1" dirty="0"/>
              <a:t>_</a:t>
            </a:r>
            <a:r>
              <a:rPr lang="en-US" altLang="en-US" sz="2400" b="1" i="1" dirty="0"/>
              <a:t>sp</a:t>
            </a:r>
            <a:r>
              <a:rPr lang="en-US" altLang="en-US" sz="2400" dirty="0"/>
              <a:t>除外）的值和其他机器状态信息压入栈，然后把</a:t>
            </a:r>
            <a:r>
              <a:rPr lang="en-US" altLang="en-US" sz="2400" b="1" i="1" dirty="0"/>
              <a:t>base</a:t>
            </a:r>
            <a:r>
              <a:rPr lang="en-US" altLang="en-US" sz="2400" b="1" dirty="0"/>
              <a:t>_</a:t>
            </a:r>
            <a:r>
              <a:rPr lang="en-US" altLang="en-US" sz="2400" b="1" i="1" dirty="0"/>
              <a:t>sp</a:t>
            </a:r>
            <a:r>
              <a:rPr lang="en-US" altLang="en-US" sz="2400" dirty="0"/>
              <a:t>的当前值（</a:t>
            </a:r>
            <a:r>
              <a:rPr lang="en-US" altLang="en-US" sz="2400" b="1" dirty="0"/>
              <a:t>p</a:t>
            </a:r>
            <a:r>
              <a:rPr lang="en-US" altLang="en-US" sz="2400" dirty="0"/>
              <a:t>的</a:t>
            </a:r>
            <a:r>
              <a:rPr lang="en-US" altLang="en-US" sz="2400" b="1" i="1" dirty="0"/>
              <a:t>base</a:t>
            </a:r>
            <a:r>
              <a:rPr lang="en-US" altLang="en-US" sz="2400" b="1" dirty="0"/>
              <a:t>_</a:t>
            </a:r>
            <a:r>
              <a:rPr lang="en-US" altLang="en-US" sz="2400" b="1" i="1" dirty="0"/>
              <a:t>sp</a:t>
            </a:r>
            <a:r>
              <a:rPr lang="en-US" altLang="en-US" sz="2400" dirty="0"/>
              <a:t>）压入栈，并把当前</a:t>
            </a:r>
            <a:r>
              <a:rPr lang="en-US" altLang="en-US" sz="2400" b="1" i="1" dirty="0"/>
              <a:t>top</a:t>
            </a:r>
            <a:r>
              <a:rPr lang="en-US" altLang="en-US" sz="2400" b="1" dirty="0"/>
              <a:t>_</a:t>
            </a:r>
            <a:r>
              <a:rPr lang="en-US" altLang="en-US" sz="2400" b="1" i="1" dirty="0"/>
              <a:t>sp</a:t>
            </a:r>
            <a:r>
              <a:rPr lang="en-US" altLang="en-US" sz="2400" dirty="0"/>
              <a:t>的值作为自己</a:t>
            </a:r>
            <a:r>
              <a:rPr lang="en-US" altLang="en-US" sz="2400" b="1" i="1" dirty="0"/>
              <a:t>base</a:t>
            </a:r>
            <a:r>
              <a:rPr lang="en-US" altLang="en-US" sz="2400" b="1" dirty="0"/>
              <a:t>_</a:t>
            </a:r>
            <a:r>
              <a:rPr lang="en-US" altLang="en-US" sz="2400" b="1" i="1" dirty="0"/>
              <a:t>sp</a:t>
            </a:r>
            <a:r>
              <a:rPr lang="en-US" altLang="en-US" sz="2400" dirty="0"/>
              <a:t>的值。 </a:t>
            </a:r>
            <a:endParaRPr lang="zh-CN" altLang="en-US" sz="2400" dirty="0"/>
          </a:p>
          <a:p>
            <a:pPr lvl="1" algn="just" eaLnBrk="1" hangingPunct="1"/>
            <a:r>
              <a:rPr lang="en-US" altLang="zh-CN" sz="2400" b="1" dirty="0"/>
              <a:t>q</a:t>
            </a:r>
            <a:r>
              <a:rPr lang="zh-CN" altLang="en-US" sz="2400" dirty="0">
                <a:latin typeface="宋体" panose="02010600030101010101" pitchFamily="2" charset="-122"/>
              </a:rPr>
              <a:t>根据局部数据域和临时数据域的大小减小</a:t>
            </a:r>
            <a:r>
              <a:rPr lang="en-US" altLang="zh-CN" sz="2400" b="1" i="1" dirty="0" err="1"/>
              <a:t>top</a:t>
            </a:r>
            <a:r>
              <a:rPr lang="en-US" altLang="zh-CN" sz="2400" b="1" dirty="0" err="1"/>
              <a:t>_</a:t>
            </a:r>
            <a:r>
              <a:rPr lang="en-US" altLang="zh-CN" sz="2400" b="1" i="1" dirty="0" err="1"/>
              <a:t>sp</a:t>
            </a:r>
            <a:r>
              <a:rPr lang="zh-CN" altLang="en-US" sz="2400" dirty="0">
                <a:latin typeface="宋体" panose="02010600030101010101" pitchFamily="2" charset="-122"/>
              </a:rPr>
              <a:t>的值，初始化它的局部数据，并开始执行过程体</a:t>
            </a:r>
          </a:p>
        </p:txBody>
      </p:sp>
      <p:sp>
        <p:nvSpPr>
          <p:cNvPr id="2" name="日期占位符 1">
            <a:extLst>
              <a:ext uri="{FF2B5EF4-FFF2-40B4-BE49-F238E27FC236}">
                <a16:creationId xmlns:a16="http://schemas.microsoft.com/office/drawing/2014/main" id="{843D83AA-A80F-C0CD-6097-80B7B773B934}"/>
              </a:ext>
            </a:extLst>
          </p:cNvPr>
          <p:cNvSpPr>
            <a:spLocks noGrp="1"/>
          </p:cNvSpPr>
          <p:nvPr>
            <p:ph type="dt" sz="half" idx="10"/>
          </p:nvPr>
        </p:nvSpPr>
        <p:spPr/>
        <p:txBody>
          <a:bodyPr/>
          <a:lstStyle/>
          <a:p>
            <a:fld id="{A9B4EC0E-E8A5-4D66-9D62-387D9145B15F}"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7D80C224-09A5-564C-EF12-4545DDC86B1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0C55BBD2-BCA9-F267-93B9-CD443A0709A4}"/>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ED5D310-EC18-49A9-9D55-DD1B343E08F1}"/>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C741CB04-5DCA-4942-8550-E695DA8E494B}"/>
              </a:ext>
            </a:extLst>
          </p:cNvPr>
          <p:cNvSpPr>
            <a:spLocks noGrp="1"/>
          </p:cNvSpPr>
          <p:nvPr>
            <p:ph idx="1"/>
          </p:nvPr>
        </p:nvSpPr>
        <p:spPr/>
        <p:txBody>
          <a:bodyPr/>
          <a:lstStyle/>
          <a:p>
            <a:r>
              <a:rPr lang="en-US" altLang="zh-CN" dirty="0"/>
              <a:t>1</a:t>
            </a:r>
            <a:r>
              <a:rPr lang="zh-CN" altLang="en-US" dirty="0"/>
              <a:t>、过程</a:t>
            </a:r>
            <a:r>
              <a:rPr lang="en-US" altLang="zh-CN" dirty="0"/>
              <a:t>p</a:t>
            </a:r>
            <a:r>
              <a:rPr lang="zh-CN" altLang="en-US" dirty="0"/>
              <a:t>调用过程</a:t>
            </a:r>
            <a:r>
              <a:rPr lang="en-US" altLang="zh-CN" dirty="0"/>
              <a:t>q</a:t>
            </a:r>
            <a:r>
              <a:rPr lang="zh-CN" altLang="en-US" dirty="0"/>
              <a:t>的调用序列</a:t>
            </a:r>
          </a:p>
          <a:p>
            <a:endParaRPr lang="zh-CN" altLang="en-US" sz="2400" dirty="0">
              <a:solidFill>
                <a:prstClr val="black"/>
              </a:solidFill>
              <a:latin typeface="Times New Roman"/>
              <a:ea typeface="黑体"/>
            </a:endParaRPr>
          </a:p>
        </p:txBody>
      </p:sp>
      <p:grpSp>
        <p:nvGrpSpPr>
          <p:cNvPr id="36868" name="Group 54">
            <a:extLst>
              <a:ext uri="{FF2B5EF4-FFF2-40B4-BE49-F238E27FC236}">
                <a16:creationId xmlns:a16="http://schemas.microsoft.com/office/drawing/2014/main" id="{F1CAF031-7F30-44C8-BE27-0C0543A165C3}"/>
              </a:ext>
            </a:extLst>
          </p:cNvPr>
          <p:cNvGrpSpPr>
            <a:grpSpLocks/>
          </p:cNvGrpSpPr>
          <p:nvPr/>
        </p:nvGrpSpPr>
        <p:grpSpPr bwMode="auto">
          <a:xfrm>
            <a:off x="123825" y="2057400"/>
            <a:ext cx="4826000" cy="4730750"/>
            <a:chOff x="78" y="1296"/>
            <a:chExt cx="3040" cy="2980"/>
          </a:xfrm>
        </p:grpSpPr>
        <p:sp>
          <p:nvSpPr>
            <p:cNvPr id="36869" name="Rectangle 24">
              <a:extLst>
                <a:ext uri="{FF2B5EF4-FFF2-40B4-BE49-F238E27FC236}">
                  <a16:creationId xmlns:a16="http://schemas.microsoft.com/office/drawing/2014/main" id="{23D57DEE-FDA3-48B0-91F6-011AE45ED56E}"/>
                </a:ext>
              </a:extLst>
            </p:cNvPr>
            <p:cNvSpPr>
              <a:spLocks noChangeArrowheads="1"/>
            </p:cNvSpPr>
            <p:nvPr/>
          </p:nvSpPr>
          <p:spPr bwMode="auto">
            <a:xfrm>
              <a:off x="1114" y="1522"/>
              <a:ext cx="1939" cy="275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rIns="54000"/>
            <a:lstStyle>
              <a:lvl1pPr marL="342900" indent="-342900">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36870" name="Line 28">
              <a:extLst>
                <a:ext uri="{FF2B5EF4-FFF2-40B4-BE49-F238E27FC236}">
                  <a16:creationId xmlns:a16="http://schemas.microsoft.com/office/drawing/2014/main" id="{E784D65A-5DB8-4358-B0A2-320DC98A5028}"/>
                </a:ext>
              </a:extLst>
            </p:cNvPr>
            <p:cNvSpPr>
              <a:spLocks noChangeShapeType="1"/>
            </p:cNvSpPr>
            <p:nvPr/>
          </p:nvSpPr>
          <p:spPr bwMode="auto">
            <a:xfrm flipV="1">
              <a:off x="1148" y="3186"/>
              <a:ext cx="189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6871" name="Line 29">
              <a:extLst>
                <a:ext uri="{FF2B5EF4-FFF2-40B4-BE49-F238E27FC236}">
                  <a16:creationId xmlns:a16="http://schemas.microsoft.com/office/drawing/2014/main" id="{F0D677E9-B2B0-429E-A152-3F110F43C11B}"/>
                </a:ext>
              </a:extLst>
            </p:cNvPr>
            <p:cNvSpPr>
              <a:spLocks noChangeShapeType="1"/>
            </p:cNvSpPr>
            <p:nvPr/>
          </p:nvSpPr>
          <p:spPr bwMode="auto">
            <a:xfrm flipV="1">
              <a:off x="1151" y="3748"/>
              <a:ext cx="187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6872" name="Line 30">
              <a:extLst>
                <a:ext uri="{FF2B5EF4-FFF2-40B4-BE49-F238E27FC236}">
                  <a16:creationId xmlns:a16="http://schemas.microsoft.com/office/drawing/2014/main" id="{F57E11B6-2BAB-4F76-B793-52E8730C2BC3}"/>
                </a:ext>
              </a:extLst>
            </p:cNvPr>
            <p:cNvSpPr>
              <a:spLocks noChangeShapeType="1"/>
            </p:cNvSpPr>
            <p:nvPr/>
          </p:nvSpPr>
          <p:spPr bwMode="auto">
            <a:xfrm>
              <a:off x="1139"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6874" name="Rectangle 32">
              <a:extLst>
                <a:ext uri="{FF2B5EF4-FFF2-40B4-BE49-F238E27FC236}">
                  <a16:creationId xmlns:a16="http://schemas.microsoft.com/office/drawing/2014/main" id="{AAEAA5E5-2857-4DD7-A5F3-ED0224AD9DC9}"/>
                </a:ext>
              </a:extLst>
            </p:cNvPr>
            <p:cNvSpPr>
              <a:spLocks noChangeArrowheads="1"/>
            </p:cNvSpPr>
            <p:nvPr/>
          </p:nvSpPr>
          <p:spPr bwMode="auto">
            <a:xfrm>
              <a:off x="1122" y="3719"/>
              <a:ext cx="192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36875" name="Line 34">
              <a:extLst>
                <a:ext uri="{FF2B5EF4-FFF2-40B4-BE49-F238E27FC236}">
                  <a16:creationId xmlns:a16="http://schemas.microsoft.com/office/drawing/2014/main" id="{375ECC8E-ED8C-4C3D-9463-59755BB29F8C}"/>
                </a:ext>
              </a:extLst>
            </p:cNvPr>
            <p:cNvSpPr>
              <a:spLocks noChangeShapeType="1"/>
            </p:cNvSpPr>
            <p:nvPr/>
          </p:nvSpPr>
          <p:spPr bwMode="auto">
            <a:xfrm>
              <a:off x="3050" y="1307"/>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6876" name="Line 33">
              <a:extLst>
                <a:ext uri="{FF2B5EF4-FFF2-40B4-BE49-F238E27FC236}">
                  <a16:creationId xmlns:a16="http://schemas.microsoft.com/office/drawing/2014/main" id="{728218E8-F876-4D1D-9CAD-A915F29CBB0F}"/>
                </a:ext>
              </a:extLst>
            </p:cNvPr>
            <p:cNvSpPr>
              <a:spLocks noChangeShapeType="1"/>
            </p:cNvSpPr>
            <p:nvPr/>
          </p:nvSpPr>
          <p:spPr bwMode="auto">
            <a:xfrm>
              <a:off x="1113" y="1296"/>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nvGrpSpPr>
            <p:cNvPr id="36877" name="Group 51">
              <a:extLst>
                <a:ext uri="{FF2B5EF4-FFF2-40B4-BE49-F238E27FC236}">
                  <a16:creationId xmlns:a16="http://schemas.microsoft.com/office/drawing/2014/main" id="{9DF6F477-8643-4B79-94BB-5E2E0F5A8A5D}"/>
                </a:ext>
              </a:extLst>
            </p:cNvPr>
            <p:cNvGrpSpPr>
              <a:grpSpLocks/>
            </p:cNvGrpSpPr>
            <p:nvPr/>
          </p:nvGrpSpPr>
          <p:grpSpPr bwMode="auto">
            <a:xfrm>
              <a:off x="158" y="2574"/>
              <a:ext cx="919" cy="351"/>
              <a:chOff x="171" y="1281"/>
              <a:chExt cx="919" cy="351"/>
            </a:xfrm>
          </p:grpSpPr>
          <p:sp>
            <p:nvSpPr>
              <p:cNvPr id="36886" name="Rectangle 37">
                <a:extLst>
                  <a:ext uri="{FF2B5EF4-FFF2-40B4-BE49-F238E27FC236}">
                    <a16:creationId xmlns:a16="http://schemas.microsoft.com/office/drawing/2014/main" id="{460C6B29-1FD9-4E6B-ABBC-899B00A17D43}"/>
                  </a:ext>
                </a:extLst>
              </p:cNvPr>
              <p:cNvSpPr>
                <a:spLocks noChangeArrowheads="1"/>
              </p:cNvSpPr>
              <p:nvPr/>
            </p:nvSpPr>
            <p:spPr bwMode="auto">
              <a:xfrm>
                <a:off x="171"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36887" name="Line 38">
                <a:extLst>
                  <a:ext uri="{FF2B5EF4-FFF2-40B4-BE49-F238E27FC236}">
                    <a16:creationId xmlns:a16="http://schemas.microsoft.com/office/drawing/2014/main" id="{3AF306E0-23F8-47B3-8D0B-87F39956CDF3}"/>
                  </a:ext>
                </a:extLst>
              </p:cNvPr>
              <p:cNvSpPr>
                <a:spLocks noChangeShapeType="1"/>
              </p:cNvSpPr>
              <p:nvPr/>
            </p:nvSpPr>
            <p:spPr bwMode="auto">
              <a:xfrm>
                <a:off x="839" y="1536"/>
                <a:ext cx="25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grpSp>
          <p:nvGrpSpPr>
            <p:cNvPr id="36878" name="Group 49">
              <a:extLst>
                <a:ext uri="{FF2B5EF4-FFF2-40B4-BE49-F238E27FC236}">
                  <a16:creationId xmlns:a16="http://schemas.microsoft.com/office/drawing/2014/main" id="{A78E223D-645C-4D3F-9664-4A7093CAF4C9}"/>
                </a:ext>
              </a:extLst>
            </p:cNvPr>
            <p:cNvGrpSpPr>
              <a:grpSpLocks/>
            </p:cNvGrpSpPr>
            <p:nvPr/>
          </p:nvGrpSpPr>
          <p:grpSpPr bwMode="auto">
            <a:xfrm>
              <a:off x="78" y="3057"/>
              <a:ext cx="1016" cy="350"/>
              <a:chOff x="73" y="1820"/>
              <a:chExt cx="1016" cy="350"/>
            </a:xfrm>
          </p:grpSpPr>
          <p:sp>
            <p:nvSpPr>
              <p:cNvPr id="36884" name="Rectangle 39">
                <a:extLst>
                  <a:ext uri="{FF2B5EF4-FFF2-40B4-BE49-F238E27FC236}">
                    <a16:creationId xmlns:a16="http://schemas.microsoft.com/office/drawing/2014/main" id="{B4801051-D4E7-4AAD-8B14-1D75BB2EDEAC}"/>
                  </a:ext>
                </a:extLst>
              </p:cNvPr>
              <p:cNvSpPr>
                <a:spLocks noChangeArrowheads="1"/>
              </p:cNvSpPr>
              <p:nvPr/>
            </p:nvSpPr>
            <p:spPr bwMode="auto">
              <a:xfrm>
                <a:off x="73"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36885" name="Line 40">
                <a:extLst>
                  <a:ext uri="{FF2B5EF4-FFF2-40B4-BE49-F238E27FC236}">
                    <a16:creationId xmlns:a16="http://schemas.microsoft.com/office/drawing/2014/main" id="{29D858E8-506A-482C-A79F-CF3943F3858A}"/>
                  </a:ext>
                </a:extLst>
              </p:cNvPr>
              <p:cNvSpPr>
                <a:spLocks noChangeShapeType="1"/>
              </p:cNvSpPr>
              <p:nvPr/>
            </p:nvSpPr>
            <p:spPr bwMode="auto">
              <a:xfrm>
                <a:off x="839" y="2075"/>
                <a:ext cx="2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sp>
          <p:nvSpPr>
            <p:cNvPr id="36879" name="Freeform 42">
              <a:extLst>
                <a:ext uri="{FF2B5EF4-FFF2-40B4-BE49-F238E27FC236}">
                  <a16:creationId xmlns:a16="http://schemas.microsoft.com/office/drawing/2014/main" id="{B52921F8-DA01-4ACB-A6E8-C682DC7878BF}"/>
                </a:ext>
              </a:extLst>
            </p:cNvPr>
            <p:cNvSpPr>
              <a:spLocks/>
            </p:cNvSpPr>
            <p:nvPr/>
          </p:nvSpPr>
          <p:spPr bwMode="auto">
            <a:xfrm flipV="1">
              <a:off x="782"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36880" name="Rectangle 45">
              <a:extLst>
                <a:ext uri="{FF2B5EF4-FFF2-40B4-BE49-F238E27FC236}">
                  <a16:creationId xmlns:a16="http://schemas.microsoft.com/office/drawing/2014/main" id="{1809F7D1-521E-43EF-9E86-D270F60A12F1}"/>
                </a:ext>
              </a:extLst>
            </p:cNvPr>
            <p:cNvSpPr>
              <a:spLocks noChangeArrowheads="1"/>
            </p:cNvSpPr>
            <p:nvPr/>
          </p:nvSpPr>
          <p:spPr bwMode="auto">
            <a:xfrm>
              <a:off x="1122" y="2812"/>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36881" name="Rectangle 46">
              <a:extLst>
                <a:ext uri="{FF2B5EF4-FFF2-40B4-BE49-F238E27FC236}">
                  <a16:creationId xmlns:a16="http://schemas.microsoft.com/office/drawing/2014/main" id="{627352C2-69EB-4C35-BF50-0DED042AB6B5}"/>
                </a:ext>
              </a:extLst>
            </p:cNvPr>
            <p:cNvSpPr>
              <a:spLocks noChangeArrowheads="1"/>
            </p:cNvSpPr>
            <p:nvPr/>
          </p:nvSpPr>
          <p:spPr bwMode="auto">
            <a:xfrm>
              <a:off x="1094" y="3152"/>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36882" name="Rectangle 47">
              <a:extLst>
                <a:ext uri="{FF2B5EF4-FFF2-40B4-BE49-F238E27FC236}">
                  <a16:creationId xmlns:a16="http://schemas.microsoft.com/office/drawing/2014/main" id="{AD5133C8-594E-4436-8AFA-2A5AD5D72B20}"/>
                </a:ext>
              </a:extLst>
            </p:cNvPr>
            <p:cNvSpPr>
              <a:spLocks noChangeArrowheads="1"/>
            </p:cNvSpPr>
            <p:nvPr/>
          </p:nvSpPr>
          <p:spPr bwMode="auto">
            <a:xfrm>
              <a:off x="1264" y="3974"/>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36883" name="Line 48">
              <a:extLst>
                <a:ext uri="{FF2B5EF4-FFF2-40B4-BE49-F238E27FC236}">
                  <a16:creationId xmlns:a16="http://schemas.microsoft.com/office/drawing/2014/main" id="{4E7668A4-5CC4-422C-A108-8834A9CF1A32}"/>
                </a:ext>
              </a:extLst>
            </p:cNvPr>
            <p:cNvSpPr>
              <a:spLocks noChangeShapeType="1"/>
            </p:cNvSpPr>
            <p:nvPr/>
          </p:nvSpPr>
          <p:spPr bwMode="auto">
            <a:xfrm flipV="1">
              <a:off x="1151" y="4088"/>
              <a:ext cx="1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sp>
        <p:nvSpPr>
          <p:cNvPr id="25" name="Rectangle 9">
            <a:extLst>
              <a:ext uri="{FF2B5EF4-FFF2-40B4-BE49-F238E27FC236}">
                <a16:creationId xmlns:a16="http://schemas.microsoft.com/office/drawing/2014/main" id="{AEB9E4A8-8297-43D0-A212-81E367B257AE}"/>
              </a:ext>
            </a:extLst>
          </p:cNvPr>
          <p:cNvSpPr>
            <a:spLocks noChangeArrowheads="1"/>
          </p:cNvSpPr>
          <p:nvPr/>
        </p:nvSpPr>
        <p:spPr bwMode="auto">
          <a:xfrm>
            <a:off x="1782763" y="2124075"/>
            <a:ext cx="3036888" cy="555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a:p>
        </p:txBody>
      </p:sp>
      <p:grpSp>
        <p:nvGrpSpPr>
          <p:cNvPr id="3" name="组合 2">
            <a:extLst>
              <a:ext uri="{FF2B5EF4-FFF2-40B4-BE49-F238E27FC236}">
                <a16:creationId xmlns:a16="http://schemas.microsoft.com/office/drawing/2014/main" id="{4F455CA3-4F4A-6C30-C589-1C5CB1DA1E81}"/>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4D4C820F-3D7C-415A-CC9D-FD246C76BD54}"/>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F8470DDE-253C-82CC-5DB7-C41DF98DCD65}"/>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8B96783B-901D-B878-8C71-C55C78253337}"/>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ACD2A02B-F4DC-90DF-5107-6A593D6E7DC4}"/>
              </a:ext>
            </a:extLst>
          </p:cNvPr>
          <p:cNvSpPr>
            <a:spLocks noChangeArrowheads="1"/>
          </p:cNvSpPr>
          <p:nvPr/>
        </p:nvSpPr>
        <p:spPr bwMode="auto">
          <a:xfrm>
            <a:off x="5292725" y="2393950"/>
            <a:ext cx="33750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en-US" altLang="zh-CN" sz="2800" i="1" dirty="0" err="1">
                <a:solidFill>
                  <a:srgbClr val="C00000"/>
                </a:solidFill>
                <a:latin typeface="+mn-lt"/>
                <a:ea typeface="+mn-ea"/>
              </a:rPr>
              <a:t>top_sp</a:t>
            </a:r>
            <a:r>
              <a:rPr lang="en-US" altLang="zh-CN" sz="1000" i="1" dirty="0">
                <a:solidFill>
                  <a:srgbClr val="C00000"/>
                </a:solidFill>
                <a:latin typeface="+mn-lt"/>
                <a:ea typeface="+mn-ea"/>
              </a:rPr>
              <a:t> </a:t>
            </a:r>
            <a:r>
              <a:rPr lang="en-US" altLang="zh-CN" sz="2800" b="0" dirty="0">
                <a:latin typeface="+mn-lt"/>
                <a:ea typeface="+mn-ea"/>
              </a:rPr>
              <a:t>:</a:t>
            </a:r>
            <a:r>
              <a:rPr lang="zh-CN" altLang="en-US" sz="2400" b="0" dirty="0">
                <a:latin typeface="+mn-lt"/>
                <a:ea typeface="+mn-ea"/>
              </a:rPr>
              <a:t>栈顶寄存器</a:t>
            </a:r>
            <a:endParaRPr lang="en-US" altLang="zh-CN" sz="2400" b="0" dirty="0">
              <a:latin typeface="+mn-lt"/>
              <a:ea typeface="+mn-ea"/>
            </a:endParaRPr>
          </a:p>
          <a:p>
            <a:r>
              <a:rPr lang="en-US" altLang="zh-CN" sz="2400" b="0" dirty="0">
                <a:latin typeface="+mn-lt"/>
                <a:ea typeface="+mn-ea"/>
              </a:rPr>
              <a:t>  </a:t>
            </a:r>
            <a:r>
              <a:rPr lang="zh-CN" altLang="en-US" sz="2400" b="0" dirty="0">
                <a:latin typeface="+mn-lt"/>
                <a:ea typeface="+mn-ea"/>
              </a:rPr>
              <a:t>在</a:t>
            </a:r>
            <a:r>
              <a:rPr lang="en-US" altLang="zh-CN" sz="2400" dirty="0">
                <a:latin typeface="+mn-lt"/>
                <a:ea typeface="+mn-ea"/>
              </a:rPr>
              <a:t>x86</a:t>
            </a:r>
            <a:r>
              <a:rPr lang="zh-CN" altLang="en-US" sz="2400" b="0" dirty="0">
                <a:latin typeface="+mn-lt"/>
                <a:ea typeface="+mn-ea"/>
              </a:rPr>
              <a:t>中表示为</a:t>
            </a:r>
            <a:r>
              <a:rPr lang="en-US" altLang="zh-CN" sz="2400" b="0" dirty="0">
                <a:latin typeface="+mn-lt"/>
                <a:ea typeface="+mn-ea"/>
              </a:rPr>
              <a:t>:</a:t>
            </a:r>
          </a:p>
          <a:p>
            <a:r>
              <a:rPr lang="en-US" altLang="zh-CN" sz="2400" b="0" dirty="0">
                <a:latin typeface="+mn-lt"/>
                <a:ea typeface="+mn-ea"/>
              </a:rPr>
              <a:t>          </a:t>
            </a:r>
            <a:r>
              <a:rPr lang="en-US" altLang="zh-CN" sz="2400" dirty="0" err="1">
                <a:latin typeface="+mn-lt"/>
                <a:ea typeface="+mn-ea"/>
              </a:rPr>
              <a:t>esp</a:t>
            </a:r>
            <a:r>
              <a:rPr lang="en-US" altLang="zh-CN" sz="2400" b="0" dirty="0">
                <a:latin typeface="+mn-lt"/>
                <a:ea typeface="+mn-ea"/>
              </a:rPr>
              <a:t>(32</a:t>
            </a:r>
            <a:r>
              <a:rPr lang="zh-CN" altLang="en-US" sz="2400" b="0" dirty="0">
                <a:latin typeface="+mn-lt"/>
                <a:ea typeface="+mn-ea"/>
              </a:rPr>
              <a:t>位</a:t>
            </a:r>
            <a:r>
              <a:rPr lang="en-US" altLang="zh-CN" sz="2400" b="0" dirty="0">
                <a:latin typeface="+mn-lt"/>
                <a:ea typeface="+mn-ea"/>
              </a:rPr>
              <a:t>)</a:t>
            </a:r>
          </a:p>
          <a:p>
            <a:r>
              <a:rPr lang="en-US" altLang="zh-CN" sz="2400" dirty="0">
                <a:latin typeface="+mn-lt"/>
                <a:ea typeface="+mn-ea"/>
              </a:rPr>
              <a:t>          </a:t>
            </a:r>
            <a:r>
              <a:rPr lang="en-US" altLang="zh-CN" sz="2400" dirty="0" err="1">
                <a:latin typeface="+mn-lt"/>
                <a:ea typeface="+mn-ea"/>
              </a:rPr>
              <a:t>rsp</a:t>
            </a:r>
            <a:r>
              <a:rPr lang="en-US" altLang="zh-CN" sz="2400" b="0" dirty="0">
                <a:latin typeface="+mn-lt"/>
                <a:ea typeface="+mn-ea"/>
              </a:rPr>
              <a:t>(64</a:t>
            </a:r>
            <a:r>
              <a:rPr lang="zh-CN" altLang="en-US" sz="2400" b="0" dirty="0">
                <a:latin typeface="+mn-lt"/>
                <a:ea typeface="+mn-ea"/>
              </a:rPr>
              <a:t>位</a:t>
            </a:r>
            <a:r>
              <a:rPr lang="en-US" altLang="zh-CN" sz="2400" b="0" dirty="0">
                <a:latin typeface="+mn-lt"/>
                <a:ea typeface="+mn-ea"/>
              </a:rPr>
              <a:t>)</a:t>
            </a:r>
          </a:p>
          <a:p>
            <a:endParaRPr lang="en-US" altLang="zh-CN" sz="2400" dirty="0">
              <a:latin typeface="+mn-lt"/>
              <a:ea typeface="+mn-ea"/>
            </a:endParaRPr>
          </a:p>
          <a:p>
            <a:r>
              <a:rPr lang="en-US" altLang="zh-CN" sz="2800" i="1" dirty="0" err="1">
                <a:solidFill>
                  <a:srgbClr val="C00000"/>
                </a:solidFill>
                <a:latin typeface="+mn-lt"/>
                <a:ea typeface="+mn-ea"/>
              </a:rPr>
              <a:t>base_sp</a:t>
            </a:r>
            <a:r>
              <a:rPr lang="en-US" altLang="zh-CN" sz="1000" b="0" i="1" dirty="0">
                <a:solidFill>
                  <a:srgbClr val="C00000"/>
                </a:solidFill>
                <a:latin typeface="+mn-lt"/>
                <a:ea typeface="+mn-ea"/>
              </a:rPr>
              <a:t> </a:t>
            </a:r>
            <a:r>
              <a:rPr kumimoji="0" lang="en-US" altLang="zh-CN" sz="2800" b="0" i="0" u="none" strike="noStrike" kern="1200" cap="none" spc="0" normalizeH="0" baseline="0" noProof="0" dirty="0">
                <a:ln>
                  <a:noFill/>
                </a:ln>
                <a:solidFill>
                  <a:prstClr val="black"/>
                </a:solidFill>
                <a:effectLst/>
                <a:uLnTx/>
                <a:uFillTx/>
                <a:latin typeface="Times New Roman"/>
                <a:ea typeface="黑体"/>
                <a:cs typeface="+mn-cs"/>
              </a:rPr>
              <a:t>:</a:t>
            </a:r>
            <a:r>
              <a:rPr kumimoji="0" lang="zh-CN" altLang="en-US" sz="2400" b="0" i="0" u="none" strike="noStrike" kern="1200" cap="none" spc="0" normalizeH="0" baseline="0" noProof="0" dirty="0">
                <a:ln>
                  <a:noFill/>
                </a:ln>
                <a:solidFill>
                  <a:prstClr val="black"/>
                </a:solidFill>
                <a:effectLst/>
                <a:uLnTx/>
                <a:uFillTx/>
                <a:latin typeface="Times New Roman"/>
                <a:ea typeface="黑体"/>
                <a:cs typeface="+mn-cs"/>
              </a:rPr>
              <a:t>基址寄存器</a:t>
            </a:r>
            <a:endParaRPr kumimoji="0" lang="en-US" altLang="zh-CN" sz="2400" b="0" i="0" u="none" strike="noStrike" kern="1200" cap="none" spc="0" normalizeH="0" baseline="0" noProof="0" dirty="0">
              <a:ln>
                <a:noFill/>
              </a:ln>
              <a:solidFill>
                <a:prstClr val="black"/>
              </a:solidFill>
              <a:effectLst/>
              <a:uLnTx/>
              <a:uFillTx/>
              <a:latin typeface="Times New Roman"/>
              <a:ea typeface="黑体"/>
              <a:cs typeface="+mn-cs"/>
            </a:endParaRPr>
          </a:p>
          <a:p>
            <a:r>
              <a:rPr lang="zh-CN" altLang="en-US" sz="2400" b="0" dirty="0">
                <a:solidFill>
                  <a:prstClr val="black"/>
                </a:solidFill>
                <a:latin typeface="Times New Roman"/>
                <a:ea typeface="黑体"/>
              </a:rPr>
              <a:t> </a:t>
            </a:r>
            <a:r>
              <a:rPr lang="en-US" altLang="zh-CN" sz="2400" b="0" dirty="0">
                <a:latin typeface="+mn-lt"/>
                <a:ea typeface="+mn-ea"/>
              </a:rPr>
              <a:t> </a:t>
            </a:r>
            <a:r>
              <a:rPr lang="zh-CN" altLang="en-US" sz="2400" b="0" dirty="0">
                <a:latin typeface="+mn-lt"/>
                <a:ea typeface="+mn-ea"/>
              </a:rPr>
              <a:t>在</a:t>
            </a:r>
            <a:r>
              <a:rPr lang="en-US" altLang="zh-CN" sz="2400" dirty="0">
                <a:latin typeface="+mn-lt"/>
                <a:ea typeface="+mn-ea"/>
              </a:rPr>
              <a:t>x86</a:t>
            </a:r>
            <a:r>
              <a:rPr lang="zh-CN" altLang="en-US" sz="2400" b="0" dirty="0">
                <a:latin typeface="+mn-lt"/>
                <a:ea typeface="+mn-ea"/>
              </a:rPr>
              <a:t>中表示为</a:t>
            </a:r>
            <a:r>
              <a:rPr lang="en-US" altLang="zh-CN" sz="2400" b="0" dirty="0">
                <a:latin typeface="+mn-lt"/>
                <a:ea typeface="+mn-ea"/>
              </a:rPr>
              <a:t>:</a:t>
            </a:r>
          </a:p>
          <a:p>
            <a:r>
              <a:rPr lang="en-US" altLang="zh-CN" sz="2400" b="0" dirty="0">
                <a:latin typeface="+mn-lt"/>
                <a:ea typeface="+mn-ea"/>
              </a:rPr>
              <a:t>          </a:t>
            </a:r>
            <a:r>
              <a:rPr lang="en-US" altLang="zh-CN" sz="2400" dirty="0" err="1">
                <a:latin typeface="+mn-lt"/>
                <a:ea typeface="+mn-ea"/>
              </a:rPr>
              <a:t>ebp</a:t>
            </a:r>
            <a:r>
              <a:rPr lang="en-US" altLang="zh-CN" sz="2400" b="0" dirty="0">
                <a:latin typeface="+mn-lt"/>
                <a:ea typeface="+mn-ea"/>
              </a:rPr>
              <a:t>(32</a:t>
            </a:r>
            <a:r>
              <a:rPr lang="zh-CN" altLang="en-US" sz="2400" b="0" dirty="0">
                <a:latin typeface="+mn-lt"/>
                <a:ea typeface="+mn-ea"/>
              </a:rPr>
              <a:t>位</a:t>
            </a:r>
            <a:r>
              <a:rPr lang="en-US" altLang="zh-CN" sz="2400" b="0" dirty="0">
                <a:latin typeface="+mn-lt"/>
                <a:ea typeface="+mn-ea"/>
              </a:rPr>
              <a:t>)</a:t>
            </a:r>
          </a:p>
          <a:p>
            <a:r>
              <a:rPr lang="en-US" altLang="zh-CN" sz="2400" dirty="0">
                <a:latin typeface="+mn-lt"/>
                <a:ea typeface="+mn-ea"/>
              </a:rPr>
              <a:t>          </a:t>
            </a:r>
            <a:r>
              <a:rPr lang="en-US" altLang="zh-CN" sz="2400" dirty="0" err="1">
                <a:latin typeface="+mn-lt"/>
                <a:ea typeface="+mn-ea"/>
              </a:rPr>
              <a:t>rbp</a:t>
            </a:r>
            <a:r>
              <a:rPr lang="en-US" altLang="zh-CN" sz="2400" b="0" dirty="0">
                <a:latin typeface="+mn-lt"/>
                <a:ea typeface="+mn-ea"/>
              </a:rPr>
              <a:t>(64</a:t>
            </a:r>
            <a:r>
              <a:rPr lang="zh-CN" altLang="en-US" sz="2400" b="0" dirty="0">
                <a:latin typeface="+mn-lt"/>
                <a:ea typeface="+mn-ea"/>
              </a:rPr>
              <a:t>位</a:t>
            </a:r>
            <a:r>
              <a:rPr lang="en-US" altLang="zh-CN" sz="2400" b="0" dirty="0">
                <a:latin typeface="+mn-lt"/>
                <a:ea typeface="+mn-ea"/>
              </a:rPr>
              <a:t>)</a:t>
            </a:r>
            <a:endParaRPr lang="en-US" altLang="zh-CN" sz="2400" dirty="0">
              <a:solidFill>
                <a:prstClr val="black"/>
              </a:solidFill>
              <a:latin typeface="Times New Roman"/>
              <a:ea typeface="黑体"/>
            </a:endParaRPr>
          </a:p>
        </p:txBody>
      </p:sp>
      <p:sp>
        <p:nvSpPr>
          <p:cNvPr id="8" name="Rectangle 24">
            <a:extLst>
              <a:ext uri="{FF2B5EF4-FFF2-40B4-BE49-F238E27FC236}">
                <a16:creationId xmlns:a16="http://schemas.microsoft.com/office/drawing/2014/main" id="{6F48BE92-B3E7-8F2A-70A2-5A79C60E0B14}"/>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9" name="日期占位符 8">
            <a:extLst>
              <a:ext uri="{FF2B5EF4-FFF2-40B4-BE49-F238E27FC236}">
                <a16:creationId xmlns:a16="http://schemas.microsoft.com/office/drawing/2014/main" id="{4B350DAF-B517-CB38-04CD-289914C13194}"/>
              </a:ext>
            </a:extLst>
          </p:cNvPr>
          <p:cNvSpPr>
            <a:spLocks noGrp="1"/>
          </p:cNvSpPr>
          <p:nvPr>
            <p:ph type="dt" sz="half" idx="10"/>
          </p:nvPr>
        </p:nvSpPr>
        <p:spPr/>
        <p:txBody>
          <a:bodyPr/>
          <a:lstStyle/>
          <a:p>
            <a:fld id="{CCDCBF02-5970-405D-A4ED-CFAC7D4CFB69}" type="datetime2">
              <a:rPr lang="zh-CN" altLang="en-US" smtClean="0"/>
              <a:t>2025年6月11日</a:t>
            </a:fld>
            <a:endParaRPr lang="zh-CN" altLang="en-US" dirty="0"/>
          </a:p>
        </p:txBody>
      </p:sp>
      <p:sp>
        <p:nvSpPr>
          <p:cNvPr id="10" name="页脚占位符 9">
            <a:extLst>
              <a:ext uri="{FF2B5EF4-FFF2-40B4-BE49-F238E27FC236}">
                <a16:creationId xmlns:a16="http://schemas.microsoft.com/office/drawing/2014/main" id="{F64C2A4F-8A02-5E96-D9E9-E017696508A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1" name="灯片编号占位符 10">
            <a:extLst>
              <a:ext uri="{FF2B5EF4-FFF2-40B4-BE49-F238E27FC236}">
                <a16:creationId xmlns:a16="http://schemas.microsoft.com/office/drawing/2014/main" id="{E5A9231C-4298-825D-C662-2F0CE862505C}"/>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7D02393-598D-4874-B2D7-E8B45A9F88EE}"/>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E995A05A-3E68-4000-8718-22C0928C712D}"/>
              </a:ext>
            </a:extLst>
          </p:cNvPr>
          <p:cNvSpPr>
            <a:spLocks noGrp="1"/>
          </p:cNvSpPr>
          <p:nvPr>
            <p:ph idx="1"/>
          </p:nvPr>
        </p:nvSpPr>
        <p:spPr/>
        <p:txBody>
          <a:bodyPr/>
          <a:lstStyle/>
          <a:p>
            <a:r>
              <a:rPr lang="en-US" altLang="zh-CN" dirty="0"/>
              <a:t>1</a:t>
            </a:r>
            <a:r>
              <a:rPr lang="zh-CN" altLang="en-US" dirty="0"/>
              <a:t>、过程</a:t>
            </a:r>
            <a:r>
              <a:rPr lang="en-US" altLang="zh-CN" dirty="0"/>
              <a:t>p</a:t>
            </a:r>
            <a:r>
              <a:rPr lang="zh-CN" altLang="en-US" dirty="0"/>
              <a:t>调用过程</a:t>
            </a:r>
            <a:r>
              <a:rPr lang="en-US" altLang="zh-CN" dirty="0"/>
              <a:t>q</a:t>
            </a:r>
            <a:r>
              <a:rPr lang="zh-CN" altLang="en-US" dirty="0"/>
              <a:t>的调用序列</a:t>
            </a:r>
          </a:p>
          <a:p>
            <a:endParaRPr lang="zh-CN" altLang="en-US" dirty="0"/>
          </a:p>
        </p:txBody>
      </p:sp>
      <p:sp>
        <p:nvSpPr>
          <p:cNvPr id="37892" name="Rectangle 24">
            <a:extLst>
              <a:ext uri="{FF2B5EF4-FFF2-40B4-BE49-F238E27FC236}">
                <a16:creationId xmlns:a16="http://schemas.microsoft.com/office/drawing/2014/main" id="{1D5816D5-05D7-4A8A-A6AA-C2FAC0987A6B}"/>
              </a:ext>
            </a:extLst>
          </p:cNvPr>
          <p:cNvSpPr>
            <a:spLocks noChangeArrowheads="1"/>
          </p:cNvSpPr>
          <p:nvPr/>
        </p:nvSpPr>
        <p:spPr bwMode="auto">
          <a:xfrm>
            <a:off x="5292725" y="2393950"/>
            <a:ext cx="33750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lt"/>
                <a:ea typeface="+mn-ea"/>
              </a:rPr>
              <a:t>(1) p</a:t>
            </a:r>
            <a:r>
              <a:rPr lang="zh-CN" altLang="en-US" b="0" dirty="0">
                <a:latin typeface="+mn-lt"/>
                <a:ea typeface="+mn-ea"/>
              </a:rPr>
              <a:t>计算实参，依次放入栈顶，并在栈顶留出放返回值的空间。</a:t>
            </a:r>
            <a:r>
              <a:rPr lang="en-US" altLang="zh-CN" i="1" dirty="0" err="1">
                <a:latin typeface="+mn-lt"/>
                <a:ea typeface="+mn-ea"/>
              </a:rPr>
              <a:t>top</a:t>
            </a:r>
            <a:r>
              <a:rPr lang="en-US" altLang="zh-CN" dirty="0" err="1">
                <a:latin typeface="+mn-lt"/>
                <a:ea typeface="+mn-ea"/>
              </a:rPr>
              <a:t>_</a:t>
            </a:r>
            <a:r>
              <a:rPr lang="en-US" altLang="zh-CN" i="1" dirty="0" err="1">
                <a:latin typeface="+mn-lt"/>
                <a:ea typeface="+mn-ea"/>
              </a:rPr>
              <a:t>sp</a:t>
            </a:r>
            <a:r>
              <a:rPr lang="zh-CN" altLang="en-US" b="0" dirty="0">
                <a:latin typeface="+mn-lt"/>
                <a:ea typeface="+mn-ea"/>
              </a:rPr>
              <a:t>的值在此过程中被改变</a:t>
            </a:r>
          </a:p>
        </p:txBody>
      </p:sp>
      <p:grpSp>
        <p:nvGrpSpPr>
          <p:cNvPr id="37893" name="Group 32">
            <a:extLst>
              <a:ext uri="{FF2B5EF4-FFF2-40B4-BE49-F238E27FC236}">
                <a16:creationId xmlns:a16="http://schemas.microsoft.com/office/drawing/2014/main" id="{F0DED7E7-6AE7-40AE-9005-6416C2F8B3D5}"/>
              </a:ext>
            </a:extLst>
          </p:cNvPr>
          <p:cNvGrpSpPr>
            <a:grpSpLocks/>
          </p:cNvGrpSpPr>
          <p:nvPr/>
        </p:nvGrpSpPr>
        <p:grpSpPr bwMode="auto">
          <a:xfrm>
            <a:off x="123825" y="2057400"/>
            <a:ext cx="4826000" cy="4730750"/>
            <a:chOff x="78" y="1296"/>
            <a:chExt cx="3040" cy="2980"/>
          </a:xfrm>
        </p:grpSpPr>
        <p:sp>
          <p:nvSpPr>
            <p:cNvPr id="37894" name="Rectangle 5">
              <a:extLst>
                <a:ext uri="{FF2B5EF4-FFF2-40B4-BE49-F238E27FC236}">
                  <a16:creationId xmlns:a16="http://schemas.microsoft.com/office/drawing/2014/main" id="{26E39939-8C34-43C6-8837-80CFFD8720C1}"/>
                </a:ext>
              </a:extLst>
            </p:cNvPr>
            <p:cNvSpPr>
              <a:spLocks noChangeArrowheads="1"/>
            </p:cNvSpPr>
            <p:nvPr/>
          </p:nvSpPr>
          <p:spPr bwMode="auto">
            <a:xfrm>
              <a:off x="1114" y="1522"/>
              <a:ext cx="1939" cy="275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rIns="54000"/>
            <a:lstStyle>
              <a:lvl1pPr marL="342900" indent="-342900">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37895" name="Line 6">
              <a:extLst>
                <a:ext uri="{FF2B5EF4-FFF2-40B4-BE49-F238E27FC236}">
                  <a16:creationId xmlns:a16="http://schemas.microsoft.com/office/drawing/2014/main" id="{B9981250-1E05-40AF-92D7-7CB522067E8C}"/>
                </a:ext>
              </a:extLst>
            </p:cNvPr>
            <p:cNvSpPr>
              <a:spLocks noChangeShapeType="1"/>
            </p:cNvSpPr>
            <p:nvPr/>
          </p:nvSpPr>
          <p:spPr bwMode="auto">
            <a:xfrm flipV="1">
              <a:off x="1148" y="3186"/>
              <a:ext cx="189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7896" name="Line 7">
              <a:extLst>
                <a:ext uri="{FF2B5EF4-FFF2-40B4-BE49-F238E27FC236}">
                  <a16:creationId xmlns:a16="http://schemas.microsoft.com/office/drawing/2014/main" id="{D2D656B5-D1C9-4DEF-B99C-19BF7DADDF25}"/>
                </a:ext>
              </a:extLst>
            </p:cNvPr>
            <p:cNvSpPr>
              <a:spLocks noChangeShapeType="1"/>
            </p:cNvSpPr>
            <p:nvPr/>
          </p:nvSpPr>
          <p:spPr bwMode="auto">
            <a:xfrm flipV="1">
              <a:off x="1151" y="3748"/>
              <a:ext cx="187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7897" name="Line 8">
              <a:extLst>
                <a:ext uri="{FF2B5EF4-FFF2-40B4-BE49-F238E27FC236}">
                  <a16:creationId xmlns:a16="http://schemas.microsoft.com/office/drawing/2014/main" id="{FED6433E-58CD-4389-93FB-F751BB9B94F7}"/>
                </a:ext>
              </a:extLst>
            </p:cNvPr>
            <p:cNvSpPr>
              <a:spLocks noChangeShapeType="1"/>
            </p:cNvSpPr>
            <p:nvPr/>
          </p:nvSpPr>
          <p:spPr bwMode="auto">
            <a:xfrm>
              <a:off x="1139"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7898" name="Rectangle 9">
              <a:extLst>
                <a:ext uri="{FF2B5EF4-FFF2-40B4-BE49-F238E27FC236}">
                  <a16:creationId xmlns:a16="http://schemas.microsoft.com/office/drawing/2014/main" id="{697E072A-0316-4B54-87EA-8799EBBB4709}"/>
                </a:ext>
              </a:extLst>
            </p:cNvPr>
            <p:cNvSpPr>
              <a:spLocks noChangeArrowheads="1"/>
            </p:cNvSpPr>
            <p:nvPr/>
          </p:nvSpPr>
          <p:spPr bwMode="auto">
            <a:xfrm>
              <a:off x="1123" y="1338"/>
              <a:ext cx="1913" cy="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b="0">
                <a:latin typeface="+mn-lt"/>
                <a:ea typeface="+mn-ea"/>
              </a:endParaRPr>
            </a:p>
          </p:txBody>
        </p:sp>
        <p:sp>
          <p:nvSpPr>
            <p:cNvPr id="37899" name="Rectangle 10">
              <a:extLst>
                <a:ext uri="{FF2B5EF4-FFF2-40B4-BE49-F238E27FC236}">
                  <a16:creationId xmlns:a16="http://schemas.microsoft.com/office/drawing/2014/main" id="{A74D51F6-919C-46C8-BEE1-17012750FDBF}"/>
                </a:ext>
              </a:extLst>
            </p:cNvPr>
            <p:cNvSpPr>
              <a:spLocks noChangeArrowheads="1"/>
            </p:cNvSpPr>
            <p:nvPr/>
          </p:nvSpPr>
          <p:spPr bwMode="auto">
            <a:xfrm>
              <a:off x="1122" y="3719"/>
              <a:ext cx="192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37900" name="Line 11">
              <a:extLst>
                <a:ext uri="{FF2B5EF4-FFF2-40B4-BE49-F238E27FC236}">
                  <a16:creationId xmlns:a16="http://schemas.microsoft.com/office/drawing/2014/main" id="{B873B9DB-EF5C-4995-91CE-2FA7A58FF89B}"/>
                </a:ext>
              </a:extLst>
            </p:cNvPr>
            <p:cNvSpPr>
              <a:spLocks noChangeShapeType="1"/>
            </p:cNvSpPr>
            <p:nvPr/>
          </p:nvSpPr>
          <p:spPr bwMode="auto">
            <a:xfrm>
              <a:off x="3050" y="1307"/>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7901" name="Line 12">
              <a:extLst>
                <a:ext uri="{FF2B5EF4-FFF2-40B4-BE49-F238E27FC236}">
                  <a16:creationId xmlns:a16="http://schemas.microsoft.com/office/drawing/2014/main" id="{0C360755-9476-4342-8F4A-C39192A50B86}"/>
                </a:ext>
              </a:extLst>
            </p:cNvPr>
            <p:cNvSpPr>
              <a:spLocks noChangeShapeType="1"/>
            </p:cNvSpPr>
            <p:nvPr/>
          </p:nvSpPr>
          <p:spPr bwMode="auto">
            <a:xfrm>
              <a:off x="1113" y="1296"/>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nvGrpSpPr>
            <p:cNvPr id="37902" name="Group 13">
              <a:extLst>
                <a:ext uri="{FF2B5EF4-FFF2-40B4-BE49-F238E27FC236}">
                  <a16:creationId xmlns:a16="http://schemas.microsoft.com/office/drawing/2014/main" id="{88300EB3-9E3D-4EE7-B7BE-26562168966D}"/>
                </a:ext>
              </a:extLst>
            </p:cNvPr>
            <p:cNvGrpSpPr>
              <a:grpSpLocks/>
            </p:cNvGrpSpPr>
            <p:nvPr/>
          </p:nvGrpSpPr>
          <p:grpSpPr bwMode="auto">
            <a:xfrm>
              <a:off x="175" y="2217"/>
              <a:ext cx="919" cy="351"/>
              <a:chOff x="171" y="1281"/>
              <a:chExt cx="919" cy="351"/>
            </a:xfrm>
          </p:grpSpPr>
          <p:sp>
            <p:nvSpPr>
              <p:cNvPr id="37917" name="Rectangle 14">
                <a:extLst>
                  <a:ext uri="{FF2B5EF4-FFF2-40B4-BE49-F238E27FC236}">
                    <a16:creationId xmlns:a16="http://schemas.microsoft.com/office/drawing/2014/main" id="{87CA1FFD-1243-4772-8FF8-86C0E1EB56DE}"/>
                  </a:ext>
                </a:extLst>
              </p:cNvPr>
              <p:cNvSpPr>
                <a:spLocks noChangeArrowheads="1"/>
              </p:cNvSpPr>
              <p:nvPr/>
            </p:nvSpPr>
            <p:spPr bwMode="auto">
              <a:xfrm>
                <a:off x="171"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a:latin typeface="+mn-lt"/>
                    <a:ea typeface="+mn-ea"/>
                  </a:rPr>
                  <a:t>top_sp</a:t>
                </a:r>
                <a:r>
                  <a:rPr lang="en-US" altLang="zh-CN" sz="1000" i="1">
                    <a:latin typeface="+mn-lt"/>
                    <a:ea typeface="+mn-ea"/>
                  </a:rPr>
                  <a:t> </a:t>
                </a:r>
                <a:endParaRPr lang="en-US" altLang="zh-CN" sz="1000">
                  <a:latin typeface="+mn-lt"/>
                  <a:ea typeface="+mn-ea"/>
                </a:endParaRPr>
              </a:p>
            </p:txBody>
          </p:sp>
          <p:sp>
            <p:nvSpPr>
              <p:cNvPr id="37918" name="Line 15">
                <a:extLst>
                  <a:ext uri="{FF2B5EF4-FFF2-40B4-BE49-F238E27FC236}">
                    <a16:creationId xmlns:a16="http://schemas.microsoft.com/office/drawing/2014/main" id="{05EDA51B-18A1-4C53-BF0A-299481178D1D}"/>
                  </a:ext>
                </a:extLst>
              </p:cNvPr>
              <p:cNvSpPr>
                <a:spLocks noChangeShapeType="1"/>
              </p:cNvSpPr>
              <p:nvPr/>
            </p:nvSpPr>
            <p:spPr bwMode="auto">
              <a:xfrm>
                <a:off x="839" y="1536"/>
                <a:ext cx="25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grpSp>
          <p:nvGrpSpPr>
            <p:cNvPr id="37903" name="Group 16">
              <a:extLst>
                <a:ext uri="{FF2B5EF4-FFF2-40B4-BE49-F238E27FC236}">
                  <a16:creationId xmlns:a16="http://schemas.microsoft.com/office/drawing/2014/main" id="{D0252CAD-AB90-4623-8FC0-A8B727E3CFAC}"/>
                </a:ext>
              </a:extLst>
            </p:cNvPr>
            <p:cNvGrpSpPr>
              <a:grpSpLocks/>
            </p:cNvGrpSpPr>
            <p:nvPr/>
          </p:nvGrpSpPr>
          <p:grpSpPr bwMode="auto">
            <a:xfrm>
              <a:off x="78" y="3057"/>
              <a:ext cx="1016" cy="350"/>
              <a:chOff x="73" y="1820"/>
              <a:chExt cx="1016" cy="350"/>
            </a:xfrm>
          </p:grpSpPr>
          <p:sp>
            <p:nvSpPr>
              <p:cNvPr id="37915" name="Rectangle 17">
                <a:extLst>
                  <a:ext uri="{FF2B5EF4-FFF2-40B4-BE49-F238E27FC236}">
                    <a16:creationId xmlns:a16="http://schemas.microsoft.com/office/drawing/2014/main" id="{5F9EBEF4-F637-4832-AEEB-F8C9F141BBE6}"/>
                  </a:ext>
                </a:extLst>
              </p:cNvPr>
              <p:cNvSpPr>
                <a:spLocks noChangeArrowheads="1"/>
              </p:cNvSpPr>
              <p:nvPr/>
            </p:nvSpPr>
            <p:spPr bwMode="auto">
              <a:xfrm>
                <a:off x="73"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37916" name="Line 18">
                <a:extLst>
                  <a:ext uri="{FF2B5EF4-FFF2-40B4-BE49-F238E27FC236}">
                    <a16:creationId xmlns:a16="http://schemas.microsoft.com/office/drawing/2014/main" id="{1FC9116E-B2AD-49FD-9D4E-EE11CC39F061}"/>
                  </a:ext>
                </a:extLst>
              </p:cNvPr>
              <p:cNvSpPr>
                <a:spLocks noChangeShapeType="1"/>
              </p:cNvSpPr>
              <p:nvPr/>
            </p:nvSpPr>
            <p:spPr bwMode="auto">
              <a:xfrm>
                <a:off x="839" y="2075"/>
                <a:ext cx="2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sp>
          <p:nvSpPr>
            <p:cNvPr id="37904" name="Freeform 19">
              <a:extLst>
                <a:ext uri="{FF2B5EF4-FFF2-40B4-BE49-F238E27FC236}">
                  <a16:creationId xmlns:a16="http://schemas.microsoft.com/office/drawing/2014/main" id="{0C7C947C-FC79-4F2C-BB53-DE27485EC974}"/>
                </a:ext>
              </a:extLst>
            </p:cNvPr>
            <p:cNvSpPr>
              <a:spLocks/>
            </p:cNvSpPr>
            <p:nvPr/>
          </p:nvSpPr>
          <p:spPr bwMode="auto">
            <a:xfrm flipV="1">
              <a:off x="782"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37905" name="Rectangle 20">
              <a:extLst>
                <a:ext uri="{FF2B5EF4-FFF2-40B4-BE49-F238E27FC236}">
                  <a16:creationId xmlns:a16="http://schemas.microsoft.com/office/drawing/2014/main" id="{B654CF91-D649-4F10-B052-33D83C575B6C}"/>
                </a:ext>
              </a:extLst>
            </p:cNvPr>
            <p:cNvSpPr>
              <a:spLocks noChangeArrowheads="1"/>
            </p:cNvSpPr>
            <p:nvPr/>
          </p:nvSpPr>
          <p:spPr bwMode="auto">
            <a:xfrm>
              <a:off x="1122" y="2812"/>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37906" name="Rectangle 21">
              <a:extLst>
                <a:ext uri="{FF2B5EF4-FFF2-40B4-BE49-F238E27FC236}">
                  <a16:creationId xmlns:a16="http://schemas.microsoft.com/office/drawing/2014/main" id="{6BB6BFF3-6B12-4588-A216-F93386ED2221}"/>
                </a:ext>
              </a:extLst>
            </p:cNvPr>
            <p:cNvSpPr>
              <a:spLocks noChangeArrowheads="1"/>
            </p:cNvSpPr>
            <p:nvPr/>
          </p:nvSpPr>
          <p:spPr bwMode="auto">
            <a:xfrm>
              <a:off x="1094" y="3152"/>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37907" name="Rectangle 22">
              <a:extLst>
                <a:ext uri="{FF2B5EF4-FFF2-40B4-BE49-F238E27FC236}">
                  <a16:creationId xmlns:a16="http://schemas.microsoft.com/office/drawing/2014/main" id="{73BD9FE9-027D-4048-9A39-4C7A0C8D18C6}"/>
                </a:ext>
              </a:extLst>
            </p:cNvPr>
            <p:cNvSpPr>
              <a:spLocks noChangeArrowheads="1"/>
            </p:cNvSpPr>
            <p:nvPr/>
          </p:nvSpPr>
          <p:spPr bwMode="auto">
            <a:xfrm>
              <a:off x="1264" y="3974"/>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37908" name="Line 23">
              <a:extLst>
                <a:ext uri="{FF2B5EF4-FFF2-40B4-BE49-F238E27FC236}">
                  <a16:creationId xmlns:a16="http://schemas.microsoft.com/office/drawing/2014/main" id="{2F101247-C3C6-419B-9CAE-52E65C923AA2}"/>
                </a:ext>
              </a:extLst>
            </p:cNvPr>
            <p:cNvSpPr>
              <a:spLocks noChangeShapeType="1"/>
            </p:cNvSpPr>
            <p:nvPr/>
          </p:nvSpPr>
          <p:spPr bwMode="auto">
            <a:xfrm flipV="1">
              <a:off x="1151" y="4088"/>
              <a:ext cx="1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7909" name="Line 25">
              <a:extLst>
                <a:ext uri="{FF2B5EF4-FFF2-40B4-BE49-F238E27FC236}">
                  <a16:creationId xmlns:a16="http://schemas.microsoft.com/office/drawing/2014/main" id="{EEBC1C0F-7A94-4589-A90A-FA69974DD057}"/>
                </a:ext>
              </a:extLst>
            </p:cNvPr>
            <p:cNvSpPr>
              <a:spLocks noChangeShapeType="1"/>
            </p:cNvSpPr>
            <p:nvPr/>
          </p:nvSpPr>
          <p:spPr bwMode="auto">
            <a:xfrm>
              <a:off x="1125" y="2473"/>
              <a:ext cx="190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7910" name="Line 26">
              <a:extLst>
                <a:ext uri="{FF2B5EF4-FFF2-40B4-BE49-F238E27FC236}">
                  <a16:creationId xmlns:a16="http://schemas.microsoft.com/office/drawing/2014/main" id="{D87D5FD8-3513-452F-A9B1-81084DAFC44A}"/>
                </a:ext>
              </a:extLst>
            </p:cNvPr>
            <p:cNvSpPr>
              <a:spLocks noChangeShapeType="1"/>
            </p:cNvSpPr>
            <p:nvPr/>
          </p:nvSpPr>
          <p:spPr bwMode="auto">
            <a:xfrm>
              <a:off x="1139"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7911" name="Rectangle 27">
              <a:extLst>
                <a:ext uri="{FF2B5EF4-FFF2-40B4-BE49-F238E27FC236}">
                  <a16:creationId xmlns:a16="http://schemas.microsoft.com/office/drawing/2014/main" id="{38885F55-73D9-4C96-8DC6-67A5B8E0CDCE}"/>
                </a:ext>
              </a:extLst>
            </p:cNvPr>
            <p:cNvSpPr>
              <a:spLocks noChangeArrowheads="1"/>
            </p:cNvSpPr>
            <p:nvPr/>
          </p:nvSpPr>
          <p:spPr bwMode="auto">
            <a:xfrm>
              <a:off x="1094" y="2500"/>
              <a:ext cx="196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返回值和参数</a:t>
              </a:r>
            </a:p>
          </p:txBody>
        </p:sp>
        <p:grpSp>
          <p:nvGrpSpPr>
            <p:cNvPr id="37912" name="Group 29">
              <a:extLst>
                <a:ext uri="{FF2B5EF4-FFF2-40B4-BE49-F238E27FC236}">
                  <a16:creationId xmlns:a16="http://schemas.microsoft.com/office/drawing/2014/main" id="{EC86C7B5-B479-4611-85B7-784D22B10789}"/>
                </a:ext>
              </a:extLst>
            </p:cNvPr>
            <p:cNvGrpSpPr>
              <a:grpSpLocks/>
            </p:cNvGrpSpPr>
            <p:nvPr/>
          </p:nvGrpSpPr>
          <p:grpSpPr bwMode="auto">
            <a:xfrm>
              <a:off x="158" y="2574"/>
              <a:ext cx="919" cy="351"/>
              <a:chOff x="171" y="1281"/>
              <a:chExt cx="919" cy="351"/>
            </a:xfrm>
          </p:grpSpPr>
          <p:sp>
            <p:nvSpPr>
              <p:cNvPr id="37913" name="Rectangle 30">
                <a:extLst>
                  <a:ext uri="{FF2B5EF4-FFF2-40B4-BE49-F238E27FC236}">
                    <a16:creationId xmlns:a16="http://schemas.microsoft.com/office/drawing/2014/main" id="{E64F89FD-A566-4F26-959F-5B0C16A87360}"/>
                  </a:ext>
                </a:extLst>
              </p:cNvPr>
              <p:cNvSpPr>
                <a:spLocks noChangeArrowheads="1"/>
              </p:cNvSpPr>
              <p:nvPr/>
            </p:nvSpPr>
            <p:spPr bwMode="auto">
              <a:xfrm>
                <a:off x="171"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solidFill>
                      <a:schemeClr val="bg1">
                        <a:lumMod val="75000"/>
                      </a:schemeClr>
                    </a:solidFill>
                    <a:latin typeface="+mn-lt"/>
                    <a:ea typeface="+mn-ea"/>
                  </a:rPr>
                  <a:t>top_sp</a:t>
                </a:r>
                <a:r>
                  <a:rPr lang="en-US" altLang="zh-CN" sz="1000" i="1" dirty="0">
                    <a:solidFill>
                      <a:schemeClr val="bg1">
                        <a:lumMod val="75000"/>
                      </a:schemeClr>
                    </a:solidFill>
                    <a:latin typeface="+mn-lt"/>
                    <a:ea typeface="+mn-ea"/>
                  </a:rPr>
                  <a:t> </a:t>
                </a:r>
                <a:endParaRPr lang="en-US" altLang="zh-CN" sz="1000" dirty="0">
                  <a:solidFill>
                    <a:schemeClr val="bg1">
                      <a:lumMod val="75000"/>
                    </a:schemeClr>
                  </a:solidFill>
                  <a:latin typeface="+mn-lt"/>
                  <a:ea typeface="+mn-ea"/>
                </a:endParaRPr>
              </a:p>
            </p:txBody>
          </p:sp>
          <p:sp>
            <p:nvSpPr>
              <p:cNvPr id="37914" name="Line 31">
                <a:extLst>
                  <a:ext uri="{FF2B5EF4-FFF2-40B4-BE49-F238E27FC236}">
                    <a16:creationId xmlns:a16="http://schemas.microsoft.com/office/drawing/2014/main" id="{46FD7711-4DC0-4309-A2FA-34DEBBB8C44C}"/>
                  </a:ext>
                </a:extLst>
              </p:cNvPr>
              <p:cNvSpPr>
                <a:spLocks noChangeShapeType="1"/>
              </p:cNvSpPr>
              <p:nvPr/>
            </p:nvSpPr>
            <p:spPr bwMode="auto">
              <a:xfrm>
                <a:off x="839" y="1536"/>
                <a:ext cx="251" cy="0"/>
              </a:xfrm>
              <a:prstGeom prst="line">
                <a:avLst/>
              </a:prstGeom>
              <a:noFill/>
              <a:ln w="25400">
                <a:solidFill>
                  <a:srgbClr val="4D4D4D"/>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grpSp>
      <p:grpSp>
        <p:nvGrpSpPr>
          <p:cNvPr id="7" name="组合 6">
            <a:extLst>
              <a:ext uri="{FF2B5EF4-FFF2-40B4-BE49-F238E27FC236}">
                <a16:creationId xmlns:a16="http://schemas.microsoft.com/office/drawing/2014/main" id="{5014CD5B-1B79-16FF-A362-BBABBFCABA9C}"/>
              </a:ext>
            </a:extLst>
          </p:cNvPr>
          <p:cNvGrpSpPr/>
          <p:nvPr/>
        </p:nvGrpSpPr>
        <p:grpSpPr>
          <a:xfrm>
            <a:off x="4827588" y="1939409"/>
            <a:ext cx="899862" cy="4874121"/>
            <a:chOff x="4827588" y="1939409"/>
            <a:chExt cx="899862" cy="4874121"/>
          </a:xfrm>
        </p:grpSpPr>
        <p:sp>
          <p:nvSpPr>
            <p:cNvPr id="3" name="文本框 2">
              <a:extLst>
                <a:ext uri="{FF2B5EF4-FFF2-40B4-BE49-F238E27FC236}">
                  <a16:creationId xmlns:a16="http://schemas.microsoft.com/office/drawing/2014/main" id="{32BEC25A-B327-610C-5104-EA1F0815EDB6}"/>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4" name="文本框 3">
              <a:extLst>
                <a:ext uri="{FF2B5EF4-FFF2-40B4-BE49-F238E27FC236}">
                  <a16:creationId xmlns:a16="http://schemas.microsoft.com/office/drawing/2014/main" id="{F5793F3E-792C-DA5F-0065-B0DFC9301689}"/>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48A544F1-1BDB-3DDC-D4FE-12DB8274E872}"/>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9" name="Rectangle 24">
            <a:extLst>
              <a:ext uri="{FF2B5EF4-FFF2-40B4-BE49-F238E27FC236}">
                <a16:creationId xmlns:a16="http://schemas.microsoft.com/office/drawing/2014/main" id="{996078C3-AC1A-F618-D8FC-A01842C3B557}"/>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5" name="日期占位符 4">
            <a:extLst>
              <a:ext uri="{FF2B5EF4-FFF2-40B4-BE49-F238E27FC236}">
                <a16:creationId xmlns:a16="http://schemas.microsoft.com/office/drawing/2014/main" id="{D22E74DE-7B0B-7451-F1C2-56BFCE6EEA29}"/>
              </a:ext>
            </a:extLst>
          </p:cNvPr>
          <p:cNvSpPr>
            <a:spLocks noGrp="1"/>
          </p:cNvSpPr>
          <p:nvPr>
            <p:ph type="dt" sz="half" idx="10"/>
          </p:nvPr>
        </p:nvSpPr>
        <p:spPr/>
        <p:txBody>
          <a:bodyPr/>
          <a:lstStyle/>
          <a:p>
            <a:fld id="{25751FD5-9103-4B5F-8031-4AFF59B74722}" type="datetime2">
              <a:rPr lang="zh-CN" altLang="en-US" smtClean="0"/>
              <a:t>2025年6月11日</a:t>
            </a:fld>
            <a:endParaRPr lang="zh-CN" altLang="en-US" dirty="0"/>
          </a:p>
        </p:txBody>
      </p:sp>
      <p:sp>
        <p:nvSpPr>
          <p:cNvPr id="8" name="页脚占位符 7">
            <a:extLst>
              <a:ext uri="{FF2B5EF4-FFF2-40B4-BE49-F238E27FC236}">
                <a16:creationId xmlns:a16="http://schemas.microsoft.com/office/drawing/2014/main" id="{3D3EF51C-C73A-05E7-D699-A01F9B60C64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E534BC70-F25E-0105-6283-1EBDEB8CEC97}"/>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B2C4914-E8B4-47A9-ABEE-5B6BF4013242}"/>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0E1980B7-308A-4C0A-8919-6B3E78AF1E4F}"/>
              </a:ext>
            </a:extLst>
          </p:cNvPr>
          <p:cNvSpPr>
            <a:spLocks noGrp="1"/>
          </p:cNvSpPr>
          <p:nvPr>
            <p:ph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、过程</a:t>
            </a:r>
            <a:r>
              <a:rPr lang="en-US" altLang="zh-CN" dirty="0"/>
              <a:t>p</a:t>
            </a:r>
            <a:r>
              <a:rPr lang="zh-CN" altLang="en-US" dirty="0"/>
              <a:t>调用过程</a:t>
            </a:r>
            <a:r>
              <a:rPr lang="en-US" altLang="zh-CN" dirty="0"/>
              <a:t>q</a:t>
            </a:r>
            <a:r>
              <a:rPr lang="zh-CN" altLang="en-US" dirty="0"/>
              <a:t>的调用序列</a:t>
            </a:r>
          </a:p>
          <a:p>
            <a:endParaRPr lang="zh-CN" altLang="en-US" dirty="0"/>
          </a:p>
        </p:txBody>
      </p:sp>
      <p:sp>
        <p:nvSpPr>
          <p:cNvPr id="38916" name="Rectangle 23">
            <a:extLst>
              <a:ext uri="{FF2B5EF4-FFF2-40B4-BE49-F238E27FC236}">
                <a16:creationId xmlns:a16="http://schemas.microsoft.com/office/drawing/2014/main" id="{D6DDB034-CAC3-4E5D-AECA-4C6A0BD3E9C5}"/>
              </a:ext>
            </a:extLst>
          </p:cNvPr>
          <p:cNvSpPr>
            <a:spLocks noChangeArrowheads="1"/>
          </p:cNvSpPr>
          <p:nvPr/>
        </p:nvSpPr>
        <p:spPr bwMode="auto">
          <a:xfrm>
            <a:off x="5292725" y="2393950"/>
            <a:ext cx="33750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p>
            <a:r>
              <a:rPr lang="en-US" altLang="zh-CN" sz="3200" dirty="0"/>
              <a:t>(2) p</a:t>
            </a:r>
            <a:r>
              <a:rPr lang="zh-CN" altLang="en-US" sz="3200" dirty="0"/>
              <a:t>把返回地址和当前</a:t>
            </a:r>
            <a:r>
              <a:rPr lang="en-US" altLang="zh-CN" sz="3200" b="1" dirty="0" err="1"/>
              <a:t>base_sp</a:t>
            </a:r>
            <a:r>
              <a:rPr lang="zh-CN" altLang="en-US" sz="3200" dirty="0"/>
              <a:t>的值存入</a:t>
            </a:r>
            <a:r>
              <a:rPr lang="en-US" altLang="zh-CN" sz="3200" b="1" dirty="0"/>
              <a:t>q</a:t>
            </a:r>
            <a:r>
              <a:rPr lang="zh-CN" altLang="en-US" sz="3200" dirty="0"/>
              <a:t>的活动记录中，建立</a:t>
            </a:r>
            <a:r>
              <a:rPr lang="en-US" altLang="zh-CN" sz="3200" b="1" dirty="0"/>
              <a:t>q</a:t>
            </a:r>
            <a:r>
              <a:rPr lang="zh-CN" altLang="en-US" sz="3200" dirty="0"/>
              <a:t>的访问链，减小</a:t>
            </a:r>
            <a:r>
              <a:rPr lang="en-US" altLang="zh-CN" sz="3200" b="1" dirty="0" err="1"/>
              <a:t>base_sp</a:t>
            </a:r>
            <a:r>
              <a:rPr lang="zh-CN" altLang="en-US" sz="3200" dirty="0"/>
              <a:t>的值</a:t>
            </a:r>
          </a:p>
        </p:txBody>
      </p:sp>
      <p:grpSp>
        <p:nvGrpSpPr>
          <p:cNvPr id="38917" name="Group 43">
            <a:extLst>
              <a:ext uri="{FF2B5EF4-FFF2-40B4-BE49-F238E27FC236}">
                <a16:creationId xmlns:a16="http://schemas.microsoft.com/office/drawing/2014/main" id="{47B41BA7-538F-4178-B3AA-5ABC1882F9B9}"/>
              </a:ext>
            </a:extLst>
          </p:cNvPr>
          <p:cNvGrpSpPr>
            <a:grpSpLocks/>
          </p:cNvGrpSpPr>
          <p:nvPr/>
        </p:nvGrpSpPr>
        <p:grpSpPr bwMode="auto">
          <a:xfrm>
            <a:off x="114300" y="2057400"/>
            <a:ext cx="4879975" cy="4730750"/>
            <a:chOff x="72" y="1296"/>
            <a:chExt cx="3074" cy="2980"/>
          </a:xfrm>
        </p:grpSpPr>
        <p:grpSp>
          <p:nvGrpSpPr>
            <p:cNvPr id="38918" name="Group 36">
              <a:extLst>
                <a:ext uri="{FF2B5EF4-FFF2-40B4-BE49-F238E27FC236}">
                  <a16:creationId xmlns:a16="http://schemas.microsoft.com/office/drawing/2014/main" id="{30E1A20B-7C6E-49C5-9E7B-93F2655F0CB5}"/>
                </a:ext>
              </a:extLst>
            </p:cNvPr>
            <p:cNvGrpSpPr>
              <a:grpSpLocks/>
            </p:cNvGrpSpPr>
            <p:nvPr/>
          </p:nvGrpSpPr>
          <p:grpSpPr bwMode="auto">
            <a:xfrm>
              <a:off x="72" y="1296"/>
              <a:ext cx="3074" cy="2980"/>
              <a:chOff x="72" y="1296"/>
              <a:chExt cx="3074" cy="2980"/>
            </a:xfrm>
          </p:grpSpPr>
          <p:sp>
            <p:nvSpPr>
              <p:cNvPr id="38925" name="Rectangle 4">
                <a:extLst>
                  <a:ext uri="{FF2B5EF4-FFF2-40B4-BE49-F238E27FC236}">
                    <a16:creationId xmlns:a16="http://schemas.microsoft.com/office/drawing/2014/main" id="{1B6B6A09-20D5-4D75-94DE-387D8F6FFEA5}"/>
                  </a:ext>
                </a:extLst>
              </p:cNvPr>
              <p:cNvSpPr>
                <a:spLocks noChangeArrowheads="1"/>
              </p:cNvSpPr>
              <p:nvPr/>
            </p:nvSpPr>
            <p:spPr bwMode="auto">
              <a:xfrm>
                <a:off x="1114" y="1522"/>
                <a:ext cx="1939" cy="275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38926" name="Line 5">
                <a:extLst>
                  <a:ext uri="{FF2B5EF4-FFF2-40B4-BE49-F238E27FC236}">
                    <a16:creationId xmlns:a16="http://schemas.microsoft.com/office/drawing/2014/main" id="{3ABD0809-DA5B-4631-95F4-BCAEA5FFD3A4}"/>
                  </a:ext>
                </a:extLst>
              </p:cNvPr>
              <p:cNvSpPr>
                <a:spLocks noChangeShapeType="1"/>
              </p:cNvSpPr>
              <p:nvPr/>
            </p:nvSpPr>
            <p:spPr bwMode="auto">
              <a:xfrm flipV="1">
                <a:off x="1148" y="3186"/>
                <a:ext cx="189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27" name="Line 6">
                <a:extLst>
                  <a:ext uri="{FF2B5EF4-FFF2-40B4-BE49-F238E27FC236}">
                    <a16:creationId xmlns:a16="http://schemas.microsoft.com/office/drawing/2014/main" id="{BAC155B6-BB54-41F1-9F47-EF30AF986F32}"/>
                  </a:ext>
                </a:extLst>
              </p:cNvPr>
              <p:cNvSpPr>
                <a:spLocks noChangeShapeType="1"/>
              </p:cNvSpPr>
              <p:nvPr/>
            </p:nvSpPr>
            <p:spPr bwMode="auto">
              <a:xfrm flipV="1">
                <a:off x="1151" y="3748"/>
                <a:ext cx="187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28" name="Line 7">
                <a:extLst>
                  <a:ext uri="{FF2B5EF4-FFF2-40B4-BE49-F238E27FC236}">
                    <a16:creationId xmlns:a16="http://schemas.microsoft.com/office/drawing/2014/main" id="{74EA566F-1299-46FF-BAB8-784F00E27D4F}"/>
                  </a:ext>
                </a:extLst>
              </p:cNvPr>
              <p:cNvSpPr>
                <a:spLocks noChangeShapeType="1"/>
              </p:cNvSpPr>
              <p:nvPr/>
            </p:nvSpPr>
            <p:spPr bwMode="auto">
              <a:xfrm>
                <a:off x="1139"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29" name="Rectangle 8">
                <a:extLst>
                  <a:ext uri="{FF2B5EF4-FFF2-40B4-BE49-F238E27FC236}">
                    <a16:creationId xmlns:a16="http://schemas.microsoft.com/office/drawing/2014/main" id="{E975A9DB-C55F-4AFA-95FC-2475F4ED25A1}"/>
                  </a:ext>
                </a:extLst>
              </p:cNvPr>
              <p:cNvSpPr>
                <a:spLocks noChangeArrowheads="1"/>
              </p:cNvSpPr>
              <p:nvPr/>
            </p:nvSpPr>
            <p:spPr bwMode="auto">
              <a:xfrm>
                <a:off x="1123" y="1338"/>
                <a:ext cx="1913" cy="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b="0">
                  <a:latin typeface="+mn-lt"/>
                  <a:ea typeface="+mn-ea"/>
                </a:endParaRPr>
              </a:p>
            </p:txBody>
          </p:sp>
          <p:sp>
            <p:nvSpPr>
              <p:cNvPr id="38930" name="Rectangle 9">
                <a:extLst>
                  <a:ext uri="{FF2B5EF4-FFF2-40B4-BE49-F238E27FC236}">
                    <a16:creationId xmlns:a16="http://schemas.microsoft.com/office/drawing/2014/main" id="{03048390-33D6-430C-984E-E3AA7F59A309}"/>
                  </a:ext>
                </a:extLst>
              </p:cNvPr>
              <p:cNvSpPr>
                <a:spLocks noChangeArrowheads="1"/>
              </p:cNvSpPr>
              <p:nvPr/>
            </p:nvSpPr>
            <p:spPr bwMode="auto">
              <a:xfrm>
                <a:off x="1122" y="3719"/>
                <a:ext cx="192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38931" name="Line 10">
                <a:extLst>
                  <a:ext uri="{FF2B5EF4-FFF2-40B4-BE49-F238E27FC236}">
                    <a16:creationId xmlns:a16="http://schemas.microsoft.com/office/drawing/2014/main" id="{3406124A-7D30-4A06-93D7-085C4FB0A4B8}"/>
                  </a:ext>
                </a:extLst>
              </p:cNvPr>
              <p:cNvSpPr>
                <a:spLocks noChangeShapeType="1"/>
              </p:cNvSpPr>
              <p:nvPr/>
            </p:nvSpPr>
            <p:spPr bwMode="auto">
              <a:xfrm>
                <a:off x="3050" y="1307"/>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32" name="Line 11">
                <a:extLst>
                  <a:ext uri="{FF2B5EF4-FFF2-40B4-BE49-F238E27FC236}">
                    <a16:creationId xmlns:a16="http://schemas.microsoft.com/office/drawing/2014/main" id="{BAEB6C75-E4DE-45E6-A5B0-49D4A0111CA8}"/>
                  </a:ext>
                </a:extLst>
              </p:cNvPr>
              <p:cNvSpPr>
                <a:spLocks noChangeShapeType="1"/>
              </p:cNvSpPr>
              <p:nvPr/>
            </p:nvSpPr>
            <p:spPr bwMode="auto">
              <a:xfrm>
                <a:off x="1113" y="1296"/>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33" name="Rectangle 13">
                <a:extLst>
                  <a:ext uri="{FF2B5EF4-FFF2-40B4-BE49-F238E27FC236}">
                    <a16:creationId xmlns:a16="http://schemas.microsoft.com/office/drawing/2014/main" id="{1E215A33-0D7C-40A7-9E39-A961CD8A375C}"/>
                  </a:ext>
                </a:extLst>
              </p:cNvPr>
              <p:cNvSpPr>
                <a:spLocks noChangeArrowheads="1"/>
              </p:cNvSpPr>
              <p:nvPr/>
            </p:nvSpPr>
            <p:spPr bwMode="auto">
              <a:xfrm>
                <a:off x="187" y="1536"/>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38934" name="Line 14">
                <a:extLst>
                  <a:ext uri="{FF2B5EF4-FFF2-40B4-BE49-F238E27FC236}">
                    <a16:creationId xmlns:a16="http://schemas.microsoft.com/office/drawing/2014/main" id="{7357523B-873B-4C36-BD0B-B66D48A8F8F8}"/>
                  </a:ext>
                </a:extLst>
              </p:cNvPr>
              <p:cNvSpPr>
                <a:spLocks noChangeShapeType="1"/>
              </p:cNvSpPr>
              <p:nvPr/>
            </p:nvSpPr>
            <p:spPr bwMode="auto">
              <a:xfrm>
                <a:off x="855" y="1791"/>
                <a:ext cx="239" cy="25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35" name="Rectangle 16">
                <a:extLst>
                  <a:ext uri="{FF2B5EF4-FFF2-40B4-BE49-F238E27FC236}">
                    <a16:creationId xmlns:a16="http://schemas.microsoft.com/office/drawing/2014/main" id="{DD081AEC-D73A-4DC5-BE63-FB3E97AC535A}"/>
                  </a:ext>
                </a:extLst>
              </p:cNvPr>
              <p:cNvSpPr>
                <a:spLocks noChangeArrowheads="1"/>
              </p:cNvSpPr>
              <p:nvPr/>
            </p:nvSpPr>
            <p:spPr bwMode="auto">
              <a:xfrm>
                <a:off x="72"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38936" name="Line 17">
                <a:extLst>
                  <a:ext uri="{FF2B5EF4-FFF2-40B4-BE49-F238E27FC236}">
                    <a16:creationId xmlns:a16="http://schemas.microsoft.com/office/drawing/2014/main" id="{F51CA5E1-6ACF-47B5-8106-6CE2EB82041D}"/>
                  </a:ext>
                </a:extLst>
              </p:cNvPr>
              <p:cNvSpPr>
                <a:spLocks noChangeShapeType="1"/>
              </p:cNvSpPr>
              <p:nvPr/>
            </p:nvSpPr>
            <p:spPr bwMode="auto">
              <a:xfrm>
                <a:off x="868" y="2075"/>
                <a:ext cx="2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37" name="Freeform 18">
                <a:extLst>
                  <a:ext uri="{FF2B5EF4-FFF2-40B4-BE49-F238E27FC236}">
                    <a16:creationId xmlns:a16="http://schemas.microsoft.com/office/drawing/2014/main" id="{12E4C328-7358-4F68-9985-10BEA405E61C}"/>
                  </a:ext>
                </a:extLst>
              </p:cNvPr>
              <p:cNvSpPr>
                <a:spLocks/>
              </p:cNvSpPr>
              <p:nvPr/>
            </p:nvSpPr>
            <p:spPr bwMode="auto">
              <a:xfrm flipV="1">
                <a:off x="782"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38938" name="Rectangle 19">
                <a:extLst>
                  <a:ext uri="{FF2B5EF4-FFF2-40B4-BE49-F238E27FC236}">
                    <a16:creationId xmlns:a16="http://schemas.microsoft.com/office/drawing/2014/main" id="{B2D035E3-BDB1-43B2-8E82-7C187F4626F4}"/>
                  </a:ext>
                </a:extLst>
              </p:cNvPr>
              <p:cNvSpPr>
                <a:spLocks noChangeArrowheads="1"/>
              </p:cNvSpPr>
              <p:nvPr/>
            </p:nvSpPr>
            <p:spPr bwMode="auto">
              <a:xfrm>
                <a:off x="1122" y="2812"/>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38939" name="Rectangle 20">
                <a:extLst>
                  <a:ext uri="{FF2B5EF4-FFF2-40B4-BE49-F238E27FC236}">
                    <a16:creationId xmlns:a16="http://schemas.microsoft.com/office/drawing/2014/main" id="{D88A7A8B-75CA-400D-A4F7-927304A16ED1}"/>
                  </a:ext>
                </a:extLst>
              </p:cNvPr>
              <p:cNvSpPr>
                <a:spLocks noChangeArrowheads="1"/>
              </p:cNvSpPr>
              <p:nvPr/>
            </p:nvSpPr>
            <p:spPr bwMode="auto">
              <a:xfrm>
                <a:off x="1094" y="3152"/>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38940" name="Rectangle 21">
                <a:extLst>
                  <a:ext uri="{FF2B5EF4-FFF2-40B4-BE49-F238E27FC236}">
                    <a16:creationId xmlns:a16="http://schemas.microsoft.com/office/drawing/2014/main" id="{9675E80B-B0C6-4B72-999D-8269E7ECA791}"/>
                  </a:ext>
                </a:extLst>
              </p:cNvPr>
              <p:cNvSpPr>
                <a:spLocks noChangeArrowheads="1"/>
              </p:cNvSpPr>
              <p:nvPr/>
            </p:nvSpPr>
            <p:spPr bwMode="auto">
              <a:xfrm>
                <a:off x="1264" y="3974"/>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38941" name="Line 22">
                <a:extLst>
                  <a:ext uri="{FF2B5EF4-FFF2-40B4-BE49-F238E27FC236}">
                    <a16:creationId xmlns:a16="http://schemas.microsoft.com/office/drawing/2014/main" id="{A79C1396-D7BC-43B1-81C8-32DEE16AA2E5}"/>
                  </a:ext>
                </a:extLst>
              </p:cNvPr>
              <p:cNvSpPr>
                <a:spLocks noChangeShapeType="1"/>
              </p:cNvSpPr>
              <p:nvPr/>
            </p:nvSpPr>
            <p:spPr bwMode="auto">
              <a:xfrm flipV="1">
                <a:off x="1151" y="4088"/>
                <a:ext cx="1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42" name="Line 24">
                <a:extLst>
                  <a:ext uri="{FF2B5EF4-FFF2-40B4-BE49-F238E27FC236}">
                    <a16:creationId xmlns:a16="http://schemas.microsoft.com/office/drawing/2014/main" id="{E69D3D50-3A13-44BB-A1DA-32944DB9BC03}"/>
                  </a:ext>
                </a:extLst>
              </p:cNvPr>
              <p:cNvSpPr>
                <a:spLocks noChangeShapeType="1"/>
              </p:cNvSpPr>
              <p:nvPr/>
            </p:nvSpPr>
            <p:spPr bwMode="auto">
              <a:xfrm>
                <a:off x="1122" y="2472"/>
                <a:ext cx="190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43" name="Line 25">
                <a:extLst>
                  <a:ext uri="{FF2B5EF4-FFF2-40B4-BE49-F238E27FC236}">
                    <a16:creationId xmlns:a16="http://schemas.microsoft.com/office/drawing/2014/main" id="{9C46C4B2-BEF7-42E9-9CBB-03ADD2AA624B}"/>
                  </a:ext>
                </a:extLst>
              </p:cNvPr>
              <p:cNvSpPr>
                <a:spLocks noChangeShapeType="1"/>
              </p:cNvSpPr>
              <p:nvPr/>
            </p:nvSpPr>
            <p:spPr bwMode="auto">
              <a:xfrm>
                <a:off x="1139"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44" name="Rectangle 26">
                <a:extLst>
                  <a:ext uri="{FF2B5EF4-FFF2-40B4-BE49-F238E27FC236}">
                    <a16:creationId xmlns:a16="http://schemas.microsoft.com/office/drawing/2014/main" id="{0F2118A5-2B6B-45F8-AE89-237B5665088F}"/>
                  </a:ext>
                </a:extLst>
              </p:cNvPr>
              <p:cNvSpPr>
                <a:spLocks noChangeArrowheads="1"/>
              </p:cNvSpPr>
              <p:nvPr/>
            </p:nvSpPr>
            <p:spPr bwMode="auto">
              <a:xfrm>
                <a:off x="1093" y="2492"/>
                <a:ext cx="196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返回值和参数</a:t>
                </a:r>
              </a:p>
            </p:txBody>
          </p:sp>
          <p:sp>
            <p:nvSpPr>
              <p:cNvPr id="38945" name="Line 30">
                <a:extLst>
                  <a:ext uri="{FF2B5EF4-FFF2-40B4-BE49-F238E27FC236}">
                    <a16:creationId xmlns:a16="http://schemas.microsoft.com/office/drawing/2014/main" id="{21A2EAB1-D491-410F-98ED-764270E95B5B}"/>
                  </a:ext>
                </a:extLst>
              </p:cNvPr>
              <p:cNvSpPr>
                <a:spLocks noChangeShapeType="1"/>
              </p:cNvSpPr>
              <p:nvPr/>
            </p:nvSpPr>
            <p:spPr bwMode="auto">
              <a:xfrm>
                <a:off x="1151" y="2047"/>
                <a:ext cx="1917"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46" name="Line 31">
                <a:extLst>
                  <a:ext uri="{FF2B5EF4-FFF2-40B4-BE49-F238E27FC236}">
                    <a16:creationId xmlns:a16="http://schemas.microsoft.com/office/drawing/2014/main" id="{68C6B818-374F-48A1-BD9B-9D09AF90158E}"/>
                  </a:ext>
                </a:extLst>
              </p:cNvPr>
              <p:cNvSpPr>
                <a:spLocks noChangeShapeType="1"/>
              </p:cNvSpPr>
              <p:nvPr/>
            </p:nvSpPr>
            <p:spPr bwMode="auto">
              <a:xfrm>
                <a:off x="1125" y="2473"/>
                <a:ext cx="190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38947" name="Rectangle 32">
                <a:extLst>
                  <a:ext uri="{FF2B5EF4-FFF2-40B4-BE49-F238E27FC236}">
                    <a16:creationId xmlns:a16="http://schemas.microsoft.com/office/drawing/2014/main" id="{E1A10363-512D-41A7-98FE-072EC407DB35}"/>
                  </a:ext>
                </a:extLst>
              </p:cNvPr>
              <p:cNvSpPr>
                <a:spLocks noChangeArrowheads="1"/>
              </p:cNvSpPr>
              <p:nvPr/>
            </p:nvSpPr>
            <p:spPr bwMode="auto">
              <a:xfrm>
                <a:off x="1122" y="2075"/>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控制链和返回地址</a:t>
                </a:r>
                <a:endParaRPr lang="en-US" altLang="zh-CN" sz="2800" b="0">
                  <a:latin typeface="+mn-lt"/>
                  <a:ea typeface="+mn-ea"/>
                </a:endParaRPr>
              </a:p>
            </p:txBody>
          </p:sp>
          <p:sp>
            <p:nvSpPr>
              <p:cNvPr id="38948" name="Freeform 33">
                <a:extLst>
                  <a:ext uri="{FF2B5EF4-FFF2-40B4-BE49-F238E27FC236}">
                    <a16:creationId xmlns:a16="http://schemas.microsoft.com/office/drawing/2014/main" id="{A3156F75-A435-4C29-83F6-6D614C3CD704}"/>
                  </a:ext>
                </a:extLst>
              </p:cNvPr>
              <p:cNvSpPr>
                <a:spLocks/>
              </p:cNvSpPr>
              <p:nvPr/>
            </p:nvSpPr>
            <p:spPr bwMode="auto">
              <a:xfrm>
                <a:off x="672" y="2106"/>
                <a:ext cx="431" cy="1203"/>
              </a:xfrm>
              <a:custGeom>
                <a:avLst/>
                <a:gdLst>
                  <a:gd name="T0" fmla="*/ 431 w 431"/>
                  <a:gd name="T1" fmla="*/ 0 h 1203"/>
                  <a:gd name="T2" fmla="*/ 177 w 431"/>
                  <a:gd name="T3" fmla="*/ 104 h 1203"/>
                  <a:gd name="T4" fmla="*/ 25 w 431"/>
                  <a:gd name="T5" fmla="*/ 396 h 1203"/>
                  <a:gd name="T6" fmla="*/ 29 w 431"/>
                  <a:gd name="T7" fmla="*/ 787 h 1203"/>
                  <a:gd name="T8" fmla="*/ 136 w 431"/>
                  <a:gd name="T9" fmla="*/ 1055 h 1203"/>
                  <a:gd name="T10" fmla="*/ 404 w 431"/>
                  <a:gd name="T11" fmla="*/ 1203 h 1203"/>
                  <a:gd name="T12" fmla="*/ 0 60000 65536"/>
                  <a:gd name="T13" fmla="*/ 0 60000 65536"/>
                  <a:gd name="T14" fmla="*/ 0 60000 65536"/>
                  <a:gd name="T15" fmla="*/ 0 60000 65536"/>
                  <a:gd name="T16" fmla="*/ 0 60000 65536"/>
                  <a:gd name="T17" fmla="*/ 0 60000 65536"/>
                  <a:gd name="T18" fmla="*/ 0 w 431"/>
                  <a:gd name="T19" fmla="*/ 0 h 1203"/>
                  <a:gd name="T20" fmla="*/ 431 w 431"/>
                  <a:gd name="T21" fmla="*/ 1203 h 1203"/>
                </a:gdLst>
                <a:ahLst/>
                <a:cxnLst>
                  <a:cxn ang="T12">
                    <a:pos x="T0" y="T1"/>
                  </a:cxn>
                  <a:cxn ang="T13">
                    <a:pos x="T2" y="T3"/>
                  </a:cxn>
                  <a:cxn ang="T14">
                    <a:pos x="T4" y="T5"/>
                  </a:cxn>
                  <a:cxn ang="T15">
                    <a:pos x="T6" y="T7"/>
                  </a:cxn>
                  <a:cxn ang="T16">
                    <a:pos x="T8" y="T9"/>
                  </a:cxn>
                  <a:cxn ang="T17">
                    <a:pos x="T10" y="T11"/>
                  </a:cxn>
                </a:cxnLst>
                <a:rect l="T18" t="T19" r="T20" b="T21"/>
                <a:pathLst>
                  <a:path w="431" h="1203">
                    <a:moveTo>
                      <a:pt x="431" y="0"/>
                    </a:moveTo>
                    <a:cubicBezTo>
                      <a:pt x="389" y="17"/>
                      <a:pt x="245" y="38"/>
                      <a:pt x="177" y="104"/>
                    </a:cubicBezTo>
                    <a:cubicBezTo>
                      <a:pt x="109" y="170"/>
                      <a:pt x="50" y="282"/>
                      <a:pt x="25" y="396"/>
                    </a:cubicBezTo>
                    <a:cubicBezTo>
                      <a:pt x="0" y="510"/>
                      <a:pt x="11" y="677"/>
                      <a:pt x="29" y="787"/>
                    </a:cubicBezTo>
                    <a:cubicBezTo>
                      <a:pt x="47" y="897"/>
                      <a:pt x="74" y="986"/>
                      <a:pt x="136" y="1055"/>
                    </a:cubicBezTo>
                    <a:cubicBezTo>
                      <a:pt x="198" y="1124"/>
                      <a:pt x="348" y="1172"/>
                      <a:pt x="404" y="1203"/>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grpSp>
        <p:grpSp>
          <p:nvGrpSpPr>
            <p:cNvPr id="38919" name="Group 37">
              <a:extLst>
                <a:ext uri="{FF2B5EF4-FFF2-40B4-BE49-F238E27FC236}">
                  <a16:creationId xmlns:a16="http://schemas.microsoft.com/office/drawing/2014/main" id="{526A72FB-11E9-42EA-877E-464781E85DA9}"/>
                </a:ext>
              </a:extLst>
            </p:cNvPr>
            <p:cNvGrpSpPr>
              <a:grpSpLocks/>
            </p:cNvGrpSpPr>
            <p:nvPr/>
          </p:nvGrpSpPr>
          <p:grpSpPr bwMode="auto">
            <a:xfrm>
              <a:off x="78" y="3057"/>
              <a:ext cx="1016" cy="350"/>
              <a:chOff x="73" y="1820"/>
              <a:chExt cx="1016" cy="350"/>
            </a:xfrm>
          </p:grpSpPr>
          <p:sp>
            <p:nvSpPr>
              <p:cNvPr id="38923" name="Rectangle 38">
                <a:extLst>
                  <a:ext uri="{FF2B5EF4-FFF2-40B4-BE49-F238E27FC236}">
                    <a16:creationId xmlns:a16="http://schemas.microsoft.com/office/drawing/2014/main" id="{8B833F0D-D124-40DC-8CC3-4B7E6D249286}"/>
                  </a:ext>
                </a:extLst>
              </p:cNvPr>
              <p:cNvSpPr>
                <a:spLocks noChangeArrowheads="1"/>
              </p:cNvSpPr>
              <p:nvPr/>
            </p:nvSpPr>
            <p:spPr bwMode="auto">
              <a:xfrm>
                <a:off x="73"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solidFill>
                      <a:schemeClr val="bg1">
                        <a:lumMod val="75000"/>
                      </a:schemeClr>
                    </a:solidFill>
                    <a:latin typeface="+mn-lt"/>
                    <a:ea typeface="+mn-ea"/>
                  </a:rPr>
                  <a:t>base_sp</a:t>
                </a:r>
                <a:r>
                  <a:rPr lang="en-US" altLang="zh-CN" sz="1000" i="1" dirty="0">
                    <a:solidFill>
                      <a:schemeClr val="bg1">
                        <a:lumMod val="75000"/>
                      </a:schemeClr>
                    </a:solidFill>
                    <a:latin typeface="+mn-lt"/>
                    <a:ea typeface="+mn-ea"/>
                  </a:rPr>
                  <a:t> </a:t>
                </a:r>
                <a:endParaRPr lang="en-US" altLang="zh-CN" sz="1000" dirty="0">
                  <a:solidFill>
                    <a:schemeClr val="bg1">
                      <a:lumMod val="75000"/>
                    </a:schemeClr>
                  </a:solidFill>
                  <a:latin typeface="+mn-lt"/>
                  <a:ea typeface="+mn-ea"/>
                </a:endParaRPr>
              </a:p>
            </p:txBody>
          </p:sp>
          <p:sp>
            <p:nvSpPr>
              <p:cNvPr id="38924" name="Line 39">
                <a:extLst>
                  <a:ext uri="{FF2B5EF4-FFF2-40B4-BE49-F238E27FC236}">
                    <a16:creationId xmlns:a16="http://schemas.microsoft.com/office/drawing/2014/main" id="{1A13F70E-2439-43FD-81B6-03A2A8AF4CA4}"/>
                  </a:ext>
                </a:extLst>
              </p:cNvPr>
              <p:cNvSpPr>
                <a:spLocks noChangeShapeType="1"/>
              </p:cNvSpPr>
              <p:nvPr/>
            </p:nvSpPr>
            <p:spPr bwMode="auto">
              <a:xfrm>
                <a:off x="839" y="2075"/>
                <a:ext cx="250" cy="0"/>
              </a:xfrm>
              <a:prstGeom prst="line">
                <a:avLst/>
              </a:prstGeom>
              <a:noFill/>
              <a:ln w="25400">
                <a:solidFill>
                  <a:srgbClr val="4D4D4D"/>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grpSp>
          <p:nvGrpSpPr>
            <p:cNvPr id="38920" name="Group 40">
              <a:extLst>
                <a:ext uri="{FF2B5EF4-FFF2-40B4-BE49-F238E27FC236}">
                  <a16:creationId xmlns:a16="http://schemas.microsoft.com/office/drawing/2014/main" id="{DD5AABB3-90AA-45C3-A6DF-521D88013D88}"/>
                </a:ext>
              </a:extLst>
            </p:cNvPr>
            <p:cNvGrpSpPr>
              <a:grpSpLocks/>
            </p:cNvGrpSpPr>
            <p:nvPr/>
          </p:nvGrpSpPr>
          <p:grpSpPr bwMode="auto">
            <a:xfrm>
              <a:off x="175" y="2217"/>
              <a:ext cx="919" cy="351"/>
              <a:chOff x="171" y="1281"/>
              <a:chExt cx="919" cy="351"/>
            </a:xfrm>
          </p:grpSpPr>
          <p:sp>
            <p:nvSpPr>
              <p:cNvPr id="38921" name="Rectangle 41">
                <a:extLst>
                  <a:ext uri="{FF2B5EF4-FFF2-40B4-BE49-F238E27FC236}">
                    <a16:creationId xmlns:a16="http://schemas.microsoft.com/office/drawing/2014/main" id="{560566D8-2711-4CB8-AA17-FDBB90550779}"/>
                  </a:ext>
                </a:extLst>
              </p:cNvPr>
              <p:cNvSpPr>
                <a:spLocks noChangeArrowheads="1"/>
              </p:cNvSpPr>
              <p:nvPr/>
            </p:nvSpPr>
            <p:spPr bwMode="auto">
              <a:xfrm>
                <a:off x="171"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solidFill>
                      <a:schemeClr val="bg1">
                        <a:lumMod val="75000"/>
                      </a:schemeClr>
                    </a:solidFill>
                    <a:latin typeface="+mn-lt"/>
                    <a:ea typeface="+mn-ea"/>
                  </a:rPr>
                  <a:t>top_sp</a:t>
                </a:r>
                <a:r>
                  <a:rPr lang="en-US" altLang="zh-CN" sz="1000" i="1" dirty="0">
                    <a:solidFill>
                      <a:schemeClr val="bg1">
                        <a:lumMod val="75000"/>
                      </a:schemeClr>
                    </a:solidFill>
                    <a:latin typeface="+mn-lt"/>
                    <a:ea typeface="+mn-ea"/>
                  </a:rPr>
                  <a:t> </a:t>
                </a:r>
                <a:endParaRPr lang="en-US" altLang="zh-CN" sz="1000" dirty="0">
                  <a:solidFill>
                    <a:schemeClr val="bg1">
                      <a:lumMod val="75000"/>
                    </a:schemeClr>
                  </a:solidFill>
                  <a:latin typeface="+mn-lt"/>
                  <a:ea typeface="+mn-ea"/>
                </a:endParaRPr>
              </a:p>
            </p:txBody>
          </p:sp>
          <p:sp>
            <p:nvSpPr>
              <p:cNvPr id="38922" name="Line 42">
                <a:extLst>
                  <a:ext uri="{FF2B5EF4-FFF2-40B4-BE49-F238E27FC236}">
                    <a16:creationId xmlns:a16="http://schemas.microsoft.com/office/drawing/2014/main" id="{A1EEAF24-31E4-495B-B9C4-C938F7ED2946}"/>
                  </a:ext>
                </a:extLst>
              </p:cNvPr>
              <p:cNvSpPr>
                <a:spLocks noChangeShapeType="1"/>
              </p:cNvSpPr>
              <p:nvPr/>
            </p:nvSpPr>
            <p:spPr bwMode="auto">
              <a:xfrm>
                <a:off x="839" y="1536"/>
                <a:ext cx="251" cy="0"/>
              </a:xfrm>
              <a:prstGeom prst="line">
                <a:avLst/>
              </a:prstGeom>
              <a:noFill/>
              <a:ln w="25400">
                <a:solidFill>
                  <a:srgbClr val="4D4D4D"/>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grpSp>
      <p:grpSp>
        <p:nvGrpSpPr>
          <p:cNvPr id="3" name="组合 2">
            <a:extLst>
              <a:ext uri="{FF2B5EF4-FFF2-40B4-BE49-F238E27FC236}">
                <a16:creationId xmlns:a16="http://schemas.microsoft.com/office/drawing/2014/main" id="{F73613F9-621F-EEAC-7A2F-6DA3876395ED}"/>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8A1FCBC8-745D-24F6-AB8D-55EF15DA90DF}"/>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CAB1310F-E21D-01D2-AB08-31228A4B6C49}"/>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A0A14C22-A1FF-FE3B-CC49-51EF6D561ABB}"/>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EABE6BC2-EDA0-A0ED-E7B7-CC6FDEF4B5AF}"/>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8" name="日期占位符 7">
            <a:extLst>
              <a:ext uri="{FF2B5EF4-FFF2-40B4-BE49-F238E27FC236}">
                <a16:creationId xmlns:a16="http://schemas.microsoft.com/office/drawing/2014/main" id="{FE948094-C0D8-CEB5-8114-9412F3243BCB}"/>
              </a:ext>
            </a:extLst>
          </p:cNvPr>
          <p:cNvSpPr>
            <a:spLocks noGrp="1"/>
          </p:cNvSpPr>
          <p:nvPr>
            <p:ph type="dt" sz="half" idx="10"/>
          </p:nvPr>
        </p:nvSpPr>
        <p:spPr/>
        <p:txBody>
          <a:bodyPr/>
          <a:lstStyle/>
          <a:p>
            <a:fld id="{11856447-B455-4396-8B81-E313E34A34D5}" type="datetime2">
              <a:rPr lang="zh-CN" altLang="en-US" smtClean="0"/>
              <a:t>2025年6月11日</a:t>
            </a:fld>
            <a:endParaRPr lang="zh-CN" altLang="en-US" dirty="0"/>
          </a:p>
        </p:txBody>
      </p:sp>
      <p:sp>
        <p:nvSpPr>
          <p:cNvPr id="9" name="页脚占位符 8">
            <a:extLst>
              <a:ext uri="{FF2B5EF4-FFF2-40B4-BE49-F238E27FC236}">
                <a16:creationId xmlns:a16="http://schemas.microsoft.com/office/drawing/2014/main" id="{39AF40CF-E983-ED74-36CB-15B95E3F17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881E400B-BF94-B2DF-CB4D-10B29EFEDA70}"/>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D7D617C-682F-42A3-BCD7-34096BCF3E2D}"/>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9BE31231-7824-4B3D-9AFA-AC07C45AFB1A}"/>
              </a:ext>
            </a:extLst>
          </p:cNvPr>
          <p:cNvSpPr>
            <a:spLocks noGrp="1"/>
          </p:cNvSpPr>
          <p:nvPr>
            <p:ph idx="1"/>
          </p:nvPr>
        </p:nvSpPr>
        <p:spPr/>
        <p:txBody>
          <a:bodyPr/>
          <a:lstStyle/>
          <a:p>
            <a:r>
              <a:rPr lang="en-US" altLang="zh-CN" dirty="0"/>
              <a:t>1</a:t>
            </a:r>
            <a:r>
              <a:rPr lang="zh-CN" altLang="en-US" dirty="0"/>
              <a:t>、过程</a:t>
            </a:r>
            <a:r>
              <a:rPr lang="en-US" altLang="zh-CN" dirty="0"/>
              <a:t>p</a:t>
            </a:r>
            <a:r>
              <a:rPr lang="zh-CN" altLang="en-US" dirty="0"/>
              <a:t>调用过程</a:t>
            </a:r>
            <a:r>
              <a:rPr lang="en-US" altLang="zh-CN" dirty="0"/>
              <a:t>q</a:t>
            </a:r>
            <a:r>
              <a:rPr lang="zh-CN" altLang="en-US" dirty="0"/>
              <a:t>的调用序列</a:t>
            </a:r>
          </a:p>
          <a:p>
            <a:endParaRPr lang="zh-CN" altLang="en-US" sz="2800" dirty="0"/>
          </a:p>
        </p:txBody>
      </p:sp>
      <p:sp>
        <p:nvSpPr>
          <p:cNvPr id="39940" name="Rectangle 22">
            <a:extLst>
              <a:ext uri="{FF2B5EF4-FFF2-40B4-BE49-F238E27FC236}">
                <a16:creationId xmlns:a16="http://schemas.microsoft.com/office/drawing/2014/main" id="{6B79A358-7816-485E-B359-CF151AB2ACD5}"/>
              </a:ext>
            </a:extLst>
          </p:cNvPr>
          <p:cNvSpPr>
            <a:spLocks noChangeArrowheads="1"/>
          </p:cNvSpPr>
          <p:nvPr/>
        </p:nvSpPr>
        <p:spPr bwMode="auto">
          <a:xfrm>
            <a:off x="5292725" y="2393950"/>
            <a:ext cx="33750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lt"/>
                <a:ea typeface="+mn-ea"/>
              </a:rPr>
              <a:t>(3) </a:t>
            </a:r>
            <a:r>
              <a:rPr lang="en-US" altLang="zh-CN" dirty="0">
                <a:latin typeface="+mn-lt"/>
                <a:ea typeface="+mn-ea"/>
              </a:rPr>
              <a:t>q</a:t>
            </a:r>
            <a:r>
              <a:rPr lang="zh-CN" altLang="en-US" b="0" dirty="0">
                <a:latin typeface="+mn-lt"/>
                <a:ea typeface="+mn-ea"/>
              </a:rPr>
              <a:t>保存寄存器的值和其它机器状态信息</a:t>
            </a:r>
          </a:p>
        </p:txBody>
      </p:sp>
      <p:grpSp>
        <p:nvGrpSpPr>
          <p:cNvPr id="39941" name="Group 30">
            <a:extLst>
              <a:ext uri="{FF2B5EF4-FFF2-40B4-BE49-F238E27FC236}">
                <a16:creationId xmlns:a16="http://schemas.microsoft.com/office/drawing/2014/main" id="{8F3297A4-A4FD-441A-9283-B9CED7D81D3C}"/>
              </a:ext>
            </a:extLst>
          </p:cNvPr>
          <p:cNvGrpSpPr>
            <a:grpSpLocks/>
          </p:cNvGrpSpPr>
          <p:nvPr/>
        </p:nvGrpSpPr>
        <p:grpSpPr bwMode="auto">
          <a:xfrm>
            <a:off x="114300" y="2057400"/>
            <a:ext cx="4862513" cy="4730750"/>
            <a:chOff x="72" y="1296"/>
            <a:chExt cx="3063" cy="2980"/>
          </a:xfrm>
          <a:noFill/>
        </p:grpSpPr>
        <p:sp>
          <p:nvSpPr>
            <p:cNvPr id="39942" name="Rectangle 4">
              <a:extLst>
                <a:ext uri="{FF2B5EF4-FFF2-40B4-BE49-F238E27FC236}">
                  <a16:creationId xmlns:a16="http://schemas.microsoft.com/office/drawing/2014/main" id="{3D383FE0-5398-458B-958F-08733B9E52A0}"/>
                </a:ext>
              </a:extLst>
            </p:cNvPr>
            <p:cNvSpPr>
              <a:spLocks noChangeArrowheads="1"/>
            </p:cNvSpPr>
            <p:nvPr/>
          </p:nvSpPr>
          <p:spPr bwMode="auto">
            <a:xfrm>
              <a:off x="1114" y="1522"/>
              <a:ext cx="1939" cy="2754"/>
            </a:xfrm>
            <a:prstGeom prst="rect">
              <a:avLst/>
            </a:prstGeom>
            <a:grpFill/>
            <a:ln w="25400">
              <a:solidFill>
                <a:schemeClr val="tx1"/>
              </a:solidFill>
              <a:miter lim="800000"/>
              <a:headEnd/>
              <a:tailEnd/>
            </a:ln>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39943" name="Line 5">
              <a:extLst>
                <a:ext uri="{FF2B5EF4-FFF2-40B4-BE49-F238E27FC236}">
                  <a16:creationId xmlns:a16="http://schemas.microsoft.com/office/drawing/2014/main" id="{5489886F-4350-48ED-81EE-E32C5FB8E10B}"/>
                </a:ext>
              </a:extLst>
            </p:cNvPr>
            <p:cNvSpPr>
              <a:spLocks noChangeShapeType="1"/>
            </p:cNvSpPr>
            <p:nvPr/>
          </p:nvSpPr>
          <p:spPr bwMode="auto">
            <a:xfrm flipV="1">
              <a:off x="1148" y="3186"/>
              <a:ext cx="1893" cy="0"/>
            </a:xfrm>
            <a:prstGeom prst="line">
              <a:avLst/>
            </a:prstGeom>
            <a:grpFill/>
            <a:ln w="25400">
              <a:solidFill>
                <a:schemeClr val="tx1"/>
              </a:solidFill>
              <a:prstDash val="dash"/>
              <a:round/>
              <a:headEnd/>
              <a:tailEnd/>
            </a:ln>
          </p:spPr>
          <p:txBody>
            <a:bodyPr lIns="54000" rIns="54000"/>
            <a:lstStyle/>
            <a:p>
              <a:endParaRPr lang="zh-CN" altLang="en-US"/>
            </a:p>
          </p:txBody>
        </p:sp>
        <p:sp>
          <p:nvSpPr>
            <p:cNvPr id="39944" name="Line 6">
              <a:extLst>
                <a:ext uri="{FF2B5EF4-FFF2-40B4-BE49-F238E27FC236}">
                  <a16:creationId xmlns:a16="http://schemas.microsoft.com/office/drawing/2014/main" id="{385A304B-E862-4FF2-8560-542BEE69B828}"/>
                </a:ext>
              </a:extLst>
            </p:cNvPr>
            <p:cNvSpPr>
              <a:spLocks noChangeShapeType="1"/>
            </p:cNvSpPr>
            <p:nvPr/>
          </p:nvSpPr>
          <p:spPr bwMode="auto">
            <a:xfrm flipV="1">
              <a:off x="1151" y="3748"/>
              <a:ext cx="1870" cy="0"/>
            </a:xfrm>
            <a:prstGeom prst="line">
              <a:avLst/>
            </a:prstGeom>
            <a:grpFill/>
            <a:ln w="25400">
              <a:solidFill>
                <a:schemeClr val="tx1"/>
              </a:solidFill>
              <a:prstDash val="dash"/>
              <a:round/>
              <a:headEnd/>
              <a:tailEnd/>
            </a:ln>
          </p:spPr>
          <p:txBody>
            <a:bodyPr lIns="54000" rIns="54000"/>
            <a:lstStyle/>
            <a:p>
              <a:endParaRPr lang="zh-CN" altLang="en-US"/>
            </a:p>
          </p:txBody>
        </p:sp>
        <p:sp>
          <p:nvSpPr>
            <p:cNvPr id="39945" name="Line 7">
              <a:extLst>
                <a:ext uri="{FF2B5EF4-FFF2-40B4-BE49-F238E27FC236}">
                  <a16:creationId xmlns:a16="http://schemas.microsoft.com/office/drawing/2014/main" id="{7642A289-91C3-4078-B35B-899505FA1CED}"/>
                </a:ext>
              </a:extLst>
            </p:cNvPr>
            <p:cNvSpPr>
              <a:spLocks noChangeShapeType="1"/>
            </p:cNvSpPr>
            <p:nvPr/>
          </p:nvSpPr>
          <p:spPr bwMode="auto">
            <a:xfrm>
              <a:off x="1139" y="2824"/>
              <a:ext cx="1905" cy="0"/>
            </a:xfrm>
            <a:prstGeom prst="line">
              <a:avLst/>
            </a:prstGeom>
            <a:grpFill/>
            <a:ln w="25400">
              <a:solidFill>
                <a:schemeClr val="tx1"/>
              </a:solidFill>
              <a:round/>
              <a:headEnd/>
              <a:tailEnd/>
            </a:ln>
          </p:spPr>
          <p:txBody>
            <a:bodyPr lIns="54000" rIns="54000"/>
            <a:lstStyle/>
            <a:p>
              <a:endParaRPr lang="zh-CN" altLang="en-US"/>
            </a:p>
          </p:txBody>
        </p:sp>
        <p:sp>
          <p:nvSpPr>
            <p:cNvPr id="39946" name="Rectangle 8">
              <a:extLst>
                <a:ext uri="{FF2B5EF4-FFF2-40B4-BE49-F238E27FC236}">
                  <a16:creationId xmlns:a16="http://schemas.microsoft.com/office/drawing/2014/main" id="{81C5C295-28E2-4899-BF9B-6E9E296FD185}"/>
                </a:ext>
              </a:extLst>
            </p:cNvPr>
            <p:cNvSpPr>
              <a:spLocks noChangeArrowheads="1"/>
            </p:cNvSpPr>
            <p:nvPr/>
          </p:nvSpPr>
          <p:spPr bwMode="auto">
            <a:xfrm>
              <a:off x="1123" y="1338"/>
              <a:ext cx="1913"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b="0">
                <a:latin typeface="+mn-lt"/>
                <a:ea typeface="+mn-ea"/>
              </a:endParaRPr>
            </a:p>
          </p:txBody>
        </p:sp>
        <p:sp>
          <p:nvSpPr>
            <p:cNvPr id="39947" name="Rectangle 9">
              <a:extLst>
                <a:ext uri="{FF2B5EF4-FFF2-40B4-BE49-F238E27FC236}">
                  <a16:creationId xmlns:a16="http://schemas.microsoft.com/office/drawing/2014/main" id="{2C3D6D9D-5822-4E7F-B40B-A3199DEB9FF0}"/>
                </a:ext>
              </a:extLst>
            </p:cNvPr>
            <p:cNvSpPr>
              <a:spLocks noChangeArrowheads="1"/>
            </p:cNvSpPr>
            <p:nvPr/>
          </p:nvSpPr>
          <p:spPr bwMode="auto">
            <a:xfrm>
              <a:off x="1122" y="3719"/>
              <a:ext cx="1920"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39948" name="Line 10">
              <a:extLst>
                <a:ext uri="{FF2B5EF4-FFF2-40B4-BE49-F238E27FC236}">
                  <a16:creationId xmlns:a16="http://schemas.microsoft.com/office/drawing/2014/main" id="{29BAB380-0EE4-42D7-853C-3CA0BD7D4FC2}"/>
                </a:ext>
              </a:extLst>
            </p:cNvPr>
            <p:cNvSpPr>
              <a:spLocks noChangeShapeType="1"/>
            </p:cNvSpPr>
            <p:nvPr/>
          </p:nvSpPr>
          <p:spPr bwMode="auto">
            <a:xfrm>
              <a:off x="3050" y="1307"/>
              <a:ext cx="0" cy="226"/>
            </a:xfrm>
            <a:prstGeom prst="line">
              <a:avLst/>
            </a:prstGeom>
            <a:grpFill/>
            <a:ln w="25400">
              <a:solidFill>
                <a:schemeClr val="tx1"/>
              </a:solidFill>
              <a:round/>
              <a:headEnd/>
              <a:tailEnd/>
            </a:ln>
          </p:spPr>
          <p:txBody>
            <a:bodyPr lIns="54000" rIns="54000"/>
            <a:lstStyle/>
            <a:p>
              <a:endParaRPr lang="zh-CN" altLang="en-US"/>
            </a:p>
          </p:txBody>
        </p:sp>
        <p:sp>
          <p:nvSpPr>
            <p:cNvPr id="39949" name="Line 11">
              <a:extLst>
                <a:ext uri="{FF2B5EF4-FFF2-40B4-BE49-F238E27FC236}">
                  <a16:creationId xmlns:a16="http://schemas.microsoft.com/office/drawing/2014/main" id="{E8F28266-5467-4835-A20C-D91ABBB8175E}"/>
                </a:ext>
              </a:extLst>
            </p:cNvPr>
            <p:cNvSpPr>
              <a:spLocks noChangeShapeType="1"/>
            </p:cNvSpPr>
            <p:nvPr/>
          </p:nvSpPr>
          <p:spPr bwMode="auto">
            <a:xfrm>
              <a:off x="1113" y="1296"/>
              <a:ext cx="0" cy="226"/>
            </a:xfrm>
            <a:prstGeom prst="line">
              <a:avLst/>
            </a:prstGeom>
            <a:grpFill/>
            <a:ln w="25400">
              <a:solidFill>
                <a:schemeClr val="tx1"/>
              </a:solidFill>
              <a:round/>
              <a:headEnd/>
              <a:tailEnd/>
            </a:ln>
          </p:spPr>
          <p:txBody>
            <a:bodyPr lIns="54000" rIns="54000"/>
            <a:lstStyle/>
            <a:p>
              <a:endParaRPr lang="zh-CN" altLang="en-US"/>
            </a:p>
          </p:txBody>
        </p:sp>
        <p:sp>
          <p:nvSpPr>
            <p:cNvPr id="39950" name="Rectangle 12">
              <a:extLst>
                <a:ext uri="{FF2B5EF4-FFF2-40B4-BE49-F238E27FC236}">
                  <a16:creationId xmlns:a16="http://schemas.microsoft.com/office/drawing/2014/main" id="{D3E483EF-94DD-4F27-A454-A72515A1935F}"/>
                </a:ext>
              </a:extLst>
            </p:cNvPr>
            <p:cNvSpPr>
              <a:spLocks noChangeArrowheads="1"/>
            </p:cNvSpPr>
            <p:nvPr/>
          </p:nvSpPr>
          <p:spPr bwMode="auto">
            <a:xfrm>
              <a:off x="187" y="1536"/>
              <a:ext cx="696"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39951" name="Line 13">
              <a:extLst>
                <a:ext uri="{FF2B5EF4-FFF2-40B4-BE49-F238E27FC236}">
                  <a16:creationId xmlns:a16="http://schemas.microsoft.com/office/drawing/2014/main" id="{B31403A9-325D-4175-8085-1B3F3EC4E1D7}"/>
                </a:ext>
              </a:extLst>
            </p:cNvPr>
            <p:cNvSpPr>
              <a:spLocks noChangeShapeType="1"/>
            </p:cNvSpPr>
            <p:nvPr/>
          </p:nvSpPr>
          <p:spPr bwMode="auto">
            <a:xfrm>
              <a:off x="855" y="1791"/>
              <a:ext cx="239" cy="114"/>
            </a:xfrm>
            <a:prstGeom prst="line">
              <a:avLst/>
            </a:prstGeom>
            <a:grpFill/>
            <a:ln w="25400">
              <a:solidFill>
                <a:schemeClr val="tx1"/>
              </a:solidFill>
              <a:round/>
              <a:headEnd/>
              <a:tailEnd type="stealth" w="med" len="lg"/>
            </a:ln>
          </p:spPr>
          <p:txBody>
            <a:bodyPr lIns="54000" rIns="54000"/>
            <a:lstStyle/>
            <a:p>
              <a:endParaRPr lang="zh-CN" altLang="en-US"/>
            </a:p>
          </p:txBody>
        </p:sp>
        <p:sp>
          <p:nvSpPr>
            <p:cNvPr id="39952" name="Rectangle 15">
              <a:extLst>
                <a:ext uri="{FF2B5EF4-FFF2-40B4-BE49-F238E27FC236}">
                  <a16:creationId xmlns:a16="http://schemas.microsoft.com/office/drawing/2014/main" id="{0291C430-43FB-47E5-BA1E-B574CFB5415A}"/>
                </a:ext>
              </a:extLst>
            </p:cNvPr>
            <p:cNvSpPr>
              <a:spLocks noChangeArrowheads="1"/>
            </p:cNvSpPr>
            <p:nvPr/>
          </p:nvSpPr>
          <p:spPr bwMode="auto">
            <a:xfrm>
              <a:off x="72" y="1820"/>
              <a:ext cx="823"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39953" name="Line 16">
              <a:extLst>
                <a:ext uri="{FF2B5EF4-FFF2-40B4-BE49-F238E27FC236}">
                  <a16:creationId xmlns:a16="http://schemas.microsoft.com/office/drawing/2014/main" id="{E60C91D7-3D96-469E-9429-B9555FAC8748}"/>
                </a:ext>
              </a:extLst>
            </p:cNvPr>
            <p:cNvSpPr>
              <a:spLocks noChangeShapeType="1"/>
            </p:cNvSpPr>
            <p:nvPr/>
          </p:nvSpPr>
          <p:spPr bwMode="auto">
            <a:xfrm>
              <a:off x="868" y="2075"/>
              <a:ext cx="250" cy="0"/>
            </a:xfrm>
            <a:prstGeom prst="line">
              <a:avLst/>
            </a:prstGeom>
            <a:grpFill/>
            <a:ln w="25400">
              <a:solidFill>
                <a:schemeClr val="tx1"/>
              </a:solidFill>
              <a:round/>
              <a:headEnd/>
              <a:tailEnd type="stealth" w="med" len="lg"/>
            </a:ln>
          </p:spPr>
          <p:txBody>
            <a:bodyPr lIns="54000" rIns="54000"/>
            <a:lstStyle/>
            <a:p>
              <a:endParaRPr lang="zh-CN" altLang="en-US"/>
            </a:p>
          </p:txBody>
        </p:sp>
        <p:sp>
          <p:nvSpPr>
            <p:cNvPr id="39954" name="Freeform 17">
              <a:extLst>
                <a:ext uri="{FF2B5EF4-FFF2-40B4-BE49-F238E27FC236}">
                  <a16:creationId xmlns:a16="http://schemas.microsoft.com/office/drawing/2014/main" id="{E8092202-8438-407C-9A69-E2E42082F932}"/>
                </a:ext>
              </a:extLst>
            </p:cNvPr>
            <p:cNvSpPr>
              <a:spLocks/>
            </p:cNvSpPr>
            <p:nvPr/>
          </p:nvSpPr>
          <p:spPr bwMode="auto">
            <a:xfrm flipV="1">
              <a:off x="782"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grpFill/>
            <a:ln w="25400">
              <a:solidFill>
                <a:schemeClr val="tx1"/>
              </a:solidFill>
              <a:round/>
              <a:headEnd/>
              <a:tailEnd type="stealth" w="med" len="lg"/>
            </a:ln>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39955" name="Rectangle 18">
              <a:extLst>
                <a:ext uri="{FF2B5EF4-FFF2-40B4-BE49-F238E27FC236}">
                  <a16:creationId xmlns:a16="http://schemas.microsoft.com/office/drawing/2014/main" id="{EFE68E21-6CEC-4FE6-B28B-EC0FF9825A22}"/>
                </a:ext>
              </a:extLst>
            </p:cNvPr>
            <p:cNvSpPr>
              <a:spLocks noChangeArrowheads="1"/>
            </p:cNvSpPr>
            <p:nvPr/>
          </p:nvSpPr>
          <p:spPr bwMode="auto">
            <a:xfrm>
              <a:off x="1122" y="2812"/>
              <a:ext cx="1928"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临时数据局部数据</a:t>
              </a:r>
            </a:p>
          </p:txBody>
        </p:sp>
        <p:sp>
          <p:nvSpPr>
            <p:cNvPr id="39956" name="Rectangle 19">
              <a:extLst>
                <a:ext uri="{FF2B5EF4-FFF2-40B4-BE49-F238E27FC236}">
                  <a16:creationId xmlns:a16="http://schemas.microsoft.com/office/drawing/2014/main" id="{9345BBEF-E876-450C-A07E-EE0FFE1FC92D}"/>
                </a:ext>
              </a:extLst>
            </p:cNvPr>
            <p:cNvSpPr>
              <a:spLocks noChangeArrowheads="1"/>
            </p:cNvSpPr>
            <p:nvPr/>
          </p:nvSpPr>
          <p:spPr bwMode="auto">
            <a:xfrm>
              <a:off x="1094" y="3152"/>
              <a:ext cx="2024" cy="5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39957" name="Rectangle 20">
              <a:extLst>
                <a:ext uri="{FF2B5EF4-FFF2-40B4-BE49-F238E27FC236}">
                  <a16:creationId xmlns:a16="http://schemas.microsoft.com/office/drawing/2014/main" id="{04899069-2F3C-4E38-9D94-92FBE567A826}"/>
                </a:ext>
              </a:extLst>
            </p:cNvPr>
            <p:cNvSpPr>
              <a:spLocks noChangeArrowheads="1"/>
            </p:cNvSpPr>
            <p:nvPr/>
          </p:nvSpPr>
          <p:spPr bwMode="auto">
            <a:xfrm>
              <a:off x="1264" y="3974"/>
              <a:ext cx="1618" cy="2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39958" name="Line 21">
              <a:extLst>
                <a:ext uri="{FF2B5EF4-FFF2-40B4-BE49-F238E27FC236}">
                  <a16:creationId xmlns:a16="http://schemas.microsoft.com/office/drawing/2014/main" id="{A4AB9C2F-146D-4914-856A-038C653099BB}"/>
                </a:ext>
              </a:extLst>
            </p:cNvPr>
            <p:cNvSpPr>
              <a:spLocks noChangeShapeType="1"/>
            </p:cNvSpPr>
            <p:nvPr/>
          </p:nvSpPr>
          <p:spPr bwMode="auto">
            <a:xfrm flipV="1">
              <a:off x="1151" y="4088"/>
              <a:ext cx="1870" cy="0"/>
            </a:xfrm>
            <a:prstGeom prst="line">
              <a:avLst/>
            </a:prstGeom>
            <a:grpFill/>
            <a:ln w="25400">
              <a:solidFill>
                <a:schemeClr val="tx1"/>
              </a:solidFill>
              <a:round/>
              <a:headEnd/>
              <a:tailEnd/>
            </a:ln>
          </p:spPr>
          <p:txBody>
            <a:bodyPr lIns="54000" rIns="54000"/>
            <a:lstStyle/>
            <a:p>
              <a:endParaRPr lang="zh-CN" altLang="en-US"/>
            </a:p>
          </p:txBody>
        </p:sp>
        <p:sp>
          <p:nvSpPr>
            <p:cNvPr id="39959" name="Line 23">
              <a:extLst>
                <a:ext uri="{FF2B5EF4-FFF2-40B4-BE49-F238E27FC236}">
                  <a16:creationId xmlns:a16="http://schemas.microsoft.com/office/drawing/2014/main" id="{62851F77-05C8-4182-B8BB-B7C1216EB971}"/>
                </a:ext>
              </a:extLst>
            </p:cNvPr>
            <p:cNvSpPr>
              <a:spLocks noChangeShapeType="1"/>
            </p:cNvSpPr>
            <p:nvPr/>
          </p:nvSpPr>
          <p:spPr bwMode="auto">
            <a:xfrm>
              <a:off x="1122" y="2472"/>
              <a:ext cx="1904" cy="0"/>
            </a:xfrm>
            <a:prstGeom prst="line">
              <a:avLst/>
            </a:prstGeom>
            <a:grpFill/>
            <a:ln w="25400">
              <a:solidFill>
                <a:schemeClr val="tx1"/>
              </a:solidFill>
              <a:prstDash val="dash"/>
              <a:round/>
              <a:headEnd/>
              <a:tailEnd/>
            </a:ln>
          </p:spPr>
          <p:txBody>
            <a:bodyPr lIns="54000" rIns="54000"/>
            <a:lstStyle/>
            <a:p>
              <a:endParaRPr lang="zh-CN" altLang="en-US"/>
            </a:p>
          </p:txBody>
        </p:sp>
        <p:sp>
          <p:nvSpPr>
            <p:cNvPr id="39960" name="Line 24">
              <a:extLst>
                <a:ext uri="{FF2B5EF4-FFF2-40B4-BE49-F238E27FC236}">
                  <a16:creationId xmlns:a16="http://schemas.microsoft.com/office/drawing/2014/main" id="{3A389193-F432-4264-AED1-6E6236A75E50}"/>
                </a:ext>
              </a:extLst>
            </p:cNvPr>
            <p:cNvSpPr>
              <a:spLocks noChangeShapeType="1"/>
            </p:cNvSpPr>
            <p:nvPr/>
          </p:nvSpPr>
          <p:spPr bwMode="auto">
            <a:xfrm>
              <a:off x="1139" y="2824"/>
              <a:ext cx="1905" cy="0"/>
            </a:xfrm>
            <a:prstGeom prst="line">
              <a:avLst/>
            </a:prstGeom>
            <a:grpFill/>
            <a:ln w="25400">
              <a:solidFill>
                <a:schemeClr val="tx1"/>
              </a:solidFill>
              <a:round/>
              <a:headEnd/>
              <a:tailEnd/>
            </a:ln>
          </p:spPr>
          <p:txBody>
            <a:bodyPr lIns="54000" rIns="54000"/>
            <a:lstStyle/>
            <a:p>
              <a:endParaRPr lang="zh-CN" altLang="en-US"/>
            </a:p>
          </p:txBody>
        </p:sp>
        <p:sp>
          <p:nvSpPr>
            <p:cNvPr id="39961" name="Rectangle 25">
              <a:extLst>
                <a:ext uri="{FF2B5EF4-FFF2-40B4-BE49-F238E27FC236}">
                  <a16:creationId xmlns:a16="http://schemas.microsoft.com/office/drawing/2014/main" id="{55E7A60D-6EC3-4ACB-BBED-0CF96C1817C0}"/>
                </a:ext>
              </a:extLst>
            </p:cNvPr>
            <p:cNvSpPr>
              <a:spLocks noChangeArrowheads="1"/>
            </p:cNvSpPr>
            <p:nvPr/>
          </p:nvSpPr>
          <p:spPr bwMode="auto">
            <a:xfrm>
              <a:off x="1093" y="2492"/>
              <a:ext cx="1968"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39962" name="Line 26">
              <a:extLst>
                <a:ext uri="{FF2B5EF4-FFF2-40B4-BE49-F238E27FC236}">
                  <a16:creationId xmlns:a16="http://schemas.microsoft.com/office/drawing/2014/main" id="{69781D79-09BD-426B-A5C6-29FCE1C3D0CE}"/>
                </a:ext>
              </a:extLst>
            </p:cNvPr>
            <p:cNvSpPr>
              <a:spLocks noChangeShapeType="1"/>
            </p:cNvSpPr>
            <p:nvPr/>
          </p:nvSpPr>
          <p:spPr bwMode="auto">
            <a:xfrm>
              <a:off x="1141" y="1916"/>
              <a:ext cx="1917" cy="0"/>
            </a:xfrm>
            <a:prstGeom prst="line">
              <a:avLst/>
            </a:prstGeom>
            <a:grpFill/>
            <a:ln w="25400">
              <a:solidFill>
                <a:schemeClr val="tx1"/>
              </a:solidFill>
              <a:prstDash val="dash"/>
              <a:round/>
              <a:headEnd/>
              <a:tailEnd/>
            </a:ln>
          </p:spPr>
          <p:txBody>
            <a:bodyPr lIns="54000" rIns="54000"/>
            <a:lstStyle/>
            <a:p>
              <a:endParaRPr lang="zh-CN" altLang="en-US"/>
            </a:p>
          </p:txBody>
        </p:sp>
        <p:sp>
          <p:nvSpPr>
            <p:cNvPr id="39963" name="Line 27">
              <a:extLst>
                <a:ext uri="{FF2B5EF4-FFF2-40B4-BE49-F238E27FC236}">
                  <a16:creationId xmlns:a16="http://schemas.microsoft.com/office/drawing/2014/main" id="{44D2EBEF-9B58-4558-ACB7-92A254A44E01}"/>
                </a:ext>
              </a:extLst>
            </p:cNvPr>
            <p:cNvSpPr>
              <a:spLocks noChangeShapeType="1"/>
            </p:cNvSpPr>
            <p:nvPr/>
          </p:nvSpPr>
          <p:spPr bwMode="auto">
            <a:xfrm>
              <a:off x="1125" y="2473"/>
              <a:ext cx="1904" cy="0"/>
            </a:xfrm>
            <a:prstGeom prst="line">
              <a:avLst/>
            </a:prstGeom>
            <a:grpFill/>
            <a:ln w="25400">
              <a:solidFill>
                <a:schemeClr val="tx1"/>
              </a:solidFill>
              <a:prstDash val="dash"/>
              <a:round/>
              <a:headEnd/>
              <a:tailEnd/>
            </a:ln>
          </p:spPr>
          <p:txBody>
            <a:bodyPr lIns="54000" rIns="54000"/>
            <a:lstStyle/>
            <a:p>
              <a:endParaRPr lang="zh-CN" altLang="en-US"/>
            </a:p>
          </p:txBody>
        </p:sp>
        <p:sp>
          <p:nvSpPr>
            <p:cNvPr id="39964" name="Rectangle 28">
              <a:extLst>
                <a:ext uri="{FF2B5EF4-FFF2-40B4-BE49-F238E27FC236}">
                  <a16:creationId xmlns:a16="http://schemas.microsoft.com/office/drawing/2014/main" id="{AFA9D069-0086-4F70-9556-4A5B49F560F9}"/>
                </a:ext>
              </a:extLst>
            </p:cNvPr>
            <p:cNvSpPr>
              <a:spLocks noChangeArrowheads="1"/>
            </p:cNvSpPr>
            <p:nvPr/>
          </p:nvSpPr>
          <p:spPr bwMode="auto">
            <a:xfrm>
              <a:off x="1111" y="1868"/>
              <a:ext cx="2024" cy="5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dirty="0">
                  <a:latin typeface="+mn-lt"/>
                  <a:ea typeface="+mn-ea"/>
                </a:rPr>
                <a:t>控制链</a:t>
              </a:r>
            </a:p>
            <a:p>
              <a:pPr algn="just"/>
              <a:r>
                <a:rPr lang="zh-CN" altLang="en-US" sz="2800" b="0" dirty="0">
                  <a:latin typeface="+mn-lt"/>
                  <a:ea typeface="+mn-ea"/>
                </a:rPr>
                <a:t>  和保存的机器状态</a:t>
              </a:r>
            </a:p>
          </p:txBody>
        </p:sp>
        <p:sp>
          <p:nvSpPr>
            <p:cNvPr id="39965" name="Freeform 29">
              <a:extLst>
                <a:ext uri="{FF2B5EF4-FFF2-40B4-BE49-F238E27FC236}">
                  <a16:creationId xmlns:a16="http://schemas.microsoft.com/office/drawing/2014/main" id="{2A00023A-0784-41B1-8EF0-F87B69C158CE}"/>
                </a:ext>
              </a:extLst>
            </p:cNvPr>
            <p:cNvSpPr>
              <a:spLocks/>
            </p:cNvSpPr>
            <p:nvPr/>
          </p:nvSpPr>
          <p:spPr bwMode="auto">
            <a:xfrm>
              <a:off x="672" y="2106"/>
              <a:ext cx="431" cy="1203"/>
            </a:xfrm>
            <a:custGeom>
              <a:avLst/>
              <a:gdLst>
                <a:gd name="T0" fmla="*/ 431 w 431"/>
                <a:gd name="T1" fmla="*/ 0 h 1203"/>
                <a:gd name="T2" fmla="*/ 177 w 431"/>
                <a:gd name="T3" fmla="*/ 104 h 1203"/>
                <a:gd name="T4" fmla="*/ 25 w 431"/>
                <a:gd name="T5" fmla="*/ 396 h 1203"/>
                <a:gd name="T6" fmla="*/ 29 w 431"/>
                <a:gd name="T7" fmla="*/ 787 h 1203"/>
                <a:gd name="T8" fmla="*/ 136 w 431"/>
                <a:gd name="T9" fmla="*/ 1055 h 1203"/>
                <a:gd name="T10" fmla="*/ 404 w 431"/>
                <a:gd name="T11" fmla="*/ 1203 h 1203"/>
                <a:gd name="T12" fmla="*/ 0 60000 65536"/>
                <a:gd name="T13" fmla="*/ 0 60000 65536"/>
                <a:gd name="T14" fmla="*/ 0 60000 65536"/>
                <a:gd name="T15" fmla="*/ 0 60000 65536"/>
                <a:gd name="T16" fmla="*/ 0 60000 65536"/>
                <a:gd name="T17" fmla="*/ 0 60000 65536"/>
                <a:gd name="T18" fmla="*/ 0 w 431"/>
                <a:gd name="T19" fmla="*/ 0 h 1203"/>
                <a:gd name="T20" fmla="*/ 431 w 431"/>
                <a:gd name="T21" fmla="*/ 1203 h 1203"/>
              </a:gdLst>
              <a:ahLst/>
              <a:cxnLst>
                <a:cxn ang="T12">
                  <a:pos x="T0" y="T1"/>
                </a:cxn>
                <a:cxn ang="T13">
                  <a:pos x="T2" y="T3"/>
                </a:cxn>
                <a:cxn ang="T14">
                  <a:pos x="T4" y="T5"/>
                </a:cxn>
                <a:cxn ang="T15">
                  <a:pos x="T6" y="T7"/>
                </a:cxn>
                <a:cxn ang="T16">
                  <a:pos x="T8" y="T9"/>
                </a:cxn>
                <a:cxn ang="T17">
                  <a:pos x="T10" y="T11"/>
                </a:cxn>
              </a:cxnLst>
              <a:rect l="T18" t="T19" r="T20" b="T21"/>
              <a:pathLst>
                <a:path w="431" h="1203">
                  <a:moveTo>
                    <a:pt x="431" y="0"/>
                  </a:moveTo>
                  <a:cubicBezTo>
                    <a:pt x="389" y="17"/>
                    <a:pt x="245" y="38"/>
                    <a:pt x="177" y="104"/>
                  </a:cubicBezTo>
                  <a:cubicBezTo>
                    <a:pt x="109" y="170"/>
                    <a:pt x="50" y="282"/>
                    <a:pt x="25" y="396"/>
                  </a:cubicBezTo>
                  <a:cubicBezTo>
                    <a:pt x="0" y="510"/>
                    <a:pt x="11" y="677"/>
                    <a:pt x="29" y="787"/>
                  </a:cubicBezTo>
                  <a:cubicBezTo>
                    <a:pt x="47" y="897"/>
                    <a:pt x="74" y="986"/>
                    <a:pt x="136" y="1055"/>
                  </a:cubicBezTo>
                  <a:cubicBezTo>
                    <a:pt x="198" y="1124"/>
                    <a:pt x="348" y="1172"/>
                    <a:pt x="404" y="1203"/>
                  </a:cubicBezTo>
                </a:path>
              </a:pathLst>
            </a:custGeom>
            <a:grpFill/>
            <a:ln w="25400">
              <a:solidFill>
                <a:schemeClr val="tx1"/>
              </a:solidFill>
              <a:round/>
              <a:headEnd/>
              <a:tailEnd type="stealth" w="med" len="lg"/>
            </a:ln>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grpSp>
      <p:sp>
        <p:nvSpPr>
          <p:cNvPr id="31" name="Rectangle 8">
            <a:extLst>
              <a:ext uri="{FF2B5EF4-FFF2-40B4-BE49-F238E27FC236}">
                <a16:creationId xmlns:a16="http://schemas.microsoft.com/office/drawing/2014/main" id="{9D25D7E8-ED71-4A2F-BFA3-93C236AF637D}"/>
              </a:ext>
            </a:extLst>
          </p:cNvPr>
          <p:cNvSpPr>
            <a:spLocks noChangeArrowheads="1"/>
          </p:cNvSpPr>
          <p:nvPr/>
        </p:nvSpPr>
        <p:spPr bwMode="auto">
          <a:xfrm>
            <a:off x="1801813" y="2214987"/>
            <a:ext cx="3036888" cy="555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b="0">
              <a:latin typeface="+mn-lt"/>
              <a:ea typeface="+mn-ea"/>
            </a:endParaRPr>
          </a:p>
        </p:txBody>
      </p:sp>
      <p:grpSp>
        <p:nvGrpSpPr>
          <p:cNvPr id="3" name="组合 2">
            <a:extLst>
              <a:ext uri="{FF2B5EF4-FFF2-40B4-BE49-F238E27FC236}">
                <a16:creationId xmlns:a16="http://schemas.microsoft.com/office/drawing/2014/main" id="{A4D44A5D-B511-DB88-0EA6-0CF23123414A}"/>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5B84C70C-D51D-5D95-6622-EF5B34C360F4}"/>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296D591C-D391-5B92-3C2E-1E6F84F6B04E}"/>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33ADF13C-AA28-6C5A-4B45-1BF83FA340FF}"/>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F88EA388-7698-9962-49BC-4DB76741FA93}"/>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8" name="日期占位符 7">
            <a:extLst>
              <a:ext uri="{FF2B5EF4-FFF2-40B4-BE49-F238E27FC236}">
                <a16:creationId xmlns:a16="http://schemas.microsoft.com/office/drawing/2014/main" id="{E2B209D7-926E-FFAC-25BC-57EB864C3133}"/>
              </a:ext>
            </a:extLst>
          </p:cNvPr>
          <p:cNvSpPr>
            <a:spLocks noGrp="1"/>
          </p:cNvSpPr>
          <p:nvPr>
            <p:ph type="dt" sz="half" idx="10"/>
          </p:nvPr>
        </p:nvSpPr>
        <p:spPr/>
        <p:txBody>
          <a:bodyPr/>
          <a:lstStyle/>
          <a:p>
            <a:fld id="{5A071889-3AB6-479D-AB60-7247B7A27D64}" type="datetime2">
              <a:rPr lang="zh-CN" altLang="en-US" smtClean="0"/>
              <a:t>2025年6月11日</a:t>
            </a:fld>
            <a:endParaRPr lang="zh-CN" altLang="en-US" dirty="0"/>
          </a:p>
        </p:txBody>
      </p:sp>
      <p:sp>
        <p:nvSpPr>
          <p:cNvPr id="9" name="页脚占位符 8">
            <a:extLst>
              <a:ext uri="{FF2B5EF4-FFF2-40B4-BE49-F238E27FC236}">
                <a16:creationId xmlns:a16="http://schemas.microsoft.com/office/drawing/2014/main" id="{525824F1-C018-1AFC-E85B-BFEA701244B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BCC0674B-023D-48B8-A9E9-2574FAF2EFC6}"/>
              </a:ext>
            </a:extLst>
          </p:cNvPr>
          <p:cNvSpPr>
            <a:spLocks noGrp="1"/>
          </p:cNvSpPr>
          <p:nvPr>
            <p:ph type="sldNum" sz="quarter" idx="12"/>
          </p:nvPr>
        </p:nvSpPr>
        <p:spPr/>
        <p:txBody>
          <a:bodyPr/>
          <a:lstStyle/>
          <a:p>
            <a:fld id="{094DEB03-EFC6-4C20-8FC8-295189A5386F}" type="slidenum">
              <a:rPr lang="zh-CN" altLang="en-US" smtClean="0"/>
              <a:pPr/>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1188619-ABC1-444F-8572-9394079265AF}"/>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3965FB18-E24A-4EAE-A5EE-D6D7F083E740}"/>
              </a:ext>
            </a:extLst>
          </p:cNvPr>
          <p:cNvSpPr>
            <a:spLocks noGrp="1"/>
          </p:cNvSpPr>
          <p:nvPr>
            <p:ph idx="1"/>
          </p:nvPr>
        </p:nvSpPr>
        <p:spPr/>
        <p:txBody>
          <a:bodyPr/>
          <a:lstStyle/>
          <a:p>
            <a:r>
              <a:rPr lang="en-US" altLang="zh-CN" dirty="0"/>
              <a:t>1</a:t>
            </a:r>
            <a:r>
              <a:rPr lang="zh-CN" altLang="en-US" dirty="0"/>
              <a:t>、过程</a:t>
            </a:r>
            <a:r>
              <a:rPr lang="en-US" altLang="zh-CN" dirty="0"/>
              <a:t>p</a:t>
            </a:r>
            <a:r>
              <a:rPr lang="zh-CN" altLang="en-US" dirty="0"/>
              <a:t>调用过程</a:t>
            </a:r>
            <a:r>
              <a:rPr lang="en-US" altLang="zh-CN" dirty="0"/>
              <a:t>q</a:t>
            </a:r>
            <a:r>
              <a:rPr lang="zh-CN" altLang="en-US" dirty="0"/>
              <a:t>的调用序列</a:t>
            </a:r>
          </a:p>
          <a:p>
            <a:endParaRPr lang="zh-CN" altLang="en-US" dirty="0"/>
          </a:p>
        </p:txBody>
      </p:sp>
      <p:sp>
        <p:nvSpPr>
          <p:cNvPr id="40964" name="Rectangle 4">
            <a:extLst>
              <a:ext uri="{FF2B5EF4-FFF2-40B4-BE49-F238E27FC236}">
                <a16:creationId xmlns:a16="http://schemas.microsoft.com/office/drawing/2014/main" id="{58B64748-0F54-4586-8C16-737AFBDEF7A3}"/>
              </a:ext>
            </a:extLst>
          </p:cNvPr>
          <p:cNvSpPr>
            <a:spLocks noChangeArrowheads="1"/>
          </p:cNvSpPr>
          <p:nvPr/>
        </p:nvSpPr>
        <p:spPr bwMode="auto">
          <a:xfrm>
            <a:off x="5292725" y="2393950"/>
            <a:ext cx="33750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lt"/>
                <a:ea typeface="+mn-ea"/>
              </a:rPr>
              <a:t>(4) </a:t>
            </a:r>
            <a:r>
              <a:rPr lang="en-US" altLang="zh-CN" dirty="0">
                <a:latin typeface="+mn-lt"/>
                <a:ea typeface="+mn-ea"/>
              </a:rPr>
              <a:t>q</a:t>
            </a:r>
            <a:r>
              <a:rPr lang="zh-CN" altLang="en-US" b="0" dirty="0">
                <a:latin typeface="+mn-lt"/>
                <a:ea typeface="+mn-ea"/>
              </a:rPr>
              <a:t>根据局部数据域和临时数据域的大小来减小</a:t>
            </a:r>
            <a:r>
              <a:rPr lang="en-US" altLang="zh-CN" i="1" dirty="0" err="1">
                <a:latin typeface="+mn-lt"/>
                <a:ea typeface="+mn-ea"/>
              </a:rPr>
              <a:t>top</a:t>
            </a:r>
            <a:r>
              <a:rPr lang="en-US" altLang="zh-CN" dirty="0" err="1">
                <a:latin typeface="+mn-lt"/>
                <a:ea typeface="+mn-ea"/>
              </a:rPr>
              <a:t>_</a:t>
            </a:r>
            <a:r>
              <a:rPr lang="en-US" altLang="zh-CN" i="1" dirty="0" err="1">
                <a:latin typeface="+mn-lt"/>
                <a:ea typeface="+mn-ea"/>
              </a:rPr>
              <a:t>sp</a:t>
            </a:r>
            <a:r>
              <a:rPr lang="zh-CN" altLang="en-US" b="0" dirty="0">
                <a:latin typeface="+mn-lt"/>
                <a:ea typeface="+mn-ea"/>
              </a:rPr>
              <a:t>的值，初始化它的局部数据，并开始执行过程体</a:t>
            </a:r>
          </a:p>
        </p:txBody>
      </p:sp>
      <p:grpSp>
        <p:nvGrpSpPr>
          <p:cNvPr id="40965" name="Group 32">
            <a:extLst>
              <a:ext uri="{FF2B5EF4-FFF2-40B4-BE49-F238E27FC236}">
                <a16:creationId xmlns:a16="http://schemas.microsoft.com/office/drawing/2014/main" id="{9CD23D70-BBD2-4F56-91B2-723DD49D7A24}"/>
              </a:ext>
            </a:extLst>
          </p:cNvPr>
          <p:cNvGrpSpPr>
            <a:grpSpLocks/>
          </p:cNvGrpSpPr>
          <p:nvPr/>
        </p:nvGrpSpPr>
        <p:grpSpPr bwMode="auto">
          <a:xfrm>
            <a:off x="115888" y="1898650"/>
            <a:ext cx="4860925" cy="4889500"/>
            <a:chOff x="73" y="1196"/>
            <a:chExt cx="3062" cy="3080"/>
          </a:xfrm>
        </p:grpSpPr>
        <p:sp>
          <p:nvSpPr>
            <p:cNvPr id="40966" name="Rectangle 6">
              <a:extLst>
                <a:ext uri="{FF2B5EF4-FFF2-40B4-BE49-F238E27FC236}">
                  <a16:creationId xmlns:a16="http://schemas.microsoft.com/office/drawing/2014/main" id="{733948EF-6E9D-4641-B8BB-10E4014D1F00}"/>
                </a:ext>
              </a:extLst>
            </p:cNvPr>
            <p:cNvSpPr>
              <a:spLocks noChangeArrowheads="1"/>
            </p:cNvSpPr>
            <p:nvPr/>
          </p:nvSpPr>
          <p:spPr bwMode="auto">
            <a:xfrm>
              <a:off x="1114" y="1522"/>
              <a:ext cx="1939" cy="275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0967" name="Rectangle 7">
              <a:extLst>
                <a:ext uri="{FF2B5EF4-FFF2-40B4-BE49-F238E27FC236}">
                  <a16:creationId xmlns:a16="http://schemas.microsoft.com/office/drawing/2014/main" id="{3D1F095C-0240-4139-9F4F-7032501207E1}"/>
                </a:ext>
              </a:extLst>
            </p:cNvPr>
            <p:cNvSpPr>
              <a:spLocks noChangeArrowheads="1"/>
            </p:cNvSpPr>
            <p:nvPr/>
          </p:nvSpPr>
          <p:spPr bwMode="auto">
            <a:xfrm>
              <a:off x="1122" y="1536"/>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临时数据局部数据</a:t>
              </a:r>
            </a:p>
          </p:txBody>
        </p:sp>
        <p:sp>
          <p:nvSpPr>
            <p:cNvPr id="40968" name="Line 8">
              <a:extLst>
                <a:ext uri="{FF2B5EF4-FFF2-40B4-BE49-F238E27FC236}">
                  <a16:creationId xmlns:a16="http://schemas.microsoft.com/office/drawing/2014/main" id="{E3EFD8B8-60EE-40A2-BE75-BAB4D31F9395}"/>
                </a:ext>
              </a:extLst>
            </p:cNvPr>
            <p:cNvSpPr>
              <a:spLocks noChangeShapeType="1"/>
            </p:cNvSpPr>
            <p:nvPr/>
          </p:nvSpPr>
          <p:spPr bwMode="auto">
            <a:xfrm>
              <a:off x="1141" y="1916"/>
              <a:ext cx="1917"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69" name="Line 9">
              <a:extLst>
                <a:ext uri="{FF2B5EF4-FFF2-40B4-BE49-F238E27FC236}">
                  <a16:creationId xmlns:a16="http://schemas.microsoft.com/office/drawing/2014/main" id="{80A6614A-1E0A-4BA7-9A1C-344668B1F50B}"/>
                </a:ext>
              </a:extLst>
            </p:cNvPr>
            <p:cNvSpPr>
              <a:spLocks noChangeShapeType="1"/>
            </p:cNvSpPr>
            <p:nvPr/>
          </p:nvSpPr>
          <p:spPr bwMode="auto">
            <a:xfrm>
              <a:off x="1125" y="2473"/>
              <a:ext cx="190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70" name="Line 10">
              <a:extLst>
                <a:ext uri="{FF2B5EF4-FFF2-40B4-BE49-F238E27FC236}">
                  <a16:creationId xmlns:a16="http://schemas.microsoft.com/office/drawing/2014/main" id="{F8571070-9E71-441E-A8C6-6915F0CC98D9}"/>
                </a:ext>
              </a:extLst>
            </p:cNvPr>
            <p:cNvSpPr>
              <a:spLocks noChangeShapeType="1"/>
            </p:cNvSpPr>
            <p:nvPr/>
          </p:nvSpPr>
          <p:spPr bwMode="auto">
            <a:xfrm flipV="1">
              <a:off x="1148" y="3186"/>
              <a:ext cx="189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71" name="Line 11">
              <a:extLst>
                <a:ext uri="{FF2B5EF4-FFF2-40B4-BE49-F238E27FC236}">
                  <a16:creationId xmlns:a16="http://schemas.microsoft.com/office/drawing/2014/main" id="{095FA8A1-B566-4004-A47E-22DAB809A154}"/>
                </a:ext>
              </a:extLst>
            </p:cNvPr>
            <p:cNvSpPr>
              <a:spLocks noChangeShapeType="1"/>
            </p:cNvSpPr>
            <p:nvPr/>
          </p:nvSpPr>
          <p:spPr bwMode="auto">
            <a:xfrm flipV="1">
              <a:off x="1151" y="3748"/>
              <a:ext cx="187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72" name="Line 12">
              <a:extLst>
                <a:ext uri="{FF2B5EF4-FFF2-40B4-BE49-F238E27FC236}">
                  <a16:creationId xmlns:a16="http://schemas.microsoft.com/office/drawing/2014/main" id="{0D33628F-EA47-453E-96E0-53E4B03BD135}"/>
                </a:ext>
              </a:extLst>
            </p:cNvPr>
            <p:cNvSpPr>
              <a:spLocks noChangeShapeType="1"/>
            </p:cNvSpPr>
            <p:nvPr/>
          </p:nvSpPr>
          <p:spPr bwMode="auto">
            <a:xfrm>
              <a:off x="1139"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73" name="Rectangle 13">
              <a:extLst>
                <a:ext uri="{FF2B5EF4-FFF2-40B4-BE49-F238E27FC236}">
                  <a16:creationId xmlns:a16="http://schemas.microsoft.com/office/drawing/2014/main" id="{1EE78EF3-25BA-4316-A460-0BC60401FA0D}"/>
                </a:ext>
              </a:extLst>
            </p:cNvPr>
            <p:cNvSpPr>
              <a:spLocks noChangeArrowheads="1"/>
            </p:cNvSpPr>
            <p:nvPr/>
          </p:nvSpPr>
          <p:spPr bwMode="auto">
            <a:xfrm>
              <a:off x="1093" y="2492"/>
              <a:ext cx="196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0974" name="Rectangle 14">
              <a:extLst>
                <a:ext uri="{FF2B5EF4-FFF2-40B4-BE49-F238E27FC236}">
                  <a16:creationId xmlns:a16="http://schemas.microsoft.com/office/drawing/2014/main" id="{B7BFE447-062F-4D4A-A9C5-B7E967CAD20D}"/>
                </a:ext>
              </a:extLst>
            </p:cNvPr>
            <p:cNvSpPr>
              <a:spLocks noChangeArrowheads="1"/>
            </p:cNvSpPr>
            <p:nvPr/>
          </p:nvSpPr>
          <p:spPr bwMode="auto">
            <a:xfrm>
              <a:off x="1122" y="3719"/>
              <a:ext cx="192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0975" name="Line 15">
              <a:extLst>
                <a:ext uri="{FF2B5EF4-FFF2-40B4-BE49-F238E27FC236}">
                  <a16:creationId xmlns:a16="http://schemas.microsoft.com/office/drawing/2014/main" id="{81EE4B94-2493-4CE5-A2F4-8D1E1559B2AC}"/>
                </a:ext>
              </a:extLst>
            </p:cNvPr>
            <p:cNvSpPr>
              <a:spLocks noChangeShapeType="1"/>
            </p:cNvSpPr>
            <p:nvPr/>
          </p:nvSpPr>
          <p:spPr bwMode="auto">
            <a:xfrm>
              <a:off x="1113" y="1296"/>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76" name="Line 16">
              <a:extLst>
                <a:ext uri="{FF2B5EF4-FFF2-40B4-BE49-F238E27FC236}">
                  <a16:creationId xmlns:a16="http://schemas.microsoft.com/office/drawing/2014/main" id="{CB55A6A0-6F72-452E-8F5B-AA7621C19310}"/>
                </a:ext>
              </a:extLst>
            </p:cNvPr>
            <p:cNvSpPr>
              <a:spLocks noChangeShapeType="1"/>
            </p:cNvSpPr>
            <p:nvPr/>
          </p:nvSpPr>
          <p:spPr bwMode="auto">
            <a:xfrm>
              <a:off x="3050" y="1307"/>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77" name="Rectangle 17">
              <a:extLst>
                <a:ext uri="{FF2B5EF4-FFF2-40B4-BE49-F238E27FC236}">
                  <a16:creationId xmlns:a16="http://schemas.microsoft.com/office/drawing/2014/main" id="{AEEC8C75-48B2-4051-9656-632395F06CBA}"/>
                </a:ext>
              </a:extLst>
            </p:cNvPr>
            <p:cNvSpPr>
              <a:spLocks noChangeArrowheads="1"/>
            </p:cNvSpPr>
            <p:nvPr/>
          </p:nvSpPr>
          <p:spPr bwMode="auto">
            <a:xfrm>
              <a:off x="1310" y="1196"/>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0978" name="Rectangle 18">
              <a:extLst>
                <a:ext uri="{FF2B5EF4-FFF2-40B4-BE49-F238E27FC236}">
                  <a16:creationId xmlns:a16="http://schemas.microsoft.com/office/drawing/2014/main" id="{3DEDBFBD-875F-40AB-A6CA-065BBE202F32}"/>
                </a:ext>
              </a:extLst>
            </p:cNvPr>
            <p:cNvSpPr>
              <a:spLocks noChangeArrowheads="1"/>
            </p:cNvSpPr>
            <p:nvPr/>
          </p:nvSpPr>
          <p:spPr bwMode="auto">
            <a:xfrm>
              <a:off x="1111" y="1868"/>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dirty="0">
                  <a:latin typeface="+mn-lt"/>
                  <a:ea typeface="+mn-ea"/>
                </a:rPr>
                <a:t>控制链</a:t>
              </a:r>
            </a:p>
            <a:p>
              <a:pPr algn="just"/>
              <a:r>
                <a:rPr lang="zh-CN" altLang="en-US" sz="2800" b="0" dirty="0">
                  <a:latin typeface="+mn-lt"/>
                  <a:ea typeface="+mn-ea"/>
                </a:rPr>
                <a:t>  和保存的机器状态</a:t>
              </a:r>
            </a:p>
          </p:txBody>
        </p:sp>
        <p:sp>
          <p:nvSpPr>
            <p:cNvPr id="40979" name="Rectangle 19">
              <a:extLst>
                <a:ext uri="{FF2B5EF4-FFF2-40B4-BE49-F238E27FC236}">
                  <a16:creationId xmlns:a16="http://schemas.microsoft.com/office/drawing/2014/main" id="{D59B369F-22DC-4FD6-817A-032B7B11140C}"/>
                </a:ext>
              </a:extLst>
            </p:cNvPr>
            <p:cNvSpPr>
              <a:spLocks noChangeArrowheads="1"/>
            </p:cNvSpPr>
            <p:nvPr/>
          </p:nvSpPr>
          <p:spPr bwMode="auto">
            <a:xfrm>
              <a:off x="171"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40980" name="Line 20">
              <a:extLst>
                <a:ext uri="{FF2B5EF4-FFF2-40B4-BE49-F238E27FC236}">
                  <a16:creationId xmlns:a16="http://schemas.microsoft.com/office/drawing/2014/main" id="{D507DAE4-C750-4CE2-80B7-EF37F86E2B11}"/>
                </a:ext>
              </a:extLst>
            </p:cNvPr>
            <p:cNvSpPr>
              <a:spLocks noChangeShapeType="1"/>
            </p:cNvSpPr>
            <p:nvPr/>
          </p:nvSpPr>
          <p:spPr bwMode="auto">
            <a:xfrm>
              <a:off x="839" y="1536"/>
              <a:ext cx="25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81" name="Rectangle 21">
              <a:extLst>
                <a:ext uri="{FF2B5EF4-FFF2-40B4-BE49-F238E27FC236}">
                  <a16:creationId xmlns:a16="http://schemas.microsoft.com/office/drawing/2014/main" id="{7EC5C18C-4A56-44EF-BF79-341D6606079A}"/>
                </a:ext>
              </a:extLst>
            </p:cNvPr>
            <p:cNvSpPr>
              <a:spLocks noChangeArrowheads="1"/>
            </p:cNvSpPr>
            <p:nvPr/>
          </p:nvSpPr>
          <p:spPr bwMode="auto">
            <a:xfrm>
              <a:off x="73"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40982" name="Line 22">
              <a:extLst>
                <a:ext uri="{FF2B5EF4-FFF2-40B4-BE49-F238E27FC236}">
                  <a16:creationId xmlns:a16="http://schemas.microsoft.com/office/drawing/2014/main" id="{CD77EA77-9EE0-464B-BEF8-67936F5E8D81}"/>
                </a:ext>
              </a:extLst>
            </p:cNvPr>
            <p:cNvSpPr>
              <a:spLocks noChangeShapeType="1"/>
            </p:cNvSpPr>
            <p:nvPr/>
          </p:nvSpPr>
          <p:spPr bwMode="auto">
            <a:xfrm>
              <a:off x="839" y="2075"/>
              <a:ext cx="2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0983" name="Freeform 23">
              <a:extLst>
                <a:ext uri="{FF2B5EF4-FFF2-40B4-BE49-F238E27FC236}">
                  <a16:creationId xmlns:a16="http://schemas.microsoft.com/office/drawing/2014/main" id="{2C0F8E45-0403-466C-9C46-DD114D9A88B7}"/>
                </a:ext>
              </a:extLst>
            </p:cNvPr>
            <p:cNvSpPr>
              <a:spLocks/>
            </p:cNvSpPr>
            <p:nvPr/>
          </p:nvSpPr>
          <p:spPr bwMode="auto">
            <a:xfrm>
              <a:off x="672" y="2106"/>
              <a:ext cx="431" cy="1203"/>
            </a:xfrm>
            <a:custGeom>
              <a:avLst/>
              <a:gdLst>
                <a:gd name="T0" fmla="*/ 431 w 431"/>
                <a:gd name="T1" fmla="*/ 0 h 1203"/>
                <a:gd name="T2" fmla="*/ 177 w 431"/>
                <a:gd name="T3" fmla="*/ 104 h 1203"/>
                <a:gd name="T4" fmla="*/ 25 w 431"/>
                <a:gd name="T5" fmla="*/ 396 h 1203"/>
                <a:gd name="T6" fmla="*/ 29 w 431"/>
                <a:gd name="T7" fmla="*/ 787 h 1203"/>
                <a:gd name="T8" fmla="*/ 136 w 431"/>
                <a:gd name="T9" fmla="*/ 1055 h 1203"/>
                <a:gd name="T10" fmla="*/ 404 w 431"/>
                <a:gd name="T11" fmla="*/ 1203 h 1203"/>
                <a:gd name="T12" fmla="*/ 0 60000 65536"/>
                <a:gd name="T13" fmla="*/ 0 60000 65536"/>
                <a:gd name="T14" fmla="*/ 0 60000 65536"/>
                <a:gd name="T15" fmla="*/ 0 60000 65536"/>
                <a:gd name="T16" fmla="*/ 0 60000 65536"/>
                <a:gd name="T17" fmla="*/ 0 60000 65536"/>
                <a:gd name="T18" fmla="*/ 0 w 431"/>
                <a:gd name="T19" fmla="*/ 0 h 1203"/>
                <a:gd name="T20" fmla="*/ 431 w 431"/>
                <a:gd name="T21" fmla="*/ 1203 h 1203"/>
              </a:gdLst>
              <a:ahLst/>
              <a:cxnLst>
                <a:cxn ang="T12">
                  <a:pos x="T0" y="T1"/>
                </a:cxn>
                <a:cxn ang="T13">
                  <a:pos x="T2" y="T3"/>
                </a:cxn>
                <a:cxn ang="T14">
                  <a:pos x="T4" y="T5"/>
                </a:cxn>
                <a:cxn ang="T15">
                  <a:pos x="T6" y="T7"/>
                </a:cxn>
                <a:cxn ang="T16">
                  <a:pos x="T8" y="T9"/>
                </a:cxn>
                <a:cxn ang="T17">
                  <a:pos x="T10" y="T11"/>
                </a:cxn>
              </a:cxnLst>
              <a:rect l="T18" t="T19" r="T20" b="T21"/>
              <a:pathLst>
                <a:path w="431" h="1203">
                  <a:moveTo>
                    <a:pt x="431" y="0"/>
                  </a:moveTo>
                  <a:cubicBezTo>
                    <a:pt x="389" y="17"/>
                    <a:pt x="245" y="38"/>
                    <a:pt x="177" y="104"/>
                  </a:cubicBezTo>
                  <a:cubicBezTo>
                    <a:pt x="109" y="170"/>
                    <a:pt x="50" y="282"/>
                    <a:pt x="25" y="396"/>
                  </a:cubicBezTo>
                  <a:cubicBezTo>
                    <a:pt x="0" y="510"/>
                    <a:pt x="11" y="677"/>
                    <a:pt x="29" y="787"/>
                  </a:cubicBezTo>
                  <a:cubicBezTo>
                    <a:pt x="47" y="897"/>
                    <a:pt x="74" y="986"/>
                    <a:pt x="136" y="1055"/>
                  </a:cubicBezTo>
                  <a:cubicBezTo>
                    <a:pt x="198" y="1124"/>
                    <a:pt x="348" y="1172"/>
                    <a:pt x="404" y="1203"/>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0984" name="Freeform 24">
              <a:extLst>
                <a:ext uri="{FF2B5EF4-FFF2-40B4-BE49-F238E27FC236}">
                  <a16:creationId xmlns:a16="http://schemas.microsoft.com/office/drawing/2014/main" id="{3B98F45A-1100-415A-B804-336C36EFEF95}"/>
                </a:ext>
              </a:extLst>
            </p:cNvPr>
            <p:cNvSpPr>
              <a:spLocks/>
            </p:cNvSpPr>
            <p:nvPr/>
          </p:nvSpPr>
          <p:spPr bwMode="auto">
            <a:xfrm flipV="1">
              <a:off x="782"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0985" name="Rectangle 27">
              <a:extLst>
                <a:ext uri="{FF2B5EF4-FFF2-40B4-BE49-F238E27FC236}">
                  <a16:creationId xmlns:a16="http://schemas.microsoft.com/office/drawing/2014/main" id="{726F5D56-5087-450A-BBA0-9A0DE86F7B6E}"/>
                </a:ext>
              </a:extLst>
            </p:cNvPr>
            <p:cNvSpPr>
              <a:spLocks noChangeArrowheads="1"/>
            </p:cNvSpPr>
            <p:nvPr/>
          </p:nvSpPr>
          <p:spPr bwMode="auto">
            <a:xfrm>
              <a:off x="1122" y="2812"/>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40986" name="Rectangle 28">
              <a:extLst>
                <a:ext uri="{FF2B5EF4-FFF2-40B4-BE49-F238E27FC236}">
                  <a16:creationId xmlns:a16="http://schemas.microsoft.com/office/drawing/2014/main" id="{FCDE985E-C913-4CBC-B31C-E5D8EE23D2FF}"/>
                </a:ext>
              </a:extLst>
            </p:cNvPr>
            <p:cNvSpPr>
              <a:spLocks noChangeArrowheads="1"/>
            </p:cNvSpPr>
            <p:nvPr/>
          </p:nvSpPr>
          <p:spPr bwMode="auto">
            <a:xfrm>
              <a:off x="1094" y="3152"/>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40987" name="Rectangle 29">
              <a:extLst>
                <a:ext uri="{FF2B5EF4-FFF2-40B4-BE49-F238E27FC236}">
                  <a16:creationId xmlns:a16="http://schemas.microsoft.com/office/drawing/2014/main" id="{05F03CB9-3D2A-4DCC-A71E-3AF725E1EA4C}"/>
                </a:ext>
              </a:extLst>
            </p:cNvPr>
            <p:cNvSpPr>
              <a:spLocks noChangeArrowheads="1"/>
            </p:cNvSpPr>
            <p:nvPr/>
          </p:nvSpPr>
          <p:spPr bwMode="auto">
            <a:xfrm>
              <a:off x="1264" y="3974"/>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0988" name="Line 30">
              <a:extLst>
                <a:ext uri="{FF2B5EF4-FFF2-40B4-BE49-F238E27FC236}">
                  <a16:creationId xmlns:a16="http://schemas.microsoft.com/office/drawing/2014/main" id="{55F2D465-F180-40EC-9D0B-FFF5D075F35E}"/>
                </a:ext>
              </a:extLst>
            </p:cNvPr>
            <p:cNvSpPr>
              <a:spLocks noChangeShapeType="1"/>
            </p:cNvSpPr>
            <p:nvPr/>
          </p:nvSpPr>
          <p:spPr bwMode="auto">
            <a:xfrm flipV="1">
              <a:off x="1151" y="4088"/>
              <a:ext cx="1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grpSp>
        <p:nvGrpSpPr>
          <p:cNvPr id="3" name="组合 2">
            <a:extLst>
              <a:ext uri="{FF2B5EF4-FFF2-40B4-BE49-F238E27FC236}">
                <a16:creationId xmlns:a16="http://schemas.microsoft.com/office/drawing/2014/main" id="{D64988DD-3AB7-EC9C-AFB6-2F17B66BC7C8}"/>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DD513ED2-CEB0-557A-F8A4-1A23F1B561F4}"/>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0829652B-7B88-D9D8-BA70-33901CB63CC6}"/>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ACD7D232-874B-D49E-DCB8-C80339113258}"/>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4597493E-12C8-E9AB-0B86-658B23FDA3BB}"/>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8" name="日期占位符 7">
            <a:extLst>
              <a:ext uri="{FF2B5EF4-FFF2-40B4-BE49-F238E27FC236}">
                <a16:creationId xmlns:a16="http://schemas.microsoft.com/office/drawing/2014/main" id="{EE6C8C11-8ACC-E2F5-6097-80B82A161401}"/>
              </a:ext>
            </a:extLst>
          </p:cNvPr>
          <p:cNvSpPr>
            <a:spLocks noGrp="1"/>
          </p:cNvSpPr>
          <p:nvPr>
            <p:ph type="dt" sz="half" idx="10"/>
          </p:nvPr>
        </p:nvSpPr>
        <p:spPr/>
        <p:txBody>
          <a:bodyPr/>
          <a:lstStyle/>
          <a:p>
            <a:fld id="{77AD637C-3E8F-409B-87FE-E72CEAA4C4E2}" type="datetime2">
              <a:rPr lang="zh-CN" altLang="en-US" smtClean="0"/>
              <a:t>2025年6月11日</a:t>
            </a:fld>
            <a:endParaRPr lang="zh-CN" altLang="en-US" dirty="0"/>
          </a:p>
        </p:txBody>
      </p:sp>
      <p:sp>
        <p:nvSpPr>
          <p:cNvPr id="9" name="页脚占位符 8">
            <a:extLst>
              <a:ext uri="{FF2B5EF4-FFF2-40B4-BE49-F238E27FC236}">
                <a16:creationId xmlns:a16="http://schemas.microsoft.com/office/drawing/2014/main" id="{88DE61E1-52B7-81CE-C05C-086D48AA36E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9D406C99-E3C4-46E6-8F20-878EC966127D}"/>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2A7894B2-86AD-482D-A35E-640D461572DF}"/>
              </a:ext>
            </a:extLst>
          </p:cNvPr>
          <p:cNvSpPr>
            <a:spLocks noGrp="1" noChangeArrowheads="1"/>
          </p:cNvSpPr>
          <p:nvPr>
            <p:ph type="title"/>
          </p:nvPr>
        </p:nvSpPr>
        <p:spPr/>
        <p:txBody>
          <a:bodyPr/>
          <a:lstStyle/>
          <a:p>
            <a:pPr eaLnBrk="1" hangingPunct="1"/>
            <a:r>
              <a:rPr lang="en-US" altLang="zh-CN" dirty="0"/>
              <a:t>6.2.3 </a:t>
            </a:r>
            <a:r>
              <a:rPr lang="zh-CN" altLang="en-US" dirty="0"/>
              <a:t>调用序列和返回序列</a:t>
            </a:r>
          </a:p>
        </p:txBody>
      </p:sp>
      <p:sp>
        <p:nvSpPr>
          <p:cNvPr id="63491" name="Rectangle 3">
            <a:extLst>
              <a:ext uri="{FF2B5EF4-FFF2-40B4-BE49-F238E27FC236}">
                <a16:creationId xmlns:a16="http://schemas.microsoft.com/office/drawing/2014/main" id="{1E0A3899-461E-422F-B030-8F3E7723BB8D}"/>
              </a:ext>
            </a:extLst>
          </p:cNvPr>
          <p:cNvSpPr>
            <a:spLocks noGrp="1" noChangeArrowheads="1"/>
          </p:cNvSpPr>
          <p:nvPr>
            <p:ph idx="1"/>
          </p:nvPr>
        </p:nvSpPr>
        <p:spPr/>
        <p:txBody>
          <a:bodyPr/>
          <a:lstStyle/>
          <a:p>
            <a:pPr algn="just" eaLnBrk="1" hangingPunct="1"/>
            <a:r>
              <a:rPr lang="zh-CN" altLang="en-US" dirty="0">
                <a:solidFill>
                  <a:srgbClr val="FF0000"/>
                </a:solidFill>
                <a:latin typeface="宋体" panose="02010600030101010101" pitchFamily="2" charset="-122"/>
              </a:rPr>
              <a:t>过程</a:t>
            </a:r>
            <a:r>
              <a:rPr lang="en-US" altLang="zh-CN" b="1" dirty="0">
                <a:solidFill>
                  <a:srgbClr val="FF0000"/>
                </a:solidFill>
              </a:rPr>
              <a:t>p</a:t>
            </a:r>
            <a:r>
              <a:rPr lang="zh-CN" altLang="en-US" dirty="0">
                <a:solidFill>
                  <a:srgbClr val="FF0000"/>
                </a:solidFill>
                <a:latin typeface="宋体" panose="02010600030101010101" pitchFamily="2" charset="-122"/>
              </a:rPr>
              <a:t>调用过程</a:t>
            </a:r>
            <a:r>
              <a:rPr lang="en-US" altLang="zh-CN" b="1" dirty="0">
                <a:solidFill>
                  <a:srgbClr val="FF0000"/>
                </a:solidFill>
              </a:rPr>
              <a:t>q</a:t>
            </a:r>
            <a:r>
              <a:rPr lang="zh-CN" altLang="en-US" dirty="0">
                <a:solidFill>
                  <a:srgbClr val="FF0000"/>
                </a:solidFill>
                <a:latin typeface="宋体" panose="02010600030101010101" pitchFamily="2" charset="-122"/>
              </a:rPr>
              <a:t>的返回序列</a:t>
            </a:r>
          </a:p>
          <a:p>
            <a:pPr lvl="1" algn="just" eaLnBrk="1" hangingPunct="1"/>
            <a:r>
              <a:rPr lang="en-US" altLang="zh-CN" b="1" dirty="0"/>
              <a:t>q</a:t>
            </a:r>
            <a:r>
              <a:rPr lang="zh-CN" altLang="en-US" dirty="0">
                <a:latin typeface="宋体" panose="02010600030101010101" pitchFamily="2" charset="-122"/>
              </a:rPr>
              <a:t>把返回值置入活动记录中存放返回值的地方</a:t>
            </a:r>
            <a:endParaRPr lang="zh-CN" altLang="en-US" dirty="0"/>
          </a:p>
          <a:p>
            <a:pPr lvl="1" algn="just" eaLnBrk="1" hangingPunct="1"/>
            <a:r>
              <a:rPr lang="en-US" altLang="zh-CN" b="1" dirty="0"/>
              <a:t>q</a:t>
            </a:r>
            <a:r>
              <a:rPr lang="zh-CN" altLang="en-US" dirty="0">
                <a:latin typeface="宋体" panose="02010600030101010101" pitchFamily="2" charset="-122"/>
              </a:rPr>
              <a:t>对应调用序列步骤（</a:t>
            </a:r>
            <a:r>
              <a:rPr lang="en-US" altLang="zh-CN" b="1" dirty="0"/>
              <a:t>4</a:t>
            </a:r>
            <a:r>
              <a:rPr lang="zh-CN" altLang="en-US" dirty="0">
                <a:latin typeface="宋体" panose="02010600030101010101" pitchFamily="2" charset="-122"/>
              </a:rPr>
              <a:t>），增加</a:t>
            </a:r>
            <a:r>
              <a:rPr lang="en-US" altLang="zh-CN" b="1" i="1" dirty="0" err="1"/>
              <a:t>top</a:t>
            </a:r>
            <a:r>
              <a:rPr lang="en-US" altLang="zh-CN" b="1" dirty="0" err="1"/>
              <a:t>_</a:t>
            </a:r>
            <a:r>
              <a:rPr lang="en-US" altLang="zh-CN" b="1" i="1" dirty="0" err="1"/>
              <a:t>sp</a:t>
            </a:r>
            <a:r>
              <a:rPr lang="zh-CN" altLang="en-US" dirty="0">
                <a:latin typeface="宋体" panose="02010600030101010101" pitchFamily="2" charset="-122"/>
              </a:rPr>
              <a:t>的值</a:t>
            </a:r>
            <a:r>
              <a:rPr lang="zh-CN" altLang="en-US" dirty="0"/>
              <a:t> </a:t>
            </a:r>
          </a:p>
          <a:p>
            <a:pPr lvl="1" algn="just" eaLnBrk="1" hangingPunct="1"/>
            <a:r>
              <a:rPr lang="en-US" altLang="zh-CN" b="1" dirty="0"/>
              <a:t>q</a:t>
            </a:r>
            <a:r>
              <a:rPr lang="zh-CN" altLang="en-US" dirty="0">
                <a:latin typeface="宋体" panose="02010600030101010101" pitchFamily="2" charset="-122"/>
              </a:rPr>
              <a:t>恢复寄存器（包括</a:t>
            </a:r>
            <a:r>
              <a:rPr lang="en-US" altLang="zh-CN" b="1" i="1" dirty="0" err="1"/>
              <a:t>base</a:t>
            </a:r>
            <a:r>
              <a:rPr lang="en-US" altLang="zh-CN" b="1" dirty="0" err="1"/>
              <a:t>_</a:t>
            </a:r>
            <a:r>
              <a:rPr lang="en-US" altLang="zh-CN" b="1" i="1" dirty="0" err="1"/>
              <a:t>sp</a:t>
            </a:r>
            <a:r>
              <a:rPr lang="zh-CN" altLang="en-US" dirty="0">
                <a:latin typeface="宋体" panose="02010600030101010101" pitchFamily="2" charset="-122"/>
              </a:rPr>
              <a:t>）和机器状态，返回</a:t>
            </a:r>
            <a:r>
              <a:rPr lang="en-US" altLang="zh-CN" b="1" dirty="0"/>
              <a:t>p</a:t>
            </a:r>
          </a:p>
          <a:p>
            <a:pPr lvl="1" algn="just" eaLnBrk="1" hangingPunct="1"/>
            <a:r>
              <a:rPr lang="en-US" altLang="zh-CN" b="1" dirty="0"/>
              <a:t>p</a:t>
            </a:r>
            <a:r>
              <a:rPr lang="zh-CN" altLang="en-US" dirty="0"/>
              <a:t>对应调用序列步骤（</a:t>
            </a:r>
            <a:r>
              <a:rPr lang="en-US" altLang="zh-CN" b="1" dirty="0"/>
              <a:t>1</a:t>
            </a:r>
            <a:r>
              <a:rPr lang="zh-CN" altLang="en-US" dirty="0"/>
              <a:t>）增加</a:t>
            </a:r>
            <a:r>
              <a:rPr lang="en-US" altLang="zh-CN" b="1" i="1" dirty="0" err="1"/>
              <a:t>top</a:t>
            </a:r>
            <a:r>
              <a:rPr lang="en-US" altLang="zh-CN" b="1" dirty="0" err="1"/>
              <a:t>_</a:t>
            </a:r>
            <a:r>
              <a:rPr lang="en-US" altLang="zh-CN" b="1" i="1" dirty="0" err="1"/>
              <a:t>sp</a:t>
            </a:r>
            <a:r>
              <a:rPr lang="zh-CN" altLang="en-US" dirty="0"/>
              <a:t>的值</a:t>
            </a:r>
            <a:r>
              <a:rPr lang="zh-CN" altLang="en-US" dirty="0">
                <a:latin typeface="宋体" panose="02010600030101010101" pitchFamily="2" charset="-122"/>
              </a:rPr>
              <a:t>，并取出返回值</a:t>
            </a:r>
          </a:p>
          <a:p>
            <a:pPr eaLnBrk="1" hangingPunct="1"/>
            <a:endParaRPr lang="en-US" altLang="zh-CN" dirty="0"/>
          </a:p>
        </p:txBody>
      </p:sp>
      <p:sp>
        <p:nvSpPr>
          <p:cNvPr id="2" name="日期占位符 1">
            <a:extLst>
              <a:ext uri="{FF2B5EF4-FFF2-40B4-BE49-F238E27FC236}">
                <a16:creationId xmlns:a16="http://schemas.microsoft.com/office/drawing/2014/main" id="{932DB7A6-0E0F-1498-5783-082D0D72AA1F}"/>
              </a:ext>
            </a:extLst>
          </p:cNvPr>
          <p:cNvSpPr>
            <a:spLocks noGrp="1"/>
          </p:cNvSpPr>
          <p:nvPr>
            <p:ph type="dt" sz="half" idx="10"/>
          </p:nvPr>
        </p:nvSpPr>
        <p:spPr/>
        <p:txBody>
          <a:bodyPr/>
          <a:lstStyle/>
          <a:p>
            <a:fld id="{58DB5557-CBDD-4772-9A8A-DDEEC1DCCBED}"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4FAE02D0-85C7-902C-357E-2614815F3F1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4D957727-BC43-AF36-9F35-29F0BA4D0E6E}"/>
              </a:ext>
            </a:extLst>
          </p:cNvPr>
          <p:cNvSpPr>
            <a:spLocks noGrp="1"/>
          </p:cNvSpPr>
          <p:nvPr>
            <p:ph type="sldNum" sz="quarter" idx="12"/>
          </p:nvPr>
        </p:nvSpPr>
        <p:spPr/>
        <p:txBody>
          <a:bodyPr/>
          <a:lstStyle/>
          <a:p>
            <a:fld id="{094DEB03-EFC6-4C20-8FC8-295189A5386F}" type="slidenum">
              <a:rPr lang="zh-CN" altLang="en-US" smtClean="0"/>
              <a:pPr/>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574D486-571E-43D9-A457-D2A3F1D9C870}"/>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0B19351C-9485-4683-A62D-420EC1A7520E}"/>
              </a:ext>
            </a:extLst>
          </p:cNvPr>
          <p:cNvSpPr>
            <a:spLocks noGrp="1"/>
          </p:cNvSpPr>
          <p:nvPr>
            <p:ph idx="1"/>
          </p:nvPr>
        </p:nvSpPr>
        <p:spPr/>
        <p:txBody>
          <a:bodyPr/>
          <a:lstStyle/>
          <a:p>
            <a:r>
              <a:rPr lang="en-US" altLang="zh-CN" dirty="0"/>
              <a:t>2</a:t>
            </a:r>
            <a:r>
              <a:rPr lang="zh-CN" altLang="en-US" dirty="0"/>
              <a:t>、过程</a:t>
            </a:r>
            <a:r>
              <a:rPr lang="en-US" altLang="zh-CN" dirty="0"/>
              <a:t>p</a:t>
            </a:r>
            <a:r>
              <a:rPr lang="zh-CN" altLang="en-US" dirty="0"/>
              <a:t>调用过程</a:t>
            </a:r>
            <a:r>
              <a:rPr lang="en-US" altLang="zh-CN" dirty="0"/>
              <a:t>q</a:t>
            </a:r>
            <a:r>
              <a:rPr lang="zh-CN" altLang="en-US" dirty="0"/>
              <a:t>的返回序列</a:t>
            </a:r>
          </a:p>
          <a:p>
            <a:endParaRPr lang="zh-CN" altLang="en-US" dirty="0"/>
          </a:p>
        </p:txBody>
      </p:sp>
      <p:grpSp>
        <p:nvGrpSpPr>
          <p:cNvPr id="43012" name="Group 23">
            <a:extLst>
              <a:ext uri="{FF2B5EF4-FFF2-40B4-BE49-F238E27FC236}">
                <a16:creationId xmlns:a16="http://schemas.microsoft.com/office/drawing/2014/main" id="{780E03EE-0B50-4C7B-9C01-B78A8095A8C0}"/>
              </a:ext>
            </a:extLst>
          </p:cNvPr>
          <p:cNvGrpSpPr>
            <a:grpSpLocks/>
          </p:cNvGrpSpPr>
          <p:nvPr/>
        </p:nvGrpSpPr>
        <p:grpSpPr bwMode="auto">
          <a:xfrm>
            <a:off x="115888" y="1898650"/>
            <a:ext cx="4860925" cy="4889500"/>
            <a:chOff x="-12" y="1196"/>
            <a:chExt cx="3062" cy="3080"/>
          </a:xfrm>
        </p:grpSpPr>
        <p:sp>
          <p:nvSpPr>
            <p:cNvPr id="43013" name="Rectangle 24">
              <a:extLst>
                <a:ext uri="{FF2B5EF4-FFF2-40B4-BE49-F238E27FC236}">
                  <a16:creationId xmlns:a16="http://schemas.microsoft.com/office/drawing/2014/main" id="{9FDE675F-4595-4ED5-9635-3C558F086D60}"/>
                </a:ext>
              </a:extLst>
            </p:cNvPr>
            <p:cNvSpPr>
              <a:spLocks noChangeArrowheads="1"/>
            </p:cNvSpPr>
            <p:nvPr/>
          </p:nvSpPr>
          <p:spPr bwMode="auto">
            <a:xfrm>
              <a:off x="1029" y="1522"/>
              <a:ext cx="1939" cy="275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3014" name="Rectangle 25">
              <a:extLst>
                <a:ext uri="{FF2B5EF4-FFF2-40B4-BE49-F238E27FC236}">
                  <a16:creationId xmlns:a16="http://schemas.microsoft.com/office/drawing/2014/main" id="{CB643083-64E5-469B-8895-A022C99CE909}"/>
                </a:ext>
              </a:extLst>
            </p:cNvPr>
            <p:cNvSpPr>
              <a:spLocks noChangeArrowheads="1"/>
            </p:cNvSpPr>
            <p:nvPr/>
          </p:nvSpPr>
          <p:spPr bwMode="auto">
            <a:xfrm>
              <a:off x="1037" y="1536"/>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43015" name="Line 26">
              <a:extLst>
                <a:ext uri="{FF2B5EF4-FFF2-40B4-BE49-F238E27FC236}">
                  <a16:creationId xmlns:a16="http://schemas.microsoft.com/office/drawing/2014/main" id="{2561D040-28CA-42D9-B0DC-5D6C5FDB58D7}"/>
                </a:ext>
              </a:extLst>
            </p:cNvPr>
            <p:cNvSpPr>
              <a:spLocks noChangeShapeType="1"/>
            </p:cNvSpPr>
            <p:nvPr/>
          </p:nvSpPr>
          <p:spPr bwMode="auto">
            <a:xfrm>
              <a:off x="1056" y="1916"/>
              <a:ext cx="1917"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16" name="Line 27">
              <a:extLst>
                <a:ext uri="{FF2B5EF4-FFF2-40B4-BE49-F238E27FC236}">
                  <a16:creationId xmlns:a16="http://schemas.microsoft.com/office/drawing/2014/main" id="{C30BD9C8-0039-479A-B2C1-3EF6AB59EAFE}"/>
                </a:ext>
              </a:extLst>
            </p:cNvPr>
            <p:cNvSpPr>
              <a:spLocks noChangeShapeType="1"/>
            </p:cNvSpPr>
            <p:nvPr/>
          </p:nvSpPr>
          <p:spPr bwMode="auto">
            <a:xfrm>
              <a:off x="1040" y="2473"/>
              <a:ext cx="190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17" name="Line 28">
              <a:extLst>
                <a:ext uri="{FF2B5EF4-FFF2-40B4-BE49-F238E27FC236}">
                  <a16:creationId xmlns:a16="http://schemas.microsoft.com/office/drawing/2014/main" id="{8C14005E-FBFE-4ED8-A877-6B99BC2B38EF}"/>
                </a:ext>
              </a:extLst>
            </p:cNvPr>
            <p:cNvSpPr>
              <a:spLocks noChangeShapeType="1"/>
            </p:cNvSpPr>
            <p:nvPr/>
          </p:nvSpPr>
          <p:spPr bwMode="auto">
            <a:xfrm flipV="1">
              <a:off x="1063" y="3186"/>
              <a:ext cx="189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18" name="Line 29">
              <a:extLst>
                <a:ext uri="{FF2B5EF4-FFF2-40B4-BE49-F238E27FC236}">
                  <a16:creationId xmlns:a16="http://schemas.microsoft.com/office/drawing/2014/main" id="{6F4BA78E-FA06-4518-B948-B091C804585A}"/>
                </a:ext>
              </a:extLst>
            </p:cNvPr>
            <p:cNvSpPr>
              <a:spLocks noChangeShapeType="1"/>
            </p:cNvSpPr>
            <p:nvPr/>
          </p:nvSpPr>
          <p:spPr bwMode="auto">
            <a:xfrm flipV="1">
              <a:off x="1066" y="3748"/>
              <a:ext cx="187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19" name="Line 30">
              <a:extLst>
                <a:ext uri="{FF2B5EF4-FFF2-40B4-BE49-F238E27FC236}">
                  <a16:creationId xmlns:a16="http://schemas.microsoft.com/office/drawing/2014/main" id="{2E77884C-716D-4898-AC33-AC1D37673C55}"/>
                </a:ext>
              </a:extLst>
            </p:cNvPr>
            <p:cNvSpPr>
              <a:spLocks noChangeShapeType="1"/>
            </p:cNvSpPr>
            <p:nvPr/>
          </p:nvSpPr>
          <p:spPr bwMode="auto">
            <a:xfrm>
              <a:off x="1054"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20" name="Rectangle 31">
              <a:extLst>
                <a:ext uri="{FF2B5EF4-FFF2-40B4-BE49-F238E27FC236}">
                  <a16:creationId xmlns:a16="http://schemas.microsoft.com/office/drawing/2014/main" id="{F9105578-C2CF-4DB8-BC31-9D5201673E90}"/>
                </a:ext>
              </a:extLst>
            </p:cNvPr>
            <p:cNvSpPr>
              <a:spLocks noChangeArrowheads="1"/>
            </p:cNvSpPr>
            <p:nvPr/>
          </p:nvSpPr>
          <p:spPr bwMode="auto">
            <a:xfrm>
              <a:off x="1008" y="2492"/>
              <a:ext cx="196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3021" name="Rectangle 32">
              <a:extLst>
                <a:ext uri="{FF2B5EF4-FFF2-40B4-BE49-F238E27FC236}">
                  <a16:creationId xmlns:a16="http://schemas.microsoft.com/office/drawing/2014/main" id="{CADA6ACC-25E3-4133-BE8F-4A164CE6B3C3}"/>
                </a:ext>
              </a:extLst>
            </p:cNvPr>
            <p:cNvSpPr>
              <a:spLocks noChangeArrowheads="1"/>
            </p:cNvSpPr>
            <p:nvPr/>
          </p:nvSpPr>
          <p:spPr bwMode="auto">
            <a:xfrm>
              <a:off x="1037" y="3719"/>
              <a:ext cx="192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3022" name="Line 33">
              <a:extLst>
                <a:ext uri="{FF2B5EF4-FFF2-40B4-BE49-F238E27FC236}">
                  <a16:creationId xmlns:a16="http://schemas.microsoft.com/office/drawing/2014/main" id="{86A7F639-1640-4C6B-B6EC-F3EE1BDEE417}"/>
                </a:ext>
              </a:extLst>
            </p:cNvPr>
            <p:cNvSpPr>
              <a:spLocks noChangeShapeType="1"/>
            </p:cNvSpPr>
            <p:nvPr/>
          </p:nvSpPr>
          <p:spPr bwMode="auto">
            <a:xfrm>
              <a:off x="1028" y="1296"/>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23" name="Line 34">
              <a:extLst>
                <a:ext uri="{FF2B5EF4-FFF2-40B4-BE49-F238E27FC236}">
                  <a16:creationId xmlns:a16="http://schemas.microsoft.com/office/drawing/2014/main" id="{3BA9227F-517F-4217-93C8-25419662D97F}"/>
                </a:ext>
              </a:extLst>
            </p:cNvPr>
            <p:cNvSpPr>
              <a:spLocks noChangeShapeType="1"/>
            </p:cNvSpPr>
            <p:nvPr/>
          </p:nvSpPr>
          <p:spPr bwMode="auto">
            <a:xfrm>
              <a:off x="2965" y="1307"/>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24" name="Rectangle 35">
              <a:extLst>
                <a:ext uri="{FF2B5EF4-FFF2-40B4-BE49-F238E27FC236}">
                  <a16:creationId xmlns:a16="http://schemas.microsoft.com/office/drawing/2014/main" id="{BEB1D936-1D67-4A0D-9B7A-E80476410C20}"/>
                </a:ext>
              </a:extLst>
            </p:cNvPr>
            <p:cNvSpPr>
              <a:spLocks noChangeArrowheads="1"/>
            </p:cNvSpPr>
            <p:nvPr/>
          </p:nvSpPr>
          <p:spPr bwMode="auto">
            <a:xfrm>
              <a:off x="1225" y="1196"/>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3025" name="Rectangle 36">
              <a:extLst>
                <a:ext uri="{FF2B5EF4-FFF2-40B4-BE49-F238E27FC236}">
                  <a16:creationId xmlns:a16="http://schemas.microsoft.com/office/drawing/2014/main" id="{DCF37240-B0DC-4AB1-BA19-0A34E5FD4D3C}"/>
                </a:ext>
              </a:extLst>
            </p:cNvPr>
            <p:cNvSpPr>
              <a:spLocks noChangeArrowheads="1"/>
            </p:cNvSpPr>
            <p:nvPr/>
          </p:nvSpPr>
          <p:spPr bwMode="auto">
            <a:xfrm>
              <a:off x="1026" y="1868"/>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dirty="0">
                  <a:latin typeface="+mn-lt"/>
                  <a:ea typeface="+mn-ea"/>
                </a:rPr>
                <a:t>控制链</a:t>
              </a:r>
            </a:p>
            <a:p>
              <a:pPr algn="just"/>
              <a:r>
                <a:rPr lang="zh-CN" altLang="en-US" sz="2800" b="0" dirty="0">
                  <a:latin typeface="+mn-lt"/>
                  <a:ea typeface="+mn-ea"/>
                </a:rPr>
                <a:t>  和保存的机器状态</a:t>
              </a:r>
            </a:p>
          </p:txBody>
        </p:sp>
        <p:sp>
          <p:nvSpPr>
            <p:cNvPr id="43026" name="Rectangle 37">
              <a:extLst>
                <a:ext uri="{FF2B5EF4-FFF2-40B4-BE49-F238E27FC236}">
                  <a16:creationId xmlns:a16="http://schemas.microsoft.com/office/drawing/2014/main" id="{74DE6B4E-EBB4-4A9E-8A0F-1CF8037C0DF5}"/>
                </a:ext>
              </a:extLst>
            </p:cNvPr>
            <p:cNvSpPr>
              <a:spLocks noChangeArrowheads="1"/>
            </p:cNvSpPr>
            <p:nvPr/>
          </p:nvSpPr>
          <p:spPr bwMode="auto">
            <a:xfrm>
              <a:off x="86"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43027" name="Line 38">
              <a:extLst>
                <a:ext uri="{FF2B5EF4-FFF2-40B4-BE49-F238E27FC236}">
                  <a16:creationId xmlns:a16="http://schemas.microsoft.com/office/drawing/2014/main" id="{CD89A8C8-010A-4D24-B931-BB84A4197DC1}"/>
                </a:ext>
              </a:extLst>
            </p:cNvPr>
            <p:cNvSpPr>
              <a:spLocks noChangeShapeType="1"/>
            </p:cNvSpPr>
            <p:nvPr/>
          </p:nvSpPr>
          <p:spPr bwMode="auto">
            <a:xfrm>
              <a:off x="754" y="1536"/>
              <a:ext cx="25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28" name="Rectangle 39">
              <a:extLst>
                <a:ext uri="{FF2B5EF4-FFF2-40B4-BE49-F238E27FC236}">
                  <a16:creationId xmlns:a16="http://schemas.microsoft.com/office/drawing/2014/main" id="{C091D0B8-4A8B-4610-BA43-93E875A964B9}"/>
                </a:ext>
              </a:extLst>
            </p:cNvPr>
            <p:cNvSpPr>
              <a:spLocks noChangeArrowheads="1"/>
            </p:cNvSpPr>
            <p:nvPr/>
          </p:nvSpPr>
          <p:spPr bwMode="auto">
            <a:xfrm>
              <a:off x="-12"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43029" name="Line 40">
              <a:extLst>
                <a:ext uri="{FF2B5EF4-FFF2-40B4-BE49-F238E27FC236}">
                  <a16:creationId xmlns:a16="http://schemas.microsoft.com/office/drawing/2014/main" id="{25884871-05CE-4DC7-99A5-43BDD6ED2F13}"/>
                </a:ext>
              </a:extLst>
            </p:cNvPr>
            <p:cNvSpPr>
              <a:spLocks noChangeShapeType="1"/>
            </p:cNvSpPr>
            <p:nvPr/>
          </p:nvSpPr>
          <p:spPr bwMode="auto">
            <a:xfrm>
              <a:off x="754" y="2075"/>
              <a:ext cx="2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3030" name="Freeform 41">
              <a:extLst>
                <a:ext uri="{FF2B5EF4-FFF2-40B4-BE49-F238E27FC236}">
                  <a16:creationId xmlns:a16="http://schemas.microsoft.com/office/drawing/2014/main" id="{BA450EDC-A1A9-4622-BFD1-160A62663444}"/>
                </a:ext>
              </a:extLst>
            </p:cNvPr>
            <p:cNvSpPr>
              <a:spLocks/>
            </p:cNvSpPr>
            <p:nvPr/>
          </p:nvSpPr>
          <p:spPr bwMode="auto">
            <a:xfrm>
              <a:off x="587" y="2106"/>
              <a:ext cx="431" cy="1203"/>
            </a:xfrm>
            <a:custGeom>
              <a:avLst/>
              <a:gdLst>
                <a:gd name="T0" fmla="*/ 431 w 431"/>
                <a:gd name="T1" fmla="*/ 0 h 1203"/>
                <a:gd name="T2" fmla="*/ 177 w 431"/>
                <a:gd name="T3" fmla="*/ 104 h 1203"/>
                <a:gd name="T4" fmla="*/ 25 w 431"/>
                <a:gd name="T5" fmla="*/ 396 h 1203"/>
                <a:gd name="T6" fmla="*/ 29 w 431"/>
                <a:gd name="T7" fmla="*/ 787 h 1203"/>
                <a:gd name="T8" fmla="*/ 136 w 431"/>
                <a:gd name="T9" fmla="*/ 1055 h 1203"/>
                <a:gd name="T10" fmla="*/ 404 w 431"/>
                <a:gd name="T11" fmla="*/ 1203 h 1203"/>
                <a:gd name="T12" fmla="*/ 0 60000 65536"/>
                <a:gd name="T13" fmla="*/ 0 60000 65536"/>
                <a:gd name="T14" fmla="*/ 0 60000 65536"/>
                <a:gd name="T15" fmla="*/ 0 60000 65536"/>
                <a:gd name="T16" fmla="*/ 0 60000 65536"/>
                <a:gd name="T17" fmla="*/ 0 60000 65536"/>
                <a:gd name="T18" fmla="*/ 0 w 431"/>
                <a:gd name="T19" fmla="*/ 0 h 1203"/>
                <a:gd name="T20" fmla="*/ 431 w 431"/>
                <a:gd name="T21" fmla="*/ 1203 h 1203"/>
              </a:gdLst>
              <a:ahLst/>
              <a:cxnLst>
                <a:cxn ang="T12">
                  <a:pos x="T0" y="T1"/>
                </a:cxn>
                <a:cxn ang="T13">
                  <a:pos x="T2" y="T3"/>
                </a:cxn>
                <a:cxn ang="T14">
                  <a:pos x="T4" y="T5"/>
                </a:cxn>
                <a:cxn ang="T15">
                  <a:pos x="T6" y="T7"/>
                </a:cxn>
                <a:cxn ang="T16">
                  <a:pos x="T8" y="T9"/>
                </a:cxn>
                <a:cxn ang="T17">
                  <a:pos x="T10" y="T11"/>
                </a:cxn>
              </a:cxnLst>
              <a:rect l="T18" t="T19" r="T20" b="T21"/>
              <a:pathLst>
                <a:path w="431" h="1203">
                  <a:moveTo>
                    <a:pt x="431" y="0"/>
                  </a:moveTo>
                  <a:cubicBezTo>
                    <a:pt x="389" y="17"/>
                    <a:pt x="245" y="38"/>
                    <a:pt x="177" y="104"/>
                  </a:cubicBezTo>
                  <a:cubicBezTo>
                    <a:pt x="109" y="170"/>
                    <a:pt x="50" y="282"/>
                    <a:pt x="25" y="396"/>
                  </a:cubicBezTo>
                  <a:cubicBezTo>
                    <a:pt x="0" y="510"/>
                    <a:pt x="11" y="677"/>
                    <a:pt x="29" y="787"/>
                  </a:cubicBezTo>
                  <a:cubicBezTo>
                    <a:pt x="47" y="897"/>
                    <a:pt x="74" y="986"/>
                    <a:pt x="136" y="1055"/>
                  </a:cubicBezTo>
                  <a:cubicBezTo>
                    <a:pt x="198" y="1124"/>
                    <a:pt x="348" y="1172"/>
                    <a:pt x="404" y="1203"/>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3031" name="Freeform 42">
              <a:extLst>
                <a:ext uri="{FF2B5EF4-FFF2-40B4-BE49-F238E27FC236}">
                  <a16:creationId xmlns:a16="http://schemas.microsoft.com/office/drawing/2014/main" id="{1F246A19-7166-4A85-990D-AE2708EB978A}"/>
                </a:ext>
              </a:extLst>
            </p:cNvPr>
            <p:cNvSpPr>
              <a:spLocks/>
            </p:cNvSpPr>
            <p:nvPr/>
          </p:nvSpPr>
          <p:spPr bwMode="auto">
            <a:xfrm flipV="1">
              <a:off x="697"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3032" name="Rectangle 43">
              <a:extLst>
                <a:ext uri="{FF2B5EF4-FFF2-40B4-BE49-F238E27FC236}">
                  <a16:creationId xmlns:a16="http://schemas.microsoft.com/office/drawing/2014/main" id="{E3D49AA8-D47B-476F-B1DC-6E97411E66C7}"/>
                </a:ext>
              </a:extLst>
            </p:cNvPr>
            <p:cNvSpPr>
              <a:spLocks noChangeArrowheads="1"/>
            </p:cNvSpPr>
            <p:nvPr/>
          </p:nvSpPr>
          <p:spPr bwMode="auto">
            <a:xfrm>
              <a:off x="158" y="2870"/>
              <a:ext cx="426" cy="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栈</a:t>
              </a:r>
            </a:p>
            <a:p>
              <a:pPr algn="ctr"/>
              <a:r>
                <a:rPr lang="zh-CN" altLang="en-US" sz="2800" b="0">
                  <a:latin typeface="+mn-lt"/>
                  <a:ea typeface="+mn-ea"/>
                </a:rPr>
                <a:t>增</a:t>
              </a:r>
            </a:p>
            <a:p>
              <a:pPr algn="ctr"/>
              <a:r>
                <a:rPr lang="zh-CN" altLang="en-US" sz="2800" b="0">
                  <a:latin typeface="+mn-lt"/>
                  <a:ea typeface="+mn-ea"/>
                </a:rPr>
                <a:t>长</a:t>
              </a:r>
            </a:p>
            <a:p>
              <a:pPr algn="ctr"/>
              <a:r>
                <a:rPr lang="zh-CN" altLang="en-US" sz="2800" b="0">
                  <a:latin typeface="+mn-lt"/>
                  <a:ea typeface="+mn-ea"/>
                </a:rPr>
                <a:t>方</a:t>
              </a:r>
            </a:p>
            <a:p>
              <a:pPr algn="ctr"/>
              <a:r>
                <a:rPr lang="zh-CN" altLang="en-US" sz="2800" b="0">
                  <a:latin typeface="+mn-lt"/>
                  <a:ea typeface="+mn-ea"/>
                </a:rPr>
                <a:t>向</a:t>
              </a:r>
            </a:p>
          </p:txBody>
        </p:sp>
        <p:sp>
          <p:nvSpPr>
            <p:cNvPr id="43033" name="Line 44">
              <a:extLst>
                <a:ext uri="{FF2B5EF4-FFF2-40B4-BE49-F238E27FC236}">
                  <a16:creationId xmlns:a16="http://schemas.microsoft.com/office/drawing/2014/main" id="{D8D3AC44-8DC7-40AF-B3DE-22FF3A348BBA}"/>
                </a:ext>
              </a:extLst>
            </p:cNvPr>
            <p:cNvSpPr>
              <a:spLocks noChangeShapeType="1"/>
            </p:cNvSpPr>
            <p:nvPr/>
          </p:nvSpPr>
          <p:spPr bwMode="auto">
            <a:xfrm flipV="1">
              <a:off x="357" y="2302"/>
              <a:ext cx="0" cy="53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lstStyle/>
            <a:p>
              <a:endParaRPr lang="zh-CN" altLang="en-US"/>
            </a:p>
          </p:txBody>
        </p:sp>
        <p:sp>
          <p:nvSpPr>
            <p:cNvPr id="43034" name="Rectangle 45">
              <a:extLst>
                <a:ext uri="{FF2B5EF4-FFF2-40B4-BE49-F238E27FC236}">
                  <a16:creationId xmlns:a16="http://schemas.microsoft.com/office/drawing/2014/main" id="{5785FC20-E92D-45B1-9A3D-AFDEF05EDFE8}"/>
                </a:ext>
              </a:extLst>
            </p:cNvPr>
            <p:cNvSpPr>
              <a:spLocks noChangeArrowheads="1"/>
            </p:cNvSpPr>
            <p:nvPr/>
          </p:nvSpPr>
          <p:spPr bwMode="auto">
            <a:xfrm>
              <a:off x="1037" y="2812"/>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43035" name="Rectangle 46">
              <a:extLst>
                <a:ext uri="{FF2B5EF4-FFF2-40B4-BE49-F238E27FC236}">
                  <a16:creationId xmlns:a16="http://schemas.microsoft.com/office/drawing/2014/main" id="{FF0CF5CC-0FE8-4420-B093-034DFA549C22}"/>
                </a:ext>
              </a:extLst>
            </p:cNvPr>
            <p:cNvSpPr>
              <a:spLocks noChangeArrowheads="1"/>
            </p:cNvSpPr>
            <p:nvPr/>
          </p:nvSpPr>
          <p:spPr bwMode="auto">
            <a:xfrm>
              <a:off x="1009" y="3152"/>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43036" name="Rectangle 47">
              <a:extLst>
                <a:ext uri="{FF2B5EF4-FFF2-40B4-BE49-F238E27FC236}">
                  <a16:creationId xmlns:a16="http://schemas.microsoft.com/office/drawing/2014/main" id="{EBB1EADC-D8B6-41D0-A7CA-C3AE9DBC0CDA}"/>
                </a:ext>
              </a:extLst>
            </p:cNvPr>
            <p:cNvSpPr>
              <a:spLocks noChangeArrowheads="1"/>
            </p:cNvSpPr>
            <p:nvPr/>
          </p:nvSpPr>
          <p:spPr bwMode="auto">
            <a:xfrm>
              <a:off x="1179" y="3974"/>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3037" name="Line 48">
              <a:extLst>
                <a:ext uri="{FF2B5EF4-FFF2-40B4-BE49-F238E27FC236}">
                  <a16:creationId xmlns:a16="http://schemas.microsoft.com/office/drawing/2014/main" id="{2620B037-783A-427E-B3A2-42699D7F0385}"/>
                </a:ext>
              </a:extLst>
            </p:cNvPr>
            <p:cNvSpPr>
              <a:spLocks noChangeShapeType="1"/>
            </p:cNvSpPr>
            <p:nvPr/>
          </p:nvSpPr>
          <p:spPr bwMode="auto">
            <a:xfrm flipV="1">
              <a:off x="1066" y="4088"/>
              <a:ext cx="1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grpSp>
        <p:nvGrpSpPr>
          <p:cNvPr id="3" name="组合 2">
            <a:extLst>
              <a:ext uri="{FF2B5EF4-FFF2-40B4-BE49-F238E27FC236}">
                <a16:creationId xmlns:a16="http://schemas.microsoft.com/office/drawing/2014/main" id="{15C9C5C9-6CB6-BA81-5E51-F73F11623A69}"/>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C7046391-6BFE-D741-2715-F307FB4DC805}"/>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B6411B5B-034C-5BB9-63DA-FD280C63C44C}"/>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BC5B320F-05D3-B6AE-A294-C8F02480A2FA}"/>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7FC1E893-92B8-E2BC-9785-124F3BBBF029}"/>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8" name="日期占位符 7">
            <a:extLst>
              <a:ext uri="{FF2B5EF4-FFF2-40B4-BE49-F238E27FC236}">
                <a16:creationId xmlns:a16="http://schemas.microsoft.com/office/drawing/2014/main" id="{8D7F46AA-B172-14AC-90FD-68AD51E38E64}"/>
              </a:ext>
            </a:extLst>
          </p:cNvPr>
          <p:cNvSpPr>
            <a:spLocks noGrp="1"/>
          </p:cNvSpPr>
          <p:nvPr>
            <p:ph type="dt" sz="half" idx="10"/>
          </p:nvPr>
        </p:nvSpPr>
        <p:spPr/>
        <p:txBody>
          <a:bodyPr/>
          <a:lstStyle/>
          <a:p>
            <a:fld id="{3C6748FE-7069-401D-AFFF-D319B81D42B2}" type="datetime2">
              <a:rPr lang="zh-CN" altLang="en-US" smtClean="0"/>
              <a:t>2025年6月11日</a:t>
            </a:fld>
            <a:endParaRPr lang="zh-CN" altLang="en-US" dirty="0"/>
          </a:p>
        </p:txBody>
      </p:sp>
      <p:sp>
        <p:nvSpPr>
          <p:cNvPr id="9" name="页脚占位符 8">
            <a:extLst>
              <a:ext uri="{FF2B5EF4-FFF2-40B4-BE49-F238E27FC236}">
                <a16:creationId xmlns:a16="http://schemas.microsoft.com/office/drawing/2014/main" id="{276F7842-D9A8-8760-1357-E08CE3B9C67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8C9DC3E1-EF37-06C6-33F1-6E62F28FAA37}"/>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24E47F1-F986-42D9-A199-66AC185F556C}"/>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0E87AD85-1AB0-4ED0-97D9-22811AFF31A6}"/>
              </a:ext>
            </a:extLst>
          </p:cNvPr>
          <p:cNvSpPr>
            <a:spLocks noGrp="1"/>
          </p:cNvSpPr>
          <p:nvPr>
            <p:ph idx="1"/>
          </p:nvPr>
        </p:nvSpPr>
        <p:spPr/>
        <p:txBody>
          <a:bodyPr/>
          <a:lstStyle/>
          <a:p>
            <a:r>
              <a:rPr lang="en-US" altLang="zh-CN" dirty="0"/>
              <a:t>2</a:t>
            </a:r>
            <a:r>
              <a:rPr lang="zh-CN" altLang="en-US" dirty="0"/>
              <a:t>、过程</a:t>
            </a:r>
            <a:r>
              <a:rPr lang="en-US" altLang="zh-CN" dirty="0"/>
              <a:t>p</a:t>
            </a:r>
            <a:r>
              <a:rPr lang="zh-CN" altLang="en-US" dirty="0"/>
              <a:t>调用过程</a:t>
            </a:r>
            <a:r>
              <a:rPr lang="en-US" altLang="zh-CN" dirty="0"/>
              <a:t>q</a:t>
            </a:r>
            <a:r>
              <a:rPr lang="zh-CN" altLang="en-US" dirty="0"/>
              <a:t>的返回序列</a:t>
            </a:r>
          </a:p>
          <a:p>
            <a:endParaRPr lang="zh-CN" altLang="en-US" dirty="0"/>
          </a:p>
        </p:txBody>
      </p:sp>
      <p:grpSp>
        <p:nvGrpSpPr>
          <p:cNvPr id="44036" name="Group 4">
            <a:extLst>
              <a:ext uri="{FF2B5EF4-FFF2-40B4-BE49-F238E27FC236}">
                <a16:creationId xmlns:a16="http://schemas.microsoft.com/office/drawing/2014/main" id="{51291F08-487B-41B2-9AD6-04E2C6E649D4}"/>
              </a:ext>
            </a:extLst>
          </p:cNvPr>
          <p:cNvGrpSpPr>
            <a:grpSpLocks/>
          </p:cNvGrpSpPr>
          <p:nvPr/>
        </p:nvGrpSpPr>
        <p:grpSpPr bwMode="auto">
          <a:xfrm>
            <a:off x="115888" y="1898650"/>
            <a:ext cx="4860925" cy="4889500"/>
            <a:chOff x="-12" y="1196"/>
            <a:chExt cx="3062" cy="3080"/>
          </a:xfrm>
        </p:grpSpPr>
        <p:sp>
          <p:nvSpPr>
            <p:cNvPr id="44038" name="Rectangle 5">
              <a:extLst>
                <a:ext uri="{FF2B5EF4-FFF2-40B4-BE49-F238E27FC236}">
                  <a16:creationId xmlns:a16="http://schemas.microsoft.com/office/drawing/2014/main" id="{4C4DE2B4-C7C9-4797-B768-707D6D720E86}"/>
                </a:ext>
              </a:extLst>
            </p:cNvPr>
            <p:cNvSpPr>
              <a:spLocks noChangeArrowheads="1"/>
            </p:cNvSpPr>
            <p:nvPr/>
          </p:nvSpPr>
          <p:spPr bwMode="auto">
            <a:xfrm>
              <a:off x="1029" y="1522"/>
              <a:ext cx="1939" cy="275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4039" name="Rectangle 6">
              <a:extLst>
                <a:ext uri="{FF2B5EF4-FFF2-40B4-BE49-F238E27FC236}">
                  <a16:creationId xmlns:a16="http://schemas.microsoft.com/office/drawing/2014/main" id="{1C9AECBC-C9DF-40A8-9F85-5C36B0D82110}"/>
                </a:ext>
              </a:extLst>
            </p:cNvPr>
            <p:cNvSpPr>
              <a:spLocks noChangeArrowheads="1"/>
            </p:cNvSpPr>
            <p:nvPr/>
          </p:nvSpPr>
          <p:spPr bwMode="auto">
            <a:xfrm>
              <a:off x="1037" y="1536"/>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44040" name="Line 7">
              <a:extLst>
                <a:ext uri="{FF2B5EF4-FFF2-40B4-BE49-F238E27FC236}">
                  <a16:creationId xmlns:a16="http://schemas.microsoft.com/office/drawing/2014/main" id="{75E9482B-9A61-4B6F-BB59-872842692A06}"/>
                </a:ext>
              </a:extLst>
            </p:cNvPr>
            <p:cNvSpPr>
              <a:spLocks noChangeShapeType="1"/>
            </p:cNvSpPr>
            <p:nvPr/>
          </p:nvSpPr>
          <p:spPr bwMode="auto">
            <a:xfrm>
              <a:off x="1056" y="1916"/>
              <a:ext cx="1917"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41" name="Line 8">
              <a:extLst>
                <a:ext uri="{FF2B5EF4-FFF2-40B4-BE49-F238E27FC236}">
                  <a16:creationId xmlns:a16="http://schemas.microsoft.com/office/drawing/2014/main" id="{DE83436B-C10E-4F74-82C8-60AA2DA241EE}"/>
                </a:ext>
              </a:extLst>
            </p:cNvPr>
            <p:cNvSpPr>
              <a:spLocks noChangeShapeType="1"/>
            </p:cNvSpPr>
            <p:nvPr/>
          </p:nvSpPr>
          <p:spPr bwMode="auto">
            <a:xfrm>
              <a:off x="1040" y="2473"/>
              <a:ext cx="190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42" name="Line 9">
              <a:extLst>
                <a:ext uri="{FF2B5EF4-FFF2-40B4-BE49-F238E27FC236}">
                  <a16:creationId xmlns:a16="http://schemas.microsoft.com/office/drawing/2014/main" id="{9CD19E85-DF06-43CD-A253-39AE642519A1}"/>
                </a:ext>
              </a:extLst>
            </p:cNvPr>
            <p:cNvSpPr>
              <a:spLocks noChangeShapeType="1"/>
            </p:cNvSpPr>
            <p:nvPr/>
          </p:nvSpPr>
          <p:spPr bwMode="auto">
            <a:xfrm flipV="1">
              <a:off x="1063" y="3186"/>
              <a:ext cx="189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43" name="Line 10">
              <a:extLst>
                <a:ext uri="{FF2B5EF4-FFF2-40B4-BE49-F238E27FC236}">
                  <a16:creationId xmlns:a16="http://schemas.microsoft.com/office/drawing/2014/main" id="{E3A6C26D-27E2-43D0-A2DD-BD1CA118E44E}"/>
                </a:ext>
              </a:extLst>
            </p:cNvPr>
            <p:cNvSpPr>
              <a:spLocks noChangeShapeType="1"/>
            </p:cNvSpPr>
            <p:nvPr/>
          </p:nvSpPr>
          <p:spPr bwMode="auto">
            <a:xfrm flipV="1">
              <a:off x="1066" y="3748"/>
              <a:ext cx="187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44" name="Line 11">
              <a:extLst>
                <a:ext uri="{FF2B5EF4-FFF2-40B4-BE49-F238E27FC236}">
                  <a16:creationId xmlns:a16="http://schemas.microsoft.com/office/drawing/2014/main" id="{3834DF8E-878D-401B-9778-EEB96314BABB}"/>
                </a:ext>
              </a:extLst>
            </p:cNvPr>
            <p:cNvSpPr>
              <a:spLocks noChangeShapeType="1"/>
            </p:cNvSpPr>
            <p:nvPr/>
          </p:nvSpPr>
          <p:spPr bwMode="auto">
            <a:xfrm>
              <a:off x="1054"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45" name="Rectangle 12">
              <a:extLst>
                <a:ext uri="{FF2B5EF4-FFF2-40B4-BE49-F238E27FC236}">
                  <a16:creationId xmlns:a16="http://schemas.microsoft.com/office/drawing/2014/main" id="{DEA937EF-0479-4193-B5EB-ACF5022A4D5D}"/>
                </a:ext>
              </a:extLst>
            </p:cNvPr>
            <p:cNvSpPr>
              <a:spLocks noChangeArrowheads="1"/>
            </p:cNvSpPr>
            <p:nvPr/>
          </p:nvSpPr>
          <p:spPr bwMode="auto">
            <a:xfrm>
              <a:off x="1008" y="2492"/>
              <a:ext cx="196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solidFill>
                    <a:srgbClr val="FF0000"/>
                  </a:solidFill>
                  <a:latin typeface="+mn-lt"/>
                  <a:ea typeface="+mn-ea"/>
                </a:rPr>
                <a:t>返回值</a:t>
              </a:r>
              <a:r>
                <a:rPr lang="zh-CN" altLang="en-US" sz="2800" b="0" dirty="0">
                  <a:latin typeface="+mn-lt"/>
                  <a:ea typeface="+mn-ea"/>
                </a:rPr>
                <a:t>和参数</a:t>
              </a:r>
            </a:p>
          </p:txBody>
        </p:sp>
        <p:sp>
          <p:nvSpPr>
            <p:cNvPr id="44046" name="Rectangle 13">
              <a:extLst>
                <a:ext uri="{FF2B5EF4-FFF2-40B4-BE49-F238E27FC236}">
                  <a16:creationId xmlns:a16="http://schemas.microsoft.com/office/drawing/2014/main" id="{5E34B525-BE5D-4DF6-B198-78F03FF950DD}"/>
                </a:ext>
              </a:extLst>
            </p:cNvPr>
            <p:cNvSpPr>
              <a:spLocks noChangeArrowheads="1"/>
            </p:cNvSpPr>
            <p:nvPr/>
          </p:nvSpPr>
          <p:spPr bwMode="auto">
            <a:xfrm>
              <a:off x="1037" y="3719"/>
              <a:ext cx="192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4047" name="Line 14">
              <a:extLst>
                <a:ext uri="{FF2B5EF4-FFF2-40B4-BE49-F238E27FC236}">
                  <a16:creationId xmlns:a16="http://schemas.microsoft.com/office/drawing/2014/main" id="{D100029B-B22E-433F-AD4E-6CC3404DF683}"/>
                </a:ext>
              </a:extLst>
            </p:cNvPr>
            <p:cNvSpPr>
              <a:spLocks noChangeShapeType="1"/>
            </p:cNvSpPr>
            <p:nvPr/>
          </p:nvSpPr>
          <p:spPr bwMode="auto">
            <a:xfrm>
              <a:off x="1028" y="1296"/>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48" name="Line 15">
              <a:extLst>
                <a:ext uri="{FF2B5EF4-FFF2-40B4-BE49-F238E27FC236}">
                  <a16:creationId xmlns:a16="http://schemas.microsoft.com/office/drawing/2014/main" id="{2F0B7B86-25DD-4F78-B369-DB21C090F1C7}"/>
                </a:ext>
              </a:extLst>
            </p:cNvPr>
            <p:cNvSpPr>
              <a:spLocks noChangeShapeType="1"/>
            </p:cNvSpPr>
            <p:nvPr/>
          </p:nvSpPr>
          <p:spPr bwMode="auto">
            <a:xfrm>
              <a:off x="2965" y="1307"/>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49" name="Rectangle 16">
              <a:extLst>
                <a:ext uri="{FF2B5EF4-FFF2-40B4-BE49-F238E27FC236}">
                  <a16:creationId xmlns:a16="http://schemas.microsoft.com/office/drawing/2014/main" id="{D1754FAF-7C9C-4BDB-943A-2B67756A16BD}"/>
                </a:ext>
              </a:extLst>
            </p:cNvPr>
            <p:cNvSpPr>
              <a:spLocks noChangeArrowheads="1"/>
            </p:cNvSpPr>
            <p:nvPr/>
          </p:nvSpPr>
          <p:spPr bwMode="auto">
            <a:xfrm>
              <a:off x="1225" y="1196"/>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4050" name="Rectangle 17">
              <a:extLst>
                <a:ext uri="{FF2B5EF4-FFF2-40B4-BE49-F238E27FC236}">
                  <a16:creationId xmlns:a16="http://schemas.microsoft.com/office/drawing/2014/main" id="{B4DC3608-6F65-41C7-9EC0-0B1C2A396220}"/>
                </a:ext>
              </a:extLst>
            </p:cNvPr>
            <p:cNvSpPr>
              <a:spLocks noChangeArrowheads="1"/>
            </p:cNvSpPr>
            <p:nvPr/>
          </p:nvSpPr>
          <p:spPr bwMode="auto">
            <a:xfrm>
              <a:off x="1026" y="1868"/>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44051" name="Rectangle 18">
              <a:extLst>
                <a:ext uri="{FF2B5EF4-FFF2-40B4-BE49-F238E27FC236}">
                  <a16:creationId xmlns:a16="http://schemas.microsoft.com/office/drawing/2014/main" id="{ADF20AB9-13A2-4670-BACB-5220C7119679}"/>
                </a:ext>
              </a:extLst>
            </p:cNvPr>
            <p:cNvSpPr>
              <a:spLocks noChangeArrowheads="1"/>
            </p:cNvSpPr>
            <p:nvPr/>
          </p:nvSpPr>
          <p:spPr bwMode="auto">
            <a:xfrm>
              <a:off x="86"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44052" name="Line 19">
              <a:extLst>
                <a:ext uri="{FF2B5EF4-FFF2-40B4-BE49-F238E27FC236}">
                  <a16:creationId xmlns:a16="http://schemas.microsoft.com/office/drawing/2014/main" id="{E7213440-65A1-45D5-A31B-A68AF7B49357}"/>
                </a:ext>
              </a:extLst>
            </p:cNvPr>
            <p:cNvSpPr>
              <a:spLocks noChangeShapeType="1"/>
            </p:cNvSpPr>
            <p:nvPr/>
          </p:nvSpPr>
          <p:spPr bwMode="auto">
            <a:xfrm>
              <a:off x="754" y="1536"/>
              <a:ext cx="25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53" name="Rectangle 20">
              <a:extLst>
                <a:ext uri="{FF2B5EF4-FFF2-40B4-BE49-F238E27FC236}">
                  <a16:creationId xmlns:a16="http://schemas.microsoft.com/office/drawing/2014/main" id="{918A4DF6-3AD1-4F9B-9377-BA95C868B521}"/>
                </a:ext>
              </a:extLst>
            </p:cNvPr>
            <p:cNvSpPr>
              <a:spLocks noChangeArrowheads="1"/>
            </p:cNvSpPr>
            <p:nvPr/>
          </p:nvSpPr>
          <p:spPr bwMode="auto">
            <a:xfrm>
              <a:off x="-12"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44054" name="Line 21">
              <a:extLst>
                <a:ext uri="{FF2B5EF4-FFF2-40B4-BE49-F238E27FC236}">
                  <a16:creationId xmlns:a16="http://schemas.microsoft.com/office/drawing/2014/main" id="{9D08E0BD-95A3-4B18-90FC-0FD03EFE2B3E}"/>
                </a:ext>
              </a:extLst>
            </p:cNvPr>
            <p:cNvSpPr>
              <a:spLocks noChangeShapeType="1"/>
            </p:cNvSpPr>
            <p:nvPr/>
          </p:nvSpPr>
          <p:spPr bwMode="auto">
            <a:xfrm>
              <a:off x="754" y="2075"/>
              <a:ext cx="2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4055" name="Freeform 22">
              <a:extLst>
                <a:ext uri="{FF2B5EF4-FFF2-40B4-BE49-F238E27FC236}">
                  <a16:creationId xmlns:a16="http://schemas.microsoft.com/office/drawing/2014/main" id="{16B879FC-DBEB-4919-B38E-94714A16119D}"/>
                </a:ext>
              </a:extLst>
            </p:cNvPr>
            <p:cNvSpPr>
              <a:spLocks/>
            </p:cNvSpPr>
            <p:nvPr/>
          </p:nvSpPr>
          <p:spPr bwMode="auto">
            <a:xfrm>
              <a:off x="587" y="2106"/>
              <a:ext cx="431" cy="1203"/>
            </a:xfrm>
            <a:custGeom>
              <a:avLst/>
              <a:gdLst>
                <a:gd name="T0" fmla="*/ 431 w 431"/>
                <a:gd name="T1" fmla="*/ 0 h 1203"/>
                <a:gd name="T2" fmla="*/ 177 w 431"/>
                <a:gd name="T3" fmla="*/ 104 h 1203"/>
                <a:gd name="T4" fmla="*/ 25 w 431"/>
                <a:gd name="T5" fmla="*/ 396 h 1203"/>
                <a:gd name="T6" fmla="*/ 29 w 431"/>
                <a:gd name="T7" fmla="*/ 787 h 1203"/>
                <a:gd name="T8" fmla="*/ 136 w 431"/>
                <a:gd name="T9" fmla="*/ 1055 h 1203"/>
                <a:gd name="T10" fmla="*/ 404 w 431"/>
                <a:gd name="T11" fmla="*/ 1203 h 1203"/>
                <a:gd name="T12" fmla="*/ 0 60000 65536"/>
                <a:gd name="T13" fmla="*/ 0 60000 65536"/>
                <a:gd name="T14" fmla="*/ 0 60000 65536"/>
                <a:gd name="T15" fmla="*/ 0 60000 65536"/>
                <a:gd name="T16" fmla="*/ 0 60000 65536"/>
                <a:gd name="T17" fmla="*/ 0 60000 65536"/>
                <a:gd name="T18" fmla="*/ 0 w 431"/>
                <a:gd name="T19" fmla="*/ 0 h 1203"/>
                <a:gd name="T20" fmla="*/ 431 w 431"/>
                <a:gd name="T21" fmla="*/ 1203 h 1203"/>
              </a:gdLst>
              <a:ahLst/>
              <a:cxnLst>
                <a:cxn ang="T12">
                  <a:pos x="T0" y="T1"/>
                </a:cxn>
                <a:cxn ang="T13">
                  <a:pos x="T2" y="T3"/>
                </a:cxn>
                <a:cxn ang="T14">
                  <a:pos x="T4" y="T5"/>
                </a:cxn>
                <a:cxn ang="T15">
                  <a:pos x="T6" y="T7"/>
                </a:cxn>
                <a:cxn ang="T16">
                  <a:pos x="T8" y="T9"/>
                </a:cxn>
                <a:cxn ang="T17">
                  <a:pos x="T10" y="T11"/>
                </a:cxn>
              </a:cxnLst>
              <a:rect l="T18" t="T19" r="T20" b="T21"/>
              <a:pathLst>
                <a:path w="431" h="1203">
                  <a:moveTo>
                    <a:pt x="431" y="0"/>
                  </a:moveTo>
                  <a:cubicBezTo>
                    <a:pt x="389" y="17"/>
                    <a:pt x="245" y="38"/>
                    <a:pt x="177" y="104"/>
                  </a:cubicBezTo>
                  <a:cubicBezTo>
                    <a:pt x="109" y="170"/>
                    <a:pt x="50" y="282"/>
                    <a:pt x="25" y="396"/>
                  </a:cubicBezTo>
                  <a:cubicBezTo>
                    <a:pt x="0" y="510"/>
                    <a:pt x="11" y="677"/>
                    <a:pt x="29" y="787"/>
                  </a:cubicBezTo>
                  <a:cubicBezTo>
                    <a:pt x="47" y="897"/>
                    <a:pt x="74" y="986"/>
                    <a:pt x="136" y="1055"/>
                  </a:cubicBezTo>
                  <a:cubicBezTo>
                    <a:pt x="198" y="1124"/>
                    <a:pt x="348" y="1172"/>
                    <a:pt x="404" y="1203"/>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4056" name="Freeform 23">
              <a:extLst>
                <a:ext uri="{FF2B5EF4-FFF2-40B4-BE49-F238E27FC236}">
                  <a16:creationId xmlns:a16="http://schemas.microsoft.com/office/drawing/2014/main" id="{35BFDB22-888F-4001-9D1D-BB35DE3B454A}"/>
                </a:ext>
              </a:extLst>
            </p:cNvPr>
            <p:cNvSpPr>
              <a:spLocks/>
            </p:cNvSpPr>
            <p:nvPr/>
          </p:nvSpPr>
          <p:spPr bwMode="auto">
            <a:xfrm flipV="1">
              <a:off x="697"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4057" name="Rectangle 24">
              <a:extLst>
                <a:ext uri="{FF2B5EF4-FFF2-40B4-BE49-F238E27FC236}">
                  <a16:creationId xmlns:a16="http://schemas.microsoft.com/office/drawing/2014/main" id="{6C1217F1-79C5-4089-A472-D12D99476506}"/>
                </a:ext>
              </a:extLst>
            </p:cNvPr>
            <p:cNvSpPr>
              <a:spLocks noChangeArrowheads="1"/>
            </p:cNvSpPr>
            <p:nvPr/>
          </p:nvSpPr>
          <p:spPr bwMode="auto">
            <a:xfrm>
              <a:off x="158" y="2870"/>
              <a:ext cx="426" cy="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栈</a:t>
              </a:r>
            </a:p>
            <a:p>
              <a:pPr algn="ctr"/>
              <a:r>
                <a:rPr lang="zh-CN" altLang="en-US" sz="2800" b="0" dirty="0">
                  <a:latin typeface="+mn-lt"/>
                  <a:ea typeface="+mn-ea"/>
                </a:rPr>
                <a:t>增</a:t>
              </a:r>
            </a:p>
            <a:p>
              <a:pPr algn="ctr"/>
              <a:r>
                <a:rPr lang="zh-CN" altLang="en-US" sz="2800" b="0" dirty="0">
                  <a:latin typeface="+mn-lt"/>
                  <a:ea typeface="+mn-ea"/>
                </a:rPr>
                <a:t>长</a:t>
              </a:r>
            </a:p>
            <a:p>
              <a:pPr algn="ctr"/>
              <a:r>
                <a:rPr lang="zh-CN" altLang="en-US" sz="2800" b="0" dirty="0">
                  <a:latin typeface="+mn-lt"/>
                  <a:ea typeface="+mn-ea"/>
                </a:rPr>
                <a:t>方</a:t>
              </a:r>
            </a:p>
            <a:p>
              <a:pPr algn="ctr"/>
              <a:r>
                <a:rPr lang="zh-CN" altLang="en-US" sz="2800" b="0" dirty="0">
                  <a:latin typeface="+mn-lt"/>
                  <a:ea typeface="+mn-ea"/>
                </a:rPr>
                <a:t>向</a:t>
              </a:r>
            </a:p>
          </p:txBody>
        </p:sp>
        <p:sp>
          <p:nvSpPr>
            <p:cNvPr id="44058" name="Line 25">
              <a:extLst>
                <a:ext uri="{FF2B5EF4-FFF2-40B4-BE49-F238E27FC236}">
                  <a16:creationId xmlns:a16="http://schemas.microsoft.com/office/drawing/2014/main" id="{BAD49817-89A3-4DE1-893D-E38858D6DE39}"/>
                </a:ext>
              </a:extLst>
            </p:cNvPr>
            <p:cNvSpPr>
              <a:spLocks noChangeShapeType="1"/>
            </p:cNvSpPr>
            <p:nvPr/>
          </p:nvSpPr>
          <p:spPr bwMode="auto">
            <a:xfrm flipV="1">
              <a:off x="357" y="2302"/>
              <a:ext cx="0" cy="53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9" name="Rectangle 26">
              <a:extLst>
                <a:ext uri="{FF2B5EF4-FFF2-40B4-BE49-F238E27FC236}">
                  <a16:creationId xmlns:a16="http://schemas.microsoft.com/office/drawing/2014/main" id="{5989EA52-B85A-425B-90DA-65C9528F0A38}"/>
                </a:ext>
              </a:extLst>
            </p:cNvPr>
            <p:cNvSpPr>
              <a:spLocks noChangeArrowheads="1"/>
            </p:cNvSpPr>
            <p:nvPr/>
          </p:nvSpPr>
          <p:spPr bwMode="auto">
            <a:xfrm>
              <a:off x="1037" y="2812"/>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44060" name="Rectangle 27">
              <a:extLst>
                <a:ext uri="{FF2B5EF4-FFF2-40B4-BE49-F238E27FC236}">
                  <a16:creationId xmlns:a16="http://schemas.microsoft.com/office/drawing/2014/main" id="{7E466548-8C72-4E29-B59E-CE43DC081185}"/>
                </a:ext>
              </a:extLst>
            </p:cNvPr>
            <p:cNvSpPr>
              <a:spLocks noChangeArrowheads="1"/>
            </p:cNvSpPr>
            <p:nvPr/>
          </p:nvSpPr>
          <p:spPr bwMode="auto">
            <a:xfrm>
              <a:off x="1009" y="3152"/>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44061" name="Rectangle 28">
              <a:extLst>
                <a:ext uri="{FF2B5EF4-FFF2-40B4-BE49-F238E27FC236}">
                  <a16:creationId xmlns:a16="http://schemas.microsoft.com/office/drawing/2014/main" id="{439B6E43-8EE5-41E4-BAF6-EA5704CE03B4}"/>
                </a:ext>
              </a:extLst>
            </p:cNvPr>
            <p:cNvSpPr>
              <a:spLocks noChangeArrowheads="1"/>
            </p:cNvSpPr>
            <p:nvPr/>
          </p:nvSpPr>
          <p:spPr bwMode="auto">
            <a:xfrm>
              <a:off x="1179" y="3974"/>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4062" name="Line 29">
              <a:extLst>
                <a:ext uri="{FF2B5EF4-FFF2-40B4-BE49-F238E27FC236}">
                  <a16:creationId xmlns:a16="http://schemas.microsoft.com/office/drawing/2014/main" id="{403FA3FD-A54F-4ABC-AB66-3867ECAC2190}"/>
                </a:ext>
              </a:extLst>
            </p:cNvPr>
            <p:cNvSpPr>
              <a:spLocks noChangeShapeType="1"/>
            </p:cNvSpPr>
            <p:nvPr/>
          </p:nvSpPr>
          <p:spPr bwMode="auto">
            <a:xfrm flipV="1">
              <a:off x="1066" y="4088"/>
              <a:ext cx="1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sp>
        <p:nvSpPr>
          <p:cNvPr id="1681438" name="Rectangle 30">
            <a:extLst>
              <a:ext uri="{FF2B5EF4-FFF2-40B4-BE49-F238E27FC236}">
                <a16:creationId xmlns:a16="http://schemas.microsoft.com/office/drawing/2014/main" id="{58C377A0-064A-4BC1-AE7F-F36AFFFEAB74}"/>
              </a:ext>
            </a:extLst>
          </p:cNvPr>
          <p:cNvSpPr>
            <a:spLocks noChangeArrowheads="1"/>
          </p:cNvSpPr>
          <p:nvPr/>
        </p:nvSpPr>
        <p:spPr bwMode="auto">
          <a:xfrm>
            <a:off x="5292725" y="2393950"/>
            <a:ext cx="33750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lt"/>
                <a:ea typeface="+mn-ea"/>
              </a:rPr>
              <a:t>(1) </a:t>
            </a:r>
            <a:r>
              <a:rPr lang="en-US" altLang="zh-CN" dirty="0">
                <a:latin typeface="+mn-lt"/>
                <a:ea typeface="+mn-ea"/>
              </a:rPr>
              <a:t>q</a:t>
            </a:r>
            <a:r>
              <a:rPr lang="zh-CN" altLang="en-US" b="0" dirty="0">
                <a:latin typeface="+mn-lt"/>
                <a:ea typeface="+mn-ea"/>
              </a:rPr>
              <a:t>把返回值置入邻近</a:t>
            </a:r>
            <a:r>
              <a:rPr lang="en-US" altLang="zh-CN" dirty="0">
                <a:latin typeface="+mn-lt"/>
                <a:ea typeface="+mn-ea"/>
              </a:rPr>
              <a:t>p</a:t>
            </a:r>
            <a:r>
              <a:rPr lang="zh-CN" altLang="en-US" b="0" dirty="0">
                <a:latin typeface="+mn-lt"/>
                <a:ea typeface="+mn-ea"/>
              </a:rPr>
              <a:t>的活动记录的地方</a:t>
            </a:r>
          </a:p>
          <a:p>
            <a:r>
              <a:rPr lang="en-US" altLang="zh-CN" b="0" dirty="0">
                <a:latin typeface="+mn-lt"/>
                <a:ea typeface="+mn-ea"/>
              </a:rPr>
              <a:t>    </a:t>
            </a:r>
            <a:r>
              <a:rPr lang="zh-CN" altLang="en-US" b="0" dirty="0">
                <a:latin typeface="+mn-lt"/>
                <a:ea typeface="+mn-ea"/>
              </a:rPr>
              <a:t>参数个数可变场合难以确定存放返回值的位置，因此通常用寄存器传递返回值</a:t>
            </a:r>
          </a:p>
        </p:txBody>
      </p:sp>
      <p:grpSp>
        <p:nvGrpSpPr>
          <p:cNvPr id="3" name="组合 2">
            <a:extLst>
              <a:ext uri="{FF2B5EF4-FFF2-40B4-BE49-F238E27FC236}">
                <a16:creationId xmlns:a16="http://schemas.microsoft.com/office/drawing/2014/main" id="{CB292522-8EC0-873E-F8CA-1B84A6711DCC}"/>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D47E14E0-4D83-5604-3CE9-E01CD085C640}"/>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2E827FE2-32DA-4D5D-1C1F-83166390C170}"/>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CA9B1C8A-B85A-7E8F-A161-8E708729563E}"/>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4538C001-5F22-CCDA-ED6B-2FBB94417E46}"/>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8" name="日期占位符 7">
            <a:extLst>
              <a:ext uri="{FF2B5EF4-FFF2-40B4-BE49-F238E27FC236}">
                <a16:creationId xmlns:a16="http://schemas.microsoft.com/office/drawing/2014/main" id="{A9EABEBF-C11C-089F-8E57-573104E1B4A2}"/>
              </a:ext>
            </a:extLst>
          </p:cNvPr>
          <p:cNvSpPr>
            <a:spLocks noGrp="1"/>
          </p:cNvSpPr>
          <p:nvPr>
            <p:ph type="dt" sz="half" idx="10"/>
          </p:nvPr>
        </p:nvSpPr>
        <p:spPr/>
        <p:txBody>
          <a:bodyPr/>
          <a:lstStyle/>
          <a:p>
            <a:fld id="{DB4C1A20-A416-4B9B-88AF-D4593201EA8F}" type="datetime2">
              <a:rPr lang="zh-CN" altLang="en-US" smtClean="0"/>
              <a:t>2025年6月11日</a:t>
            </a:fld>
            <a:endParaRPr lang="zh-CN" altLang="en-US" dirty="0"/>
          </a:p>
        </p:txBody>
      </p:sp>
      <p:sp>
        <p:nvSpPr>
          <p:cNvPr id="9" name="页脚占位符 8">
            <a:extLst>
              <a:ext uri="{FF2B5EF4-FFF2-40B4-BE49-F238E27FC236}">
                <a16:creationId xmlns:a16="http://schemas.microsoft.com/office/drawing/2014/main" id="{4C4B5B02-D773-1F7D-F923-1831F1F90FC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C8D160A8-42A7-62FE-A081-180D479108CA}"/>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81438">
                                            <p:txEl>
                                              <p:pRg st="1" end="1"/>
                                            </p:txEl>
                                          </p:spTgt>
                                        </p:tgtEl>
                                        <p:attrNameLst>
                                          <p:attrName>style.visibility</p:attrName>
                                        </p:attrNameLst>
                                      </p:cBhvr>
                                      <p:to>
                                        <p:strVal val="visible"/>
                                      </p:to>
                                    </p:set>
                                    <p:animEffect transition="in" filter="box(in)">
                                      <p:cBhvr>
                                        <p:cTn id="7" dur="500"/>
                                        <p:tgtEl>
                                          <p:spTgt spid="16814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C20CF21-B3C2-442D-8318-F4D1E0F3D71F}"/>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975F6441-FAE7-44E9-A1FE-4D97E93193BC}"/>
              </a:ext>
            </a:extLst>
          </p:cNvPr>
          <p:cNvSpPr>
            <a:spLocks noGrp="1"/>
          </p:cNvSpPr>
          <p:nvPr>
            <p:ph idx="1"/>
          </p:nvPr>
        </p:nvSpPr>
        <p:spPr/>
        <p:txBody>
          <a:bodyPr/>
          <a:lstStyle/>
          <a:p>
            <a:r>
              <a:rPr lang="en-US" altLang="zh-CN" dirty="0"/>
              <a:t>2</a:t>
            </a:r>
            <a:r>
              <a:rPr lang="zh-CN" altLang="en-US" dirty="0"/>
              <a:t>、过程</a:t>
            </a:r>
            <a:r>
              <a:rPr lang="en-US" altLang="zh-CN" dirty="0"/>
              <a:t>p</a:t>
            </a:r>
            <a:r>
              <a:rPr lang="zh-CN" altLang="en-US" dirty="0"/>
              <a:t>调用过程</a:t>
            </a:r>
            <a:r>
              <a:rPr lang="en-US" altLang="zh-CN" dirty="0"/>
              <a:t>q</a:t>
            </a:r>
            <a:r>
              <a:rPr lang="zh-CN" altLang="en-US" dirty="0"/>
              <a:t>的返回序列</a:t>
            </a:r>
          </a:p>
          <a:p>
            <a:endParaRPr lang="zh-CN" altLang="en-US" dirty="0"/>
          </a:p>
        </p:txBody>
      </p:sp>
      <p:sp>
        <p:nvSpPr>
          <p:cNvPr id="45060" name="Rectangle 4">
            <a:extLst>
              <a:ext uri="{FF2B5EF4-FFF2-40B4-BE49-F238E27FC236}">
                <a16:creationId xmlns:a16="http://schemas.microsoft.com/office/drawing/2014/main" id="{FEA2AB8C-FE8E-435E-8A1F-9A84BDC1BF3D}"/>
              </a:ext>
            </a:extLst>
          </p:cNvPr>
          <p:cNvSpPr>
            <a:spLocks noChangeArrowheads="1"/>
          </p:cNvSpPr>
          <p:nvPr/>
        </p:nvSpPr>
        <p:spPr bwMode="auto">
          <a:xfrm>
            <a:off x="5292725" y="2393950"/>
            <a:ext cx="33750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lt"/>
                <a:ea typeface="+mn-ea"/>
              </a:rPr>
              <a:t>(2) </a:t>
            </a:r>
            <a:r>
              <a:rPr lang="en-US" altLang="zh-CN" dirty="0">
                <a:latin typeface="+mn-lt"/>
                <a:ea typeface="+mn-ea"/>
              </a:rPr>
              <a:t>q</a:t>
            </a:r>
            <a:r>
              <a:rPr lang="zh-CN" altLang="en-US" b="0" dirty="0">
                <a:latin typeface="+mn-lt"/>
                <a:ea typeface="+mn-ea"/>
              </a:rPr>
              <a:t>对应调用序列的步骤</a:t>
            </a:r>
            <a:r>
              <a:rPr lang="en-US" altLang="zh-CN" b="0" dirty="0">
                <a:latin typeface="+mn-lt"/>
                <a:ea typeface="+mn-ea"/>
              </a:rPr>
              <a:t>(4)</a:t>
            </a:r>
            <a:r>
              <a:rPr lang="zh-CN" altLang="en-US" b="0" dirty="0">
                <a:latin typeface="+mn-lt"/>
                <a:ea typeface="+mn-ea"/>
              </a:rPr>
              <a:t>，增加</a:t>
            </a:r>
            <a:r>
              <a:rPr lang="en-US" altLang="zh-CN" i="1" dirty="0" err="1">
                <a:latin typeface="+mn-lt"/>
                <a:ea typeface="+mn-ea"/>
              </a:rPr>
              <a:t>top</a:t>
            </a:r>
            <a:r>
              <a:rPr lang="en-US" altLang="zh-CN" dirty="0" err="1">
                <a:latin typeface="+mn-lt"/>
                <a:ea typeface="+mn-ea"/>
              </a:rPr>
              <a:t>_</a:t>
            </a:r>
            <a:r>
              <a:rPr lang="en-US" altLang="zh-CN" i="1" dirty="0" err="1">
                <a:latin typeface="+mn-lt"/>
                <a:ea typeface="+mn-ea"/>
              </a:rPr>
              <a:t>sp</a:t>
            </a:r>
            <a:r>
              <a:rPr lang="zh-CN" altLang="en-US" b="0" dirty="0">
                <a:latin typeface="+mn-lt"/>
                <a:ea typeface="+mn-ea"/>
              </a:rPr>
              <a:t>的值</a:t>
            </a:r>
          </a:p>
        </p:txBody>
      </p:sp>
      <p:grpSp>
        <p:nvGrpSpPr>
          <p:cNvPr id="45061" name="Group 5">
            <a:extLst>
              <a:ext uri="{FF2B5EF4-FFF2-40B4-BE49-F238E27FC236}">
                <a16:creationId xmlns:a16="http://schemas.microsoft.com/office/drawing/2014/main" id="{897D8609-B371-4CAA-B53F-963136549736}"/>
              </a:ext>
            </a:extLst>
          </p:cNvPr>
          <p:cNvGrpSpPr>
            <a:grpSpLocks/>
          </p:cNvGrpSpPr>
          <p:nvPr/>
        </p:nvGrpSpPr>
        <p:grpSpPr bwMode="auto">
          <a:xfrm>
            <a:off x="114300" y="2057400"/>
            <a:ext cx="4862513" cy="4730750"/>
            <a:chOff x="72" y="1296"/>
            <a:chExt cx="3063" cy="2980"/>
          </a:xfrm>
          <a:noFill/>
        </p:grpSpPr>
        <p:sp>
          <p:nvSpPr>
            <p:cNvPr id="45062" name="Rectangle 6">
              <a:extLst>
                <a:ext uri="{FF2B5EF4-FFF2-40B4-BE49-F238E27FC236}">
                  <a16:creationId xmlns:a16="http://schemas.microsoft.com/office/drawing/2014/main" id="{777F4C65-D8F2-4D80-95CB-19E5ACB99934}"/>
                </a:ext>
              </a:extLst>
            </p:cNvPr>
            <p:cNvSpPr>
              <a:spLocks noChangeArrowheads="1"/>
            </p:cNvSpPr>
            <p:nvPr/>
          </p:nvSpPr>
          <p:spPr bwMode="auto">
            <a:xfrm>
              <a:off x="1114" y="1522"/>
              <a:ext cx="1939" cy="2754"/>
            </a:xfrm>
            <a:prstGeom prst="rect">
              <a:avLst/>
            </a:prstGeom>
            <a:grpFill/>
            <a:ln w="25400">
              <a:solidFill>
                <a:schemeClr val="tx1"/>
              </a:solidFill>
              <a:miter lim="800000"/>
              <a:headEnd/>
              <a:tailEnd/>
            </a:ln>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5063" name="Line 7">
              <a:extLst>
                <a:ext uri="{FF2B5EF4-FFF2-40B4-BE49-F238E27FC236}">
                  <a16:creationId xmlns:a16="http://schemas.microsoft.com/office/drawing/2014/main" id="{46E095B3-E4A7-4F11-BC67-8A6658F2702B}"/>
                </a:ext>
              </a:extLst>
            </p:cNvPr>
            <p:cNvSpPr>
              <a:spLocks noChangeShapeType="1"/>
            </p:cNvSpPr>
            <p:nvPr/>
          </p:nvSpPr>
          <p:spPr bwMode="auto">
            <a:xfrm flipV="1">
              <a:off x="1148" y="3186"/>
              <a:ext cx="1893" cy="0"/>
            </a:xfrm>
            <a:prstGeom prst="line">
              <a:avLst/>
            </a:prstGeom>
            <a:grpFill/>
            <a:ln w="25400">
              <a:solidFill>
                <a:schemeClr val="tx1"/>
              </a:solidFill>
              <a:prstDash val="dash"/>
              <a:round/>
              <a:headEnd/>
              <a:tailEnd/>
            </a:ln>
          </p:spPr>
          <p:txBody>
            <a:bodyPr lIns="54000" rIns="54000"/>
            <a:lstStyle/>
            <a:p>
              <a:endParaRPr lang="zh-CN" altLang="en-US"/>
            </a:p>
          </p:txBody>
        </p:sp>
        <p:sp>
          <p:nvSpPr>
            <p:cNvPr id="45064" name="Line 8">
              <a:extLst>
                <a:ext uri="{FF2B5EF4-FFF2-40B4-BE49-F238E27FC236}">
                  <a16:creationId xmlns:a16="http://schemas.microsoft.com/office/drawing/2014/main" id="{0BC89248-ED5E-4E03-821A-991D110A2264}"/>
                </a:ext>
              </a:extLst>
            </p:cNvPr>
            <p:cNvSpPr>
              <a:spLocks noChangeShapeType="1"/>
            </p:cNvSpPr>
            <p:nvPr/>
          </p:nvSpPr>
          <p:spPr bwMode="auto">
            <a:xfrm flipV="1">
              <a:off x="1151" y="3748"/>
              <a:ext cx="1870" cy="0"/>
            </a:xfrm>
            <a:prstGeom prst="line">
              <a:avLst/>
            </a:prstGeom>
            <a:grpFill/>
            <a:ln w="25400">
              <a:solidFill>
                <a:schemeClr val="tx1"/>
              </a:solidFill>
              <a:prstDash val="dash"/>
              <a:round/>
              <a:headEnd/>
              <a:tailEnd/>
            </a:ln>
          </p:spPr>
          <p:txBody>
            <a:bodyPr lIns="54000" rIns="54000"/>
            <a:lstStyle/>
            <a:p>
              <a:endParaRPr lang="zh-CN" altLang="en-US"/>
            </a:p>
          </p:txBody>
        </p:sp>
        <p:sp>
          <p:nvSpPr>
            <p:cNvPr id="45065" name="Line 9">
              <a:extLst>
                <a:ext uri="{FF2B5EF4-FFF2-40B4-BE49-F238E27FC236}">
                  <a16:creationId xmlns:a16="http://schemas.microsoft.com/office/drawing/2014/main" id="{3E84B3BE-5ABD-4129-8326-797E7425F8E5}"/>
                </a:ext>
              </a:extLst>
            </p:cNvPr>
            <p:cNvSpPr>
              <a:spLocks noChangeShapeType="1"/>
            </p:cNvSpPr>
            <p:nvPr/>
          </p:nvSpPr>
          <p:spPr bwMode="auto">
            <a:xfrm>
              <a:off x="1139" y="2824"/>
              <a:ext cx="1905" cy="0"/>
            </a:xfrm>
            <a:prstGeom prst="line">
              <a:avLst/>
            </a:prstGeom>
            <a:grpFill/>
            <a:ln w="25400">
              <a:solidFill>
                <a:schemeClr val="tx1"/>
              </a:solidFill>
              <a:round/>
              <a:headEnd/>
              <a:tailEnd/>
            </a:ln>
          </p:spPr>
          <p:txBody>
            <a:bodyPr lIns="54000" rIns="54000"/>
            <a:lstStyle/>
            <a:p>
              <a:endParaRPr lang="zh-CN" altLang="en-US"/>
            </a:p>
          </p:txBody>
        </p:sp>
        <p:sp>
          <p:nvSpPr>
            <p:cNvPr id="45066" name="Rectangle 10">
              <a:extLst>
                <a:ext uri="{FF2B5EF4-FFF2-40B4-BE49-F238E27FC236}">
                  <a16:creationId xmlns:a16="http://schemas.microsoft.com/office/drawing/2014/main" id="{6278FD22-489C-4558-9F1C-82C8626FD50D}"/>
                </a:ext>
              </a:extLst>
            </p:cNvPr>
            <p:cNvSpPr>
              <a:spLocks noChangeArrowheads="1"/>
            </p:cNvSpPr>
            <p:nvPr/>
          </p:nvSpPr>
          <p:spPr bwMode="auto">
            <a:xfrm>
              <a:off x="1123" y="1338"/>
              <a:ext cx="1913"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b="0">
                <a:latin typeface="+mn-lt"/>
                <a:ea typeface="+mn-ea"/>
              </a:endParaRPr>
            </a:p>
          </p:txBody>
        </p:sp>
        <p:sp>
          <p:nvSpPr>
            <p:cNvPr id="45067" name="Rectangle 11">
              <a:extLst>
                <a:ext uri="{FF2B5EF4-FFF2-40B4-BE49-F238E27FC236}">
                  <a16:creationId xmlns:a16="http://schemas.microsoft.com/office/drawing/2014/main" id="{5D38C8BF-99FE-472E-B84D-85012DE5B86A}"/>
                </a:ext>
              </a:extLst>
            </p:cNvPr>
            <p:cNvSpPr>
              <a:spLocks noChangeArrowheads="1"/>
            </p:cNvSpPr>
            <p:nvPr/>
          </p:nvSpPr>
          <p:spPr bwMode="auto">
            <a:xfrm>
              <a:off x="1122" y="3719"/>
              <a:ext cx="1920"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5068" name="Line 12">
              <a:extLst>
                <a:ext uri="{FF2B5EF4-FFF2-40B4-BE49-F238E27FC236}">
                  <a16:creationId xmlns:a16="http://schemas.microsoft.com/office/drawing/2014/main" id="{74873E84-6A95-49E5-8B53-6C8754953A4C}"/>
                </a:ext>
              </a:extLst>
            </p:cNvPr>
            <p:cNvSpPr>
              <a:spLocks noChangeShapeType="1"/>
            </p:cNvSpPr>
            <p:nvPr/>
          </p:nvSpPr>
          <p:spPr bwMode="auto">
            <a:xfrm>
              <a:off x="3050" y="1307"/>
              <a:ext cx="0" cy="226"/>
            </a:xfrm>
            <a:prstGeom prst="line">
              <a:avLst/>
            </a:prstGeom>
            <a:grpFill/>
            <a:ln w="25400">
              <a:solidFill>
                <a:schemeClr val="tx1"/>
              </a:solidFill>
              <a:round/>
              <a:headEnd/>
              <a:tailEnd/>
            </a:ln>
          </p:spPr>
          <p:txBody>
            <a:bodyPr lIns="54000" rIns="54000"/>
            <a:lstStyle/>
            <a:p>
              <a:endParaRPr lang="zh-CN" altLang="en-US"/>
            </a:p>
          </p:txBody>
        </p:sp>
        <p:sp>
          <p:nvSpPr>
            <p:cNvPr id="45069" name="Line 13">
              <a:extLst>
                <a:ext uri="{FF2B5EF4-FFF2-40B4-BE49-F238E27FC236}">
                  <a16:creationId xmlns:a16="http://schemas.microsoft.com/office/drawing/2014/main" id="{79D64465-BE96-49BC-912F-58F897A400FD}"/>
                </a:ext>
              </a:extLst>
            </p:cNvPr>
            <p:cNvSpPr>
              <a:spLocks noChangeShapeType="1"/>
            </p:cNvSpPr>
            <p:nvPr/>
          </p:nvSpPr>
          <p:spPr bwMode="auto">
            <a:xfrm>
              <a:off x="1113" y="1296"/>
              <a:ext cx="0" cy="226"/>
            </a:xfrm>
            <a:prstGeom prst="line">
              <a:avLst/>
            </a:prstGeom>
            <a:grpFill/>
            <a:ln w="25400">
              <a:solidFill>
                <a:schemeClr val="tx1"/>
              </a:solidFill>
              <a:round/>
              <a:headEnd/>
              <a:tailEnd/>
            </a:ln>
          </p:spPr>
          <p:txBody>
            <a:bodyPr lIns="54000" rIns="54000"/>
            <a:lstStyle/>
            <a:p>
              <a:endParaRPr lang="zh-CN" altLang="en-US"/>
            </a:p>
          </p:txBody>
        </p:sp>
        <p:sp>
          <p:nvSpPr>
            <p:cNvPr id="45070" name="Rectangle 14">
              <a:extLst>
                <a:ext uri="{FF2B5EF4-FFF2-40B4-BE49-F238E27FC236}">
                  <a16:creationId xmlns:a16="http://schemas.microsoft.com/office/drawing/2014/main" id="{2D2E08F1-CCEC-447C-8E46-3B82098D1595}"/>
                </a:ext>
              </a:extLst>
            </p:cNvPr>
            <p:cNvSpPr>
              <a:spLocks noChangeArrowheads="1"/>
            </p:cNvSpPr>
            <p:nvPr/>
          </p:nvSpPr>
          <p:spPr bwMode="auto">
            <a:xfrm>
              <a:off x="187" y="1536"/>
              <a:ext cx="696"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45071" name="Line 15">
              <a:extLst>
                <a:ext uri="{FF2B5EF4-FFF2-40B4-BE49-F238E27FC236}">
                  <a16:creationId xmlns:a16="http://schemas.microsoft.com/office/drawing/2014/main" id="{CA703EF6-0ABC-47F2-9EBB-F585D5AF40E4}"/>
                </a:ext>
              </a:extLst>
            </p:cNvPr>
            <p:cNvSpPr>
              <a:spLocks noChangeShapeType="1"/>
            </p:cNvSpPr>
            <p:nvPr/>
          </p:nvSpPr>
          <p:spPr bwMode="auto">
            <a:xfrm>
              <a:off x="855" y="1791"/>
              <a:ext cx="239" cy="114"/>
            </a:xfrm>
            <a:prstGeom prst="line">
              <a:avLst/>
            </a:prstGeom>
            <a:grpFill/>
            <a:ln w="25400">
              <a:solidFill>
                <a:schemeClr val="tx1"/>
              </a:solidFill>
              <a:round/>
              <a:headEnd/>
              <a:tailEnd type="stealth" w="med" len="lg"/>
            </a:ln>
          </p:spPr>
          <p:txBody>
            <a:bodyPr lIns="54000" rIns="54000"/>
            <a:lstStyle/>
            <a:p>
              <a:endParaRPr lang="zh-CN" altLang="en-US"/>
            </a:p>
          </p:txBody>
        </p:sp>
        <p:sp>
          <p:nvSpPr>
            <p:cNvPr id="45072" name="Rectangle 16">
              <a:extLst>
                <a:ext uri="{FF2B5EF4-FFF2-40B4-BE49-F238E27FC236}">
                  <a16:creationId xmlns:a16="http://schemas.microsoft.com/office/drawing/2014/main" id="{8A4D3BBE-686F-4A92-A935-9B7B5DD37A97}"/>
                </a:ext>
              </a:extLst>
            </p:cNvPr>
            <p:cNvSpPr>
              <a:spLocks noChangeArrowheads="1"/>
            </p:cNvSpPr>
            <p:nvPr/>
          </p:nvSpPr>
          <p:spPr bwMode="auto">
            <a:xfrm>
              <a:off x="72" y="1820"/>
              <a:ext cx="823"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45073" name="Line 17">
              <a:extLst>
                <a:ext uri="{FF2B5EF4-FFF2-40B4-BE49-F238E27FC236}">
                  <a16:creationId xmlns:a16="http://schemas.microsoft.com/office/drawing/2014/main" id="{D916FAF3-931F-42E5-88C9-4DC0544D67EA}"/>
                </a:ext>
              </a:extLst>
            </p:cNvPr>
            <p:cNvSpPr>
              <a:spLocks noChangeShapeType="1"/>
            </p:cNvSpPr>
            <p:nvPr/>
          </p:nvSpPr>
          <p:spPr bwMode="auto">
            <a:xfrm>
              <a:off x="868" y="2075"/>
              <a:ext cx="250" cy="0"/>
            </a:xfrm>
            <a:prstGeom prst="line">
              <a:avLst/>
            </a:prstGeom>
            <a:grpFill/>
            <a:ln w="25400">
              <a:solidFill>
                <a:schemeClr val="tx1"/>
              </a:solidFill>
              <a:round/>
              <a:headEnd/>
              <a:tailEnd type="stealth" w="med" len="lg"/>
            </a:ln>
          </p:spPr>
          <p:txBody>
            <a:bodyPr lIns="54000" rIns="54000"/>
            <a:lstStyle/>
            <a:p>
              <a:endParaRPr lang="zh-CN" altLang="en-US"/>
            </a:p>
          </p:txBody>
        </p:sp>
        <p:sp>
          <p:nvSpPr>
            <p:cNvPr id="45074" name="Freeform 18">
              <a:extLst>
                <a:ext uri="{FF2B5EF4-FFF2-40B4-BE49-F238E27FC236}">
                  <a16:creationId xmlns:a16="http://schemas.microsoft.com/office/drawing/2014/main" id="{A0C34F2A-F647-4103-A917-F8B4305BAD0A}"/>
                </a:ext>
              </a:extLst>
            </p:cNvPr>
            <p:cNvSpPr>
              <a:spLocks/>
            </p:cNvSpPr>
            <p:nvPr/>
          </p:nvSpPr>
          <p:spPr bwMode="auto">
            <a:xfrm flipV="1">
              <a:off x="782"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grpFill/>
            <a:ln w="25400">
              <a:solidFill>
                <a:schemeClr val="tx1"/>
              </a:solidFill>
              <a:round/>
              <a:headEnd/>
              <a:tailEnd type="stealth" w="med" len="lg"/>
            </a:ln>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5075" name="Rectangle 19">
              <a:extLst>
                <a:ext uri="{FF2B5EF4-FFF2-40B4-BE49-F238E27FC236}">
                  <a16:creationId xmlns:a16="http://schemas.microsoft.com/office/drawing/2014/main" id="{C63D07AA-0030-479A-B8F0-BF9F848D3B93}"/>
                </a:ext>
              </a:extLst>
            </p:cNvPr>
            <p:cNvSpPr>
              <a:spLocks noChangeArrowheads="1"/>
            </p:cNvSpPr>
            <p:nvPr/>
          </p:nvSpPr>
          <p:spPr bwMode="auto">
            <a:xfrm>
              <a:off x="1122" y="2812"/>
              <a:ext cx="1928"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45076" name="Rectangle 20">
              <a:extLst>
                <a:ext uri="{FF2B5EF4-FFF2-40B4-BE49-F238E27FC236}">
                  <a16:creationId xmlns:a16="http://schemas.microsoft.com/office/drawing/2014/main" id="{763B746E-3843-459C-9974-858DB8326BB1}"/>
                </a:ext>
              </a:extLst>
            </p:cNvPr>
            <p:cNvSpPr>
              <a:spLocks noChangeArrowheads="1"/>
            </p:cNvSpPr>
            <p:nvPr/>
          </p:nvSpPr>
          <p:spPr bwMode="auto">
            <a:xfrm>
              <a:off x="1094" y="3152"/>
              <a:ext cx="2024" cy="5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45077" name="Rectangle 21">
              <a:extLst>
                <a:ext uri="{FF2B5EF4-FFF2-40B4-BE49-F238E27FC236}">
                  <a16:creationId xmlns:a16="http://schemas.microsoft.com/office/drawing/2014/main" id="{C0A5B3B4-3755-4C36-80A9-0C8E42829911}"/>
                </a:ext>
              </a:extLst>
            </p:cNvPr>
            <p:cNvSpPr>
              <a:spLocks noChangeArrowheads="1"/>
            </p:cNvSpPr>
            <p:nvPr/>
          </p:nvSpPr>
          <p:spPr bwMode="auto">
            <a:xfrm>
              <a:off x="1264" y="3974"/>
              <a:ext cx="1618" cy="2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5078" name="Line 22">
              <a:extLst>
                <a:ext uri="{FF2B5EF4-FFF2-40B4-BE49-F238E27FC236}">
                  <a16:creationId xmlns:a16="http://schemas.microsoft.com/office/drawing/2014/main" id="{DEDEBEC0-1F5A-412A-8ED3-545BAC979926}"/>
                </a:ext>
              </a:extLst>
            </p:cNvPr>
            <p:cNvSpPr>
              <a:spLocks noChangeShapeType="1"/>
            </p:cNvSpPr>
            <p:nvPr/>
          </p:nvSpPr>
          <p:spPr bwMode="auto">
            <a:xfrm flipV="1">
              <a:off x="1151" y="4088"/>
              <a:ext cx="1870" cy="0"/>
            </a:xfrm>
            <a:prstGeom prst="line">
              <a:avLst/>
            </a:prstGeom>
            <a:grpFill/>
            <a:ln w="25400">
              <a:solidFill>
                <a:schemeClr val="tx1"/>
              </a:solidFill>
              <a:round/>
              <a:headEnd/>
              <a:tailEnd/>
            </a:ln>
          </p:spPr>
          <p:txBody>
            <a:bodyPr lIns="54000" rIns="54000"/>
            <a:lstStyle/>
            <a:p>
              <a:endParaRPr lang="zh-CN" altLang="en-US"/>
            </a:p>
          </p:txBody>
        </p:sp>
        <p:sp>
          <p:nvSpPr>
            <p:cNvPr id="45079" name="Line 23">
              <a:extLst>
                <a:ext uri="{FF2B5EF4-FFF2-40B4-BE49-F238E27FC236}">
                  <a16:creationId xmlns:a16="http://schemas.microsoft.com/office/drawing/2014/main" id="{E5C3EBFF-82B6-4B77-A762-424590D9857E}"/>
                </a:ext>
              </a:extLst>
            </p:cNvPr>
            <p:cNvSpPr>
              <a:spLocks noChangeShapeType="1"/>
            </p:cNvSpPr>
            <p:nvPr/>
          </p:nvSpPr>
          <p:spPr bwMode="auto">
            <a:xfrm>
              <a:off x="1122" y="2472"/>
              <a:ext cx="1904" cy="0"/>
            </a:xfrm>
            <a:prstGeom prst="line">
              <a:avLst/>
            </a:prstGeom>
            <a:grpFill/>
            <a:ln w="25400">
              <a:solidFill>
                <a:schemeClr val="tx1"/>
              </a:solidFill>
              <a:prstDash val="dash"/>
              <a:round/>
              <a:headEnd/>
              <a:tailEnd/>
            </a:ln>
          </p:spPr>
          <p:txBody>
            <a:bodyPr lIns="54000" rIns="54000"/>
            <a:lstStyle/>
            <a:p>
              <a:endParaRPr lang="zh-CN" altLang="en-US"/>
            </a:p>
          </p:txBody>
        </p:sp>
        <p:sp>
          <p:nvSpPr>
            <p:cNvPr id="45080" name="Line 24">
              <a:extLst>
                <a:ext uri="{FF2B5EF4-FFF2-40B4-BE49-F238E27FC236}">
                  <a16:creationId xmlns:a16="http://schemas.microsoft.com/office/drawing/2014/main" id="{4F5B24FE-5F07-4192-B8D7-758911D574E2}"/>
                </a:ext>
              </a:extLst>
            </p:cNvPr>
            <p:cNvSpPr>
              <a:spLocks noChangeShapeType="1"/>
            </p:cNvSpPr>
            <p:nvPr/>
          </p:nvSpPr>
          <p:spPr bwMode="auto">
            <a:xfrm>
              <a:off x="1139" y="2824"/>
              <a:ext cx="1905" cy="0"/>
            </a:xfrm>
            <a:prstGeom prst="line">
              <a:avLst/>
            </a:prstGeom>
            <a:grpFill/>
            <a:ln w="25400">
              <a:solidFill>
                <a:schemeClr val="tx1"/>
              </a:solidFill>
              <a:round/>
              <a:headEnd/>
              <a:tailEnd/>
            </a:ln>
          </p:spPr>
          <p:txBody>
            <a:bodyPr lIns="54000" rIns="54000"/>
            <a:lstStyle/>
            <a:p>
              <a:endParaRPr lang="zh-CN" altLang="en-US"/>
            </a:p>
          </p:txBody>
        </p:sp>
        <p:sp>
          <p:nvSpPr>
            <p:cNvPr id="45081" name="Rectangle 25">
              <a:extLst>
                <a:ext uri="{FF2B5EF4-FFF2-40B4-BE49-F238E27FC236}">
                  <a16:creationId xmlns:a16="http://schemas.microsoft.com/office/drawing/2014/main" id="{B9681AA1-BA03-4C7D-96CC-45346E094930}"/>
                </a:ext>
              </a:extLst>
            </p:cNvPr>
            <p:cNvSpPr>
              <a:spLocks noChangeArrowheads="1"/>
            </p:cNvSpPr>
            <p:nvPr/>
          </p:nvSpPr>
          <p:spPr bwMode="auto">
            <a:xfrm>
              <a:off x="1093" y="2492"/>
              <a:ext cx="1968"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5082" name="Line 26">
              <a:extLst>
                <a:ext uri="{FF2B5EF4-FFF2-40B4-BE49-F238E27FC236}">
                  <a16:creationId xmlns:a16="http://schemas.microsoft.com/office/drawing/2014/main" id="{E36B9C2B-11D1-46DC-B3F9-8B3DCDB7613F}"/>
                </a:ext>
              </a:extLst>
            </p:cNvPr>
            <p:cNvSpPr>
              <a:spLocks noChangeShapeType="1"/>
            </p:cNvSpPr>
            <p:nvPr/>
          </p:nvSpPr>
          <p:spPr bwMode="auto">
            <a:xfrm>
              <a:off x="1141" y="1916"/>
              <a:ext cx="1917" cy="0"/>
            </a:xfrm>
            <a:prstGeom prst="line">
              <a:avLst/>
            </a:prstGeom>
            <a:grpFill/>
            <a:ln w="25400">
              <a:solidFill>
                <a:schemeClr val="tx1"/>
              </a:solidFill>
              <a:prstDash val="dash"/>
              <a:round/>
              <a:headEnd/>
              <a:tailEnd/>
            </a:ln>
          </p:spPr>
          <p:txBody>
            <a:bodyPr lIns="54000" rIns="54000"/>
            <a:lstStyle/>
            <a:p>
              <a:endParaRPr lang="zh-CN" altLang="en-US"/>
            </a:p>
          </p:txBody>
        </p:sp>
        <p:sp>
          <p:nvSpPr>
            <p:cNvPr id="45083" name="Line 27">
              <a:extLst>
                <a:ext uri="{FF2B5EF4-FFF2-40B4-BE49-F238E27FC236}">
                  <a16:creationId xmlns:a16="http://schemas.microsoft.com/office/drawing/2014/main" id="{F922C3D0-3079-412F-98E9-D3FA7C0EB212}"/>
                </a:ext>
              </a:extLst>
            </p:cNvPr>
            <p:cNvSpPr>
              <a:spLocks noChangeShapeType="1"/>
            </p:cNvSpPr>
            <p:nvPr/>
          </p:nvSpPr>
          <p:spPr bwMode="auto">
            <a:xfrm>
              <a:off x="1125" y="2473"/>
              <a:ext cx="1904" cy="0"/>
            </a:xfrm>
            <a:prstGeom prst="line">
              <a:avLst/>
            </a:prstGeom>
            <a:grpFill/>
            <a:ln w="25400">
              <a:solidFill>
                <a:schemeClr val="tx1"/>
              </a:solidFill>
              <a:prstDash val="dash"/>
              <a:round/>
              <a:headEnd/>
              <a:tailEnd/>
            </a:ln>
          </p:spPr>
          <p:txBody>
            <a:bodyPr lIns="54000" rIns="54000"/>
            <a:lstStyle/>
            <a:p>
              <a:endParaRPr lang="zh-CN" altLang="en-US"/>
            </a:p>
          </p:txBody>
        </p:sp>
        <p:sp>
          <p:nvSpPr>
            <p:cNvPr id="45084" name="Rectangle 28">
              <a:extLst>
                <a:ext uri="{FF2B5EF4-FFF2-40B4-BE49-F238E27FC236}">
                  <a16:creationId xmlns:a16="http://schemas.microsoft.com/office/drawing/2014/main" id="{CE9C94C1-B6E4-4886-8A1C-C2F74AD411DF}"/>
                </a:ext>
              </a:extLst>
            </p:cNvPr>
            <p:cNvSpPr>
              <a:spLocks noChangeArrowheads="1"/>
            </p:cNvSpPr>
            <p:nvPr/>
          </p:nvSpPr>
          <p:spPr bwMode="auto">
            <a:xfrm>
              <a:off x="1111" y="1868"/>
              <a:ext cx="2024" cy="5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dirty="0">
                  <a:latin typeface="+mn-lt"/>
                  <a:ea typeface="+mn-ea"/>
                </a:rPr>
                <a:t>控制链</a:t>
              </a:r>
            </a:p>
            <a:p>
              <a:pPr algn="just"/>
              <a:r>
                <a:rPr lang="zh-CN" altLang="en-US" sz="2800" b="0" dirty="0">
                  <a:latin typeface="+mn-lt"/>
                  <a:ea typeface="+mn-ea"/>
                </a:rPr>
                <a:t>  和保存的机器状态</a:t>
              </a:r>
            </a:p>
          </p:txBody>
        </p:sp>
        <p:sp>
          <p:nvSpPr>
            <p:cNvPr id="45085" name="Freeform 29">
              <a:extLst>
                <a:ext uri="{FF2B5EF4-FFF2-40B4-BE49-F238E27FC236}">
                  <a16:creationId xmlns:a16="http://schemas.microsoft.com/office/drawing/2014/main" id="{ABFCED49-A08F-4986-BA4F-81B2C098FA82}"/>
                </a:ext>
              </a:extLst>
            </p:cNvPr>
            <p:cNvSpPr>
              <a:spLocks/>
            </p:cNvSpPr>
            <p:nvPr/>
          </p:nvSpPr>
          <p:spPr bwMode="auto">
            <a:xfrm>
              <a:off x="672" y="2106"/>
              <a:ext cx="431" cy="1203"/>
            </a:xfrm>
            <a:custGeom>
              <a:avLst/>
              <a:gdLst>
                <a:gd name="T0" fmla="*/ 431 w 431"/>
                <a:gd name="T1" fmla="*/ 0 h 1203"/>
                <a:gd name="T2" fmla="*/ 177 w 431"/>
                <a:gd name="T3" fmla="*/ 104 h 1203"/>
                <a:gd name="T4" fmla="*/ 25 w 431"/>
                <a:gd name="T5" fmla="*/ 396 h 1203"/>
                <a:gd name="T6" fmla="*/ 29 w 431"/>
                <a:gd name="T7" fmla="*/ 787 h 1203"/>
                <a:gd name="T8" fmla="*/ 136 w 431"/>
                <a:gd name="T9" fmla="*/ 1055 h 1203"/>
                <a:gd name="T10" fmla="*/ 404 w 431"/>
                <a:gd name="T11" fmla="*/ 1203 h 1203"/>
                <a:gd name="T12" fmla="*/ 0 60000 65536"/>
                <a:gd name="T13" fmla="*/ 0 60000 65536"/>
                <a:gd name="T14" fmla="*/ 0 60000 65536"/>
                <a:gd name="T15" fmla="*/ 0 60000 65536"/>
                <a:gd name="T16" fmla="*/ 0 60000 65536"/>
                <a:gd name="T17" fmla="*/ 0 60000 65536"/>
                <a:gd name="T18" fmla="*/ 0 w 431"/>
                <a:gd name="T19" fmla="*/ 0 h 1203"/>
                <a:gd name="T20" fmla="*/ 431 w 431"/>
                <a:gd name="T21" fmla="*/ 1203 h 1203"/>
              </a:gdLst>
              <a:ahLst/>
              <a:cxnLst>
                <a:cxn ang="T12">
                  <a:pos x="T0" y="T1"/>
                </a:cxn>
                <a:cxn ang="T13">
                  <a:pos x="T2" y="T3"/>
                </a:cxn>
                <a:cxn ang="T14">
                  <a:pos x="T4" y="T5"/>
                </a:cxn>
                <a:cxn ang="T15">
                  <a:pos x="T6" y="T7"/>
                </a:cxn>
                <a:cxn ang="T16">
                  <a:pos x="T8" y="T9"/>
                </a:cxn>
                <a:cxn ang="T17">
                  <a:pos x="T10" y="T11"/>
                </a:cxn>
              </a:cxnLst>
              <a:rect l="T18" t="T19" r="T20" b="T21"/>
              <a:pathLst>
                <a:path w="431" h="1203">
                  <a:moveTo>
                    <a:pt x="431" y="0"/>
                  </a:moveTo>
                  <a:cubicBezTo>
                    <a:pt x="389" y="17"/>
                    <a:pt x="245" y="38"/>
                    <a:pt x="177" y="104"/>
                  </a:cubicBezTo>
                  <a:cubicBezTo>
                    <a:pt x="109" y="170"/>
                    <a:pt x="50" y="282"/>
                    <a:pt x="25" y="396"/>
                  </a:cubicBezTo>
                  <a:cubicBezTo>
                    <a:pt x="0" y="510"/>
                    <a:pt x="11" y="677"/>
                    <a:pt x="29" y="787"/>
                  </a:cubicBezTo>
                  <a:cubicBezTo>
                    <a:pt x="47" y="897"/>
                    <a:pt x="74" y="986"/>
                    <a:pt x="136" y="1055"/>
                  </a:cubicBezTo>
                  <a:cubicBezTo>
                    <a:pt x="198" y="1124"/>
                    <a:pt x="348" y="1172"/>
                    <a:pt x="404" y="1203"/>
                  </a:cubicBezTo>
                </a:path>
              </a:pathLst>
            </a:custGeom>
            <a:grpFill/>
            <a:ln w="25400">
              <a:solidFill>
                <a:schemeClr val="tx1"/>
              </a:solidFill>
              <a:round/>
              <a:headEnd/>
              <a:tailEnd type="stealth" w="med" len="lg"/>
            </a:ln>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grpSp>
      <p:sp>
        <p:nvSpPr>
          <p:cNvPr id="31" name="Rectangle 10">
            <a:extLst>
              <a:ext uri="{FF2B5EF4-FFF2-40B4-BE49-F238E27FC236}">
                <a16:creationId xmlns:a16="http://schemas.microsoft.com/office/drawing/2014/main" id="{CE45BE97-25DC-4838-9748-2CF37561ABC0}"/>
              </a:ext>
            </a:extLst>
          </p:cNvPr>
          <p:cNvSpPr>
            <a:spLocks noChangeArrowheads="1"/>
          </p:cNvSpPr>
          <p:nvPr/>
        </p:nvSpPr>
        <p:spPr bwMode="auto">
          <a:xfrm>
            <a:off x="1785144" y="2201863"/>
            <a:ext cx="3036888" cy="555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a:p>
        </p:txBody>
      </p:sp>
      <p:grpSp>
        <p:nvGrpSpPr>
          <p:cNvPr id="3" name="组合 2">
            <a:extLst>
              <a:ext uri="{FF2B5EF4-FFF2-40B4-BE49-F238E27FC236}">
                <a16:creationId xmlns:a16="http://schemas.microsoft.com/office/drawing/2014/main" id="{E3F5A212-13A4-6766-340C-7E086F6D7D75}"/>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36CFCC69-AC14-7C3C-D009-D19CC141DB63}"/>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81EAA916-E5B4-BE3A-E50B-774CBF1294B7}"/>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7DC5F2AC-F204-1B9C-884E-DA93F3C796D0}"/>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715D651D-E6B9-81A1-F24B-79938D688090}"/>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8" name="日期占位符 7">
            <a:extLst>
              <a:ext uri="{FF2B5EF4-FFF2-40B4-BE49-F238E27FC236}">
                <a16:creationId xmlns:a16="http://schemas.microsoft.com/office/drawing/2014/main" id="{43281963-CB07-C18C-A7C1-F8D6D9FE13AD}"/>
              </a:ext>
            </a:extLst>
          </p:cNvPr>
          <p:cNvSpPr>
            <a:spLocks noGrp="1"/>
          </p:cNvSpPr>
          <p:nvPr>
            <p:ph type="dt" sz="half" idx="10"/>
          </p:nvPr>
        </p:nvSpPr>
        <p:spPr/>
        <p:txBody>
          <a:bodyPr/>
          <a:lstStyle/>
          <a:p>
            <a:fld id="{F702F976-AFCF-41DB-A981-355019D3272E}" type="datetime2">
              <a:rPr lang="zh-CN" altLang="en-US" smtClean="0"/>
              <a:t>2025年6月11日</a:t>
            </a:fld>
            <a:endParaRPr lang="zh-CN" altLang="en-US" dirty="0"/>
          </a:p>
        </p:txBody>
      </p:sp>
      <p:sp>
        <p:nvSpPr>
          <p:cNvPr id="9" name="页脚占位符 8">
            <a:extLst>
              <a:ext uri="{FF2B5EF4-FFF2-40B4-BE49-F238E27FC236}">
                <a16:creationId xmlns:a16="http://schemas.microsoft.com/office/drawing/2014/main" id="{FAF56495-AA64-AF29-CD3B-1371536AF6C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4F5FB686-F260-3B3A-31BE-16C78DA8995F}"/>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BAE0A6C-7044-46A0-8E21-9B129940B858}"/>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250BAE5A-5009-47B5-81F1-5165B9A250CD}"/>
              </a:ext>
            </a:extLst>
          </p:cNvPr>
          <p:cNvSpPr>
            <a:spLocks noGrp="1"/>
          </p:cNvSpPr>
          <p:nvPr>
            <p:ph idx="1"/>
          </p:nvPr>
        </p:nvSpPr>
        <p:spPr/>
        <p:txBody>
          <a:bodyPr/>
          <a:lstStyle/>
          <a:p>
            <a:r>
              <a:rPr lang="en-US" altLang="zh-CN" dirty="0"/>
              <a:t>2</a:t>
            </a:r>
            <a:r>
              <a:rPr lang="zh-CN" altLang="en-US" dirty="0"/>
              <a:t>、过程</a:t>
            </a:r>
            <a:r>
              <a:rPr lang="en-US" altLang="zh-CN" dirty="0"/>
              <a:t>p</a:t>
            </a:r>
            <a:r>
              <a:rPr lang="zh-CN" altLang="en-US" dirty="0"/>
              <a:t>调用过程</a:t>
            </a:r>
            <a:r>
              <a:rPr lang="en-US" altLang="zh-CN" dirty="0"/>
              <a:t>q</a:t>
            </a:r>
            <a:r>
              <a:rPr lang="zh-CN" altLang="en-US" dirty="0"/>
              <a:t>的返回序列</a:t>
            </a:r>
          </a:p>
          <a:p>
            <a:endParaRPr lang="zh-CN" altLang="en-US" dirty="0"/>
          </a:p>
        </p:txBody>
      </p:sp>
      <p:sp>
        <p:nvSpPr>
          <p:cNvPr id="46084" name="Rectangle 4">
            <a:extLst>
              <a:ext uri="{FF2B5EF4-FFF2-40B4-BE49-F238E27FC236}">
                <a16:creationId xmlns:a16="http://schemas.microsoft.com/office/drawing/2014/main" id="{9CD9BF2E-4F41-46EA-9635-D8F42E379DC5}"/>
              </a:ext>
            </a:extLst>
          </p:cNvPr>
          <p:cNvSpPr>
            <a:spLocks noChangeArrowheads="1"/>
          </p:cNvSpPr>
          <p:nvPr/>
        </p:nvSpPr>
        <p:spPr bwMode="auto">
          <a:xfrm>
            <a:off x="5292725" y="2393950"/>
            <a:ext cx="3509963"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lt"/>
                <a:ea typeface="+mn-ea"/>
              </a:rPr>
              <a:t>(3) </a:t>
            </a:r>
            <a:r>
              <a:rPr lang="en-US" altLang="zh-CN" dirty="0">
                <a:latin typeface="+mn-lt"/>
                <a:ea typeface="+mn-ea"/>
              </a:rPr>
              <a:t>q</a:t>
            </a:r>
            <a:r>
              <a:rPr lang="zh-CN" altLang="en-US" b="0" dirty="0">
                <a:latin typeface="+mn-lt"/>
                <a:ea typeface="+mn-ea"/>
              </a:rPr>
              <a:t>恢复寄存器</a:t>
            </a:r>
            <a:r>
              <a:rPr lang="en-US" altLang="zh-CN" b="0" dirty="0">
                <a:latin typeface="+mn-lt"/>
                <a:ea typeface="+mn-ea"/>
              </a:rPr>
              <a:t>(</a:t>
            </a:r>
            <a:r>
              <a:rPr lang="zh-CN" altLang="en-US" b="0" dirty="0">
                <a:latin typeface="+mn-lt"/>
                <a:ea typeface="+mn-ea"/>
              </a:rPr>
              <a:t>包括</a:t>
            </a:r>
            <a:r>
              <a:rPr lang="en-US" altLang="zh-CN" i="1" dirty="0" err="1">
                <a:latin typeface="+mn-lt"/>
                <a:ea typeface="+mn-ea"/>
              </a:rPr>
              <a:t>base</a:t>
            </a:r>
            <a:r>
              <a:rPr lang="en-US" altLang="zh-CN" dirty="0" err="1">
                <a:latin typeface="+mn-lt"/>
                <a:ea typeface="+mn-ea"/>
              </a:rPr>
              <a:t>_</a:t>
            </a:r>
            <a:r>
              <a:rPr lang="en-US" altLang="zh-CN" i="1" dirty="0" err="1">
                <a:latin typeface="+mn-lt"/>
                <a:ea typeface="+mn-ea"/>
              </a:rPr>
              <a:t>sp</a:t>
            </a:r>
            <a:r>
              <a:rPr lang="en-US" altLang="zh-CN" b="0" dirty="0">
                <a:latin typeface="+mn-lt"/>
                <a:ea typeface="+mn-ea"/>
              </a:rPr>
              <a:t>)</a:t>
            </a:r>
            <a:r>
              <a:rPr lang="zh-CN" altLang="en-US" b="0" dirty="0">
                <a:latin typeface="+mn-lt"/>
                <a:ea typeface="+mn-ea"/>
              </a:rPr>
              <a:t>和机器状态，返回</a:t>
            </a:r>
            <a:r>
              <a:rPr lang="en-US" altLang="zh-CN" dirty="0">
                <a:latin typeface="+mn-lt"/>
                <a:ea typeface="+mn-ea"/>
              </a:rPr>
              <a:t>p</a:t>
            </a:r>
            <a:endParaRPr lang="zh-CN" altLang="en-US" dirty="0">
              <a:latin typeface="+mn-lt"/>
              <a:ea typeface="+mn-ea"/>
            </a:endParaRPr>
          </a:p>
        </p:txBody>
      </p:sp>
      <p:grpSp>
        <p:nvGrpSpPr>
          <p:cNvPr id="46085" name="Group 5">
            <a:extLst>
              <a:ext uri="{FF2B5EF4-FFF2-40B4-BE49-F238E27FC236}">
                <a16:creationId xmlns:a16="http://schemas.microsoft.com/office/drawing/2014/main" id="{8326E093-9C78-4499-8C0E-BC8B5E6D506F}"/>
              </a:ext>
            </a:extLst>
          </p:cNvPr>
          <p:cNvGrpSpPr>
            <a:grpSpLocks/>
          </p:cNvGrpSpPr>
          <p:nvPr/>
        </p:nvGrpSpPr>
        <p:grpSpPr bwMode="auto">
          <a:xfrm>
            <a:off x="123825" y="2057400"/>
            <a:ext cx="4826000" cy="4730750"/>
            <a:chOff x="78" y="1296"/>
            <a:chExt cx="3040" cy="2980"/>
          </a:xfrm>
          <a:noFill/>
        </p:grpSpPr>
        <p:sp>
          <p:nvSpPr>
            <p:cNvPr id="46086" name="Rectangle 6">
              <a:extLst>
                <a:ext uri="{FF2B5EF4-FFF2-40B4-BE49-F238E27FC236}">
                  <a16:creationId xmlns:a16="http://schemas.microsoft.com/office/drawing/2014/main" id="{E447E388-B9BF-4D31-909F-56199C0DAB5A}"/>
                </a:ext>
              </a:extLst>
            </p:cNvPr>
            <p:cNvSpPr>
              <a:spLocks noChangeArrowheads="1"/>
            </p:cNvSpPr>
            <p:nvPr/>
          </p:nvSpPr>
          <p:spPr bwMode="auto">
            <a:xfrm>
              <a:off x="1114" y="1522"/>
              <a:ext cx="1939" cy="2754"/>
            </a:xfrm>
            <a:prstGeom prst="rect">
              <a:avLst/>
            </a:prstGeom>
            <a:grpFill/>
            <a:ln w="25400">
              <a:solidFill>
                <a:schemeClr val="tx1"/>
              </a:solidFill>
              <a:miter lim="800000"/>
              <a:headEnd/>
              <a:tailEnd/>
            </a:ln>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6087" name="Line 7">
              <a:extLst>
                <a:ext uri="{FF2B5EF4-FFF2-40B4-BE49-F238E27FC236}">
                  <a16:creationId xmlns:a16="http://schemas.microsoft.com/office/drawing/2014/main" id="{88668C83-10E0-4B55-AEE5-DB43F8934681}"/>
                </a:ext>
              </a:extLst>
            </p:cNvPr>
            <p:cNvSpPr>
              <a:spLocks noChangeShapeType="1"/>
            </p:cNvSpPr>
            <p:nvPr/>
          </p:nvSpPr>
          <p:spPr bwMode="auto">
            <a:xfrm flipV="1">
              <a:off x="1148" y="3186"/>
              <a:ext cx="1893" cy="0"/>
            </a:xfrm>
            <a:prstGeom prst="line">
              <a:avLst/>
            </a:prstGeom>
            <a:grpFill/>
            <a:ln w="25400">
              <a:solidFill>
                <a:schemeClr val="tx1"/>
              </a:solidFill>
              <a:prstDash val="dash"/>
              <a:round/>
              <a:headEnd/>
              <a:tailEnd/>
            </a:ln>
          </p:spPr>
          <p:txBody>
            <a:bodyPr lIns="54000" rIns="54000"/>
            <a:lstStyle/>
            <a:p>
              <a:endParaRPr lang="zh-CN" altLang="en-US"/>
            </a:p>
          </p:txBody>
        </p:sp>
        <p:sp>
          <p:nvSpPr>
            <p:cNvPr id="46088" name="Line 8">
              <a:extLst>
                <a:ext uri="{FF2B5EF4-FFF2-40B4-BE49-F238E27FC236}">
                  <a16:creationId xmlns:a16="http://schemas.microsoft.com/office/drawing/2014/main" id="{4A04F81B-7905-433E-BF31-8FD31B3F75F1}"/>
                </a:ext>
              </a:extLst>
            </p:cNvPr>
            <p:cNvSpPr>
              <a:spLocks noChangeShapeType="1"/>
            </p:cNvSpPr>
            <p:nvPr/>
          </p:nvSpPr>
          <p:spPr bwMode="auto">
            <a:xfrm flipV="1">
              <a:off x="1151" y="3748"/>
              <a:ext cx="1870" cy="0"/>
            </a:xfrm>
            <a:prstGeom prst="line">
              <a:avLst/>
            </a:prstGeom>
            <a:grpFill/>
            <a:ln w="25400">
              <a:solidFill>
                <a:schemeClr val="tx1"/>
              </a:solidFill>
              <a:prstDash val="dash"/>
              <a:round/>
              <a:headEnd/>
              <a:tailEnd/>
            </a:ln>
          </p:spPr>
          <p:txBody>
            <a:bodyPr lIns="54000" rIns="54000"/>
            <a:lstStyle/>
            <a:p>
              <a:endParaRPr lang="zh-CN" altLang="en-US"/>
            </a:p>
          </p:txBody>
        </p:sp>
        <p:sp>
          <p:nvSpPr>
            <p:cNvPr id="46089" name="Line 9">
              <a:extLst>
                <a:ext uri="{FF2B5EF4-FFF2-40B4-BE49-F238E27FC236}">
                  <a16:creationId xmlns:a16="http://schemas.microsoft.com/office/drawing/2014/main" id="{F985A62F-FAE6-43A9-9A81-5B8A613C75AA}"/>
                </a:ext>
              </a:extLst>
            </p:cNvPr>
            <p:cNvSpPr>
              <a:spLocks noChangeShapeType="1"/>
            </p:cNvSpPr>
            <p:nvPr/>
          </p:nvSpPr>
          <p:spPr bwMode="auto">
            <a:xfrm>
              <a:off x="1139" y="2824"/>
              <a:ext cx="1905" cy="0"/>
            </a:xfrm>
            <a:prstGeom prst="line">
              <a:avLst/>
            </a:prstGeom>
            <a:grpFill/>
            <a:ln w="25400">
              <a:solidFill>
                <a:schemeClr val="tx1"/>
              </a:solidFill>
              <a:round/>
              <a:headEnd/>
              <a:tailEnd/>
            </a:ln>
          </p:spPr>
          <p:txBody>
            <a:bodyPr lIns="54000" rIns="54000"/>
            <a:lstStyle/>
            <a:p>
              <a:endParaRPr lang="zh-CN" altLang="en-US"/>
            </a:p>
          </p:txBody>
        </p:sp>
        <p:sp>
          <p:nvSpPr>
            <p:cNvPr id="46090" name="Rectangle 10">
              <a:extLst>
                <a:ext uri="{FF2B5EF4-FFF2-40B4-BE49-F238E27FC236}">
                  <a16:creationId xmlns:a16="http://schemas.microsoft.com/office/drawing/2014/main" id="{76A2214D-3020-41B6-95FF-05174B0F74D0}"/>
                </a:ext>
              </a:extLst>
            </p:cNvPr>
            <p:cNvSpPr>
              <a:spLocks noChangeArrowheads="1"/>
            </p:cNvSpPr>
            <p:nvPr/>
          </p:nvSpPr>
          <p:spPr bwMode="auto">
            <a:xfrm>
              <a:off x="1123" y="1338"/>
              <a:ext cx="1913"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b="0">
                <a:latin typeface="+mn-lt"/>
                <a:ea typeface="+mn-ea"/>
              </a:endParaRPr>
            </a:p>
          </p:txBody>
        </p:sp>
        <p:sp>
          <p:nvSpPr>
            <p:cNvPr id="46091" name="Rectangle 11">
              <a:extLst>
                <a:ext uri="{FF2B5EF4-FFF2-40B4-BE49-F238E27FC236}">
                  <a16:creationId xmlns:a16="http://schemas.microsoft.com/office/drawing/2014/main" id="{C7A9EEF3-40B1-4D3A-9A51-82B2B5FCD3F0}"/>
                </a:ext>
              </a:extLst>
            </p:cNvPr>
            <p:cNvSpPr>
              <a:spLocks noChangeArrowheads="1"/>
            </p:cNvSpPr>
            <p:nvPr/>
          </p:nvSpPr>
          <p:spPr bwMode="auto">
            <a:xfrm>
              <a:off x="1122" y="3719"/>
              <a:ext cx="1920"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6092" name="Line 12">
              <a:extLst>
                <a:ext uri="{FF2B5EF4-FFF2-40B4-BE49-F238E27FC236}">
                  <a16:creationId xmlns:a16="http://schemas.microsoft.com/office/drawing/2014/main" id="{3ECBB812-38F6-47B5-BCFC-4103C5C35146}"/>
                </a:ext>
              </a:extLst>
            </p:cNvPr>
            <p:cNvSpPr>
              <a:spLocks noChangeShapeType="1"/>
            </p:cNvSpPr>
            <p:nvPr/>
          </p:nvSpPr>
          <p:spPr bwMode="auto">
            <a:xfrm>
              <a:off x="3050" y="1307"/>
              <a:ext cx="0" cy="226"/>
            </a:xfrm>
            <a:prstGeom prst="line">
              <a:avLst/>
            </a:prstGeom>
            <a:grpFill/>
            <a:ln w="25400">
              <a:solidFill>
                <a:schemeClr val="tx1"/>
              </a:solidFill>
              <a:round/>
              <a:headEnd/>
              <a:tailEnd/>
            </a:ln>
          </p:spPr>
          <p:txBody>
            <a:bodyPr lIns="54000" rIns="54000"/>
            <a:lstStyle/>
            <a:p>
              <a:endParaRPr lang="zh-CN" altLang="en-US"/>
            </a:p>
          </p:txBody>
        </p:sp>
        <p:sp>
          <p:nvSpPr>
            <p:cNvPr id="46093" name="Line 13">
              <a:extLst>
                <a:ext uri="{FF2B5EF4-FFF2-40B4-BE49-F238E27FC236}">
                  <a16:creationId xmlns:a16="http://schemas.microsoft.com/office/drawing/2014/main" id="{44D4D62F-F3A5-4190-8327-816D64E363CE}"/>
                </a:ext>
              </a:extLst>
            </p:cNvPr>
            <p:cNvSpPr>
              <a:spLocks noChangeShapeType="1"/>
            </p:cNvSpPr>
            <p:nvPr/>
          </p:nvSpPr>
          <p:spPr bwMode="auto">
            <a:xfrm>
              <a:off x="1113" y="1296"/>
              <a:ext cx="0" cy="226"/>
            </a:xfrm>
            <a:prstGeom prst="line">
              <a:avLst/>
            </a:prstGeom>
            <a:grpFill/>
            <a:ln w="25400">
              <a:solidFill>
                <a:schemeClr val="tx1"/>
              </a:solidFill>
              <a:round/>
              <a:headEnd/>
              <a:tailEnd/>
            </a:ln>
          </p:spPr>
          <p:txBody>
            <a:bodyPr lIns="54000" rIns="54000"/>
            <a:lstStyle/>
            <a:p>
              <a:endParaRPr lang="zh-CN" altLang="en-US"/>
            </a:p>
          </p:txBody>
        </p:sp>
        <p:grpSp>
          <p:nvGrpSpPr>
            <p:cNvPr id="46094" name="Group 14">
              <a:extLst>
                <a:ext uri="{FF2B5EF4-FFF2-40B4-BE49-F238E27FC236}">
                  <a16:creationId xmlns:a16="http://schemas.microsoft.com/office/drawing/2014/main" id="{F8492B29-242A-4404-B2AA-53C011BDB2E4}"/>
                </a:ext>
              </a:extLst>
            </p:cNvPr>
            <p:cNvGrpSpPr>
              <a:grpSpLocks/>
            </p:cNvGrpSpPr>
            <p:nvPr/>
          </p:nvGrpSpPr>
          <p:grpSpPr bwMode="auto">
            <a:xfrm>
              <a:off x="175" y="2217"/>
              <a:ext cx="919" cy="351"/>
              <a:chOff x="171" y="1281"/>
              <a:chExt cx="919" cy="351"/>
            </a:xfrm>
            <a:grpFill/>
          </p:grpSpPr>
          <p:sp>
            <p:nvSpPr>
              <p:cNvPr id="46106" name="Rectangle 15">
                <a:extLst>
                  <a:ext uri="{FF2B5EF4-FFF2-40B4-BE49-F238E27FC236}">
                    <a16:creationId xmlns:a16="http://schemas.microsoft.com/office/drawing/2014/main" id="{4F50102F-D808-49C8-ACF4-1D3884B4FDB7}"/>
                  </a:ext>
                </a:extLst>
              </p:cNvPr>
              <p:cNvSpPr>
                <a:spLocks noChangeArrowheads="1"/>
              </p:cNvSpPr>
              <p:nvPr/>
            </p:nvSpPr>
            <p:spPr bwMode="auto">
              <a:xfrm>
                <a:off x="171" y="1281"/>
                <a:ext cx="696"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46107" name="Line 16">
                <a:extLst>
                  <a:ext uri="{FF2B5EF4-FFF2-40B4-BE49-F238E27FC236}">
                    <a16:creationId xmlns:a16="http://schemas.microsoft.com/office/drawing/2014/main" id="{050077C5-8A45-42DF-A174-49A80995CEF6}"/>
                  </a:ext>
                </a:extLst>
              </p:cNvPr>
              <p:cNvSpPr>
                <a:spLocks noChangeShapeType="1"/>
              </p:cNvSpPr>
              <p:nvPr/>
            </p:nvSpPr>
            <p:spPr bwMode="auto">
              <a:xfrm>
                <a:off x="839" y="1536"/>
                <a:ext cx="251" cy="0"/>
              </a:xfrm>
              <a:prstGeom prst="line">
                <a:avLst/>
              </a:prstGeom>
              <a:grpFill/>
              <a:ln w="25400">
                <a:solidFill>
                  <a:schemeClr val="tx1"/>
                </a:solidFill>
                <a:round/>
                <a:headEnd/>
                <a:tailEnd type="stealth" w="med" len="lg"/>
              </a:ln>
            </p:spPr>
            <p:txBody>
              <a:bodyPr lIns="54000" rIns="54000"/>
              <a:lstStyle/>
              <a:p>
                <a:endParaRPr lang="zh-CN" altLang="en-US"/>
              </a:p>
            </p:txBody>
          </p:sp>
        </p:grpSp>
        <p:grpSp>
          <p:nvGrpSpPr>
            <p:cNvPr id="46095" name="Group 17">
              <a:extLst>
                <a:ext uri="{FF2B5EF4-FFF2-40B4-BE49-F238E27FC236}">
                  <a16:creationId xmlns:a16="http://schemas.microsoft.com/office/drawing/2014/main" id="{2DD0D9F4-7256-4DF4-A444-AD1F9327849F}"/>
                </a:ext>
              </a:extLst>
            </p:cNvPr>
            <p:cNvGrpSpPr>
              <a:grpSpLocks/>
            </p:cNvGrpSpPr>
            <p:nvPr/>
          </p:nvGrpSpPr>
          <p:grpSpPr bwMode="auto">
            <a:xfrm>
              <a:off x="78" y="3057"/>
              <a:ext cx="1016" cy="350"/>
              <a:chOff x="73" y="1820"/>
              <a:chExt cx="1016" cy="350"/>
            </a:xfrm>
            <a:grpFill/>
          </p:grpSpPr>
          <p:sp>
            <p:nvSpPr>
              <p:cNvPr id="46104" name="Rectangle 18">
                <a:extLst>
                  <a:ext uri="{FF2B5EF4-FFF2-40B4-BE49-F238E27FC236}">
                    <a16:creationId xmlns:a16="http://schemas.microsoft.com/office/drawing/2014/main" id="{31493591-0507-48C1-AF20-8D16B982844D}"/>
                  </a:ext>
                </a:extLst>
              </p:cNvPr>
              <p:cNvSpPr>
                <a:spLocks noChangeArrowheads="1"/>
              </p:cNvSpPr>
              <p:nvPr/>
            </p:nvSpPr>
            <p:spPr bwMode="auto">
              <a:xfrm>
                <a:off x="73" y="1820"/>
                <a:ext cx="823"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46105" name="Line 19">
                <a:extLst>
                  <a:ext uri="{FF2B5EF4-FFF2-40B4-BE49-F238E27FC236}">
                    <a16:creationId xmlns:a16="http://schemas.microsoft.com/office/drawing/2014/main" id="{DC9542E0-76C0-4AB5-B820-7F3B697D29CE}"/>
                  </a:ext>
                </a:extLst>
              </p:cNvPr>
              <p:cNvSpPr>
                <a:spLocks noChangeShapeType="1"/>
              </p:cNvSpPr>
              <p:nvPr/>
            </p:nvSpPr>
            <p:spPr bwMode="auto">
              <a:xfrm>
                <a:off x="839" y="2075"/>
                <a:ext cx="250" cy="0"/>
              </a:xfrm>
              <a:prstGeom prst="line">
                <a:avLst/>
              </a:prstGeom>
              <a:grpFill/>
              <a:ln w="25400">
                <a:solidFill>
                  <a:schemeClr val="tx1"/>
                </a:solidFill>
                <a:round/>
                <a:headEnd/>
                <a:tailEnd type="stealth" w="med" len="lg"/>
              </a:ln>
            </p:spPr>
            <p:txBody>
              <a:bodyPr lIns="54000" rIns="54000"/>
              <a:lstStyle/>
              <a:p>
                <a:endParaRPr lang="zh-CN" altLang="en-US"/>
              </a:p>
            </p:txBody>
          </p:sp>
        </p:grpSp>
        <p:sp>
          <p:nvSpPr>
            <p:cNvPr id="46096" name="Freeform 20">
              <a:extLst>
                <a:ext uri="{FF2B5EF4-FFF2-40B4-BE49-F238E27FC236}">
                  <a16:creationId xmlns:a16="http://schemas.microsoft.com/office/drawing/2014/main" id="{BFDD999E-C422-4FC3-AD51-FD71E03CD98F}"/>
                </a:ext>
              </a:extLst>
            </p:cNvPr>
            <p:cNvSpPr>
              <a:spLocks/>
            </p:cNvSpPr>
            <p:nvPr/>
          </p:nvSpPr>
          <p:spPr bwMode="auto">
            <a:xfrm flipV="1">
              <a:off x="782"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grpFill/>
            <a:ln w="25400">
              <a:solidFill>
                <a:schemeClr val="tx1"/>
              </a:solidFill>
              <a:round/>
              <a:headEnd/>
              <a:tailEnd type="stealth" w="med" len="lg"/>
            </a:ln>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6097" name="Rectangle 21">
              <a:extLst>
                <a:ext uri="{FF2B5EF4-FFF2-40B4-BE49-F238E27FC236}">
                  <a16:creationId xmlns:a16="http://schemas.microsoft.com/office/drawing/2014/main" id="{0A88C9FF-1569-406B-9F6D-59A671B9C880}"/>
                </a:ext>
              </a:extLst>
            </p:cNvPr>
            <p:cNvSpPr>
              <a:spLocks noChangeArrowheads="1"/>
            </p:cNvSpPr>
            <p:nvPr/>
          </p:nvSpPr>
          <p:spPr bwMode="auto">
            <a:xfrm>
              <a:off x="1122" y="2812"/>
              <a:ext cx="1928"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临时数据局部数据</a:t>
              </a:r>
            </a:p>
          </p:txBody>
        </p:sp>
        <p:sp>
          <p:nvSpPr>
            <p:cNvPr id="46098" name="Rectangle 22">
              <a:extLst>
                <a:ext uri="{FF2B5EF4-FFF2-40B4-BE49-F238E27FC236}">
                  <a16:creationId xmlns:a16="http://schemas.microsoft.com/office/drawing/2014/main" id="{CC48F26D-77A6-4B79-8537-C7F40180DE9B}"/>
                </a:ext>
              </a:extLst>
            </p:cNvPr>
            <p:cNvSpPr>
              <a:spLocks noChangeArrowheads="1"/>
            </p:cNvSpPr>
            <p:nvPr/>
          </p:nvSpPr>
          <p:spPr bwMode="auto">
            <a:xfrm>
              <a:off x="1094" y="3152"/>
              <a:ext cx="2024" cy="5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46099" name="Rectangle 23">
              <a:extLst>
                <a:ext uri="{FF2B5EF4-FFF2-40B4-BE49-F238E27FC236}">
                  <a16:creationId xmlns:a16="http://schemas.microsoft.com/office/drawing/2014/main" id="{15D61DF1-00B1-479C-8F24-F920949A1AF5}"/>
                </a:ext>
              </a:extLst>
            </p:cNvPr>
            <p:cNvSpPr>
              <a:spLocks noChangeArrowheads="1"/>
            </p:cNvSpPr>
            <p:nvPr/>
          </p:nvSpPr>
          <p:spPr bwMode="auto">
            <a:xfrm>
              <a:off x="1264" y="3974"/>
              <a:ext cx="1618" cy="2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6100" name="Line 24">
              <a:extLst>
                <a:ext uri="{FF2B5EF4-FFF2-40B4-BE49-F238E27FC236}">
                  <a16:creationId xmlns:a16="http://schemas.microsoft.com/office/drawing/2014/main" id="{8335BBBE-5F14-41B7-9BB3-6DB80977DD29}"/>
                </a:ext>
              </a:extLst>
            </p:cNvPr>
            <p:cNvSpPr>
              <a:spLocks noChangeShapeType="1"/>
            </p:cNvSpPr>
            <p:nvPr/>
          </p:nvSpPr>
          <p:spPr bwMode="auto">
            <a:xfrm flipV="1">
              <a:off x="1151" y="4088"/>
              <a:ext cx="1870" cy="0"/>
            </a:xfrm>
            <a:prstGeom prst="line">
              <a:avLst/>
            </a:prstGeom>
            <a:grpFill/>
            <a:ln w="25400">
              <a:solidFill>
                <a:schemeClr val="tx1"/>
              </a:solidFill>
              <a:round/>
              <a:headEnd/>
              <a:tailEnd/>
            </a:ln>
          </p:spPr>
          <p:txBody>
            <a:bodyPr lIns="54000" rIns="54000"/>
            <a:lstStyle/>
            <a:p>
              <a:endParaRPr lang="zh-CN" altLang="en-US"/>
            </a:p>
          </p:txBody>
        </p:sp>
        <p:sp>
          <p:nvSpPr>
            <p:cNvPr id="46101" name="Line 25">
              <a:extLst>
                <a:ext uri="{FF2B5EF4-FFF2-40B4-BE49-F238E27FC236}">
                  <a16:creationId xmlns:a16="http://schemas.microsoft.com/office/drawing/2014/main" id="{7A551E08-2575-435F-9667-18CC32A6D008}"/>
                </a:ext>
              </a:extLst>
            </p:cNvPr>
            <p:cNvSpPr>
              <a:spLocks noChangeShapeType="1"/>
            </p:cNvSpPr>
            <p:nvPr/>
          </p:nvSpPr>
          <p:spPr bwMode="auto">
            <a:xfrm>
              <a:off x="1125" y="2473"/>
              <a:ext cx="1904" cy="0"/>
            </a:xfrm>
            <a:prstGeom prst="line">
              <a:avLst/>
            </a:prstGeom>
            <a:grpFill/>
            <a:ln w="25400">
              <a:solidFill>
                <a:schemeClr val="tx1"/>
              </a:solidFill>
              <a:prstDash val="dash"/>
              <a:round/>
              <a:headEnd/>
              <a:tailEnd/>
            </a:ln>
          </p:spPr>
          <p:txBody>
            <a:bodyPr lIns="54000" rIns="54000"/>
            <a:lstStyle/>
            <a:p>
              <a:endParaRPr lang="zh-CN" altLang="en-US"/>
            </a:p>
          </p:txBody>
        </p:sp>
        <p:sp>
          <p:nvSpPr>
            <p:cNvPr id="46102" name="Line 26">
              <a:extLst>
                <a:ext uri="{FF2B5EF4-FFF2-40B4-BE49-F238E27FC236}">
                  <a16:creationId xmlns:a16="http://schemas.microsoft.com/office/drawing/2014/main" id="{02F942B6-093D-4E14-9078-2FB550ACCC1F}"/>
                </a:ext>
              </a:extLst>
            </p:cNvPr>
            <p:cNvSpPr>
              <a:spLocks noChangeShapeType="1"/>
            </p:cNvSpPr>
            <p:nvPr/>
          </p:nvSpPr>
          <p:spPr bwMode="auto">
            <a:xfrm>
              <a:off x="1139" y="2824"/>
              <a:ext cx="1905" cy="0"/>
            </a:xfrm>
            <a:prstGeom prst="line">
              <a:avLst/>
            </a:prstGeom>
            <a:grpFill/>
            <a:ln w="25400">
              <a:solidFill>
                <a:schemeClr val="tx1"/>
              </a:solidFill>
              <a:round/>
              <a:headEnd/>
              <a:tailEnd/>
            </a:ln>
          </p:spPr>
          <p:txBody>
            <a:bodyPr lIns="54000" rIns="54000"/>
            <a:lstStyle/>
            <a:p>
              <a:endParaRPr lang="zh-CN" altLang="en-US"/>
            </a:p>
          </p:txBody>
        </p:sp>
        <p:sp>
          <p:nvSpPr>
            <p:cNvPr id="46103" name="Rectangle 27">
              <a:extLst>
                <a:ext uri="{FF2B5EF4-FFF2-40B4-BE49-F238E27FC236}">
                  <a16:creationId xmlns:a16="http://schemas.microsoft.com/office/drawing/2014/main" id="{0D5C0EE3-0222-41BC-9CDC-45612A8C76A6}"/>
                </a:ext>
              </a:extLst>
            </p:cNvPr>
            <p:cNvSpPr>
              <a:spLocks noChangeArrowheads="1"/>
            </p:cNvSpPr>
            <p:nvPr/>
          </p:nvSpPr>
          <p:spPr bwMode="auto">
            <a:xfrm>
              <a:off x="1094" y="2500"/>
              <a:ext cx="1968" cy="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dirty="0">
                  <a:latin typeface="+mn-lt"/>
                  <a:ea typeface="+mn-ea"/>
                </a:rPr>
                <a:t>返回值和参数</a:t>
              </a:r>
            </a:p>
          </p:txBody>
        </p:sp>
      </p:grpSp>
      <p:sp>
        <p:nvSpPr>
          <p:cNvPr id="29" name="Rectangle 10">
            <a:extLst>
              <a:ext uri="{FF2B5EF4-FFF2-40B4-BE49-F238E27FC236}">
                <a16:creationId xmlns:a16="http://schemas.microsoft.com/office/drawing/2014/main" id="{7D64F616-B844-480D-AD7E-4C10A06ACDAF}"/>
              </a:ext>
            </a:extLst>
          </p:cNvPr>
          <p:cNvSpPr>
            <a:spLocks noChangeArrowheads="1"/>
          </p:cNvSpPr>
          <p:nvPr/>
        </p:nvSpPr>
        <p:spPr bwMode="auto">
          <a:xfrm>
            <a:off x="1793081" y="2199106"/>
            <a:ext cx="3036888" cy="555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a:p>
        </p:txBody>
      </p:sp>
      <p:grpSp>
        <p:nvGrpSpPr>
          <p:cNvPr id="3" name="组合 2">
            <a:extLst>
              <a:ext uri="{FF2B5EF4-FFF2-40B4-BE49-F238E27FC236}">
                <a16:creationId xmlns:a16="http://schemas.microsoft.com/office/drawing/2014/main" id="{78117BB4-4613-5B5F-5349-D6A4DA5AFB79}"/>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6AF48A12-74ED-0CD7-19EA-E218842B0577}"/>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8AE73605-3270-9729-7F58-A067B7C99A8C}"/>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5B8AF122-59DE-9673-2626-3B3158F9093D}"/>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55968F61-BEF3-D23B-0CB6-76EFD17D2D77}"/>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8" name="日期占位符 7">
            <a:extLst>
              <a:ext uri="{FF2B5EF4-FFF2-40B4-BE49-F238E27FC236}">
                <a16:creationId xmlns:a16="http://schemas.microsoft.com/office/drawing/2014/main" id="{EBC5DD19-162B-CDDD-99F0-506DBD6ED167}"/>
              </a:ext>
            </a:extLst>
          </p:cNvPr>
          <p:cNvSpPr>
            <a:spLocks noGrp="1"/>
          </p:cNvSpPr>
          <p:nvPr>
            <p:ph type="dt" sz="half" idx="10"/>
          </p:nvPr>
        </p:nvSpPr>
        <p:spPr/>
        <p:txBody>
          <a:bodyPr/>
          <a:lstStyle/>
          <a:p>
            <a:fld id="{ADE9AF1A-A771-4B87-AAE6-2D6DD3C6C9A2}" type="datetime2">
              <a:rPr lang="zh-CN" altLang="en-US" smtClean="0"/>
              <a:t>2025年6月11日</a:t>
            </a:fld>
            <a:endParaRPr lang="zh-CN" altLang="en-US" dirty="0"/>
          </a:p>
        </p:txBody>
      </p:sp>
      <p:sp>
        <p:nvSpPr>
          <p:cNvPr id="9" name="页脚占位符 8">
            <a:extLst>
              <a:ext uri="{FF2B5EF4-FFF2-40B4-BE49-F238E27FC236}">
                <a16:creationId xmlns:a16="http://schemas.microsoft.com/office/drawing/2014/main" id="{B42D75DD-72B8-A5C0-1297-04EE32C6CFA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2E6C4635-05D8-E75D-4BD2-ADB1E68F3778}"/>
              </a:ext>
            </a:extLst>
          </p:cNvPr>
          <p:cNvSpPr>
            <a:spLocks noGrp="1"/>
          </p:cNvSpPr>
          <p:nvPr>
            <p:ph type="sldNum" sz="quarter" idx="12"/>
          </p:nvPr>
        </p:nvSpPr>
        <p:spPr/>
        <p:txBody>
          <a:bodyPr/>
          <a:lstStyle/>
          <a:p>
            <a:fld id="{094DEB03-EFC6-4C20-8FC8-295189A5386F}" type="slidenum">
              <a:rPr lang="zh-CN" altLang="en-US" smtClean="0"/>
              <a:pPr/>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8453AEB-3C65-454D-BA3A-1A3518119C3C}"/>
              </a:ext>
            </a:extLst>
          </p:cNvPr>
          <p:cNvSpPr>
            <a:spLocks noGrp="1" noChangeArrowheads="1"/>
          </p:cNvSpPr>
          <p:nvPr>
            <p:ph type="title"/>
          </p:nvPr>
        </p:nvSpPr>
        <p:spPr/>
        <p:txBody>
          <a:bodyPr/>
          <a:lstStyle/>
          <a:p>
            <a:r>
              <a:rPr lang="en-US" altLang="zh-CN" dirty="0"/>
              <a:t>6.2.3 </a:t>
            </a:r>
            <a:r>
              <a:rPr lang="zh-CN" altLang="en-US" dirty="0"/>
              <a:t>调用序列和返回序列</a:t>
            </a:r>
            <a:endParaRPr lang="zh-CN" altLang="en-US" b="1" dirty="0"/>
          </a:p>
        </p:txBody>
      </p:sp>
      <p:sp>
        <p:nvSpPr>
          <p:cNvPr id="2" name="内容占位符 1">
            <a:extLst>
              <a:ext uri="{FF2B5EF4-FFF2-40B4-BE49-F238E27FC236}">
                <a16:creationId xmlns:a16="http://schemas.microsoft.com/office/drawing/2014/main" id="{42720BBC-411C-42BD-9FF2-7CD8796F056D}"/>
              </a:ext>
            </a:extLst>
          </p:cNvPr>
          <p:cNvSpPr>
            <a:spLocks noGrp="1"/>
          </p:cNvSpPr>
          <p:nvPr>
            <p:ph idx="1"/>
          </p:nvPr>
        </p:nvSpPr>
        <p:spPr/>
        <p:txBody>
          <a:bodyPr/>
          <a:lstStyle/>
          <a:p>
            <a:r>
              <a:rPr lang="en-US" altLang="zh-CN" dirty="0"/>
              <a:t>2</a:t>
            </a:r>
            <a:r>
              <a:rPr lang="zh-CN" altLang="en-US" dirty="0"/>
              <a:t>、过程</a:t>
            </a:r>
            <a:r>
              <a:rPr lang="en-US" altLang="zh-CN" dirty="0"/>
              <a:t>p</a:t>
            </a:r>
            <a:r>
              <a:rPr lang="zh-CN" altLang="en-US" dirty="0"/>
              <a:t>调用过程</a:t>
            </a:r>
            <a:r>
              <a:rPr lang="en-US" altLang="zh-CN" dirty="0"/>
              <a:t>q</a:t>
            </a:r>
            <a:r>
              <a:rPr lang="zh-CN" altLang="en-US" dirty="0"/>
              <a:t>的返回序列</a:t>
            </a:r>
          </a:p>
          <a:p>
            <a:endParaRPr lang="zh-CN" altLang="en-US" dirty="0"/>
          </a:p>
        </p:txBody>
      </p:sp>
      <p:grpSp>
        <p:nvGrpSpPr>
          <p:cNvPr id="47108" name="Group 4">
            <a:extLst>
              <a:ext uri="{FF2B5EF4-FFF2-40B4-BE49-F238E27FC236}">
                <a16:creationId xmlns:a16="http://schemas.microsoft.com/office/drawing/2014/main" id="{DB559578-8271-4D1B-86D1-C4AE205EA372}"/>
              </a:ext>
            </a:extLst>
          </p:cNvPr>
          <p:cNvGrpSpPr>
            <a:grpSpLocks/>
          </p:cNvGrpSpPr>
          <p:nvPr/>
        </p:nvGrpSpPr>
        <p:grpSpPr bwMode="auto">
          <a:xfrm>
            <a:off x="123825" y="2057400"/>
            <a:ext cx="4826000" cy="4730750"/>
            <a:chOff x="78" y="1296"/>
            <a:chExt cx="3040" cy="2980"/>
          </a:xfrm>
        </p:grpSpPr>
        <p:sp>
          <p:nvSpPr>
            <p:cNvPr id="47110" name="Rectangle 5">
              <a:extLst>
                <a:ext uri="{FF2B5EF4-FFF2-40B4-BE49-F238E27FC236}">
                  <a16:creationId xmlns:a16="http://schemas.microsoft.com/office/drawing/2014/main" id="{BAE220CB-711E-4854-8A92-E9F3527CDAB1}"/>
                </a:ext>
              </a:extLst>
            </p:cNvPr>
            <p:cNvSpPr>
              <a:spLocks noChangeArrowheads="1"/>
            </p:cNvSpPr>
            <p:nvPr/>
          </p:nvSpPr>
          <p:spPr bwMode="auto">
            <a:xfrm>
              <a:off x="1114" y="1522"/>
              <a:ext cx="1939" cy="275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7111" name="Line 6">
              <a:extLst>
                <a:ext uri="{FF2B5EF4-FFF2-40B4-BE49-F238E27FC236}">
                  <a16:creationId xmlns:a16="http://schemas.microsoft.com/office/drawing/2014/main" id="{5700BE3E-87F7-4203-B5DF-1D879D37B8A7}"/>
                </a:ext>
              </a:extLst>
            </p:cNvPr>
            <p:cNvSpPr>
              <a:spLocks noChangeShapeType="1"/>
            </p:cNvSpPr>
            <p:nvPr/>
          </p:nvSpPr>
          <p:spPr bwMode="auto">
            <a:xfrm flipV="1">
              <a:off x="1148" y="3186"/>
              <a:ext cx="189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7112" name="Line 7">
              <a:extLst>
                <a:ext uri="{FF2B5EF4-FFF2-40B4-BE49-F238E27FC236}">
                  <a16:creationId xmlns:a16="http://schemas.microsoft.com/office/drawing/2014/main" id="{1A9AE2AC-6951-4045-A6F3-C9B06708A6D2}"/>
                </a:ext>
              </a:extLst>
            </p:cNvPr>
            <p:cNvSpPr>
              <a:spLocks noChangeShapeType="1"/>
            </p:cNvSpPr>
            <p:nvPr/>
          </p:nvSpPr>
          <p:spPr bwMode="auto">
            <a:xfrm flipV="1">
              <a:off x="1151" y="3748"/>
              <a:ext cx="187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7113" name="Line 8">
              <a:extLst>
                <a:ext uri="{FF2B5EF4-FFF2-40B4-BE49-F238E27FC236}">
                  <a16:creationId xmlns:a16="http://schemas.microsoft.com/office/drawing/2014/main" id="{B4AEA1A9-34A9-47C9-85F1-88F1D23E35EC}"/>
                </a:ext>
              </a:extLst>
            </p:cNvPr>
            <p:cNvSpPr>
              <a:spLocks noChangeShapeType="1"/>
            </p:cNvSpPr>
            <p:nvPr/>
          </p:nvSpPr>
          <p:spPr bwMode="auto">
            <a:xfrm>
              <a:off x="1139" y="2824"/>
              <a:ext cx="19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7114" name="Rectangle 9">
              <a:extLst>
                <a:ext uri="{FF2B5EF4-FFF2-40B4-BE49-F238E27FC236}">
                  <a16:creationId xmlns:a16="http://schemas.microsoft.com/office/drawing/2014/main" id="{C22912EC-B687-493C-A91A-4846BF63B6AA}"/>
                </a:ext>
              </a:extLst>
            </p:cNvPr>
            <p:cNvSpPr>
              <a:spLocks noChangeArrowheads="1"/>
            </p:cNvSpPr>
            <p:nvPr/>
          </p:nvSpPr>
          <p:spPr bwMode="auto">
            <a:xfrm>
              <a:off x="1123" y="1338"/>
              <a:ext cx="1913" cy="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endParaRPr lang="zh-CN" altLang="en-US" sz="2800" b="0">
                <a:latin typeface="+mn-lt"/>
                <a:ea typeface="+mn-ea"/>
              </a:endParaRPr>
            </a:p>
          </p:txBody>
        </p:sp>
        <p:sp>
          <p:nvSpPr>
            <p:cNvPr id="47115" name="Rectangle 10">
              <a:extLst>
                <a:ext uri="{FF2B5EF4-FFF2-40B4-BE49-F238E27FC236}">
                  <a16:creationId xmlns:a16="http://schemas.microsoft.com/office/drawing/2014/main" id="{D4D63021-622A-4867-AFC1-09230EDEBFC9}"/>
                </a:ext>
              </a:extLst>
            </p:cNvPr>
            <p:cNvSpPr>
              <a:spLocks noChangeArrowheads="1"/>
            </p:cNvSpPr>
            <p:nvPr/>
          </p:nvSpPr>
          <p:spPr bwMode="auto">
            <a:xfrm>
              <a:off x="1122" y="3719"/>
              <a:ext cx="192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返回值和参数</a:t>
              </a:r>
            </a:p>
          </p:txBody>
        </p:sp>
        <p:sp>
          <p:nvSpPr>
            <p:cNvPr id="47116" name="Line 11">
              <a:extLst>
                <a:ext uri="{FF2B5EF4-FFF2-40B4-BE49-F238E27FC236}">
                  <a16:creationId xmlns:a16="http://schemas.microsoft.com/office/drawing/2014/main" id="{1072B747-674D-46B6-AB22-0B2545724681}"/>
                </a:ext>
              </a:extLst>
            </p:cNvPr>
            <p:cNvSpPr>
              <a:spLocks noChangeShapeType="1"/>
            </p:cNvSpPr>
            <p:nvPr/>
          </p:nvSpPr>
          <p:spPr bwMode="auto">
            <a:xfrm>
              <a:off x="3050" y="1307"/>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sp>
          <p:nvSpPr>
            <p:cNvPr id="47117" name="Line 12">
              <a:extLst>
                <a:ext uri="{FF2B5EF4-FFF2-40B4-BE49-F238E27FC236}">
                  <a16:creationId xmlns:a16="http://schemas.microsoft.com/office/drawing/2014/main" id="{478325A9-B8DA-4048-83FD-8A21FA2E099E}"/>
                </a:ext>
              </a:extLst>
            </p:cNvPr>
            <p:cNvSpPr>
              <a:spLocks noChangeShapeType="1"/>
            </p:cNvSpPr>
            <p:nvPr/>
          </p:nvSpPr>
          <p:spPr bwMode="auto">
            <a:xfrm>
              <a:off x="1113" y="1296"/>
              <a:ext cx="0" cy="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nvGrpSpPr>
            <p:cNvPr id="47118" name="Group 13">
              <a:extLst>
                <a:ext uri="{FF2B5EF4-FFF2-40B4-BE49-F238E27FC236}">
                  <a16:creationId xmlns:a16="http://schemas.microsoft.com/office/drawing/2014/main" id="{9B3145D7-68BA-48B5-86EF-D8D9C0F1D735}"/>
                </a:ext>
              </a:extLst>
            </p:cNvPr>
            <p:cNvGrpSpPr>
              <a:grpSpLocks/>
            </p:cNvGrpSpPr>
            <p:nvPr/>
          </p:nvGrpSpPr>
          <p:grpSpPr bwMode="auto">
            <a:xfrm>
              <a:off x="158" y="2574"/>
              <a:ext cx="919" cy="351"/>
              <a:chOff x="171" y="1281"/>
              <a:chExt cx="919" cy="351"/>
            </a:xfrm>
          </p:grpSpPr>
          <p:sp>
            <p:nvSpPr>
              <p:cNvPr id="47127" name="Rectangle 14">
                <a:extLst>
                  <a:ext uri="{FF2B5EF4-FFF2-40B4-BE49-F238E27FC236}">
                    <a16:creationId xmlns:a16="http://schemas.microsoft.com/office/drawing/2014/main" id="{BFA3522D-27E5-4F04-B40D-40B77A482DE2}"/>
                  </a:ext>
                </a:extLst>
              </p:cNvPr>
              <p:cNvSpPr>
                <a:spLocks noChangeArrowheads="1"/>
              </p:cNvSpPr>
              <p:nvPr/>
            </p:nvSpPr>
            <p:spPr bwMode="auto">
              <a:xfrm>
                <a:off x="171" y="1281"/>
                <a:ext cx="696"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top_sp</a:t>
                </a:r>
                <a:r>
                  <a:rPr lang="en-US" altLang="zh-CN" sz="1000" i="1" dirty="0">
                    <a:latin typeface="+mn-lt"/>
                    <a:ea typeface="+mn-ea"/>
                  </a:rPr>
                  <a:t> </a:t>
                </a:r>
                <a:endParaRPr lang="en-US" altLang="zh-CN" sz="1000" dirty="0">
                  <a:latin typeface="+mn-lt"/>
                  <a:ea typeface="+mn-ea"/>
                </a:endParaRPr>
              </a:p>
            </p:txBody>
          </p:sp>
          <p:sp>
            <p:nvSpPr>
              <p:cNvPr id="47128" name="Line 15">
                <a:extLst>
                  <a:ext uri="{FF2B5EF4-FFF2-40B4-BE49-F238E27FC236}">
                    <a16:creationId xmlns:a16="http://schemas.microsoft.com/office/drawing/2014/main" id="{23013C33-C1D2-4055-AD0C-FA88949763E9}"/>
                  </a:ext>
                </a:extLst>
              </p:cNvPr>
              <p:cNvSpPr>
                <a:spLocks noChangeShapeType="1"/>
              </p:cNvSpPr>
              <p:nvPr/>
            </p:nvSpPr>
            <p:spPr bwMode="auto">
              <a:xfrm>
                <a:off x="839" y="1536"/>
                <a:ext cx="25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grpSp>
          <p:nvGrpSpPr>
            <p:cNvPr id="47119" name="Group 16">
              <a:extLst>
                <a:ext uri="{FF2B5EF4-FFF2-40B4-BE49-F238E27FC236}">
                  <a16:creationId xmlns:a16="http://schemas.microsoft.com/office/drawing/2014/main" id="{E0981838-52CB-45D1-9BCB-D6D5E3B3E1BF}"/>
                </a:ext>
              </a:extLst>
            </p:cNvPr>
            <p:cNvGrpSpPr>
              <a:grpSpLocks/>
            </p:cNvGrpSpPr>
            <p:nvPr/>
          </p:nvGrpSpPr>
          <p:grpSpPr bwMode="auto">
            <a:xfrm>
              <a:off x="78" y="3057"/>
              <a:ext cx="1016" cy="350"/>
              <a:chOff x="73" y="1820"/>
              <a:chExt cx="1016" cy="350"/>
            </a:xfrm>
          </p:grpSpPr>
          <p:sp>
            <p:nvSpPr>
              <p:cNvPr id="47125" name="Rectangle 17">
                <a:extLst>
                  <a:ext uri="{FF2B5EF4-FFF2-40B4-BE49-F238E27FC236}">
                    <a16:creationId xmlns:a16="http://schemas.microsoft.com/office/drawing/2014/main" id="{EA02F526-B0BE-44E9-95FE-1A087651A800}"/>
                  </a:ext>
                </a:extLst>
              </p:cNvPr>
              <p:cNvSpPr>
                <a:spLocks noChangeArrowheads="1"/>
              </p:cNvSpPr>
              <p:nvPr/>
            </p:nvSpPr>
            <p:spPr bwMode="auto">
              <a:xfrm>
                <a:off x="73" y="1820"/>
                <a:ext cx="82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en-US" altLang="zh-CN" sz="2800" i="1" dirty="0" err="1">
                    <a:latin typeface="+mn-lt"/>
                    <a:ea typeface="+mn-ea"/>
                  </a:rPr>
                  <a:t>base_sp</a:t>
                </a:r>
                <a:r>
                  <a:rPr lang="en-US" altLang="zh-CN" sz="1000" i="1" dirty="0">
                    <a:latin typeface="+mn-lt"/>
                    <a:ea typeface="+mn-ea"/>
                  </a:rPr>
                  <a:t> </a:t>
                </a:r>
                <a:endParaRPr lang="en-US" altLang="zh-CN" sz="1000" dirty="0">
                  <a:latin typeface="+mn-lt"/>
                  <a:ea typeface="+mn-ea"/>
                </a:endParaRPr>
              </a:p>
            </p:txBody>
          </p:sp>
          <p:sp>
            <p:nvSpPr>
              <p:cNvPr id="47126" name="Line 18">
                <a:extLst>
                  <a:ext uri="{FF2B5EF4-FFF2-40B4-BE49-F238E27FC236}">
                    <a16:creationId xmlns:a16="http://schemas.microsoft.com/office/drawing/2014/main" id="{25F10633-09F6-4766-9727-49EBD7D4EFDC}"/>
                  </a:ext>
                </a:extLst>
              </p:cNvPr>
              <p:cNvSpPr>
                <a:spLocks noChangeShapeType="1"/>
              </p:cNvSpPr>
              <p:nvPr/>
            </p:nvSpPr>
            <p:spPr bwMode="auto">
              <a:xfrm>
                <a:off x="839" y="2075"/>
                <a:ext cx="2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lIns="54000" rIns="54000"/>
              <a:lstStyle/>
              <a:p>
                <a:endParaRPr lang="zh-CN" altLang="en-US"/>
              </a:p>
            </p:txBody>
          </p:sp>
        </p:grpSp>
        <p:sp>
          <p:nvSpPr>
            <p:cNvPr id="47120" name="Freeform 19">
              <a:extLst>
                <a:ext uri="{FF2B5EF4-FFF2-40B4-BE49-F238E27FC236}">
                  <a16:creationId xmlns:a16="http://schemas.microsoft.com/office/drawing/2014/main" id="{CDAAB7CD-3075-4784-AC28-8B230797FA82}"/>
                </a:ext>
              </a:extLst>
            </p:cNvPr>
            <p:cNvSpPr>
              <a:spLocks/>
            </p:cNvSpPr>
            <p:nvPr/>
          </p:nvSpPr>
          <p:spPr bwMode="auto">
            <a:xfrm flipV="1">
              <a:off x="782" y="3322"/>
              <a:ext cx="290" cy="759"/>
            </a:xfrm>
            <a:custGeom>
              <a:avLst/>
              <a:gdLst>
                <a:gd name="T0" fmla="*/ 221 w 381"/>
                <a:gd name="T1" fmla="*/ 573 h 1005"/>
                <a:gd name="T2" fmla="*/ 89 w 381"/>
                <a:gd name="T3" fmla="*/ 529 h 1005"/>
                <a:gd name="T4" fmla="*/ 11 w 381"/>
                <a:gd name="T5" fmla="*/ 426 h 1005"/>
                <a:gd name="T6" fmla="*/ 21 w 381"/>
                <a:gd name="T7" fmla="*/ 0 h 1005"/>
                <a:gd name="T8" fmla="*/ 0 60000 65536"/>
                <a:gd name="T9" fmla="*/ 0 60000 65536"/>
                <a:gd name="T10" fmla="*/ 0 60000 65536"/>
                <a:gd name="T11" fmla="*/ 0 60000 65536"/>
                <a:gd name="T12" fmla="*/ 0 w 381"/>
                <a:gd name="T13" fmla="*/ 0 h 1005"/>
                <a:gd name="T14" fmla="*/ 381 w 381"/>
                <a:gd name="T15" fmla="*/ 1005 h 1005"/>
              </a:gdLst>
              <a:ahLst/>
              <a:cxnLst>
                <a:cxn ang="T8">
                  <a:pos x="T0" y="T1"/>
                </a:cxn>
                <a:cxn ang="T9">
                  <a:pos x="T2" y="T3"/>
                </a:cxn>
                <a:cxn ang="T10">
                  <a:pos x="T4" y="T5"/>
                </a:cxn>
                <a:cxn ang="T11">
                  <a:pos x="T6" y="T7"/>
                </a:cxn>
              </a:cxnLst>
              <a:rect l="T12" t="T13" r="T14" b="T15"/>
              <a:pathLst>
                <a:path w="381" h="1005">
                  <a:moveTo>
                    <a:pt x="381" y="1005"/>
                  </a:moveTo>
                  <a:cubicBezTo>
                    <a:pt x="343" y="992"/>
                    <a:pt x="214" y="970"/>
                    <a:pt x="154" y="927"/>
                  </a:cubicBezTo>
                  <a:cubicBezTo>
                    <a:pt x="94" y="884"/>
                    <a:pt x="38" y="901"/>
                    <a:pt x="19" y="747"/>
                  </a:cubicBezTo>
                  <a:cubicBezTo>
                    <a:pt x="0" y="593"/>
                    <a:pt x="33" y="156"/>
                    <a:pt x="37" y="0"/>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lIns="540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endParaRPr lang="zh-CN" altLang="en-US" b="0">
                <a:latin typeface="+mn-lt"/>
                <a:ea typeface="+mn-ea"/>
              </a:endParaRPr>
            </a:p>
          </p:txBody>
        </p:sp>
        <p:sp>
          <p:nvSpPr>
            <p:cNvPr id="47121" name="Rectangle 20">
              <a:extLst>
                <a:ext uri="{FF2B5EF4-FFF2-40B4-BE49-F238E27FC236}">
                  <a16:creationId xmlns:a16="http://schemas.microsoft.com/office/drawing/2014/main" id="{4DCA1220-C936-47ED-B098-0EC6B26BA3CD}"/>
                </a:ext>
              </a:extLst>
            </p:cNvPr>
            <p:cNvSpPr>
              <a:spLocks noChangeArrowheads="1"/>
            </p:cNvSpPr>
            <p:nvPr/>
          </p:nvSpPr>
          <p:spPr bwMode="auto">
            <a:xfrm>
              <a:off x="1122" y="2812"/>
              <a:ext cx="192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rPr>
                <a:t>临时数据局部数据</a:t>
              </a:r>
            </a:p>
          </p:txBody>
        </p:sp>
        <p:sp>
          <p:nvSpPr>
            <p:cNvPr id="47122" name="Rectangle 21">
              <a:extLst>
                <a:ext uri="{FF2B5EF4-FFF2-40B4-BE49-F238E27FC236}">
                  <a16:creationId xmlns:a16="http://schemas.microsoft.com/office/drawing/2014/main" id="{C9CFF675-EC14-45E1-803A-3DB990E99240}"/>
                </a:ext>
              </a:extLst>
            </p:cNvPr>
            <p:cNvSpPr>
              <a:spLocks noChangeArrowheads="1"/>
            </p:cNvSpPr>
            <p:nvPr/>
          </p:nvSpPr>
          <p:spPr bwMode="auto">
            <a:xfrm>
              <a:off x="1094" y="3152"/>
              <a:ext cx="20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latin typeface="+mn-lt"/>
                  <a:ea typeface="+mn-ea"/>
                </a:rPr>
                <a:t>控制链</a:t>
              </a:r>
            </a:p>
            <a:p>
              <a:pPr algn="just"/>
              <a:r>
                <a:rPr lang="zh-CN" altLang="en-US" sz="2800" b="0">
                  <a:latin typeface="+mn-lt"/>
                  <a:ea typeface="+mn-ea"/>
                </a:rPr>
                <a:t>  和保存的机器状态</a:t>
              </a:r>
            </a:p>
          </p:txBody>
        </p:sp>
        <p:sp>
          <p:nvSpPr>
            <p:cNvPr id="47123" name="Rectangle 22">
              <a:extLst>
                <a:ext uri="{FF2B5EF4-FFF2-40B4-BE49-F238E27FC236}">
                  <a16:creationId xmlns:a16="http://schemas.microsoft.com/office/drawing/2014/main" id="{DDAA4390-8079-4F59-8C56-46E06FF9A990}"/>
                </a:ext>
              </a:extLst>
            </p:cNvPr>
            <p:cNvSpPr>
              <a:spLocks noChangeArrowheads="1"/>
            </p:cNvSpPr>
            <p:nvPr/>
          </p:nvSpPr>
          <p:spPr bwMode="auto">
            <a:xfrm>
              <a:off x="1264" y="3974"/>
              <a:ext cx="161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r>
                <a:rPr lang="zh-CN" altLang="en-US" sz="2800" b="0">
                  <a:latin typeface="+mn-lt"/>
                  <a:ea typeface="+mn-ea"/>
                </a:rPr>
                <a:t>  </a:t>
              </a:r>
              <a:r>
                <a:rPr lang="zh-CN" altLang="en-US" sz="2800" b="0">
                  <a:latin typeface="+mn-lt"/>
                  <a:ea typeface="+mn-ea"/>
                  <a:sym typeface="Symbol" panose="05050102010706020507" pitchFamily="18" charset="2"/>
                </a:rPr>
                <a:t></a:t>
              </a:r>
              <a:endParaRPr lang="zh-CN" altLang="en-US" sz="2800" b="0">
                <a:latin typeface="+mn-lt"/>
                <a:ea typeface="+mn-ea"/>
              </a:endParaRPr>
            </a:p>
          </p:txBody>
        </p:sp>
        <p:sp>
          <p:nvSpPr>
            <p:cNvPr id="47124" name="Line 23">
              <a:extLst>
                <a:ext uri="{FF2B5EF4-FFF2-40B4-BE49-F238E27FC236}">
                  <a16:creationId xmlns:a16="http://schemas.microsoft.com/office/drawing/2014/main" id="{E7AE38F5-CD70-4E39-BD31-7FCD20A82909}"/>
                </a:ext>
              </a:extLst>
            </p:cNvPr>
            <p:cNvSpPr>
              <a:spLocks noChangeShapeType="1"/>
            </p:cNvSpPr>
            <p:nvPr/>
          </p:nvSpPr>
          <p:spPr bwMode="auto">
            <a:xfrm flipV="1">
              <a:off x="1151" y="4088"/>
              <a:ext cx="1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4000" rIns="54000"/>
            <a:lstStyle/>
            <a:p>
              <a:endParaRPr lang="zh-CN" altLang="en-US"/>
            </a:p>
          </p:txBody>
        </p:sp>
      </p:grpSp>
      <p:sp>
        <p:nvSpPr>
          <p:cNvPr id="47109" name="Rectangle 24">
            <a:extLst>
              <a:ext uri="{FF2B5EF4-FFF2-40B4-BE49-F238E27FC236}">
                <a16:creationId xmlns:a16="http://schemas.microsoft.com/office/drawing/2014/main" id="{FA8C401F-D7D2-4C33-A621-4735D9B3CCCA}"/>
              </a:ext>
            </a:extLst>
          </p:cNvPr>
          <p:cNvSpPr>
            <a:spLocks noChangeArrowheads="1"/>
          </p:cNvSpPr>
          <p:nvPr/>
        </p:nvSpPr>
        <p:spPr bwMode="auto">
          <a:xfrm>
            <a:off x="5292725" y="2393950"/>
            <a:ext cx="33750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82800" rIns="54000"/>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lt"/>
                <a:ea typeface="+mn-ea"/>
              </a:rPr>
              <a:t>(4) </a:t>
            </a:r>
            <a:r>
              <a:rPr lang="en-US" altLang="zh-CN" dirty="0">
                <a:latin typeface="+mn-lt"/>
                <a:ea typeface="+mn-ea"/>
              </a:rPr>
              <a:t>p</a:t>
            </a:r>
            <a:r>
              <a:rPr lang="zh-CN" altLang="en-US" b="0" dirty="0">
                <a:latin typeface="+mn-lt"/>
                <a:ea typeface="+mn-ea"/>
              </a:rPr>
              <a:t>根据参数个数与类型和返回值类型调整</a:t>
            </a:r>
            <a:r>
              <a:rPr lang="en-US" altLang="zh-CN" i="1" dirty="0" err="1">
                <a:latin typeface="+mn-lt"/>
                <a:ea typeface="+mn-ea"/>
              </a:rPr>
              <a:t>top</a:t>
            </a:r>
            <a:r>
              <a:rPr lang="en-US" altLang="zh-CN" dirty="0" err="1">
                <a:latin typeface="+mn-lt"/>
                <a:ea typeface="+mn-ea"/>
              </a:rPr>
              <a:t>_</a:t>
            </a:r>
            <a:r>
              <a:rPr lang="en-US" altLang="zh-CN" i="1" dirty="0" err="1">
                <a:latin typeface="+mn-lt"/>
                <a:ea typeface="+mn-ea"/>
              </a:rPr>
              <a:t>sp</a:t>
            </a:r>
            <a:r>
              <a:rPr lang="en-US" altLang="zh-CN" b="0" dirty="0">
                <a:latin typeface="+mn-lt"/>
                <a:ea typeface="+mn-ea"/>
              </a:rPr>
              <a:t>，</a:t>
            </a:r>
            <a:r>
              <a:rPr lang="zh-CN" altLang="en-US" b="0" dirty="0">
                <a:latin typeface="+mn-lt"/>
                <a:ea typeface="+mn-ea"/>
              </a:rPr>
              <a:t>然后取出返回值</a:t>
            </a:r>
          </a:p>
        </p:txBody>
      </p:sp>
      <p:grpSp>
        <p:nvGrpSpPr>
          <p:cNvPr id="3" name="组合 2">
            <a:extLst>
              <a:ext uri="{FF2B5EF4-FFF2-40B4-BE49-F238E27FC236}">
                <a16:creationId xmlns:a16="http://schemas.microsoft.com/office/drawing/2014/main" id="{83183D5F-EDFC-12F6-7EC8-8269B9CFE23C}"/>
              </a:ext>
            </a:extLst>
          </p:cNvPr>
          <p:cNvGrpSpPr/>
          <p:nvPr/>
        </p:nvGrpSpPr>
        <p:grpSpPr>
          <a:xfrm>
            <a:off x="4827588" y="1939409"/>
            <a:ext cx="899862" cy="4874121"/>
            <a:chOff x="4827588" y="1939409"/>
            <a:chExt cx="899862" cy="4874121"/>
          </a:xfrm>
        </p:grpSpPr>
        <p:sp>
          <p:nvSpPr>
            <p:cNvPr id="4" name="文本框 3">
              <a:extLst>
                <a:ext uri="{FF2B5EF4-FFF2-40B4-BE49-F238E27FC236}">
                  <a16:creationId xmlns:a16="http://schemas.microsoft.com/office/drawing/2014/main" id="{76353552-53C7-18EE-AF53-3488C9410F87}"/>
                </a:ext>
              </a:extLst>
            </p:cNvPr>
            <p:cNvSpPr txBox="1"/>
            <p:nvPr/>
          </p:nvSpPr>
          <p:spPr>
            <a:xfrm>
              <a:off x="4827588" y="6444198"/>
              <a:ext cx="877163" cy="369332"/>
            </a:xfrm>
            <a:prstGeom prst="rect">
              <a:avLst/>
            </a:prstGeom>
            <a:noFill/>
          </p:spPr>
          <p:txBody>
            <a:bodyPr wrap="none" rtlCol="0">
              <a:spAutoFit/>
            </a:bodyPr>
            <a:lstStyle/>
            <a:p>
              <a:r>
                <a:rPr lang="zh-CN" altLang="en-US" b="1" dirty="0">
                  <a:solidFill>
                    <a:srgbClr val="C00000"/>
                  </a:solidFill>
                </a:rPr>
                <a:t>高地址</a:t>
              </a:r>
            </a:p>
          </p:txBody>
        </p:sp>
        <p:sp>
          <p:nvSpPr>
            <p:cNvPr id="5" name="文本框 4">
              <a:extLst>
                <a:ext uri="{FF2B5EF4-FFF2-40B4-BE49-F238E27FC236}">
                  <a16:creationId xmlns:a16="http://schemas.microsoft.com/office/drawing/2014/main" id="{AF227FF3-3864-D7A2-EBF2-522ECA86B02B}"/>
                </a:ext>
              </a:extLst>
            </p:cNvPr>
            <p:cNvSpPr txBox="1"/>
            <p:nvPr/>
          </p:nvSpPr>
          <p:spPr>
            <a:xfrm>
              <a:off x="4850287" y="1939409"/>
              <a:ext cx="877163" cy="369332"/>
            </a:xfrm>
            <a:prstGeom prst="rect">
              <a:avLst/>
            </a:prstGeom>
            <a:noFill/>
          </p:spPr>
          <p:txBody>
            <a:bodyPr wrap="none" rtlCol="0">
              <a:spAutoFit/>
            </a:bodyPr>
            <a:lstStyle/>
            <a:p>
              <a:r>
                <a:rPr lang="zh-CN" altLang="en-US" b="1" dirty="0">
                  <a:solidFill>
                    <a:schemeClr val="accent6">
                      <a:lumMod val="75000"/>
                    </a:schemeClr>
                  </a:solidFill>
                </a:rPr>
                <a:t>低地址</a:t>
              </a:r>
            </a:p>
          </p:txBody>
        </p:sp>
        <p:cxnSp>
          <p:nvCxnSpPr>
            <p:cNvPr id="6" name="直接箭头连接符 5">
              <a:extLst>
                <a:ext uri="{FF2B5EF4-FFF2-40B4-BE49-F238E27FC236}">
                  <a16:creationId xmlns:a16="http://schemas.microsoft.com/office/drawing/2014/main" id="{91BA922D-8F3B-006B-4FEE-52F54B8401D4}"/>
                </a:ext>
              </a:extLst>
            </p:cNvPr>
            <p:cNvCxnSpPr/>
            <p:nvPr/>
          </p:nvCxnSpPr>
          <p:spPr>
            <a:xfrm flipV="1">
              <a:off x="5008562" y="5365751"/>
              <a:ext cx="0" cy="9794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24">
            <a:extLst>
              <a:ext uri="{FF2B5EF4-FFF2-40B4-BE49-F238E27FC236}">
                <a16:creationId xmlns:a16="http://schemas.microsoft.com/office/drawing/2014/main" id="{8C53B07C-04CE-BC72-B9E3-0F991E268034}"/>
              </a:ext>
            </a:extLst>
          </p:cNvPr>
          <p:cNvSpPr>
            <a:spLocks noChangeArrowheads="1"/>
          </p:cNvSpPr>
          <p:nvPr/>
        </p:nvSpPr>
        <p:spPr bwMode="auto">
          <a:xfrm>
            <a:off x="5053014" y="5003800"/>
            <a:ext cx="387197" cy="13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1800" b="0" dirty="0">
                <a:solidFill>
                  <a:srgbClr val="C00000"/>
                </a:solidFill>
                <a:latin typeface="+mn-lt"/>
                <a:ea typeface="+mn-ea"/>
              </a:rPr>
              <a:t>栈</a:t>
            </a:r>
          </a:p>
          <a:p>
            <a:pPr algn="ctr"/>
            <a:r>
              <a:rPr lang="zh-CN" altLang="en-US" sz="1800" b="0" dirty="0">
                <a:solidFill>
                  <a:srgbClr val="C00000"/>
                </a:solidFill>
                <a:latin typeface="+mn-lt"/>
                <a:ea typeface="+mn-ea"/>
              </a:rPr>
              <a:t>增</a:t>
            </a:r>
          </a:p>
          <a:p>
            <a:pPr algn="ctr"/>
            <a:r>
              <a:rPr lang="zh-CN" altLang="en-US" sz="1800" b="0" dirty="0">
                <a:solidFill>
                  <a:srgbClr val="C00000"/>
                </a:solidFill>
                <a:latin typeface="+mn-lt"/>
                <a:ea typeface="+mn-ea"/>
              </a:rPr>
              <a:t>长</a:t>
            </a:r>
          </a:p>
          <a:p>
            <a:pPr algn="ctr"/>
            <a:r>
              <a:rPr lang="zh-CN" altLang="en-US" sz="1800" b="0" dirty="0">
                <a:solidFill>
                  <a:srgbClr val="C00000"/>
                </a:solidFill>
                <a:latin typeface="+mn-lt"/>
                <a:ea typeface="+mn-ea"/>
              </a:rPr>
              <a:t>方</a:t>
            </a:r>
          </a:p>
          <a:p>
            <a:pPr algn="ctr"/>
            <a:r>
              <a:rPr lang="zh-CN" altLang="en-US" sz="1800" b="0" dirty="0">
                <a:solidFill>
                  <a:srgbClr val="C00000"/>
                </a:solidFill>
                <a:latin typeface="+mn-lt"/>
                <a:ea typeface="+mn-ea"/>
              </a:rPr>
              <a:t>向</a:t>
            </a:r>
          </a:p>
        </p:txBody>
      </p:sp>
      <p:sp>
        <p:nvSpPr>
          <p:cNvPr id="8" name="日期占位符 7">
            <a:extLst>
              <a:ext uri="{FF2B5EF4-FFF2-40B4-BE49-F238E27FC236}">
                <a16:creationId xmlns:a16="http://schemas.microsoft.com/office/drawing/2014/main" id="{113CC18F-3B7E-D938-4587-1F5A6FC43306}"/>
              </a:ext>
            </a:extLst>
          </p:cNvPr>
          <p:cNvSpPr>
            <a:spLocks noGrp="1"/>
          </p:cNvSpPr>
          <p:nvPr>
            <p:ph type="dt" sz="half" idx="10"/>
          </p:nvPr>
        </p:nvSpPr>
        <p:spPr/>
        <p:txBody>
          <a:bodyPr/>
          <a:lstStyle/>
          <a:p>
            <a:fld id="{D519F371-8646-47A9-884B-905A8B8F6558}" type="datetime2">
              <a:rPr lang="zh-CN" altLang="en-US" smtClean="0"/>
              <a:t>2025年6月11日</a:t>
            </a:fld>
            <a:endParaRPr lang="zh-CN" altLang="en-US" dirty="0"/>
          </a:p>
        </p:txBody>
      </p:sp>
      <p:sp>
        <p:nvSpPr>
          <p:cNvPr id="9" name="页脚占位符 8">
            <a:extLst>
              <a:ext uri="{FF2B5EF4-FFF2-40B4-BE49-F238E27FC236}">
                <a16:creationId xmlns:a16="http://schemas.microsoft.com/office/drawing/2014/main" id="{CD1B52A3-1A57-8D5E-72AF-42E2DA792CD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10" name="灯片编号占位符 9">
            <a:extLst>
              <a:ext uri="{FF2B5EF4-FFF2-40B4-BE49-F238E27FC236}">
                <a16:creationId xmlns:a16="http://schemas.microsoft.com/office/drawing/2014/main" id="{56623CD6-C074-B5ED-56E0-797E36AFC589}"/>
              </a:ext>
            </a:extLst>
          </p:cNvPr>
          <p:cNvSpPr>
            <a:spLocks noGrp="1"/>
          </p:cNvSpPr>
          <p:nvPr>
            <p:ph type="sldNum" sz="quarter" idx="12"/>
          </p:nvPr>
        </p:nvSpPr>
        <p:spPr/>
        <p:txBody>
          <a:bodyPr/>
          <a:lstStyle/>
          <a:p>
            <a:fld id="{094DEB03-EFC6-4C20-8FC8-295189A5386F}" type="slidenum">
              <a:rPr lang="zh-CN" altLang="en-US" smtClean="0"/>
              <a:pPr/>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9414426-645C-4451-B798-B0DD5D718873}"/>
              </a:ext>
            </a:extLst>
          </p:cNvPr>
          <p:cNvSpPr>
            <a:spLocks noGrp="1" noChangeArrowheads="1"/>
          </p:cNvSpPr>
          <p:nvPr>
            <p:ph type="title"/>
          </p:nvPr>
        </p:nvSpPr>
        <p:spPr/>
        <p:txBody>
          <a:bodyPr/>
          <a:lstStyle/>
          <a:p>
            <a:pPr eaLnBrk="1" hangingPunct="1"/>
            <a:r>
              <a:rPr lang="en-US" altLang="zh-CN" dirty="0"/>
              <a:t>6.2.3 </a:t>
            </a:r>
            <a:r>
              <a:rPr lang="zh-CN" altLang="en-US" dirty="0"/>
              <a:t>调用序列和返回序列</a:t>
            </a:r>
          </a:p>
        </p:txBody>
      </p:sp>
      <p:sp>
        <p:nvSpPr>
          <p:cNvPr id="66563" name="Rectangle 3">
            <a:extLst>
              <a:ext uri="{FF2B5EF4-FFF2-40B4-BE49-F238E27FC236}">
                <a16:creationId xmlns:a16="http://schemas.microsoft.com/office/drawing/2014/main" id="{2A6F25AB-0D53-466E-8ACD-EEEA46C54234}"/>
              </a:ext>
            </a:extLst>
          </p:cNvPr>
          <p:cNvSpPr>
            <a:spLocks noGrp="1" noChangeArrowheads="1"/>
          </p:cNvSpPr>
          <p:nvPr>
            <p:ph idx="1"/>
          </p:nvPr>
        </p:nvSpPr>
        <p:spPr/>
        <p:txBody>
          <a:bodyPr/>
          <a:lstStyle/>
          <a:p>
            <a:pPr eaLnBrk="1" hangingPunct="1"/>
            <a:r>
              <a:rPr lang="zh-CN" altLang="en-US" dirty="0"/>
              <a:t>例</a:t>
            </a:r>
            <a:r>
              <a:rPr lang="en-US" altLang="zh-CN" b="1" dirty="0"/>
              <a:t>6.4</a:t>
            </a:r>
            <a:r>
              <a:rPr lang="zh-CN" altLang="en-US" dirty="0"/>
              <a:t>：一个</a:t>
            </a:r>
            <a:r>
              <a:rPr lang="en-US" altLang="zh-CN" b="1" dirty="0"/>
              <a:t>C</a:t>
            </a:r>
            <a:r>
              <a:rPr lang="zh-CN" altLang="en-US" dirty="0"/>
              <a:t>语言函数</a:t>
            </a:r>
          </a:p>
          <a:p>
            <a:pPr eaLnBrk="1" hangingPunct="1">
              <a:buFont typeface="Wingdings" panose="05000000000000000000" pitchFamily="2" charset="2"/>
              <a:buNone/>
            </a:pPr>
            <a:r>
              <a:rPr lang="zh-CN" altLang="en-US" dirty="0"/>
              <a:t>    </a:t>
            </a:r>
            <a:r>
              <a:rPr lang="en-US" altLang="zh-CN" b="1" dirty="0" err="1">
                <a:latin typeface="Courier New" panose="02070309020205020404" pitchFamily="49" charset="0"/>
              </a:rPr>
              <a:t>func</a:t>
            </a:r>
            <a:r>
              <a:rPr lang="en-US" altLang="zh-CN" b="1" dirty="0">
                <a:latin typeface="Courier New" panose="02070309020205020404" pitchFamily="49" charset="0"/>
              </a:rPr>
              <a:t>(long </a:t>
            </a:r>
            <a:r>
              <a:rPr lang="en-US" altLang="zh-CN" b="1" dirty="0" err="1">
                <a:latin typeface="Courier New" panose="02070309020205020404" pitchFamily="49" charset="0"/>
              </a:rPr>
              <a:t>i</a:t>
            </a:r>
            <a:r>
              <a:rPr lang="en-US" altLang="zh-CN" b="1" dirty="0">
                <a:latin typeface="Courier New" panose="02070309020205020404" pitchFamily="49" charset="0"/>
              </a:rPr>
              <a:t>){</a:t>
            </a:r>
          </a:p>
          <a:p>
            <a:pPr eaLnBrk="1" hangingPunct="1">
              <a:buFont typeface="Wingdings" panose="05000000000000000000" pitchFamily="2" charset="2"/>
              <a:buNone/>
            </a:pPr>
            <a:r>
              <a:rPr lang="en-US" altLang="zh-CN" b="1" dirty="0">
                <a:latin typeface="Courier New" panose="02070309020205020404" pitchFamily="49" charset="0"/>
              </a:rPr>
              <a:t>    long j;</a:t>
            </a:r>
          </a:p>
          <a:p>
            <a:pPr eaLnBrk="1" hangingPunct="1">
              <a:buFont typeface="Wingdings" panose="05000000000000000000" pitchFamily="2" charset="2"/>
              <a:buNone/>
            </a:pPr>
            <a:r>
              <a:rPr lang="en-US" altLang="zh-CN" b="1" dirty="0">
                <a:latin typeface="Courier New" panose="02070309020205020404" pitchFamily="49" charset="0"/>
              </a:rPr>
              <a:t>    j=i-1;</a:t>
            </a:r>
          </a:p>
          <a:p>
            <a:pPr eaLnBrk="1" hangingPunct="1">
              <a:buFont typeface="Wingdings" panose="05000000000000000000" pitchFamily="2" charset="2"/>
              <a:buNone/>
            </a:pPr>
            <a:r>
              <a:rPr lang="en-US" altLang="zh-CN" b="1" dirty="0">
                <a:latin typeface="Courier New" panose="02070309020205020404" pitchFamily="49" charset="0"/>
              </a:rPr>
              <a:t>    </a:t>
            </a:r>
            <a:r>
              <a:rPr lang="en-US" altLang="zh-CN" b="1" dirty="0" err="1">
                <a:latin typeface="Courier New" panose="02070309020205020404" pitchFamily="49" charset="0"/>
              </a:rPr>
              <a:t>func</a:t>
            </a:r>
            <a:r>
              <a:rPr lang="en-US" altLang="zh-CN" b="1" dirty="0">
                <a:latin typeface="Courier New" panose="02070309020205020404" pitchFamily="49" charset="0"/>
              </a:rPr>
              <a:t>(j);</a:t>
            </a:r>
          </a:p>
          <a:p>
            <a:pPr eaLnBrk="1" hangingPunct="1">
              <a:buFont typeface="Wingdings" panose="05000000000000000000" pitchFamily="2" charset="2"/>
              <a:buNone/>
            </a:pPr>
            <a:r>
              <a:rPr lang="en-US" altLang="zh-CN" b="1" dirty="0">
                <a:latin typeface="Courier New" panose="02070309020205020404" pitchFamily="49" charset="0"/>
              </a:rPr>
              <a:t>  }</a:t>
            </a:r>
          </a:p>
        </p:txBody>
      </p:sp>
      <p:sp>
        <p:nvSpPr>
          <p:cNvPr id="2" name="日期占位符 1">
            <a:extLst>
              <a:ext uri="{FF2B5EF4-FFF2-40B4-BE49-F238E27FC236}">
                <a16:creationId xmlns:a16="http://schemas.microsoft.com/office/drawing/2014/main" id="{511D2DDF-292E-54ED-2FAD-95F3D3B6594D}"/>
              </a:ext>
            </a:extLst>
          </p:cNvPr>
          <p:cNvSpPr>
            <a:spLocks noGrp="1"/>
          </p:cNvSpPr>
          <p:nvPr>
            <p:ph type="dt" sz="half" idx="10"/>
          </p:nvPr>
        </p:nvSpPr>
        <p:spPr/>
        <p:txBody>
          <a:bodyPr/>
          <a:lstStyle/>
          <a:p>
            <a:fld id="{A6E36945-BDCC-43FD-BDB7-79EE00151EE3}"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FB1D5D55-C73D-A818-307B-C577756D0D2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DA01798B-0A6D-C42E-A24C-4B262636785E}"/>
              </a:ext>
            </a:extLst>
          </p:cNvPr>
          <p:cNvSpPr>
            <a:spLocks noGrp="1"/>
          </p:cNvSpPr>
          <p:nvPr>
            <p:ph type="sldNum" sz="quarter" idx="12"/>
          </p:nvPr>
        </p:nvSpPr>
        <p:spPr/>
        <p:txBody>
          <a:bodyPr/>
          <a:lstStyle/>
          <a:p>
            <a:fld id="{094DEB03-EFC6-4C20-8FC8-295189A5386F}"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A6712E63-1F6E-42E0-ACC0-B9FD6BF8D26C}"/>
              </a:ext>
            </a:extLst>
          </p:cNvPr>
          <p:cNvSpPr>
            <a:spLocks noGrp="1" noChangeArrowheads="1"/>
          </p:cNvSpPr>
          <p:nvPr>
            <p:ph type="title"/>
          </p:nvPr>
        </p:nvSpPr>
        <p:spPr/>
        <p:txBody>
          <a:bodyPr/>
          <a:lstStyle/>
          <a:p>
            <a:pPr eaLnBrk="1" hangingPunct="1"/>
            <a:r>
              <a:rPr lang="en-US" altLang="zh-CN" dirty="0"/>
              <a:t>6.2.3 </a:t>
            </a:r>
            <a:r>
              <a:rPr lang="zh-CN" altLang="en-US" dirty="0"/>
              <a:t>调用序列和返回序列</a:t>
            </a:r>
          </a:p>
        </p:txBody>
      </p:sp>
      <p:sp>
        <p:nvSpPr>
          <p:cNvPr id="69635" name="Rectangle 3">
            <a:extLst>
              <a:ext uri="{FF2B5EF4-FFF2-40B4-BE49-F238E27FC236}">
                <a16:creationId xmlns:a16="http://schemas.microsoft.com/office/drawing/2014/main" id="{1C76BA87-6A47-4904-BC9B-ABAF8B6E97E5}"/>
              </a:ext>
            </a:extLst>
          </p:cNvPr>
          <p:cNvSpPr>
            <a:spLocks noGrp="1" noChangeArrowheads="1"/>
          </p:cNvSpPr>
          <p:nvPr>
            <p:ph idx="1"/>
          </p:nvPr>
        </p:nvSpPr>
        <p:spPr/>
        <p:txBody>
          <a:bodyPr/>
          <a:lstStyle/>
          <a:p>
            <a:pPr eaLnBrk="1" hangingPunct="1"/>
            <a:r>
              <a:rPr lang="zh-CN" altLang="en-US" dirty="0"/>
              <a:t>例</a:t>
            </a:r>
            <a:r>
              <a:rPr lang="en-US" altLang="zh-CN" b="1" dirty="0"/>
              <a:t>6.4</a:t>
            </a:r>
            <a:r>
              <a:rPr lang="zh-CN" altLang="en-US" dirty="0"/>
              <a:t>：活动记录</a:t>
            </a:r>
          </a:p>
        </p:txBody>
      </p:sp>
      <p:grpSp>
        <p:nvGrpSpPr>
          <p:cNvPr id="69636" name="Group 10">
            <a:extLst>
              <a:ext uri="{FF2B5EF4-FFF2-40B4-BE49-F238E27FC236}">
                <a16:creationId xmlns:a16="http://schemas.microsoft.com/office/drawing/2014/main" id="{657BCB52-3873-4268-8A0A-8482575E68D9}"/>
              </a:ext>
            </a:extLst>
          </p:cNvPr>
          <p:cNvGrpSpPr>
            <a:grpSpLocks/>
          </p:cNvGrpSpPr>
          <p:nvPr/>
        </p:nvGrpSpPr>
        <p:grpSpPr bwMode="auto">
          <a:xfrm>
            <a:off x="1828800" y="2819400"/>
            <a:ext cx="2667000" cy="3048000"/>
            <a:chOff x="1152" y="1776"/>
            <a:chExt cx="1680" cy="1920"/>
          </a:xfrm>
        </p:grpSpPr>
        <p:sp>
          <p:nvSpPr>
            <p:cNvPr id="69650" name="Rectangle 4">
              <a:extLst>
                <a:ext uri="{FF2B5EF4-FFF2-40B4-BE49-F238E27FC236}">
                  <a16:creationId xmlns:a16="http://schemas.microsoft.com/office/drawing/2014/main" id="{A64D92B3-95CE-43C8-B956-51B6DD2FAD3C}"/>
                </a:ext>
              </a:extLst>
            </p:cNvPr>
            <p:cNvSpPr>
              <a:spLocks noChangeArrowheads="1"/>
            </p:cNvSpPr>
            <p:nvPr/>
          </p:nvSpPr>
          <p:spPr bwMode="auto">
            <a:xfrm>
              <a:off x="1152" y="1776"/>
              <a:ext cx="1680" cy="192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69651" name="Line 5">
              <a:extLst>
                <a:ext uri="{FF2B5EF4-FFF2-40B4-BE49-F238E27FC236}">
                  <a16:creationId xmlns:a16="http://schemas.microsoft.com/office/drawing/2014/main" id="{C392F8F9-5C1A-4EA4-8687-425CE27C9AE4}"/>
                </a:ext>
              </a:extLst>
            </p:cNvPr>
            <p:cNvSpPr>
              <a:spLocks noChangeShapeType="1"/>
            </p:cNvSpPr>
            <p:nvPr/>
          </p:nvSpPr>
          <p:spPr bwMode="auto">
            <a:xfrm>
              <a:off x="1152" y="1920"/>
              <a:ext cx="16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9652" name="Line 6">
              <a:extLst>
                <a:ext uri="{FF2B5EF4-FFF2-40B4-BE49-F238E27FC236}">
                  <a16:creationId xmlns:a16="http://schemas.microsoft.com/office/drawing/2014/main" id="{93BF1A24-1F50-4209-81F9-CDEE4B15F24C}"/>
                </a:ext>
              </a:extLst>
            </p:cNvPr>
            <p:cNvSpPr>
              <a:spLocks noChangeShapeType="1"/>
            </p:cNvSpPr>
            <p:nvPr/>
          </p:nvSpPr>
          <p:spPr bwMode="auto">
            <a:xfrm>
              <a:off x="1152" y="2208"/>
              <a:ext cx="16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9653" name="Line 7">
              <a:extLst>
                <a:ext uri="{FF2B5EF4-FFF2-40B4-BE49-F238E27FC236}">
                  <a16:creationId xmlns:a16="http://schemas.microsoft.com/office/drawing/2014/main" id="{95276E7D-B4B2-4D34-96B0-32BCDAF56C22}"/>
                </a:ext>
              </a:extLst>
            </p:cNvPr>
            <p:cNvSpPr>
              <a:spLocks noChangeShapeType="1"/>
            </p:cNvSpPr>
            <p:nvPr/>
          </p:nvSpPr>
          <p:spPr bwMode="auto">
            <a:xfrm>
              <a:off x="1152" y="2496"/>
              <a:ext cx="16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9654" name="Line 8">
              <a:extLst>
                <a:ext uri="{FF2B5EF4-FFF2-40B4-BE49-F238E27FC236}">
                  <a16:creationId xmlns:a16="http://schemas.microsoft.com/office/drawing/2014/main" id="{749D5EC9-AC08-4284-8380-5C93E2EA6EF9}"/>
                </a:ext>
              </a:extLst>
            </p:cNvPr>
            <p:cNvSpPr>
              <a:spLocks noChangeShapeType="1"/>
            </p:cNvSpPr>
            <p:nvPr/>
          </p:nvSpPr>
          <p:spPr bwMode="auto">
            <a:xfrm>
              <a:off x="1152" y="2784"/>
              <a:ext cx="16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9655" name="Line 9">
              <a:extLst>
                <a:ext uri="{FF2B5EF4-FFF2-40B4-BE49-F238E27FC236}">
                  <a16:creationId xmlns:a16="http://schemas.microsoft.com/office/drawing/2014/main" id="{D5285E7D-7216-4758-B4A2-C05264090537}"/>
                </a:ext>
              </a:extLst>
            </p:cNvPr>
            <p:cNvSpPr>
              <a:spLocks noChangeShapeType="1"/>
            </p:cNvSpPr>
            <p:nvPr/>
          </p:nvSpPr>
          <p:spPr bwMode="auto">
            <a:xfrm>
              <a:off x="1152" y="3072"/>
              <a:ext cx="16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69637" name="Text Box 11">
            <a:extLst>
              <a:ext uri="{FF2B5EF4-FFF2-40B4-BE49-F238E27FC236}">
                <a16:creationId xmlns:a16="http://schemas.microsoft.com/office/drawing/2014/main" id="{303D895E-D22B-41C1-9A12-D8E3B3B33273}"/>
              </a:ext>
            </a:extLst>
          </p:cNvPr>
          <p:cNvSpPr txBox="1">
            <a:spLocks noChangeArrowheads="1"/>
          </p:cNvSpPr>
          <p:nvPr/>
        </p:nvSpPr>
        <p:spPr bwMode="auto">
          <a:xfrm>
            <a:off x="2844800" y="4760913"/>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a:t>…</a:t>
            </a:r>
          </a:p>
        </p:txBody>
      </p:sp>
      <p:sp>
        <p:nvSpPr>
          <p:cNvPr id="69638" name="Text Box 12">
            <a:extLst>
              <a:ext uri="{FF2B5EF4-FFF2-40B4-BE49-F238E27FC236}">
                <a16:creationId xmlns:a16="http://schemas.microsoft.com/office/drawing/2014/main" id="{B596E73F-232B-43A4-815E-0BD1D6289FD0}"/>
              </a:ext>
            </a:extLst>
          </p:cNvPr>
          <p:cNvSpPr txBox="1">
            <a:spLocks noChangeArrowheads="1"/>
          </p:cNvSpPr>
          <p:nvPr/>
        </p:nvSpPr>
        <p:spPr bwMode="auto">
          <a:xfrm>
            <a:off x="2346325" y="3048000"/>
            <a:ext cx="1595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a:t>局部变量 </a:t>
            </a:r>
            <a:r>
              <a:rPr lang="en-US" altLang="zh-CN" sz="2400"/>
              <a:t>j</a:t>
            </a:r>
          </a:p>
        </p:txBody>
      </p:sp>
      <p:sp>
        <p:nvSpPr>
          <p:cNvPr id="69639" name="Text Box 13">
            <a:extLst>
              <a:ext uri="{FF2B5EF4-FFF2-40B4-BE49-F238E27FC236}">
                <a16:creationId xmlns:a16="http://schemas.microsoft.com/office/drawing/2014/main" id="{39F2FC3A-6D2E-4BB2-BA02-90DC7F594B67}"/>
              </a:ext>
            </a:extLst>
          </p:cNvPr>
          <p:cNvSpPr txBox="1">
            <a:spLocks noChangeArrowheads="1"/>
          </p:cNvSpPr>
          <p:nvPr/>
        </p:nvSpPr>
        <p:spPr bwMode="auto">
          <a:xfrm>
            <a:off x="2565400" y="3962400"/>
            <a:ext cx="1420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a:t>返回地址</a:t>
            </a:r>
          </a:p>
        </p:txBody>
      </p:sp>
      <p:sp>
        <p:nvSpPr>
          <p:cNvPr id="69640" name="Text Box 14">
            <a:extLst>
              <a:ext uri="{FF2B5EF4-FFF2-40B4-BE49-F238E27FC236}">
                <a16:creationId xmlns:a16="http://schemas.microsoft.com/office/drawing/2014/main" id="{DB094720-59D3-4968-BC91-20A6CC0E165E}"/>
              </a:ext>
            </a:extLst>
          </p:cNvPr>
          <p:cNvSpPr txBox="1">
            <a:spLocks noChangeArrowheads="1"/>
          </p:cNvSpPr>
          <p:nvPr/>
        </p:nvSpPr>
        <p:spPr bwMode="auto">
          <a:xfrm>
            <a:off x="1831975" y="3484563"/>
            <a:ext cx="2768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dirty="0"/>
              <a:t>old </a:t>
            </a:r>
            <a:r>
              <a:rPr lang="en-US" altLang="zh-CN" sz="2400" b="1" dirty="0" err="1"/>
              <a:t>ebp</a:t>
            </a:r>
            <a:r>
              <a:rPr lang="en-US" altLang="zh-CN" sz="2400" b="1" dirty="0"/>
              <a:t> </a:t>
            </a:r>
            <a:r>
              <a:rPr lang="zh-CN" altLang="en-US" sz="2400" b="0" dirty="0"/>
              <a:t>（控制链）</a:t>
            </a:r>
            <a:endParaRPr lang="zh-CN" altLang="en-US" sz="2400" dirty="0"/>
          </a:p>
        </p:txBody>
      </p:sp>
      <p:sp>
        <p:nvSpPr>
          <p:cNvPr id="69641" name="Text Box 15">
            <a:extLst>
              <a:ext uri="{FF2B5EF4-FFF2-40B4-BE49-F238E27FC236}">
                <a16:creationId xmlns:a16="http://schemas.microsoft.com/office/drawing/2014/main" id="{BCAFFDB7-FC03-4FBB-956D-28323AAF52E8}"/>
              </a:ext>
            </a:extLst>
          </p:cNvPr>
          <p:cNvSpPr txBox="1">
            <a:spLocks noChangeArrowheads="1"/>
          </p:cNvSpPr>
          <p:nvPr/>
        </p:nvSpPr>
        <p:spPr bwMode="auto">
          <a:xfrm>
            <a:off x="2690813" y="4419600"/>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a:t>参数</a:t>
            </a:r>
            <a:r>
              <a:rPr lang="en-US" altLang="zh-CN" sz="2400" b="0"/>
              <a:t> </a:t>
            </a:r>
            <a:r>
              <a:rPr lang="en-US" altLang="zh-CN" sz="2400"/>
              <a:t>i</a:t>
            </a:r>
          </a:p>
        </p:txBody>
      </p:sp>
      <p:sp>
        <p:nvSpPr>
          <p:cNvPr id="69642" name="Line 16">
            <a:extLst>
              <a:ext uri="{FF2B5EF4-FFF2-40B4-BE49-F238E27FC236}">
                <a16:creationId xmlns:a16="http://schemas.microsoft.com/office/drawing/2014/main" id="{3AAB4C95-BEA5-4820-849A-4454EA66811B}"/>
              </a:ext>
            </a:extLst>
          </p:cNvPr>
          <p:cNvSpPr>
            <a:spLocks noChangeShapeType="1"/>
          </p:cNvSpPr>
          <p:nvPr/>
        </p:nvSpPr>
        <p:spPr bwMode="auto">
          <a:xfrm>
            <a:off x="4495800" y="3057525"/>
            <a:ext cx="533400"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69643" name="Line 17">
            <a:extLst>
              <a:ext uri="{FF2B5EF4-FFF2-40B4-BE49-F238E27FC236}">
                <a16:creationId xmlns:a16="http://schemas.microsoft.com/office/drawing/2014/main" id="{415E8D73-3622-4FDB-9AED-D11B08BCCD82}"/>
              </a:ext>
            </a:extLst>
          </p:cNvPr>
          <p:cNvSpPr>
            <a:spLocks noChangeShapeType="1"/>
          </p:cNvSpPr>
          <p:nvPr/>
        </p:nvSpPr>
        <p:spPr bwMode="auto">
          <a:xfrm>
            <a:off x="4495800" y="3505200"/>
            <a:ext cx="533400"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69644" name="Text Box 18">
            <a:extLst>
              <a:ext uri="{FF2B5EF4-FFF2-40B4-BE49-F238E27FC236}">
                <a16:creationId xmlns:a16="http://schemas.microsoft.com/office/drawing/2014/main" id="{D096F309-2DEA-4304-88C7-6CC381DF4EBE}"/>
              </a:ext>
            </a:extLst>
          </p:cNvPr>
          <p:cNvSpPr txBox="1">
            <a:spLocks noChangeArrowheads="1"/>
          </p:cNvSpPr>
          <p:nvPr/>
        </p:nvSpPr>
        <p:spPr bwMode="auto">
          <a:xfrm>
            <a:off x="5029200" y="2743200"/>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69645" name="Text Box 19">
            <a:extLst>
              <a:ext uri="{FF2B5EF4-FFF2-40B4-BE49-F238E27FC236}">
                <a16:creationId xmlns:a16="http://schemas.microsoft.com/office/drawing/2014/main" id="{B3224EE2-800A-489A-9895-5EF8C261B870}"/>
              </a:ext>
            </a:extLst>
          </p:cNvPr>
          <p:cNvSpPr txBox="1">
            <a:spLocks noChangeArrowheads="1"/>
          </p:cNvSpPr>
          <p:nvPr/>
        </p:nvSpPr>
        <p:spPr bwMode="auto">
          <a:xfrm>
            <a:off x="5029200" y="3200400"/>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sp>
        <p:nvSpPr>
          <p:cNvPr id="69646" name="Line 20">
            <a:extLst>
              <a:ext uri="{FF2B5EF4-FFF2-40B4-BE49-F238E27FC236}">
                <a16:creationId xmlns:a16="http://schemas.microsoft.com/office/drawing/2014/main" id="{CCEA4E49-A009-412D-A5D3-08BDFA143B42}"/>
              </a:ext>
            </a:extLst>
          </p:cNvPr>
          <p:cNvSpPr>
            <a:spLocks noChangeShapeType="1"/>
          </p:cNvSpPr>
          <p:nvPr/>
        </p:nvSpPr>
        <p:spPr bwMode="auto">
          <a:xfrm>
            <a:off x="6705600" y="3276600"/>
            <a:ext cx="0" cy="2286000"/>
          </a:xfrm>
          <a:prstGeom prst="line">
            <a:avLst/>
          </a:prstGeom>
          <a:noFill/>
          <a:ln w="25400">
            <a:solidFill>
              <a:schemeClr val="tx1"/>
            </a:solidFill>
            <a:round/>
            <a:headEnd type="triangle" w="med" len="me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9647" name="Text Box 21">
            <a:extLst>
              <a:ext uri="{FF2B5EF4-FFF2-40B4-BE49-F238E27FC236}">
                <a16:creationId xmlns:a16="http://schemas.microsoft.com/office/drawing/2014/main" id="{CCCE1A76-4949-4A12-BF25-BCB693348F1D}"/>
              </a:ext>
            </a:extLst>
          </p:cNvPr>
          <p:cNvSpPr txBox="1">
            <a:spLocks noChangeArrowheads="1"/>
          </p:cNvSpPr>
          <p:nvPr/>
        </p:nvSpPr>
        <p:spPr bwMode="auto">
          <a:xfrm>
            <a:off x="6842125" y="3244850"/>
            <a:ext cx="53975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spcBef>
                <a:spcPct val="0"/>
              </a:spcBef>
              <a:buFont typeface="Wingdings" panose="05000000000000000000" pitchFamily="2" charset="2"/>
              <a:buNone/>
            </a:pPr>
            <a:r>
              <a:rPr lang="zh-CN" altLang="en-US" sz="2800" b="0"/>
              <a:t>栈</a:t>
            </a:r>
          </a:p>
          <a:p>
            <a:pPr algn="just" eaLnBrk="1" hangingPunct="1">
              <a:spcBef>
                <a:spcPct val="0"/>
              </a:spcBef>
              <a:buFont typeface="Wingdings" panose="05000000000000000000" pitchFamily="2" charset="2"/>
              <a:buNone/>
            </a:pPr>
            <a:r>
              <a:rPr lang="zh-CN" altLang="en-US" sz="2800" b="0"/>
              <a:t>增</a:t>
            </a:r>
          </a:p>
          <a:p>
            <a:pPr algn="just" eaLnBrk="1" hangingPunct="1">
              <a:spcBef>
                <a:spcPct val="0"/>
              </a:spcBef>
              <a:buFont typeface="Wingdings" panose="05000000000000000000" pitchFamily="2" charset="2"/>
              <a:buNone/>
            </a:pPr>
            <a:r>
              <a:rPr lang="zh-CN" altLang="en-US" sz="2800" b="0"/>
              <a:t>长</a:t>
            </a:r>
          </a:p>
          <a:p>
            <a:pPr algn="just" eaLnBrk="1" hangingPunct="1">
              <a:spcBef>
                <a:spcPct val="0"/>
              </a:spcBef>
              <a:buFont typeface="Wingdings" panose="05000000000000000000" pitchFamily="2" charset="2"/>
              <a:buNone/>
            </a:pPr>
            <a:r>
              <a:rPr lang="zh-CN" altLang="en-US" sz="2800" b="0"/>
              <a:t>方</a:t>
            </a:r>
          </a:p>
          <a:p>
            <a:pPr algn="just" eaLnBrk="1" hangingPunct="1">
              <a:spcBef>
                <a:spcPct val="0"/>
              </a:spcBef>
              <a:buFont typeface="Wingdings" panose="05000000000000000000" pitchFamily="2" charset="2"/>
              <a:buNone/>
            </a:pPr>
            <a:r>
              <a:rPr lang="zh-CN" altLang="en-US" sz="2800" b="0"/>
              <a:t>向</a:t>
            </a:r>
          </a:p>
        </p:txBody>
      </p:sp>
      <p:sp>
        <p:nvSpPr>
          <p:cNvPr id="69648" name="Text Box 22">
            <a:extLst>
              <a:ext uri="{FF2B5EF4-FFF2-40B4-BE49-F238E27FC236}">
                <a16:creationId xmlns:a16="http://schemas.microsoft.com/office/drawing/2014/main" id="{63FAA6E6-2FEA-42A7-9D5A-E63730AF9EB4}"/>
              </a:ext>
            </a:extLst>
          </p:cNvPr>
          <p:cNvSpPr txBox="1">
            <a:spLocks noChangeArrowheads="1"/>
          </p:cNvSpPr>
          <p:nvPr/>
        </p:nvSpPr>
        <p:spPr bwMode="auto">
          <a:xfrm>
            <a:off x="5999163" y="2559050"/>
            <a:ext cx="1260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800" b="0"/>
              <a:t>低地址</a:t>
            </a:r>
          </a:p>
        </p:txBody>
      </p:sp>
      <p:sp>
        <p:nvSpPr>
          <p:cNvPr id="69649" name="Text Box 23">
            <a:extLst>
              <a:ext uri="{FF2B5EF4-FFF2-40B4-BE49-F238E27FC236}">
                <a16:creationId xmlns:a16="http://schemas.microsoft.com/office/drawing/2014/main" id="{BCCA3107-8CD8-4B6B-B1CD-DE0B4039DD8C}"/>
              </a:ext>
            </a:extLst>
          </p:cNvPr>
          <p:cNvSpPr txBox="1">
            <a:spLocks noChangeArrowheads="1"/>
          </p:cNvSpPr>
          <p:nvPr/>
        </p:nvSpPr>
        <p:spPr bwMode="auto">
          <a:xfrm>
            <a:off x="6015038" y="5576888"/>
            <a:ext cx="1260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800" b="0"/>
              <a:t>高地址</a:t>
            </a:r>
          </a:p>
        </p:txBody>
      </p:sp>
      <p:sp>
        <p:nvSpPr>
          <p:cNvPr id="2" name="日期占位符 1">
            <a:extLst>
              <a:ext uri="{FF2B5EF4-FFF2-40B4-BE49-F238E27FC236}">
                <a16:creationId xmlns:a16="http://schemas.microsoft.com/office/drawing/2014/main" id="{46916D14-F8AE-2E41-84CD-5FF711202A7D}"/>
              </a:ext>
            </a:extLst>
          </p:cNvPr>
          <p:cNvSpPr>
            <a:spLocks noGrp="1"/>
          </p:cNvSpPr>
          <p:nvPr>
            <p:ph type="dt" sz="half" idx="10"/>
          </p:nvPr>
        </p:nvSpPr>
        <p:spPr/>
        <p:txBody>
          <a:bodyPr/>
          <a:lstStyle/>
          <a:p>
            <a:fld id="{5E1F3B46-4D0E-44A7-AF32-A65FD0E52288}"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D183CDF8-B83B-C6F5-D640-EB79013412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823F0512-40E6-2E36-36AA-F83431E4920E}"/>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A6712E63-1F6E-42E0-ACC0-B9FD6BF8D26C}"/>
              </a:ext>
            </a:extLst>
          </p:cNvPr>
          <p:cNvSpPr>
            <a:spLocks noGrp="1" noChangeArrowheads="1"/>
          </p:cNvSpPr>
          <p:nvPr>
            <p:ph type="title"/>
          </p:nvPr>
        </p:nvSpPr>
        <p:spPr/>
        <p:txBody>
          <a:bodyPr/>
          <a:lstStyle/>
          <a:p>
            <a:pPr eaLnBrk="1" hangingPunct="1"/>
            <a:r>
              <a:rPr lang="en-US" altLang="zh-CN" dirty="0"/>
              <a:t>6.2.3 </a:t>
            </a:r>
            <a:r>
              <a:rPr lang="zh-CN" altLang="en-US" dirty="0"/>
              <a:t>调用序列和返回序列</a:t>
            </a:r>
          </a:p>
        </p:txBody>
      </p:sp>
      <p:sp>
        <p:nvSpPr>
          <p:cNvPr id="69635" name="Rectangle 3">
            <a:extLst>
              <a:ext uri="{FF2B5EF4-FFF2-40B4-BE49-F238E27FC236}">
                <a16:creationId xmlns:a16="http://schemas.microsoft.com/office/drawing/2014/main" id="{1C76BA87-6A47-4904-BC9B-ABAF8B6E97E5}"/>
              </a:ext>
            </a:extLst>
          </p:cNvPr>
          <p:cNvSpPr>
            <a:spLocks noGrp="1" noChangeArrowheads="1"/>
          </p:cNvSpPr>
          <p:nvPr>
            <p:ph idx="1"/>
          </p:nvPr>
        </p:nvSpPr>
        <p:spPr/>
        <p:txBody>
          <a:bodyPr>
            <a:normAutofit/>
          </a:bodyPr>
          <a:lstStyle/>
          <a:p>
            <a:pPr eaLnBrk="1" hangingPunct="1"/>
            <a:r>
              <a:rPr lang="zh-CN" altLang="en-US" dirty="0"/>
              <a:t>例</a:t>
            </a:r>
            <a:r>
              <a:rPr lang="en-US" altLang="zh-CN" b="1" dirty="0"/>
              <a:t>6.4</a:t>
            </a:r>
            <a:r>
              <a:rPr lang="zh-CN" altLang="en-US" dirty="0"/>
              <a:t>：</a:t>
            </a:r>
            <a:r>
              <a:rPr lang="en-US" altLang="zh-CN" b="1" dirty="0"/>
              <a:t>x86 AT&amp;T</a:t>
            </a:r>
            <a:r>
              <a:rPr lang="zh-CN" altLang="en-US" dirty="0"/>
              <a:t>汇编指令说明</a:t>
            </a:r>
            <a:endParaRPr lang="en-US" altLang="zh-CN" dirty="0"/>
          </a:p>
          <a:p>
            <a:pPr eaLnBrk="1" hangingPunct="1"/>
            <a:endParaRPr lang="en-US" altLang="zh-CN" dirty="0"/>
          </a:p>
          <a:p>
            <a:pPr marL="0" indent="0">
              <a:buNone/>
            </a:pPr>
            <a:r>
              <a:rPr lang="en-US" altLang="zh-CN" sz="2800" b="1" dirty="0" err="1"/>
              <a:t>pushl</a:t>
            </a:r>
            <a:r>
              <a:rPr lang="en-US" altLang="zh-CN" sz="2800" b="1" dirty="0"/>
              <a:t> %A		</a:t>
            </a:r>
            <a:r>
              <a:rPr lang="zh-CN" altLang="en-US" sz="2800" dirty="0"/>
              <a:t>将寄存器</a:t>
            </a:r>
            <a:r>
              <a:rPr lang="en-US" altLang="zh-CN" sz="2800" b="1" dirty="0"/>
              <a:t>A</a:t>
            </a:r>
            <a:r>
              <a:rPr lang="zh-CN" altLang="en-US" sz="2800" dirty="0"/>
              <a:t>的值压入栈顶</a:t>
            </a:r>
            <a:endParaRPr lang="en-US" altLang="zh-CN" sz="2800" dirty="0"/>
          </a:p>
          <a:p>
            <a:pPr marL="0" indent="0">
              <a:buNone/>
            </a:pPr>
            <a:r>
              <a:rPr lang="en-US" altLang="zh-CN" sz="2800" b="1" dirty="0"/>
              <a:t>pop %A		</a:t>
            </a:r>
            <a:r>
              <a:rPr lang="zh-CN" altLang="en-US" sz="2800" dirty="0"/>
              <a:t>将栈顶的值弹出，并放入</a:t>
            </a:r>
            <a:r>
              <a:rPr lang="en-US" altLang="zh-CN" sz="2800" b="1" dirty="0"/>
              <a:t>A</a:t>
            </a:r>
            <a:r>
              <a:rPr lang="zh-CN" altLang="en-US" sz="2800" dirty="0"/>
              <a:t>中</a:t>
            </a:r>
            <a:endParaRPr lang="en-US" altLang="zh-CN" sz="2800" dirty="0"/>
          </a:p>
          <a:p>
            <a:pPr marL="0" indent="0">
              <a:buNone/>
            </a:pPr>
            <a:r>
              <a:rPr lang="en-US" altLang="zh-CN" sz="2800" b="1" dirty="0" err="1"/>
              <a:t>movl</a:t>
            </a:r>
            <a:r>
              <a:rPr lang="en-US" altLang="zh-CN" sz="2800" b="1" dirty="0"/>
              <a:t> %A,%B	</a:t>
            </a:r>
            <a:r>
              <a:rPr lang="zh-CN" altLang="en-US" sz="2800" dirty="0"/>
              <a:t>将寄存器</a:t>
            </a:r>
            <a:r>
              <a:rPr lang="en-US" altLang="zh-CN" sz="2800" b="1" dirty="0"/>
              <a:t>A</a:t>
            </a:r>
            <a:r>
              <a:rPr lang="zh-CN" altLang="en-US" sz="2800" dirty="0"/>
              <a:t>的值放入寄存器</a:t>
            </a:r>
            <a:r>
              <a:rPr lang="en-US" altLang="zh-CN" sz="2800" b="1" dirty="0"/>
              <a:t>B</a:t>
            </a:r>
            <a:r>
              <a:rPr lang="zh-CN" altLang="en-US" sz="2800" dirty="0"/>
              <a:t>中</a:t>
            </a:r>
            <a:endParaRPr lang="en-US" altLang="zh-CN" sz="2800" dirty="0"/>
          </a:p>
          <a:p>
            <a:pPr marL="0" indent="0">
              <a:buNone/>
            </a:pPr>
            <a:r>
              <a:rPr lang="en-US" altLang="zh-CN" sz="2800" b="1" dirty="0" err="1"/>
              <a:t>addl</a:t>
            </a:r>
            <a:r>
              <a:rPr lang="en-US" altLang="zh-CN" sz="2800" b="1" dirty="0"/>
              <a:t>/</a:t>
            </a:r>
            <a:r>
              <a:rPr lang="en-US" altLang="zh-CN" sz="2800" b="1" dirty="0" err="1"/>
              <a:t>subl</a:t>
            </a:r>
            <a:r>
              <a:rPr lang="en-US" altLang="zh-CN" sz="2800" b="1" dirty="0"/>
              <a:t> $4,%B	</a:t>
            </a:r>
            <a:r>
              <a:rPr lang="zh-CN" altLang="en-US" sz="2800" dirty="0"/>
              <a:t>将寄存器</a:t>
            </a:r>
            <a:r>
              <a:rPr lang="en-US" altLang="zh-CN" sz="2800" b="1" dirty="0"/>
              <a:t>B</a:t>
            </a:r>
            <a:r>
              <a:rPr lang="zh-CN" altLang="en-US" sz="2800" dirty="0"/>
              <a:t>的值加</a:t>
            </a:r>
            <a:r>
              <a:rPr lang="en-US" altLang="zh-CN" sz="2800" dirty="0"/>
              <a:t>/</a:t>
            </a:r>
            <a:r>
              <a:rPr lang="zh-CN" altLang="en-US" sz="2800" dirty="0"/>
              <a:t>减去立即数</a:t>
            </a:r>
            <a:r>
              <a:rPr lang="en-US" altLang="zh-CN" sz="2800" b="1" dirty="0"/>
              <a:t>4</a:t>
            </a:r>
          </a:p>
          <a:p>
            <a:pPr marL="0" indent="0">
              <a:buNone/>
            </a:pPr>
            <a:r>
              <a:rPr lang="en-US" altLang="zh-CN" sz="2800" b="1" dirty="0"/>
              <a:t>incl/</a:t>
            </a:r>
            <a:r>
              <a:rPr lang="en-US" altLang="zh-CN" sz="2800" b="1" dirty="0" err="1"/>
              <a:t>decl</a:t>
            </a:r>
            <a:r>
              <a:rPr lang="en-US" altLang="zh-CN" sz="2800" b="1" dirty="0"/>
              <a:t> %A	</a:t>
            </a:r>
            <a:r>
              <a:rPr lang="zh-CN" altLang="en-US" sz="2800" dirty="0"/>
              <a:t>将寄存器</a:t>
            </a:r>
            <a:r>
              <a:rPr lang="en-US" altLang="zh-CN" sz="2800" b="1" dirty="0"/>
              <a:t>A</a:t>
            </a:r>
            <a:r>
              <a:rPr lang="zh-CN" altLang="en-US" sz="2800" dirty="0"/>
              <a:t>的值加</a:t>
            </a:r>
            <a:r>
              <a:rPr lang="en-US" altLang="zh-CN" sz="2800" dirty="0"/>
              <a:t>/</a:t>
            </a:r>
            <a:r>
              <a:rPr lang="zh-CN" altLang="en-US" sz="2800" dirty="0"/>
              <a:t>减</a:t>
            </a:r>
            <a:r>
              <a:rPr lang="en-US" altLang="zh-CN" sz="2800" b="1" dirty="0"/>
              <a:t>1</a:t>
            </a:r>
          </a:p>
          <a:p>
            <a:pPr marL="0" indent="0">
              <a:buNone/>
            </a:pPr>
            <a:r>
              <a:rPr lang="en-US" altLang="zh-CN" sz="2800" b="1" dirty="0" err="1"/>
              <a:t>movl</a:t>
            </a:r>
            <a:r>
              <a:rPr lang="en-US" altLang="zh-CN" sz="2800" b="1" dirty="0"/>
              <a:t> -4(%A),%B </a:t>
            </a:r>
            <a:r>
              <a:rPr lang="zh-CN" altLang="en-US" sz="2800" dirty="0"/>
              <a:t>将</a:t>
            </a:r>
            <a:r>
              <a:rPr lang="en-US" altLang="zh-CN" sz="2800" b="1" dirty="0"/>
              <a:t>%A</a:t>
            </a:r>
            <a:r>
              <a:rPr lang="en-US" altLang="zh-CN" sz="2800" dirty="0"/>
              <a:t>+(</a:t>
            </a:r>
            <a:r>
              <a:rPr lang="en-US" altLang="zh-CN" sz="2800" b="1" dirty="0"/>
              <a:t>-4</a:t>
            </a:r>
            <a:r>
              <a:rPr lang="en-US" altLang="zh-CN" sz="2800" dirty="0"/>
              <a:t>)</a:t>
            </a:r>
            <a:r>
              <a:rPr lang="zh-CN" altLang="en-US" sz="2800" dirty="0"/>
              <a:t>中的值放入</a:t>
            </a:r>
            <a:r>
              <a:rPr lang="en-US" altLang="zh-CN" sz="2800" b="1" dirty="0"/>
              <a:t>B</a:t>
            </a:r>
            <a:r>
              <a:rPr lang="zh-CN" altLang="en-US" sz="2800" dirty="0"/>
              <a:t>中</a:t>
            </a:r>
            <a:endParaRPr lang="en-US" altLang="zh-CN" sz="2800" dirty="0"/>
          </a:p>
        </p:txBody>
      </p:sp>
      <p:sp>
        <p:nvSpPr>
          <p:cNvPr id="2" name="日期占位符 1">
            <a:extLst>
              <a:ext uri="{FF2B5EF4-FFF2-40B4-BE49-F238E27FC236}">
                <a16:creationId xmlns:a16="http://schemas.microsoft.com/office/drawing/2014/main" id="{48F92C95-37E4-9680-90C3-205F9EBE3FC7}"/>
              </a:ext>
            </a:extLst>
          </p:cNvPr>
          <p:cNvSpPr>
            <a:spLocks noGrp="1"/>
          </p:cNvSpPr>
          <p:nvPr>
            <p:ph type="dt" sz="half" idx="10"/>
          </p:nvPr>
        </p:nvSpPr>
        <p:spPr/>
        <p:txBody>
          <a:bodyPr/>
          <a:lstStyle/>
          <a:p>
            <a:fld id="{3A2A1D3E-9DCD-40CD-8122-E27EEB400EAB}"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1A4CB903-1881-B3CA-FB22-8017F6687DA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411D8E61-3616-B78A-1CFF-EFB64E97D6FF}"/>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spTree>
    <p:extLst>
      <p:ext uri="{BB962C8B-B14F-4D97-AF65-F5344CB8AC3E}">
        <p14:creationId xmlns:p14="http://schemas.microsoft.com/office/powerpoint/2010/main" val="923961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call </a:t>
            </a:r>
            <a:r>
              <a:rPr lang="en-US" altLang="zh-CN" b="1" dirty="0" err="1"/>
              <a:t>func</a:t>
            </a:r>
            <a:r>
              <a:rPr lang="en-US" altLang="zh-CN" dirty="0"/>
              <a:t>		</a:t>
            </a:r>
            <a:r>
              <a:rPr lang="zh-CN" altLang="en-US" dirty="0"/>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14" name="Rectangle 4">
            <a:extLst>
              <a:ext uri="{FF2B5EF4-FFF2-40B4-BE49-F238E27FC236}">
                <a16:creationId xmlns:a16="http://schemas.microsoft.com/office/drawing/2014/main" id="{52E85E1B-2357-4A34-8363-BA2DEF679D84}"/>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15" name="Line 5">
            <a:extLst>
              <a:ext uri="{FF2B5EF4-FFF2-40B4-BE49-F238E27FC236}">
                <a16:creationId xmlns:a16="http://schemas.microsoft.com/office/drawing/2014/main" id="{25DF5A0B-D9A5-48BB-A93A-84D68F1C63B8}"/>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Line 6">
            <a:extLst>
              <a:ext uri="{FF2B5EF4-FFF2-40B4-BE49-F238E27FC236}">
                <a16:creationId xmlns:a16="http://schemas.microsoft.com/office/drawing/2014/main" id="{4B501F49-22CB-44DB-80A6-9EFA7F3BF4DC}"/>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Line 7">
            <a:extLst>
              <a:ext uri="{FF2B5EF4-FFF2-40B4-BE49-F238E27FC236}">
                <a16:creationId xmlns:a16="http://schemas.microsoft.com/office/drawing/2014/main" id="{93F77456-809A-4D3D-A68B-FED2C1211163}"/>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8">
            <a:extLst>
              <a:ext uri="{FF2B5EF4-FFF2-40B4-BE49-F238E27FC236}">
                <a16:creationId xmlns:a16="http://schemas.microsoft.com/office/drawing/2014/main" id="{F233FE16-A326-458F-8D20-2F7A3EBC9CF7}"/>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9">
            <a:extLst>
              <a:ext uri="{FF2B5EF4-FFF2-40B4-BE49-F238E27FC236}">
                <a16:creationId xmlns:a16="http://schemas.microsoft.com/office/drawing/2014/main" id="{3C7BBB0C-8087-4729-B47D-B62D7817607E}"/>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Text Box 11">
            <a:extLst>
              <a:ext uri="{FF2B5EF4-FFF2-40B4-BE49-F238E27FC236}">
                <a16:creationId xmlns:a16="http://schemas.microsoft.com/office/drawing/2014/main" id="{3C1D3398-3E17-475F-A455-445B704F0193}"/>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1" name="Text Box 12">
            <a:extLst>
              <a:ext uri="{FF2B5EF4-FFF2-40B4-BE49-F238E27FC236}">
                <a16:creationId xmlns:a16="http://schemas.microsoft.com/office/drawing/2014/main" id="{1D990307-2A9A-4A62-8475-631F64A621F6}"/>
              </a:ext>
            </a:extLst>
          </p:cNvPr>
          <p:cNvSpPr txBox="1">
            <a:spLocks noChangeArrowheads="1"/>
          </p:cNvSpPr>
          <p:nvPr/>
        </p:nvSpPr>
        <p:spPr bwMode="auto">
          <a:xfrm>
            <a:off x="1138561" y="4296880"/>
            <a:ext cx="1595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局部变量 </a:t>
            </a:r>
            <a:r>
              <a:rPr lang="en-US" altLang="zh-CN" sz="2400" dirty="0"/>
              <a:t>j</a:t>
            </a:r>
          </a:p>
        </p:txBody>
      </p:sp>
      <p:sp>
        <p:nvSpPr>
          <p:cNvPr id="22" name="Text Box 13">
            <a:extLst>
              <a:ext uri="{FF2B5EF4-FFF2-40B4-BE49-F238E27FC236}">
                <a16:creationId xmlns:a16="http://schemas.microsoft.com/office/drawing/2014/main" id="{F16F355D-0693-49AA-B7F9-D9CC72F2C5EF}"/>
              </a:ext>
            </a:extLst>
          </p:cNvPr>
          <p:cNvSpPr txBox="1">
            <a:spLocks noChangeArrowheads="1"/>
          </p:cNvSpPr>
          <p:nvPr/>
        </p:nvSpPr>
        <p:spPr bwMode="auto">
          <a:xfrm>
            <a:off x="1221182" y="5209594"/>
            <a:ext cx="1420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返回地址</a:t>
            </a:r>
          </a:p>
        </p:txBody>
      </p:sp>
      <p:sp>
        <p:nvSpPr>
          <p:cNvPr id="23" name="Text Box 14">
            <a:extLst>
              <a:ext uri="{FF2B5EF4-FFF2-40B4-BE49-F238E27FC236}">
                <a16:creationId xmlns:a16="http://schemas.microsoft.com/office/drawing/2014/main" id="{D58DB1C8-0CE1-46AE-8852-1F0CD83372C9}"/>
              </a:ext>
            </a:extLst>
          </p:cNvPr>
          <p:cNvSpPr txBox="1">
            <a:spLocks noChangeArrowheads="1"/>
          </p:cNvSpPr>
          <p:nvPr/>
        </p:nvSpPr>
        <p:spPr bwMode="auto">
          <a:xfrm>
            <a:off x="1352810" y="476569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控制链</a:t>
            </a:r>
            <a:endParaRPr lang="zh-CN" altLang="en-US" sz="2400" dirty="0"/>
          </a:p>
        </p:txBody>
      </p:sp>
      <p:sp>
        <p:nvSpPr>
          <p:cNvPr id="24" name="Text Box 15">
            <a:extLst>
              <a:ext uri="{FF2B5EF4-FFF2-40B4-BE49-F238E27FC236}">
                <a16:creationId xmlns:a16="http://schemas.microsoft.com/office/drawing/2014/main" id="{BAAE8CBF-E1DB-4343-A226-D443231339BA}"/>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25" name="Line 16">
            <a:extLst>
              <a:ext uri="{FF2B5EF4-FFF2-40B4-BE49-F238E27FC236}">
                <a16:creationId xmlns:a16="http://schemas.microsoft.com/office/drawing/2014/main" id="{32C9EA77-6875-4A4E-B1CB-6D1E5E1EE451}"/>
              </a:ext>
            </a:extLst>
          </p:cNvPr>
          <p:cNvSpPr>
            <a:spLocks noChangeShapeType="1"/>
          </p:cNvSpPr>
          <p:nvPr/>
        </p:nvSpPr>
        <p:spPr bwMode="auto">
          <a:xfrm flipH="1">
            <a:off x="803655" y="4283316"/>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7">
            <a:extLst>
              <a:ext uri="{FF2B5EF4-FFF2-40B4-BE49-F238E27FC236}">
                <a16:creationId xmlns:a16="http://schemas.microsoft.com/office/drawing/2014/main" id="{80C6ABE9-07BC-43FC-B1C0-14CFE37A1686}"/>
              </a:ext>
            </a:extLst>
          </p:cNvPr>
          <p:cNvSpPr>
            <a:spLocks noChangeShapeType="1"/>
          </p:cNvSpPr>
          <p:nvPr/>
        </p:nvSpPr>
        <p:spPr bwMode="auto">
          <a:xfrm flipH="1">
            <a:off x="820411" y="4747070"/>
            <a:ext cx="267493"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27" name="Text Box 18">
            <a:extLst>
              <a:ext uri="{FF2B5EF4-FFF2-40B4-BE49-F238E27FC236}">
                <a16:creationId xmlns:a16="http://schemas.microsoft.com/office/drawing/2014/main" id="{CD0C6417-F68F-4230-BDDF-66DE86BCE3F7}"/>
              </a:ext>
            </a:extLst>
          </p:cNvPr>
          <p:cNvSpPr txBox="1">
            <a:spLocks noChangeArrowheads="1"/>
          </p:cNvSpPr>
          <p:nvPr/>
        </p:nvSpPr>
        <p:spPr bwMode="auto">
          <a:xfrm>
            <a:off x="112386" y="3923157"/>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28" name="Text Box 19">
            <a:extLst>
              <a:ext uri="{FF2B5EF4-FFF2-40B4-BE49-F238E27FC236}">
                <a16:creationId xmlns:a16="http://schemas.microsoft.com/office/drawing/2014/main" id="{0DBB9E2D-E5F0-4D5B-B0FA-8FA68AC12408}"/>
              </a:ext>
            </a:extLst>
          </p:cNvPr>
          <p:cNvSpPr txBox="1">
            <a:spLocks noChangeArrowheads="1"/>
          </p:cNvSpPr>
          <p:nvPr/>
        </p:nvSpPr>
        <p:spPr bwMode="auto">
          <a:xfrm>
            <a:off x="82224" y="4438301"/>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sp>
        <p:nvSpPr>
          <p:cNvPr id="30" name="Rectangle 23">
            <a:extLst>
              <a:ext uri="{FF2B5EF4-FFF2-40B4-BE49-F238E27FC236}">
                <a16:creationId xmlns:a16="http://schemas.microsoft.com/office/drawing/2014/main" id="{68468570-F86B-4E6B-B023-EDC28B77BA6F}"/>
              </a:ext>
            </a:extLst>
          </p:cNvPr>
          <p:cNvSpPr>
            <a:spLocks noChangeArrowheads="1"/>
          </p:cNvSpPr>
          <p:nvPr/>
        </p:nvSpPr>
        <p:spPr bwMode="auto">
          <a:xfrm>
            <a:off x="377973" y="5541752"/>
            <a:ext cx="6858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000" b="0" dirty="0">
                <a:latin typeface="+mn-ea"/>
                <a:ea typeface="+mn-ea"/>
              </a:rPr>
              <a:t>栈</a:t>
            </a:r>
          </a:p>
        </p:txBody>
      </p:sp>
      <p:sp>
        <p:nvSpPr>
          <p:cNvPr id="31" name="Line 24">
            <a:extLst>
              <a:ext uri="{FF2B5EF4-FFF2-40B4-BE49-F238E27FC236}">
                <a16:creationId xmlns:a16="http://schemas.microsoft.com/office/drawing/2014/main" id="{0EE9EFEB-2684-4B8D-AC92-E4581DA756D2}"/>
              </a:ext>
            </a:extLst>
          </p:cNvPr>
          <p:cNvSpPr>
            <a:spLocks noChangeShapeType="1"/>
          </p:cNvSpPr>
          <p:nvPr/>
        </p:nvSpPr>
        <p:spPr bwMode="auto">
          <a:xfrm flipV="1">
            <a:off x="932546" y="5266183"/>
            <a:ext cx="0" cy="96202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sz="1400">
              <a:latin typeface="+mn-ea"/>
            </a:endParaRPr>
          </a:p>
        </p:txBody>
      </p:sp>
      <p:sp>
        <p:nvSpPr>
          <p:cNvPr id="32" name="Rectangle 25">
            <a:extLst>
              <a:ext uri="{FF2B5EF4-FFF2-40B4-BE49-F238E27FC236}">
                <a16:creationId xmlns:a16="http://schemas.microsoft.com/office/drawing/2014/main" id="{0BFA8CB2-046B-428A-9B22-A75232E47EFB}"/>
              </a:ext>
            </a:extLst>
          </p:cNvPr>
          <p:cNvSpPr>
            <a:spLocks noChangeArrowheads="1"/>
          </p:cNvSpPr>
          <p:nvPr/>
        </p:nvSpPr>
        <p:spPr bwMode="auto">
          <a:xfrm>
            <a:off x="-171667" y="4919362"/>
            <a:ext cx="96022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000" b="0" dirty="0">
                <a:latin typeface="+mn-ea"/>
                <a:ea typeface="+mn-ea"/>
              </a:rPr>
              <a:t>地址</a:t>
            </a:r>
            <a:endParaRPr lang="en-US" altLang="zh-CN" sz="2000" b="0" dirty="0">
              <a:latin typeface="+mn-ea"/>
              <a:ea typeface="+mn-ea"/>
            </a:endParaRPr>
          </a:p>
          <a:p>
            <a:pPr algn="ctr"/>
            <a:r>
              <a:rPr lang="zh-CN" altLang="en-US" sz="2000" b="0" dirty="0">
                <a:latin typeface="+mn-ea"/>
                <a:ea typeface="+mn-ea"/>
              </a:rPr>
              <a:t>低</a:t>
            </a:r>
          </a:p>
        </p:txBody>
      </p:sp>
      <p:sp>
        <p:nvSpPr>
          <p:cNvPr id="33" name="Rectangle 26">
            <a:extLst>
              <a:ext uri="{FF2B5EF4-FFF2-40B4-BE49-F238E27FC236}">
                <a16:creationId xmlns:a16="http://schemas.microsoft.com/office/drawing/2014/main" id="{EC28CF19-BE96-48DB-84B5-931042CFBFC6}"/>
              </a:ext>
            </a:extLst>
          </p:cNvPr>
          <p:cNvSpPr>
            <a:spLocks noChangeArrowheads="1"/>
          </p:cNvSpPr>
          <p:nvPr/>
        </p:nvSpPr>
        <p:spPr bwMode="auto">
          <a:xfrm>
            <a:off x="-15890" y="6396621"/>
            <a:ext cx="6858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a:r>
              <a:rPr lang="zh-CN" altLang="en-US" sz="2000" b="0" dirty="0">
                <a:latin typeface="+mn-ea"/>
                <a:ea typeface="+mn-ea"/>
              </a:rPr>
              <a:t>高</a:t>
            </a:r>
          </a:p>
        </p:txBody>
      </p:sp>
      <p:sp>
        <p:nvSpPr>
          <p:cNvPr id="34" name="Line 27">
            <a:extLst>
              <a:ext uri="{FF2B5EF4-FFF2-40B4-BE49-F238E27FC236}">
                <a16:creationId xmlns:a16="http://schemas.microsoft.com/office/drawing/2014/main" id="{55C406B5-742F-479D-950C-5E1002AF3240}"/>
              </a:ext>
            </a:extLst>
          </p:cNvPr>
          <p:cNvSpPr>
            <a:spLocks noChangeShapeType="1"/>
          </p:cNvSpPr>
          <p:nvPr/>
        </p:nvSpPr>
        <p:spPr bwMode="auto">
          <a:xfrm>
            <a:off x="314185" y="5696534"/>
            <a:ext cx="0" cy="700087"/>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sz="1400">
              <a:latin typeface="+mn-ea"/>
            </a:endParaRPr>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latin typeface="Courier New" panose="02070309020205020404" pitchFamily="49" charset="0"/>
              </a:rPr>
              <a:t>    long j;</a:t>
            </a:r>
          </a:p>
          <a:p>
            <a:pPr eaLnBrk="1" hangingPunct="1">
              <a:buFont typeface="Wingdings" panose="05000000000000000000" pitchFamily="2" charset="2"/>
              <a:buNone/>
            </a:pPr>
            <a:r>
              <a:rPr lang="en-US" altLang="zh-CN" sz="2000" b="1" dirty="0">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cxnSp>
        <p:nvCxnSpPr>
          <p:cNvPr id="38" name="直接连接符 37">
            <a:extLst>
              <a:ext uri="{FF2B5EF4-FFF2-40B4-BE49-F238E27FC236}">
                <a16:creationId xmlns:a16="http://schemas.microsoft.com/office/drawing/2014/main" id="{7331D485-CCDF-481B-9715-1A5CFF4AE7AB}"/>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0EBF43F5-F520-4A1B-8306-48B17746820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4" name="日期占位符 3">
            <a:extLst>
              <a:ext uri="{FF2B5EF4-FFF2-40B4-BE49-F238E27FC236}">
                <a16:creationId xmlns:a16="http://schemas.microsoft.com/office/drawing/2014/main" id="{242D4311-A70B-1018-1CED-2A90A270476D}"/>
              </a:ext>
            </a:extLst>
          </p:cNvPr>
          <p:cNvSpPr>
            <a:spLocks noGrp="1"/>
          </p:cNvSpPr>
          <p:nvPr>
            <p:ph type="dt" sz="half" idx="10"/>
          </p:nvPr>
        </p:nvSpPr>
        <p:spPr/>
        <p:txBody>
          <a:bodyPr/>
          <a:lstStyle/>
          <a:p>
            <a:fld id="{74C085B7-8FE2-45BC-B6F3-694C3F067B82}"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1426AAFD-4BAF-1F1E-231D-FC45455291D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08208C49-E243-3405-4DDA-1256E49B7333}"/>
              </a:ext>
            </a:extLst>
          </p:cNvPr>
          <p:cNvSpPr>
            <a:spLocks noGrp="1"/>
          </p:cNvSpPr>
          <p:nvPr>
            <p:ph type="sldNum" sz="quarter" idx="12"/>
          </p:nvPr>
        </p:nvSpPr>
        <p:spPr/>
        <p:txBody>
          <a:bodyPr/>
          <a:lstStyle/>
          <a:p>
            <a:fld id="{094DEB03-EFC6-4C20-8FC8-295189A5386F}" type="slidenum">
              <a:rPr lang="zh-CN" altLang="en-US" smtClean="0"/>
              <a:pPr/>
              <a:t>27</a:t>
            </a:fld>
            <a:endParaRPr lang="zh-CN" altLang="en-US"/>
          </a:p>
        </p:txBody>
      </p:sp>
      <p:pic>
        <p:nvPicPr>
          <p:cNvPr id="7" name="图片 6" descr="图标&#10;&#10;描述已自动生成">
            <a:extLst>
              <a:ext uri="{FF2B5EF4-FFF2-40B4-BE49-F238E27FC236}">
                <a16:creationId xmlns:a16="http://schemas.microsoft.com/office/drawing/2014/main" id="{15BF521E-CCF2-947F-A459-CAF99A9AD8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extLst>
      <p:ext uri="{BB962C8B-B14F-4D97-AF65-F5344CB8AC3E}">
        <p14:creationId xmlns:p14="http://schemas.microsoft.com/office/powerpoint/2010/main" val="998456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call </a:t>
            </a:r>
            <a:r>
              <a:rPr lang="en-US" altLang="zh-CN" b="1" dirty="0" err="1"/>
              <a:t>func</a:t>
            </a:r>
            <a:r>
              <a:rPr lang="en-US" altLang="zh-CN" dirty="0"/>
              <a:t>		</a:t>
            </a:r>
            <a:r>
              <a:rPr lang="zh-CN" altLang="en-US" dirty="0"/>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14" name="Rectangle 4">
            <a:extLst>
              <a:ext uri="{FF2B5EF4-FFF2-40B4-BE49-F238E27FC236}">
                <a16:creationId xmlns:a16="http://schemas.microsoft.com/office/drawing/2014/main" id="{52E85E1B-2357-4A34-8363-BA2DEF679D84}"/>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15" name="Line 5">
            <a:extLst>
              <a:ext uri="{FF2B5EF4-FFF2-40B4-BE49-F238E27FC236}">
                <a16:creationId xmlns:a16="http://schemas.microsoft.com/office/drawing/2014/main" id="{25DF5A0B-D9A5-48BB-A93A-84D68F1C63B8}"/>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Line 6">
            <a:extLst>
              <a:ext uri="{FF2B5EF4-FFF2-40B4-BE49-F238E27FC236}">
                <a16:creationId xmlns:a16="http://schemas.microsoft.com/office/drawing/2014/main" id="{4B501F49-22CB-44DB-80A6-9EFA7F3BF4DC}"/>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Line 7">
            <a:extLst>
              <a:ext uri="{FF2B5EF4-FFF2-40B4-BE49-F238E27FC236}">
                <a16:creationId xmlns:a16="http://schemas.microsoft.com/office/drawing/2014/main" id="{93F77456-809A-4D3D-A68B-FED2C1211163}"/>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8">
            <a:extLst>
              <a:ext uri="{FF2B5EF4-FFF2-40B4-BE49-F238E27FC236}">
                <a16:creationId xmlns:a16="http://schemas.microsoft.com/office/drawing/2014/main" id="{F233FE16-A326-458F-8D20-2F7A3EBC9CF7}"/>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9">
            <a:extLst>
              <a:ext uri="{FF2B5EF4-FFF2-40B4-BE49-F238E27FC236}">
                <a16:creationId xmlns:a16="http://schemas.microsoft.com/office/drawing/2014/main" id="{3C7BBB0C-8087-4729-B47D-B62D7817607E}"/>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Text Box 11">
            <a:extLst>
              <a:ext uri="{FF2B5EF4-FFF2-40B4-BE49-F238E27FC236}">
                <a16:creationId xmlns:a16="http://schemas.microsoft.com/office/drawing/2014/main" id="{3C1D3398-3E17-475F-A455-445B704F0193}"/>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5" name="Line 16">
            <a:extLst>
              <a:ext uri="{FF2B5EF4-FFF2-40B4-BE49-F238E27FC236}">
                <a16:creationId xmlns:a16="http://schemas.microsoft.com/office/drawing/2014/main" id="{32C9EA77-6875-4A4E-B1CB-6D1E5E1EE451}"/>
              </a:ext>
            </a:extLst>
          </p:cNvPr>
          <p:cNvSpPr>
            <a:spLocks noChangeShapeType="1"/>
          </p:cNvSpPr>
          <p:nvPr/>
        </p:nvSpPr>
        <p:spPr bwMode="auto">
          <a:xfrm flipH="1">
            <a:off x="732142" y="6114080"/>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7">
            <a:extLst>
              <a:ext uri="{FF2B5EF4-FFF2-40B4-BE49-F238E27FC236}">
                <a16:creationId xmlns:a16="http://schemas.microsoft.com/office/drawing/2014/main" id="{80C6ABE9-07BC-43FC-B1C0-14CFE37A1686}"/>
              </a:ext>
            </a:extLst>
          </p:cNvPr>
          <p:cNvSpPr>
            <a:spLocks noChangeShapeType="1"/>
          </p:cNvSpPr>
          <p:nvPr/>
        </p:nvSpPr>
        <p:spPr bwMode="auto">
          <a:xfrm flipH="1">
            <a:off x="732142" y="6211226"/>
            <a:ext cx="325525" cy="147989"/>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27" name="Text Box 18">
            <a:extLst>
              <a:ext uri="{FF2B5EF4-FFF2-40B4-BE49-F238E27FC236}">
                <a16:creationId xmlns:a16="http://schemas.microsoft.com/office/drawing/2014/main" id="{CD0C6417-F68F-4230-BDDF-66DE86BCE3F7}"/>
              </a:ext>
            </a:extLst>
          </p:cNvPr>
          <p:cNvSpPr txBox="1">
            <a:spLocks noChangeArrowheads="1"/>
          </p:cNvSpPr>
          <p:nvPr/>
        </p:nvSpPr>
        <p:spPr bwMode="auto">
          <a:xfrm>
            <a:off x="83965" y="5720001"/>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28" name="Text Box 19">
            <a:extLst>
              <a:ext uri="{FF2B5EF4-FFF2-40B4-BE49-F238E27FC236}">
                <a16:creationId xmlns:a16="http://schemas.microsoft.com/office/drawing/2014/main" id="{0DBB9E2D-E5F0-4D5B-B0FA-8FA68AC12408}"/>
              </a:ext>
            </a:extLst>
          </p:cNvPr>
          <p:cNvSpPr txBox="1">
            <a:spLocks noChangeArrowheads="1"/>
          </p:cNvSpPr>
          <p:nvPr/>
        </p:nvSpPr>
        <p:spPr bwMode="auto">
          <a:xfrm>
            <a:off x="57228" y="6150226"/>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latin typeface="Courier New" panose="02070309020205020404" pitchFamily="49" charset="0"/>
              </a:rPr>
              <a:t>    long j;</a:t>
            </a:r>
          </a:p>
          <a:p>
            <a:pPr eaLnBrk="1" hangingPunct="1">
              <a:buFont typeface="Wingdings" panose="05000000000000000000" pitchFamily="2" charset="2"/>
              <a:buNone/>
            </a:pPr>
            <a:r>
              <a:rPr lang="en-US" altLang="zh-CN" sz="2000" b="1" dirty="0">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cxnSp>
        <p:nvCxnSpPr>
          <p:cNvPr id="38" name="直接连接符 37">
            <a:extLst>
              <a:ext uri="{FF2B5EF4-FFF2-40B4-BE49-F238E27FC236}">
                <a16:creationId xmlns:a16="http://schemas.microsoft.com/office/drawing/2014/main" id="{7331D485-CCDF-481B-9715-1A5CFF4AE7AB}"/>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0EBF43F5-F520-4A1B-8306-48B17746820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4" name="日期占位符 3">
            <a:extLst>
              <a:ext uri="{FF2B5EF4-FFF2-40B4-BE49-F238E27FC236}">
                <a16:creationId xmlns:a16="http://schemas.microsoft.com/office/drawing/2014/main" id="{414A823F-6964-9967-4463-C294207A5D50}"/>
              </a:ext>
            </a:extLst>
          </p:cNvPr>
          <p:cNvSpPr>
            <a:spLocks noGrp="1"/>
          </p:cNvSpPr>
          <p:nvPr>
            <p:ph type="dt" sz="half" idx="10"/>
          </p:nvPr>
        </p:nvSpPr>
        <p:spPr/>
        <p:txBody>
          <a:bodyPr/>
          <a:lstStyle/>
          <a:p>
            <a:fld id="{7ABC3FF8-5B1F-4D7E-91CF-6590C7184C00}"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E63BB699-CA6D-4A3D-834C-841CC15E35C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C8768666-5A08-498C-3647-20418842985C}"/>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spTree>
    <p:extLst>
      <p:ext uri="{BB962C8B-B14F-4D97-AF65-F5344CB8AC3E}">
        <p14:creationId xmlns:p14="http://schemas.microsoft.com/office/powerpoint/2010/main" val="492120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solidFill>
                  <a:srgbClr val="00B050"/>
                </a:solidFill>
              </a:rPr>
              <a:t>  </a:t>
            </a:r>
            <a:r>
              <a:rPr lang="en-US" altLang="zh-CN" b="1" dirty="0" err="1">
                <a:solidFill>
                  <a:srgbClr val="00B050"/>
                </a:solidFill>
              </a:rPr>
              <a:t>pushl</a:t>
            </a:r>
            <a:r>
              <a:rPr lang="en-US" altLang="zh-CN" b="1" dirty="0">
                <a:solidFill>
                  <a:srgbClr val="00B050"/>
                </a:solidFill>
              </a:rPr>
              <a:t> %</a:t>
            </a:r>
            <a:r>
              <a:rPr lang="en-US" altLang="zh-CN" b="1" dirty="0" err="1">
                <a:solidFill>
                  <a:srgbClr val="00B050"/>
                </a:solidFill>
              </a:rPr>
              <a:t>eax</a:t>
            </a:r>
            <a:r>
              <a:rPr lang="en-US" altLang="zh-CN" b="1" dirty="0">
                <a:solidFill>
                  <a:srgbClr val="00B050"/>
                </a:solidFill>
              </a:rPr>
              <a:t> </a:t>
            </a:r>
            <a:r>
              <a:rPr lang="en-US" altLang="zh-CN" dirty="0">
                <a:solidFill>
                  <a:srgbClr val="00B050"/>
                </a:solidFill>
              </a:rPr>
              <a:t>	  	</a:t>
            </a:r>
            <a:r>
              <a:rPr lang="zh-CN" altLang="en-US" dirty="0">
                <a:solidFill>
                  <a:srgbClr val="00B050"/>
                </a:solidFill>
              </a:rPr>
              <a:t>把实参</a:t>
            </a:r>
            <a:r>
              <a:rPr lang="en-US" altLang="zh-CN" b="1" dirty="0">
                <a:solidFill>
                  <a:srgbClr val="00B050"/>
                </a:solidFill>
              </a:rPr>
              <a:t>j</a:t>
            </a:r>
            <a:r>
              <a:rPr lang="zh-CN" altLang="en-US" dirty="0">
                <a:solidFill>
                  <a:srgbClr val="00B050"/>
                </a:solidFill>
              </a:rPr>
              <a:t>的值压栈 </a:t>
            </a:r>
          </a:p>
          <a:p>
            <a:pPr marL="0" indent="0">
              <a:buNone/>
            </a:pPr>
            <a:r>
              <a:rPr lang="en-US" altLang="zh-CN" b="1" dirty="0"/>
              <a:t>  call </a:t>
            </a:r>
            <a:r>
              <a:rPr lang="en-US" altLang="zh-CN" b="1" dirty="0" err="1"/>
              <a:t>func</a:t>
            </a:r>
            <a:r>
              <a:rPr lang="en-US" altLang="zh-CN" dirty="0"/>
              <a:t>		</a:t>
            </a:r>
            <a:r>
              <a:rPr lang="zh-CN" altLang="en-US" dirty="0"/>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14" name="Rectangle 4">
            <a:extLst>
              <a:ext uri="{FF2B5EF4-FFF2-40B4-BE49-F238E27FC236}">
                <a16:creationId xmlns:a16="http://schemas.microsoft.com/office/drawing/2014/main" id="{52E85E1B-2357-4A34-8363-BA2DEF679D84}"/>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15" name="Line 5">
            <a:extLst>
              <a:ext uri="{FF2B5EF4-FFF2-40B4-BE49-F238E27FC236}">
                <a16:creationId xmlns:a16="http://schemas.microsoft.com/office/drawing/2014/main" id="{25DF5A0B-D9A5-48BB-A93A-84D68F1C63B8}"/>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Line 6">
            <a:extLst>
              <a:ext uri="{FF2B5EF4-FFF2-40B4-BE49-F238E27FC236}">
                <a16:creationId xmlns:a16="http://schemas.microsoft.com/office/drawing/2014/main" id="{4B501F49-22CB-44DB-80A6-9EFA7F3BF4DC}"/>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Line 7">
            <a:extLst>
              <a:ext uri="{FF2B5EF4-FFF2-40B4-BE49-F238E27FC236}">
                <a16:creationId xmlns:a16="http://schemas.microsoft.com/office/drawing/2014/main" id="{93F77456-809A-4D3D-A68B-FED2C1211163}"/>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8">
            <a:extLst>
              <a:ext uri="{FF2B5EF4-FFF2-40B4-BE49-F238E27FC236}">
                <a16:creationId xmlns:a16="http://schemas.microsoft.com/office/drawing/2014/main" id="{F233FE16-A326-458F-8D20-2F7A3EBC9CF7}"/>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9">
            <a:extLst>
              <a:ext uri="{FF2B5EF4-FFF2-40B4-BE49-F238E27FC236}">
                <a16:creationId xmlns:a16="http://schemas.microsoft.com/office/drawing/2014/main" id="{3C7BBB0C-8087-4729-B47D-B62D7817607E}"/>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Text Box 11">
            <a:extLst>
              <a:ext uri="{FF2B5EF4-FFF2-40B4-BE49-F238E27FC236}">
                <a16:creationId xmlns:a16="http://schemas.microsoft.com/office/drawing/2014/main" id="{3C1D3398-3E17-475F-A455-445B704F0193}"/>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5" name="Line 16">
            <a:extLst>
              <a:ext uri="{FF2B5EF4-FFF2-40B4-BE49-F238E27FC236}">
                <a16:creationId xmlns:a16="http://schemas.microsoft.com/office/drawing/2014/main" id="{32C9EA77-6875-4A4E-B1CB-6D1E5E1EE451}"/>
              </a:ext>
            </a:extLst>
          </p:cNvPr>
          <p:cNvSpPr>
            <a:spLocks noChangeShapeType="1"/>
          </p:cNvSpPr>
          <p:nvPr/>
        </p:nvSpPr>
        <p:spPr bwMode="auto">
          <a:xfrm flipH="1">
            <a:off x="732143" y="5650786"/>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7">
            <a:extLst>
              <a:ext uri="{FF2B5EF4-FFF2-40B4-BE49-F238E27FC236}">
                <a16:creationId xmlns:a16="http://schemas.microsoft.com/office/drawing/2014/main" id="{80C6ABE9-07BC-43FC-B1C0-14CFE37A1686}"/>
              </a:ext>
            </a:extLst>
          </p:cNvPr>
          <p:cNvSpPr>
            <a:spLocks noChangeShapeType="1"/>
          </p:cNvSpPr>
          <p:nvPr/>
        </p:nvSpPr>
        <p:spPr bwMode="auto">
          <a:xfrm flipH="1">
            <a:off x="741152" y="6129987"/>
            <a:ext cx="325526"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27" name="Text Box 18">
            <a:extLst>
              <a:ext uri="{FF2B5EF4-FFF2-40B4-BE49-F238E27FC236}">
                <a16:creationId xmlns:a16="http://schemas.microsoft.com/office/drawing/2014/main" id="{CD0C6417-F68F-4230-BDDF-66DE86BCE3F7}"/>
              </a:ext>
            </a:extLst>
          </p:cNvPr>
          <p:cNvSpPr txBox="1">
            <a:spLocks noChangeArrowheads="1"/>
          </p:cNvSpPr>
          <p:nvPr/>
        </p:nvSpPr>
        <p:spPr bwMode="auto">
          <a:xfrm>
            <a:off x="66238" y="5311460"/>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28" name="Text Box 19">
            <a:extLst>
              <a:ext uri="{FF2B5EF4-FFF2-40B4-BE49-F238E27FC236}">
                <a16:creationId xmlns:a16="http://schemas.microsoft.com/office/drawing/2014/main" id="{0DBB9E2D-E5F0-4D5B-B0FA-8FA68AC12408}"/>
              </a:ext>
            </a:extLst>
          </p:cNvPr>
          <p:cNvSpPr txBox="1">
            <a:spLocks noChangeArrowheads="1"/>
          </p:cNvSpPr>
          <p:nvPr/>
        </p:nvSpPr>
        <p:spPr bwMode="auto">
          <a:xfrm>
            <a:off x="66238" y="5920998"/>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latin typeface="Courier New" panose="02070309020205020404" pitchFamily="49" charset="0"/>
              </a:rPr>
              <a:t>    long j;</a:t>
            </a:r>
          </a:p>
          <a:p>
            <a:pPr eaLnBrk="1" hangingPunct="1">
              <a:buFont typeface="Wingdings" panose="05000000000000000000" pitchFamily="2" charset="2"/>
              <a:buNone/>
            </a:pPr>
            <a:r>
              <a:rPr lang="en-US" altLang="zh-CN" sz="2000" b="1" dirty="0">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solidFill>
                  <a:srgbClr val="00B050"/>
                </a:solidFill>
                <a:latin typeface="Courier New" panose="02070309020205020404" pitchFamily="49" charset="0"/>
              </a:rPr>
              <a:t>func</a:t>
            </a:r>
            <a:r>
              <a:rPr lang="en-US" altLang="zh-CN" sz="2000" b="1" dirty="0">
                <a:solidFill>
                  <a:srgbClr val="00B050"/>
                </a:solidFill>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cxnSp>
        <p:nvCxnSpPr>
          <p:cNvPr id="38" name="直接连接符 37">
            <a:extLst>
              <a:ext uri="{FF2B5EF4-FFF2-40B4-BE49-F238E27FC236}">
                <a16:creationId xmlns:a16="http://schemas.microsoft.com/office/drawing/2014/main" id="{7331D485-CCDF-481B-9715-1A5CFF4AE7AB}"/>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0EBF43F5-F520-4A1B-8306-48B17746820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21" name="Text Box 15">
            <a:extLst>
              <a:ext uri="{FF2B5EF4-FFF2-40B4-BE49-F238E27FC236}">
                <a16:creationId xmlns:a16="http://schemas.microsoft.com/office/drawing/2014/main" id="{F97ABD83-AD7F-422F-BC8C-C6CA6498FD8B}"/>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5" name="对话气泡: 圆角矩形 4">
            <a:extLst>
              <a:ext uri="{FF2B5EF4-FFF2-40B4-BE49-F238E27FC236}">
                <a16:creationId xmlns:a16="http://schemas.microsoft.com/office/drawing/2014/main" id="{67728D2B-2030-77BA-79D2-E44A4091AC63}"/>
              </a:ext>
            </a:extLst>
          </p:cNvPr>
          <p:cNvSpPr/>
          <p:nvPr/>
        </p:nvSpPr>
        <p:spPr>
          <a:xfrm>
            <a:off x="5174474" y="2829906"/>
            <a:ext cx="3513435" cy="936233"/>
          </a:xfrm>
          <a:prstGeom prst="wedgeRoundRectCallout">
            <a:avLst>
              <a:gd name="adj1" fmla="val -55149"/>
              <a:gd name="adj2" fmla="val 107468"/>
              <a:gd name="adj3" fmla="val 16667"/>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dirty="0">
                <a:solidFill>
                  <a:schemeClr val="tx1"/>
                </a:solidFill>
              </a:rPr>
              <a:t>本例没有返回值，所以没有预留返回值的存储空间。</a:t>
            </a:r>
          </a:p>
        </p:txBody>
      </p:sp>
      <p:sp>
        <p:nvSpPr>
          <p:cNvPr id="4" name="日期占位符 3">
            <a:extLst>
              <a:ext uri="{FF2B5EF4-FFF2-40B4-BE49-F238E27FC236}">
                <a16:creationId xmlns:a16="http://schemas.microsoft.com/office/drawing/2014/main" id="{9ED3D465-DA1D-5BDA-0EBB-7A2CCB8FAF5A}"/>
              </a:ext>
            </a:extLst>
          </p:cNvPr>
          <p:cNvSpPr>
            <a:spLocks noGrp="1"/>
          </p:cNvSpPr>
          <p:nvPr>
            <p:ph type="dt" sz="half" idx="10"/>
          </p:nvPr>
        </p:nvSpPr>
        <p:spPr/>
        <p:txBody>
          <a:bodyPr/>
          <a:lstStyle/>
          <a:p>
            <a:fld id="{BF4EC98E-1B4C-48F7-9642-FE3F5C713CCA}" type="datetime2">
              <a:rPr lang="zh-CN" altLang="en-US" smtClean="0"/>
              <a:t>2025年6月11日</a:t>
            </a:fld>
            <a:endParaRPr lang="zh-CN" altLang="en-US" dirty="0"/>
          </a:p>
        </p:txBody>
      </p:sp>
      <p:sp>
        <p:nvSpPr>
          <p:cNvPr id="6" name="页脚占位符 5">
            <a:extLst>
              <a:ext uri="{FF2B5EF4-FFF2-40B4-BE49-F238E27FC236}">
                <a16:creationId xmlns:a16="http://schemas.microsoft.com/office/drawing/2014/main" id="{D71BA842-5C7B-1817-B9EE-E10714F05D4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7" name="灯片编号占位符 6">
            <a:extLst>
              <a:ext uri="{FF2B5EF4-FFF2-40B4-BE49-F238E27FC236}">
                <a16:creationId xmlns:a16="http://schemas.microsoft.com/office/drawing/2014/main" id="{1ABC1D88-8FFC-2520-E116-9B24AA77623F}"/>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spTree>
    <p:extLst>
      <p:ext uri="{BB962C8B-B14F-4D97-AF65-F5344CB8AC3E}">
        <p14:creationId xmlns:p14="http://schemas.microsoft.com/office/powerpoint/2010/main" val="333909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a:t>
            </a:r>
            <a:r>
              <a:rPr lang="en-US" altLang="zh-CN" b="1" dirty="0">
                <a:solidFill>
                  <a:srgbClr val="00B050"/>
                </a:solidFill>
              </a:rPr>
              <a:t>call </a:t>
            </a:r>
            <a:r>
              <a:rPr lang="en-US" altLang="zh-CN" b="1" dirty="0" err="1">
                <a:solidFill>
                  <a:srgbClr val="00B050"/>
                </a:solidFill>
              </a:rPr>
              <a:t>func</a:t>
            </a:r>
            <a:r>
              <a:rPr lang="en-US" altLang="zh-CN" dirty="0">
                <a:solidFill>
                  <a:srgbClr val="00B050"/>
                </a:solidFill>
              </a:rPr>
              <a:t>		</a:t>
            </a:r>
            <a:r>
              <a:rPr lang="zh-CN" altLang="en-US" dirty="0">
                <a:solidFill>
                  <a:srgbClr val="00B050"/>
                </a:solidFill>
              </a:rPr>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14" name="Rectangle 4">
            <a:extLst>
              <a:ext uri="{FF2B5EF4-FFF2-40B4-BE49-F238E27FC236}">
                <a16:creationId xmlns:a16="http://schemas.microsoft.com/office/drawing/2014/main" id="{52E85E1B-2357-4A34-8363-BA2DEF679D84}"/>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15" name="Line 5">
            <a:extLst>
              <a:ext uri="{FF2B5EF4-FFF2-40B4-BE49-F238E27FC236}">
                <a16:creationId xmlns:a16="http://schemas.microsoft.com/office/drawing/2014/main" id="{25DF5A0B-D9A5-48BB-A93A-84D68F1C63B8}"/>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Line 6">
            <a:extLst>
              <a:ext uri="{FF2B5EF4-FFF2-40B4-BE49-F238E27FC236}">
                <a16:creationId xmlns:a16="http://schemas.microsoft.com/office/drawing/2014/main" id="{4B501F49-22CB-44DB-80A6-9EFA7F3BF4DC}"/>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Line 7">
            <a:extLst>
              <a:ext uri="{FF2B5EF4-FFF2-40B4-BE49-F238E27FC236}">
                <a16:creationId xmlns:a16="http://schemas.microsoft.com/office/drawing/2014/main" id="{93F77456-809A-4D3D-A68B-FED2C1211163}"/>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8">
            <a:extLst>
              <a:ext uri="{FF2B5EF4-FFF2-40B4-BE49-F238E27FC236}">
                <a16:creationId xmlns:a16="http://schemas.microsoft.com/office/drawing/2014/main" id="{F233FE16-A326-458F-8D20-2F7A3EBC9CF7}"/>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9">
            <a:extLst>
              <a:ext uri="{FF2B5EF4-FFF2-40B4-BE49-F238E27FC236}">
                <a16:creationId xmlns:a16="http://schemas.microsoft.com/office/drawing/2014/main" id="{3C7BBB0C-8087-4729-B47D-B62D7817607E}"/>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Text Box 11">
            <a:extLst>
              <a:ext uri="{FF2B5EF4-FFF2-40B4-BE49-F238E27FC236}">
                <a16:creationId xmlns:a16="http://schemas.microsoft.com/office/drawing/2014/main" id="{3C1D3398-3E17-475F-A455-445B704F0193}"/>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5" name="Line 16">
            <a:extLst>
              <a:ext uri="{FF2B5EF4-FFF2-40B4-BE49-F238E27FC236}">
                <a16:creationId xmlns:a16="http://schemas.microsoft.com/office/drawing/2014/main" id="{32C9EA77-6875-4A4E-B1CB-6D1E5E1EE451}"/>
              </a:ext>
            </a:extLst>
          </p:cNvPr>
          <p:cNvSpPr>
            <a:spLocks noChangeShapeType="1"/>
          </p:cNvSpPr>
          <p:nvPr/>
        </p:nvSpPr>
        <p:spPr bwMode="auto">
          <a:xfrm flipH="1">
            <a:off x="723133" y="5209594"/>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7">
            <a:extLst>
              <a:ext uri="{FF2B5EF4-FFF2-40B4-BE49-F238E27FC236}">
                <a16:creationId xmlns:a16="http://schemas.microsoft.com/office/drawing/2014/main" id="{80C6ABE9-07BC-43FC-B1C0-14CFE37A1686}"/>
              </a:ext>
            </a:extLst>
          </p:cNvPr>
          <p:cNvSpPr>
            <a:spLocks noChangeShapeType="1"/>
          </p:cNvSpPr>
          <p:nvPr/>
        </p:nvSpPr>
        <p:spPr bwMode="auto">
          <a:xfrm flipH="1">
            <a:off x="731521" y="6129987"/>
            <a:ext cx="325526"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27" name="Text Box 18">
            <a:extLst>
              <a:ext uri="{FF2B5EF4-FFF2-40B4-BE49-F238E27FC236}">
                <a16:creationId xmlns:a16="http://schemas.microsoft.com/office/drawing/2014/main" id="{CD0C6417-F68F-4230-BDDF-66DE86BCE3F7}"/>
              </a:ext>
            </a:extLst>
          </p:cNvPr>
          <p:cNvSpPr txBox="1">
            <a:spLocks noChangeArrowheads="1"/>
          </p:cNvSpPr>
          <p:nvPr/>
        </p:nvSpPr>
        <p:spPr bwMode="auto">
          <a:xfrm>
            <a:off x="57228" y="4870268"/>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28" name="Text Box 19">
            <a:extLst>
              <a:ext uri="{FF2B5EF4-FFF2-40B4-BE49-F238E27FC236}">
                <a16:creationId xmlns:a16="http://schemas.microsoft.com/office/drawing/2014/main" id="{0DBB9E2D-E5F0-4D5B-B0FA-8FA68AC12408}"/>
              </a:ext>
            </a:extLst>
          </p:cNvPr>
          <p:cNvSpPr txBox="1">
            <a:spLocks noChangeArrowheads="1"/>
          </p:cNvSpPr>
          <p:nvPr/>
        </p:nvSpPr>
        <p:spPr bwMode="auto">
          <a:xfrm>
            <a:off x="56607" y="5920998"/>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latin typeface="Courier New" panose="02070309020205020404" pitchFamily="49" charset="0"/>
              </a:rPr>
              <a:t>    long j;</a:t>
            </a:r>
          </a:p>
          <a:p>
            <a:pPr eaLnBrk="1" hangingPunct="1">
              <a:buFont typeface="Wingdings" panose="05000000000000000000" pitchFamily="2" charset="2"/>
              <a:buNone/>
            </a:pPr>
            <a:r>
              <a:rPr lang="en-US" altLang="zh-CN" sz="2000" b="1" dirty="0">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solidFill>
                  <a:srgbClr val="00B050"/>
                </a:solidFill>
                <a:latin typeface="Courier New" panose="02070309020205020404" pitchFamily="49" charset="0"/>
              </a:rPr>
              <a:t>func</a:t>
            </a:r>
            <a:r>
              <a:rPr lang="en-US" altLang="zh-CN" sz="2000" b="1" dirty="0">
                <a:solidFill>
                  <a:srgbClr val="00B050"/>
                </a:solidFill>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cxnSp>
        <p:nvCxnSpPr>
          <p:cNvPr id="38" name="直接连接符 37">
            <a:extLst>
              <a:ext uri="{FF2B5EF4-FFF2-40B4-BE49-F238E27FC236}">
                <a16:creationId xmlns:a16="http://schemas.microsoft.com/office/drawing/2014/main" id="{7331D485-CCDF-481B-9715-1A5CFF4AE7AB}"/>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0EBF43F5-F520-4A1B-8306-48B17746820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21" name="Text Box 15">
            <a:extLst>
              <a:ext uri="{FF2B5EF4-FFF2-40B4-BE49-F238E27FC236}">
                <a16:creationId xmlns:a16="http://schemas.microsoft.com/office/drawing/2014/main" id="{F97ABD83-AD7F-422F-BC8C-C6CA6498FD8B}"/>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22" name="Text Box 13">
            <a:extLst>
              <a:ext uri="{FF2B5EF4-FFF2-40B4-BE49-F238E27FC236}">
                <a16:creationId xmlns:a16="http://schemas.microsoft.com/office/drawing/2014/main" id="{C72A811C-E050-4D22-8554-DDD0BF216D22}"/>
              </a:ext>
            </a:extLst>
          </p:cNvPr>
          <p:cNvSpPr txBox="1">
            <a:spLocks noChangeArrowheads="1"/>
          </p:cNvSpPr>
          <p:nvPr/>
        </p:nvSpPr>
        <p:spPr bwMode="auto">
          <a:xfrm>
            <a:off x="1221182" y="5209594"/>
            <a:ext cx="1420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返回地址</a:t>
            </a:r>
          </a:p>
        </p:txBody>
      </p:sp>
      <p:sp>
        <p:nvSpPr>
          <p:cNvPr id="4" name="对话气泡: 圆角矩形 3">
            <a:extLst>
              <a:ext uri="{FF2B5EF4-FFF2-40B4-BE49-F238E27FC236}">
                <a16:creationId xmlns:a16="http://schemas.microsoft.com/office/drawing/2014/main" id="{1F67DDC2-1B7C-A7F7-A2CA-8ACA462FED58}"/>
              </a:ext>
            </a:extLst>
          </p:cNvPr>
          <p:cNvSpPr/>
          <p:nvPr/>
        </p:nvSpPr>
        <p:spPr>
          <a:xfrm>
            <a:off x="4825237" y="3235685"/>
            <a:ext cx="3513435" cy="936233"/>
          </a:xfrm>
          <a:prstGeom prst="wedgeRoundRectCallout">
            <a:avLst>
              <a:gd name="adj1" fmla="val -55149"/>
              <a:gd name="adj2" fmla="val 107468"/>
              <a:gd name="adj3" fmla="val 16667"/>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dirty="0">
                <a:solidFill>
                  <a:schemeClr val="tx1"/>
                </a:solidFill>
              </a:rPr>
              <a:t>将当前代码区调用指令的下一条指令地址压入栈中，供函数返回时继续执行</a:t>
            </a:r>
          </a:p>
        </p:txBody>
      </p:sp>
      <p:sp>
        <p:nvSpPr>
          <p:cNvPr id="5" name="日期占位符 4">
            <a:extLst>
              <a:ext uri="{FF2B5EF4-FFF2-40B4-BE49-F238E27FC236}">
                <a16:creationId xmlns:a16="http://schemas.microsoft.com/office/drawing/2014/main" id="{9DB7FD6B-6EBD-74D9-FD72-A911B578EF3A}"/>
              </a:ext>
            </a:extLst>
          </p:cNvPr>
          <p:cNvSpPr>
            <a:spLocks noGrp="1"/>
          </p:cNvSpPr>
          <p:nvPr>
            <p:ph type="dt" sz="half" idx="10"/>
          </p:nvPr>
        </p:nvSpPr>
        <p:spPr/>
        <p:txBody>
          <a:bodyPr/>
          <a:lstStyle/>
          <a:p>
            <a:fld id="{D9AEB3F6-B4F0-453A-8696-857ED52E3545}" type="datetime2">
              <a:rPr lang="zh-CN" altLang="en-US" smtClean="0"/>
              <a:t>2025年6月11日</a:t>
            </a:fld>
            <a:endParaRPr lang="zh-CN" altLang="en-US" dirty="0"/>
          </a:p>
        </p:txBody>
      </p:sp>
      <p:sp>
        <p:nvSpPr>
          <p:cNvPr id="6" name="页脚占位符 5">
            <a:extLst>
              <a:ext uri="{FF2B5EF4-FFF2-40B4-BE49-F238E27FC236}">
                <a16:creationId xmlns:a16="http://schemas.microsoft.com/office/drawing/2014/main" id="{4DE1FFEC-2384-E56F-F36F-9B2AE0B9981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7" name="灯片编号占位符 6">
            <a:extLst>
              <a:ext uri="{FF2B5EF4-FFF2-40B4-BE49-F238E27FC236}">
                <a16:creationId xmlns:a16="http://schemas.microsoft.com/office/drawing/2014/main" id="{A48BA8B5-1AC0-391B-AF85-9601BD9AE930}"/>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Tree>
    <p:extLst>
      <p:ext uri="{BB962C8B-B14F-4D97-AF65-F5344CB8AC3E}">
        <p14:creationId xmlns:p14="http://schemas.microsoft.com/office/powerpoint/2010/main" val="4031731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F5E2EED3-D1A7-5791-9EFC-AE9873BF38E9}"/>
              </a:ext>
            </a:extLst>
          </p:cNvPr>
          <p:cNvSpPr>
            <a:spLocks noGrp="1"/>
          </p:cNvSpPr>
          <p:nvPr>
            <p:ph type="dt" sz="half" idx="4294967295"/>
          </p:nvPr>
        </p:nvSpPr>
        <p:spPr>
          <a:xfrm>
            <a:off x="0" y="-34925"/>
            <a:ext cx="4641850" cy="271463"/>
          </a:xfrm>
        </p:spPr>
        <p:txBody>
          <a:bodyPr/>
          <a:lstStyle/>
          <a:p>
            <a:fld id="{B03A665B-04E9-4564-A744-CB56BF7D4310}"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5C966AA4-DC31-AE96-D963-C6365DDF4095}"/>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9807B487-5AFC-4627-5233-6EFED8766A1D}"/>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31</a:t>
            </a:fld>
            <a:endParaRPr lang="zh-CN" altLang="en-US"/>
          </a:p>
        </p:txBody>
      </p:sp>
      <p:sp>
        <p:nvSpPr>
          <p:cNvPr id="9" name="文本框 8">
            <a:extLst>
              <a:ext uri="{FF2B5EF4-FFF2-40B4-BE49-F238E27FC236}">
                <a16:creationId xmlns:a16="http://schemas.microsoft.com/office/drawing/2014/main" id="{75240CE4-1499-05B6-427F-B43B6C421068}"/>
              </a:ext>
            </a:extLst>
          </p:cNvPr>
          <p:cNvSpPr txBox="1"/>
          <p:nvPr>
            <p:custDataLst>
              <p:tags r:id="rId2"/>
            </p:custDataLst>
          </p:nvPr>
        </p:nvSpPr>
        <p:spPr>
          <a:xfrm>
            <a:off x="52252" y="1242830"/>
            <a:ext cx="3226525"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汇编代码“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call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func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”的下一句执行的是哪句代码？</a:t>
            </a:r>
          </a:p>
        </p:txBody>
      </p:sp>
      <p:sp>
        <p:nvSpPr>
          <p:cNvPr id="10" name="文本框 9">
            <a:extLst>
              <a:ext uri="{FF2B5EF4-FFF2-40B4-BE49-F238E27FC236}">
                <a16:creationId xmlns:a16="http://schemas.microsoft.com/office/drawing/2014/main" id="{1752BC9C-3D8D-1B77-28CA-B5C029439BD1}"/>
              </a:ext>
            </a:extLst>
          </p:cNvPr>
          <p:cNvSpPr txBox="1"/>
          <p:nvPr>
            <p:custDataLst>
              <p:tags r:id="rId3"/>
            </p:custDataLst>
          </p:nvPr>
        </p:nvSpPr>
        <p:spPr>
          <a:xfrm>
            <a:off x="902426" y="3436938"/>
            <a:ext cx="6400800" cy="642938"/>
          </a:xfrm>
          <a:prstGeom prst="rect">
            <a:avLst/>
          </a:prstGeom>
          <a:noFill/>
        </p:spPr>
        <p:txBody>
          <a:bodyPr vert="horz" rtlCol="0" anchor="ctr" anchorCtr="0">
            <a:noAutofit/>
          </a:bodyPr>
          <a:lstStyle/>
          <a:p>
            <a:r>
              <a:rPr lang="en-US" altLang="zh-CN" sz="2400" b="1" dirty="0" err="1"/>
              <a:t>pushl</a:t>
            </a:r>
            <a:r>
              <a:rPr lang="en-US" altLang="zh-CN" sz="2400" b="1" dirty="0"/>
              <a:t> %</a:t>
            </a:r>
            <a:r>
              <a:rPr lang="en-US" altLang="zh-CN" sz="2400" b="1" dirty="0" err="1"/>
              <a:t>ebp</a:t>
            </a:r>
            <a:endParaRPr lang="zh-CN" altLang="en-US" sz="1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F0CB9CE8-3AC4-D716-0F03-9137846E4478}"/>
              </a:ext>
            </a:extLst>
          </p:cNvPr>
          <p:cNvSpPr txBox="1"/>
          <p:nvPr>
            <p:custDataLst>
              <p:tags r:id="rId4"/>
            </p:custDataLst>
          </p:nvPr>
        </p:nvSpPr>
        <p:spPr>
          <a:xfrm>
            <a:off x="902426" y="4294188"/>
            <a:ext cx="6400800" cy="642938"/>
          </a:xfrm>
          <a:prstGeom prst="rect">
            <a:avLst/>
          </a:prstGeom>
          <a:noFill/>
        </p:spPr>
        <p:txBody>
          <a:bodyPr vert="horz" rtlCol="0" anchor="ctr" anchorCtr="0">
            <a:noAutofit/>
          </a:bodyPr>
          <a:lstStyle/>
          <a:p>
            <a:r>
              <a:rPr lang="en-US" altLang="zh-CN" sz="2400" b="1" dirty="0"/>
              <a:t>leave</a:t>
            </a:r>
            <a:endPar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88064377-0576-E8EE-067F-43ADE22508CC}"/>
              </a:ext>
            </a:extLst>
          </p:cNvPr>
          <p:cNvSpPr txBox="1"/>
          <p:nvPr>
            <p:custDataLst>
              <p:tags r:id="rId5"/>
            </p:custDataLst>
          </p:nvPr>
        </p:nvSpPr>
        <p:spPr>
          <a:xfrm>
            <a:off x="902426" y="5151438"/>
            <a:ext cx="6400800" cy="642938"/>
          </a:xfrm>
          <a:prstGeom prst="rect">
            <a:avLst/>
          </a:prstGeom>
          <a:noFill/>
        </p:spPr>
        <p:txBody>
          <a:bodyPr vert="horz" rtlCol="0" anchor="ctr" anchorCtr="0">
            <a:noAutofit/>
          </a:bodyPr>
          <a:lstStyle/>
          <a:p>
            <a:r>
              <a:rPr lang="en-US" altLang="zh-CN" sz="2400" b="1" dirty="0" err="1"/>
              <a:t>movl</a:t>
            </a:r>
            <a:r>
              <a:rPr lang="en-US" altLang="zh-CN" sz="2400" b="1" dirty="0"/>
              <a:t> %</a:t>
            </a:r>
            <a:r>
              <a:rPr lang="en-US" altLang="zh-CN" sz="2400" b="1" dirty="0" err="1"/>
              <a:t>esp</a:t>
            </a:r>
            <a:r>
              <a:rPr lang="en-US" altLang="zh-CN" sz="2400" b="1" dirty="0"/>
              <a:t>,%</a:t>
            </a:r>
            <a:r>
              <a:rPr lang="en-US" altLang="zh-CN" sz="2400" b="1" dirty="0" err="1"/>
              <a:t>ebp</a:t>
            </a:r>
            <a:endPar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2C218611-8F2E-5629-DDD5-2ED3BEBE0A80}"/>
              </a:ext>
            </a:extLst>
          </p:cNvPr>
          <p:cNvSpPr txBox="1"/>
          <p:nvPr>
            <p:custDataLst>
              <p:tags r:id="rId6"/>
            </p:custDataLst>
          </p:nvPr>
        </p:nvSpPr>
        <p:spPr>
          <a:xfrm>
            <a:off x="902426" y="6008688"/>
            <a:ext cx="6400800" cy="642938"/>
          </a:xfrm>
          <a:prstGeom prst="rect">
            <a:avLst/>
          </a:prstGeom>
          <a:noFill/>
        </p:spPr>
        <p:txBody>
          <a:bodyPr vert="horz" rtlCol="0" anchor="ctr" anchorCtr="0">
            <a:noAutofit/>
          </a:bodyPr>
          <a:lstStyle/>
          <a:p>
            <a:r>
              <a:rPr lang="en-US" altLang="zh-CN" sz="2400" b="1" dirty="0" err="1"/>
              <a:t>addl</a:t>
            </a:r>
            <a:r>
              <a:rPr lang="en-US" altLang="zh-CN" sz="2400" b="1" dirty="0"/>
              <a:t> $4,%esp</a:t>
            </a:r>
            <a:endPar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E387FF6B-BD40-A9F6-41CD-18E2539880CE}"/>
              </a:ext>
            </a:extLst>
          </p:cNvPr>
          <p:cNvSpPr>
            <a:spLocks noChangeAspect="1"/>
          </p:cNvSpPr>
          <p:nvPr>
            <p:custDataLst>
              <p:tags r:id="rId7"/>
            </p:custDataLst>
          </p:nvPr>
        </p:nvSpPr>
        <p:spPr>
          <a:xfrm>
            <a:off x="188051" y="3501231"/>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24B9EDF2-BA70-6865-E368-CF9BADB00E68}"/>
              </a:ext>
            </a:extLst>
          </p:cNvPr>
          <p:cNvSpPr>
            <a:spLocks noChangeAspect="1"/>
          </p:cNvSpPr>
          <p:nvPr>
            <p:custDataLst>
              <p:tags r:id="rId8"/>
            </p:custDataLst>
          </p:nvPr>
        </p:nvSpPr>
        <p:spPr>
          <a:xfrm>
            <a:off x="188051" y="4358481"/>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DE49A802-9A08-823E-A32D-D9A393EE4B7E}"/>
              </a:ext>
            </a:extLst>
          </p:cNvPr>
          <p:cNvSpPr>
            <a:spLocks noChangeAspect="1"/>
          </p:cNvSpPr>
          <p:nvPr>
            <p:custDataLst>
              <p:tags r:id="rId9"/>
            </p:custDataLst>
          </p:nvPr>
        </p:nvSpPr>
        <p:spPr>
          <a:xfrm>
            <a:off x="188051" y="5215731"/>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6F3DD8C9-ACB8-2B24-BE80-B6BE86478FE0}"/>
              </a:ext>
            </a:extLst>
          </p:cNvPr>
          <p:cNvSpPr>
            <a:spLocks noChangeAspect="1"/>
          </p:cNvSpPr>
          <p:nvPr>
            <p:custDataLst>
              <p:tags r:id="rId10"/>
            </p:custDataLst>
          </p:nvPr>
        </p:nvSpPr>
        <p:spPr>
          <a:xfrm>
            <a:off x="188051" y="6072981"/>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5EDDE46B-A1D6-7295-74C0-0C32CD0FE7FE}"/>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6" name="图片 25">
            <a:extLst>
              <a:ext uri="{FF2B5EF4-FFF2-40B4-BE49-F238E27FC236}">
                <a16:creationId xmlns:a16="http://schemas.microsoft.com/office/drawing/2014/main" id="{EA0B280A-6409-AEC5-1038-BE2653FA187B}"/>
              </a:ext>
            </a:extLst>
          </p:cNvPr>
          <p:cNvPicPr>
            <a:picLocks noChangeAspect="1"/>
          </p:cNvPicPr>
          <p:nvPr/>
        </p:nvPicPr>
        <p:blipFill>
          <a:blip r:embed="rId19"/>
          <a:stretch>
            <a:fillRect/>
          </a:stretch>
        </p:blipFill>
        <p:spPr>
          <a:xfrm>
            <a:off x="3178478" y="571500"/>
            <a:ext cx="5775022" cy="3554279"/>
          </a:xfrm>
          <a:prstGeom prst="rect">
            <a:avLst/>
          </a:prstGeom>
        </p:spPr>
      </p:pic>
      <p:grpSp>
        <p:nvGrpSpPr>
          <p:cNvPr id="23" name="组合 22">
            <a:extLst>
              <a:ext uri="{FF2B5EF4-FFF2-40B4-BE49-F238E27FC236}">
                <a16:creationId xmlns:a16="http://schemas.microsoft.com/office/drawing/2014/main" id="{4CE4846C-5900-3EC2-DFB5-B99A1376E555}"/>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BE110876-A7F4-9FE3-D418-10DF866DC8B2}"/>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09BF8798-EAE2-57A5-0133-8085E16CF336}"/>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7CB019C3-D57A-E75E-510B-1260A80D61E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2DEAF133-EF9C-10AE-F88C-3D7C0F321D3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95B285EA-558A-4BA7-54A5-7D26FC38B350}"/>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712622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solidFill>
                  <a:srgbClr val="FF0000"/>
                </a:solidFill>
              </a:rPr>
              <a:t>pushl</a:t>
            </a:r>
            <a:r>
              <a:rPr lang="en-US" altLang="zh-CN" b="1" dirty="0">
                <a:solidFill>
                  <a:srgbClr val="FF0000"/>
                </a:solidFill>
              </a:rPr>
              <a:t> %</a:t>
            </a:r>
            <a:r>
              <a:rPr lang="en-US" altLang="zh-CN" b="1" dirty="0" err="1">
                <a:solidFill>
                  <a:srgbClr val="FF0000"/>
                </a:solidFill>
              </a:rPr>
              <a:t>ebp</a:t>
            </a:r>
            <a:r>
              <a:rPr lang="en-US" altLang="zh-CN" b="1" dirty="0">
                <a:solidFill>
                  <a:srgbClr val="FF0000"/>
                </a:solidFill>
              </a:rPr>
              <a:t>  </a:t>
            </a:r>
            <a:r>
              <a:rPr lang="en-US" altLang="zh-CN" dirty="0"/>
              <a:t>		</a:t>
            </a:r>
            <a:r>
              <a:rPr lang="zh-CN" altLang="en-US" dirty="0">
                <a:solidFill>
                  <a:srgbClr val="FF0000"/>
                </a:solidFill>
              </a:rPr>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a:t>
            </a:r>
            <a:r>
              <a:rPr lang="en-US" altLang="zh-CN" b="1" dirty="0">
                <a:solidFill>
                  <a:srgbClr val="00B050"/>
                </a:solidFill>
              </a:rPr>
              <a:t>call </a:t>
            </a:r>
            <a:r>
              <a:rPr lang="en-US" altLang="zh-CN" b="1" dirty="0" err="1">
                <a:solidFill>
                  <a:srgbClr val="00B050"/>
                </a:solidFill>
              </a:rPr>
              <a:t>func</a:t>
            </a:r>
            <a:r>
              <a:rPr lang="en-US" altLang="zh-CN" dirty="0">
                <a:solidFill>
                  <a:srgbClr val="00B050"/>
                </a:solidFill>
              </a:rPr>
              <a:t>		</a:t>
            </a:r>
            <a:r>
              <a:rPr lang="zh-CN" altLang="en-US" dirty="0">
                <a:solidFill>
                  <a:srgbClr val="00B050"/>
                </a:solidFill>
              </a:rPr>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14" name="Rectangle 4">
            <a:extLst>
              <a:ext uri="{FF2B5EF4-FFF2-40B4-BE49-F238E27FC236}">
                <a16:creationId xmlns:a16="http://schemas.microsoft.com/office/drawing/2014/main" id="{52E85E1B-2357-4A34-8363-BA2DEF679D84}"/>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15" name="Line 5">
            <a:extLst>
              <a:ext uri="{FF2B5EF4-FFF2-40B4-BE49-F238E27FC236}">
                <a16:creationId xmlns:a16="http://schemas.microsoft.com/office/drawing/2014/main" id="{25DF5A0B-D9A5-48BB-A93A-84D68F1C63B8}"/>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Line 6">
            <a:extLst>
              <a:ext uri="{FF2B5EF4-FFF2-40B4-BE49-F238E27FC236}">
                <a16:creationId xmlns:a16="http://schemas.microsoft.com/office/drawing/2014/main" id="{4B501F49-22CB-44DB-80A6-9EFA7F3BF4DC}"/>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Line 7">
            <a:extLst>
              <a:ext uri="{FF2B5EF4-FFF2-40B4-BE49-F238E27FC236}">
                <a16:creationId xmlns:a16="http://schemas.microsoft.com/office/drawing/2014/main" id="{93F77456-809A-4D3D-A68B-FED2C1211163}"/>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8">
            <a:extLst>
              <a:ext uri="{FF2B5EF4-FFF2-40B4-BE49-F238E27FC236}">
                <a16:creationId xmlns:a16="http://schemas.microsoft.com/office/drawing/2014/main" id="{F233FE16-A326-458F-8D20-2F7A3EBC9CF7}"/>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9">
            <a:extLst>
              <a:ext uri="{FF2B5EF4-FFF2-40B4-BE49-F238E27FC236}">
                <a16:creationId xmlns:a16="http://schemas.microsoft.com/office/drawing/2014/main" id="{3C7BBB0C-8087-4729-B47D-B62D7817607E}"/>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Text Box 11">
            <a:extLst>
              <a:ext uri="{FF2B5EF4-FFF2-40B4-BE49-F238E27FC236}">
                <a16:creationId xmlns:a16="http://schemas.microsoft.com/office/drawing/2014/main" id="{3C1D3398-3E17-475F-A455-445B704F0193}"/>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5" name="Line 16">
            <a:extLst>
              <a:ext uri="{FF2B5EF4-FFF2-40B4-BE49-F238E27FC236}">
                <a16:creationId xmlns:a16="http://schemas.microsoft.com/office/drawing/2014/main" id="{32C9EA77-6875-4A4E-B1CB-6D1E5E1EE451}"/>
              </a:ext>
            </a:extLst>
          </p:cNvPr>
          <p:cNvSpPr>
            <a:spLocks noChangeShapeType="1"/>
          </p:cNvSpPr>
          <p:nvPr/>
        </p:nvSpPr>
        <p:spPr bwMode="auto">
          <a:xfrm flipH="1">
            <a:off x="744101" y="4765699"/>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7">
            <a:extLst>
              <a:ext uri="{FF2B5EF4-FFF2-40B4-BE49-F238E27FC236}">
                <a16:creationId xmlns:a16="http://schemas.microsoft.com/office/drawing/2014/main" id="{80C6ABE9-07BC-43FC-B1C0-14CFE37A1686}"/>
              </a:ext>
            </a:extLst>
          </p:cNvPr>
          <p:cNvSpPr>
            <a:spLocks noChangeShapeType="1"/>
          </p:cNvSpPr>
          <p:nvPr/>
        </p:nvSpPr>
        <p:spPr bwMode="auto">
          <a:xfrm flipH="1">
            <a:off x="711749" y="6143536"/>
            <a:ext cx="325526"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27" name="Text Box 18">
            <a:extLst>
              <a:ext uri="{FF2B5EF4-FFF2-40B4-BE49-F238E27FC236}">
                <a16:creationId xmlns:a16="http://schemas.microsoft.com/office/drawing/2014/main" id="{CD0C6417-F68F-4230-BDDF-66DE86BCE3F7}"/>
              </a:ext>
            </a:extLst>
          </p:cNvPr>
          <p:cNvSpPr txBox="1">
            <a:spLocks noChangeArrowheads="1"/>
          </p:cNvSpPr>
          <p:nvPr/>
        </p:nvSpPr>
        <p:spPr bwMode="auto">
          <a:xfrm>
            <a:off x="78196" y="4426373"/>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28" name="Text Box 19">
            <a:extLst>
              <a:ext uri="{FF2B5EF4-FFF2-40B4-BE49-F238E27FC236}">
                <a16:creationId xmlns:a16="http://schemas.microsoft.com/office/drawing/2014/main" id="{0DBB9E2D-E5F0-4D5B-B0FA-8FA68AC12408}"/>
              </a:ext>
            </a:extLst>
          </p:cNvPr>
          <p:cNvSpPr txBox="1">
            <a:spLocks noChangeArrowheads="1"/>
          </p:cNvSpPr>
          <p:nvPr/>
        </p:nvSpPr>
        <p:spPr bwMode="auto">
          <a:xfrm>
            <a:off x="36835" y="5934547"/>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latin typeface="Courier New" panose="02070309020205020404" pitchFamily="49" charset="0"/>
              </a:rPr>
              <a:t>    long j;</a:t>
            </a:r>
          </a:p>
          <a:p>
            <a:pPr eaLnBrk="1" hangingPunct="1">
              <a:buFont typeface="Wingdings" panose="05000000000000000000" pitchFamily="2" charset="2"/>
              <a:buNone/>
            </a:pPr>
            <a:r>
              <a:rPr lang="en-US" altLang="zh-CN" sz="2000" b="1" dirty="0">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cxnSp>
        <p:nvCxnSpPr>
          <p:cNvPr id="38" name="直接连接符 37">
            <a:extLst>
              <a:ext uri="{FF2B5EF4-FFF2-40B4-BE49-F238E27FC236}">
                <a16:creationId xmlns:a16="http://schemas.microsoft.com/office/drawing/2014/main" id="{7331D485-CCDF-481B-9715-1A5CFF4AE7AB}"/>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0EBF43F5-F520-4A1B-8306-48B17746820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21" name="Text Box 15">
            <a:extLst>
              <a:ext uri="{FF2B5EF4-FFF2-40B4-BE49-F238E27FC236}">
                <a16:creationId xmlns:a16="http://schemas.microsoft.com/office/drawing/2014/main" id="{F97ABD83-AD7F-422F-BC8C-C6CA6498FD8B}"/>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22" name="Text Box 13">
            <a:extLst>
              <a:ext uri="{FF2B5EF4-FFF2-40B4-BE49-F238E27FC236}">
                <a16:creationId xmlns:a16="http://schemas.microsoft.com/office/drawing/2014/main" id="{C72A811C-E050-4D22-8554-DDD0BF216D22}"/>
              </a:ext>
            </a:extLst>
          </p:cNvPr>
          <p:cNvSpPr txBox="1">
            <a:spLocks noChangeArrowheads="1"/>
          </p:cNvSpPr>
          <p:nvPr/>
        </p:nvSpPr>
        <p:spPr bwMode="auto">
          <a:xfrm>
            <a:off x="1221182" y="5209594"/>
            <a:ext cx="1420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返回地址</a:t>
            </a:r>
          </a:p>
        </p:txBody>
      </p:sp>
      <p:sp>
        <p:nvSpPr>
          <p:cNvPr id="23" name="Text Box 14">
            <a:extLst>
              <a:ext uri="{FF2B5EF4-FFF2-40B4-BE49-F238E27FC236}">
                <a16:creationId xmlns:a16="http://schemas.microsoft.com/office/drawing/2014/main" id="{7367C0EB-03B5-48AE-85D1-ADEBD3654F5B}"/>
              </a:ext>
            </a:extLst>
          </p:cNvPr>
          <p:cNvSpPr txBox="1">
            <a:spLocks noChangeArrowheads="1"/>
          </p:cNvSpPr>
          <p:nvPr/>
        </p:nvSpPr>
        <p:spPr bwMode="auto">
          <a:xfrm>
            <a:off x="1352810" y="476569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控制链</a:t>
            </a:r>
            <a:endParaRPr lang="zh-CN" altLang="en-US" sz="2400" dirty="0"/>
          </a:p>
        </p:txBody>
      </p:sp>
      <p:sp>
        <p:nvSpPr>
          <p:cNvPr id="4" name="日期占位符 3">
            <a:extLst>
              <a:ext uri="{FF2B5EF4-FFF2-40B4-BE49-F238E27FC236}">
                <a16:creationId xmlns:a16="http://schemas.microsoft.com/office/drawing/2014/main" id="{4B128AA4-F4B1-247B-F1B8-E41543D32DB9}"/>
              </a:ext>
            </a:extLst>
          </p:cNvPr>
          <p:cNvSpPr>
            <a:spLocks noGrp="1"/>
          </p:cNvSpPr>
          <p:nvPr>
            <p:ph type="dt" sz="half" idx="10"/>
          </p:nvPr>
        </p:nvSpPr>
        <p:spPr/>
        <p:txBody>
          <a:bodyPr/>
          <a:lstStyle/>
          <a:p>
            <a:fld id="{BF7CA046-3A9E-4E27-92CF-30DBF895242D}"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47E38041-2E66-07DE-D475-7DD412AC7D7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364D6DA5-FA93-EB93-4514-00B23B82CEF5}"/>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spTree>
    <p:extLst>
      <p:ext uri="{BB962C8B-B14F-4D97-AF65-F5344CB8AC3E}">
        <p14:creationId xmlns:p14="http://schemas.microsoft.com/office/powerpoint/2010/main" val="1952482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solidFill>
                  <a:srgbClr val="FF0000"/>
                </a:solidFill>
              </a:rPr>
              <a:t>movl</a:t>
            </a:r>
            <a:r>
              <a:rPr lang="en-US" altLang="zh-CN" b="1" dirty="0">
                <a:solidFill>
                  <a:srgbClr val="FF0000"/>
                </a:solidFill>
              </a:rPr>
              <a:t> %</a:t>
            </a:r>
            <a:r>
              <a:rPr lang="en-US" altLang="zh-CN" b="1" dirty="0" err="1">
                <a:solidFill>
                  <a:srgbClr val="FF0000"/>
                </a:solidFill>
              </a:rPr>
              <a:t>esp</a:t>
            </a:r>
            <a:r>
              <a:rPr lang="en-US" altLang="zh-CN" b="1" dirty="0">
                <a:solidFill>
                  <a:srgbClr val="FF0000"/>
                </a:solidFill>
              </a:rPr>
              <a:t>,%</a:t>
            </a:r>
            <a:r>
              <a:rPr lang="en-US" altLang="zh-CN" b="1" dirty="0" err="1">
                <a:solidFill>
                  <a:srgbClr val="FF0000"/>
                </a:solidFill>
              </a:rPr>
              <a:t>ebp</a:t>
            </a:r>
            <a:r>
              <a:rPr lang="en-US" altLang="zh-CN" dirty="0"/>
              <a:t>	</a:t>
            </a:r>
            <a:r>
              <a:rPr lang="zh-CN" altLang="en-US" dirty="0">
                <a:solidFill>
                  <a:srgbClr val="FF0000"/>
                </a:solidFill>
              </a:rPr>
              <a:t>修改基地址指针 </a:t>
            </a:r>
          </a:p>
          <a:p>
            <a:pPr marL="0" indent="0">
              <a:buNone/>
            </a:pPr>
            <a:r>
              <a:rPr lang="en-US" altLang="zh-CN" b="1" dirty="0"/>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a:t>
            </a:r>
            <a:r>
              <a:rPr lang="en-US" altLang="zh-CN" b="1" dirty="0">
                <a:solidFill>
                  <a:srgbClr val="00B050"/>
                </a:solidFill>
              </a:rPr>
              <a:t>call </a:t>
            </a:r>
            <a:r>
              <a:rPr lang="en-US" altLang="zh-CN" b="1" dirty="0" err="1">
                <a:solidFill>
                  <a:srgbClr val="00B050"/>
                </a:solidFill>
              </a:rPr>
              <a:t>func</a:t>
            </a:r>
            <a:r>
              <a:rPr lang="en-US" altLang="zh-CN" dirty="0">
                <a:solidFill>
                  <a:srgbClr val="00B050"/>
                </a:solidFill>
              </a:rPr>
              <a:t>		</a:t>
            </a:r>
            <a:r>
              <a:rPr lang="zh-CN" altLang="en-US" dirty="0">
                <a:solidFill>
                  <a:srgbClr val="00B050"/>
                </a:solidFill>
              </a:rPr>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14" name="Rectangle 4">
            <a:extLst>
              <a:ext uri="{FF2B5EF4-FFF2-40B4-BE49-F238E27FC236}">
                <a16:creationId xmlns:a16="http://schemas.microsoft.com/office/drawing/2014/main" id="{52E85E1B-2357-4A34-8363-BA2DEF679D84}"/>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15" name="Line 5">
            <a:extLst>
              <a:ext uri="{FF2B5EF4-FFF2-40B4-BE49-F238E27FC236}">
                <a16:creationId xmlns:a16="http://schemas.microsoft.com/office/drawing/2014/main" id="{25DF5A0B-D9A5-48BB-A93A-84D68F1C63B8}"/>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Line 6">
            <a:extLst>
              <a:ext uri="{FF2B5EF4-FFF2-40B4-BE49-F238E27FC236}">
                <a16:creationId xmlns:a16="http://schemas.microsoft.com/office/drawing/2014/main" id="{4B501F49-22CB-44DB-80A6-9EFA7F3BF4DC}"/>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Line 7">
            <a:extLst>
              <a:ext uri="{FF2B5EF4-FFF2-40B4-BE49-F238E27FC236}">
                <a16:creationId xmlns:a16="http://schemas.microsoft.com/office/drawing/2014/main" id="{93F77456-809A-4D3D-A68B-FED2C1211163}"/>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8">
            <a:extLst>
              <a:ext uri="{FF2B5EF4-FFF2-40B4-BE49-F238E27FC236}">
                <a16:creationId xmlns:a16="http://schemas.microsoft.com/office/drawing/2014/main" id="{F233FE16-A326-458F-8D20-2F7A3EBC9CF7}"/>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9">
            <a:extLst>
              <a:ext uri="{FF2B5EF4-FFF2-40B4-BE49-F238E27FC236}">
                <a16:creationId xmlns:a16="http://schemas.microsoft.com/office/drawing/2014/main" id="{3C7BBB0C-8087-4729-B47D-B62D7817607E}"/>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Text Box 11">
            <a:extLst>
              <a:ext uri="{FF2B5EF4-FFF2-40B4-BE49-F238E27FC236}">
                <a16:creationId xmlns:a16="http://schemas.microsoft.com/office/drawing/2014/main" id="{3C1D3398-3E17-475F-A455-445B704F0193}"/>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5" name="Line 16">
            <a:extLst>
              <a:ext uri="{FF2B5EF4-FFF2-40B4-BE49-F238E27FC236}">
                <a16:creationId xmlns:a16="http://schemas.microsoft.com/office/drawing/2014/main" id="{32C9EA77-6875-4A4E-B1CB-6D1E5E1EE451}"/>
              </a:ext>
            </a:extLst>
          </p:cNvPr>
          <p:cNvSpPr>
            <a:spLocks noChangeShapeType="1"/>
          </p:cNvSpPr>
          <p:nvPr/>
        </p:nvSpPr>
        <p:spPr bwMode="auto">
          <a:xfrm flipH="1">
            <a:off x="744101" y="4765699"/>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7">
            <a:extLst>
              <a:ext uri="{FF2B5EF4-FFF2-40B4-BE49-F238E27FC236}">
                <a16:creationId xmlns:a16="http://schemas.microsoft.com/office/drawing/2014/main" id="{80C6ABE9-07BC-43FC-B1C0-14CFE37A1686}"/>
              </a:ext>
            </a:extLst>
          </p:cNvPr>
          <p:cNvSpPr>
            <a:spLocks noChangeShapeType="1"/>
          </p:cNvSpPr>
          <p:nvPr/>
        </p:nvSpPr>
        <p:spPr bwMode="auto">
          <a:xfrm flipH="1">
            <a:off x="744100" y="4874005"/>
            <a:ext cx="251512" cy="353359"/>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27" name="Text Box 18">
            <a:extLst>
              <a:ext uri="{FF2B5EF4-FFF2-40B4-BE49-F238E27FC236}">
                <a16:creationId xmlns:a16="http://schemas.microsoft.com/office/drawing/2014/main" id="{CD0C6417-F68F-4230-BDDF-66DE86BCE3F7}"/>
              </a:ext>
            </a:extLst>
          </p:cNvPr>
          <p:cNvSpPr txBox="1">
            <a:spLocks noChangeArrowheads="1"/>
          </p:cNvSpPr>
          <p:nvPr/>
        </p:nvSpPr>
        <p:spPr bwMode="auto">
          <a:xfrm>
            <a:off x="78196" y="4426373"/>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28" name="Text Box 19">
            <a:extLst>
              <a:ext uri="{FF2B5EF4-FFF2-40B4-BE49-F238E27FC236}">
                <a16:creationId xmlns:a16="http://schemas.microsoft.com/office/drawing/2014/main" id="{0DBB9E2D-E5F0-4D5B-B0FA-8FA68AC12408}"/>
              </a:ext>
            </a:extLst>
          </p:cNvPr>
          <p:cNvSpPr txBox="1">
            <a:spLocks noChangeArrowheads="1"/>
          </p:cNvSpPr>
          <p:nvPr/>
        </p:nvSpPr>
        <p:spPr bwMode="auto">
          <a:xfrm>
            <a:off x="41530" y="4950037"/>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latin typeface="Courier New" panose="02070309020205020404" pitchFamily="49" charset="0"/>
              </a:rPr>
              <a:t>    long j;</a:t>
            </a:r>
          </a:p>
          <a:p>
            <a:pPr eaLnBrk="1" hangingPunct="1">
              <a:buFont typeface="Wingdings" panose="05000000000000000000" pitchFamily="2" charset="2"/>
              <a:buNone/>
            </a:pPr>
            <a:r>
              <a:rPr lang="en-US" altLang="zh-CN" sz="2000" b="1" dirty="0">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cxnSp>
        <p:nvCxnSpPr>
          <p:cNvPr id="38" name="直接连接符 37">
            <a:extLst>
              <a:ext uri="{FF2B5EF4-FFF2-40B4-BE49-F238E27FC236}">
                <a16:creationId xmlns:a16="http://schemas.microsoft.com/office/drawing/2014/main" id="{7331D485-CCDF-481B-9715-1A5CFF4AE7AB}"/>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0EBF43F5-F520-4A1B-8306-48B17746820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21" name="Text Box 15">
            <a:extLst>
              <a:ext uri="{FF2B5EF4-FFF2-40B4-BE49-F238E27FC236}">
                <a16:creationId xmlns:a16="http://schemas.microsoft.com/office/drawing/2014/main" id="{F97ABD83-AD7F-422F-BC8C-C6CA6498FD8B}"/>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22" name="Text Box 13">
            <a:extLst>
              <a:ext uri="{FF2B5EF4-FFF2-40B4-BE49-F238E27FC236}">
                <a16:creationId xmlns:a16="http://schemas.microsoft.com/office/drawing/2014/main" id="{C72A811C-E050-4D22-8554-DDD0BF216D22}"/>
              </a:ext>
            </a:extLst>
          </p:cNvPr>
          <p:cNvSpPr txBox="1">
            <a:spLocks noChangeArrowheads="1"/>
          </p:cNvSpPr>
          <p:nvPr/>
        </p:nvSpPr>
        <p:spPr bwMode="auto">
          <a:xfrm>
            <a:off x="1221182" y="5209594"/>
            <a:ext cx="1420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返回地址</a:t>
            </a:r>
          </a:p>
        </p:txBody>
      </p:sp>
      <p:sp>
        <p:nvSpPr>
          <p:cNvPr id="23" name="Text Box 14">
            <a:extLst>
              <a:ext uri="{FF2B5EF4-FFF2-40B4-BE49-F238E27FC236}">
                <a16:creationId xmlns:a16="http://schemas.microsoft.com/office/drawing/2014/main" id="{7367C0EB-03B5-48AE-85D1-ADEBD3654F5B}"/>
              </a:ext>
            </a:extLst>
          </p:cNvPr>
          <p:cNvSpPr txBox="1">
            <a:spLocks noChangeArrowheads="1"/>
          </p:cNvSpPr>
          <p:nvPr/>
        </p:nvSpPr>
        <p:spPr bwMode="auto">
          <a:xfrm>
            <a:off x="1352810" y="476569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控制链</a:t>
            </a:r>
            <a:endParaRPr lang="zh-CN" altLang="en-US" sz="2400" dirty="0"/>
          </a:p>
        </p:txBody>
      </p:sp>
      <p:sp>
        <p:nvSpPr>
          <p:cNvPr id="4" name="日期占位符 3">
            <a:extLst>
              <a:ext uri="{FF2B5EF4-FFF2-40B4-BE49-F238E27FC236}">
                <a16:creationId xmlns:a16="http://schemas.microsoft.com/office/drawing/2014/main" id="{86A3A447-1DF1-C8FF-F173-3022A9D4A624}"/>
              </a:ext>
            </a:extLst>
          </p:cNvPr>
          <p:cNvSpPr>
            <a:spLocks noGrp="1"/>
          </p:cNvSpPr>
          <p:nvPr>
            <p:ph type="dt" sz="half" idx="10"/>
          </p:nvPr>
        </p:nvSpPr>
        <p:spPr/>
        <p:txBody>
          <a:bodyPr/>
          <a:lstStyle/>
          <a:p>
            <a:fld id="{582339BC-B1E7-4C1B-8D2D-F1028388E749}"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D83C3B49-F6B6-B6DA-A553-E2D4CD2AE9C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49B8E04B-E1E8-EA24-BC73-7A85C4B90B55}"/>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spTree>
    <p:extLst>
      <p:ext uri="{BB962C8B-B14F-4D97-AF65-F5344CB8AC3E}">
        <p14:creationId xmlns:p14="http://schemas.microsoft.com/office/powerpoint/2010/main" val="1103769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a:solidFill>
                  <a:srgbClr val="FF0000"/>
                </a:solidFill>
              </a:rPr>
              <a:t> </a:t>
            </a:r>
            <a:r>
              <a:rPr lang="en-US" altLang="zh-CN" b="1" dirty="0" err="1">
                <a:solidFill>
                  <a:srgbClr val="FF0000"/>
                </a:solidFill>
              </a:rPr>
              <a:t>subl</a:t>
            </a:r>
            <a:r>
              <a:rPr lang="en-US" altLang="zh-CN" b="1" dirty="0">
                <a:solidFill>
                  <a:srgbClr val="FF0000"/>
                </a:solidFill>
              </a:rPr>
              <a:t> $4,%esp              </a:t>
            </a:r>
            <a:r>
              <a:rPr lang="en-US" altLang="zh-CN" dirty="0"/>
              <a:t>	</a:t>
            </a:r>
            <a:r>
              <a:rPr lang="zh-CN" altLang="en-US" dirty="0">
                <a:solidFill>
                  <a:srgbClr val="FF0000"/>
                </a:solidFill>
              </a:rPr>
              <a:t>为</a:t>
            </a:r>
            <a:r>
              <a:rPr lang="en-US" altLang="zh-CN" b="1" dirty="0">
                <a:solidFill>
                  <a:srgbClr val="FF0000"/>
                </a:solidFill>
              </a:rPr>
              <a:t>j</a:t>
            </a:r>
            <a:r>
              <a:rPr lang="zh-CN" altLang="en-US" dirty="0">
                <a:solidFill>
                  <a:srgbClr val="FF0000"/>
                </a:solidFill>
              </a:rPr>
              <a:t>分配空间 </a:t>
            </a:r>
          </a:p>
          <a:p>
            <a:pPr marL="0" indent="0">
              <a:buNone/>
            </a:pPr>
            <a:r>
              <a:rPr lang="en-US" altLang="zh-CN" b="1" dirty="0"/>
              <a:t>  </a:t>
            </a:r>
            <a:r>
              <a:rPr lang="en-US" altLang="zh-CN" b="1" dirty="0" err="1">
                <a:solidFill>
                  <a:srgbClr val="FF0000"/>
                </a:solidFill>
              </a:rPr>
              <a:t>movl</a:t>
            </a:r>
            <a:r>
              <a:rPr lang="en-US" altLang="zh-CN" b="1" dirty="0">
                <a:solidFill>
                  <a:srgbClr val="FF0000"/>
                </a:solidFill>
              </a:rPr>
              <a:t> 8(%</a:t>
            </a:r>
            <a:r>
              <a:rPr lang="en-US" altLang="zh-CN" b="1" dirty="0" err="1">
                <a:solidFill>
                  <a:srgbClr val="FF0000"/>
                </a:solidFill>
              </a:rPr>
              <a:t>ebp</a:t>
            </a:r>
            <a:r>
              <a:rPr lang="en-US" altLang="zh-CN" b="1" dirty="0">
                <a:solidFill>
                  <a:srgbClr val="FF0000"/>
                </a:solidFill>
              </a:rPr>
              <a:t>),%</a:t>
            </a:r>
            <a:r>
              <a:rPr lang="en-US" altLang="zh-CN" b="1" dirty="0" err="1">
                <a:solidFill>
                  <a:srgbClr val="FF0000"/>
                </a:solidFill>
              </a:rPr>
              <a:t>edx</a:t>
            </a:r>
            <a:r>
              <a:rPr lang="en-US" altLang="zh-CN" b="1" dirty="0">
                <a:solidFill>
                  <a:srgbClr val="FF0000"/>
                </a:solidFill>
              </a:rPr>
              <a:t>  </a:t>
            </a:r>
            <a:r>
              <a:rPr lang="en-US" altLang="zh-CN" dirty="0">
                <a:solidFill>
                  <a:srgbClr val="FF0000"/>
                </a:solidFill>
              </a:rPr>
              <a:t>	</a:t>
            </a:r>
            <a:r>
              <a:rPr lang="zh-CN" altLang="en-US" dirty="0">
                <a:solidFill>
                  <a:srgbClr val="FF0000"/>
                </a:solidFill>
              </a:rPr>
              <a:t>取</a:t>
            </a:r>
            <a:r>
              <a:rPr lang="en-US" altLang="zh-CN" b="1" dirty="0" err="1">
                <a:solidFill>
                  <a:srgbClr val="FF0000"/>
                </a:solidFill>
              </a:rPr>
              <a:t>i</a:t>
            </a:r>
            <a:r>
              <a:rPr lang="zh-CN" altLang="en-US" dirty="0">
                <a:solidFill>
                  <a:srgbClr val="FF0000"/>
                </a:solidFill>
              </a:rPr>
              <a:t>到寄存器 </a:t>
            </a:r>
          </a:p>
          <a:p>
            <a:pPr marL="0" indent="0">
              <a:buNone/>
            </a:pPr>
            <a:r>
              <a:rPr lang="en-US" altLang="zh-CN" dirty="0">
                <a:solidFill>
                  <a:srgbClr val="FF0000"/>
                </a:solidFill>
              </a:rPr>
              <a:t>  </a:t>
            </a:r>
            <a:r>
              <a:rPr lang="en-US" altLang="zh-CN" b="1" dirty="0" err="1">
                <a:solidFill>
                  <a:srgbClr val="FF0000"/>
                </a:solidFill>
              </a:rPr>
              <a:t>decl</a:t>
            </a:r>
            <a:r>
              <a:rPr lang="en-US" altLang="zh-CN" b="1" dirty="0">
                <a:solidFill>
                  <a:srgbClr val="FF0000"/>
                </a:solidFill>
              </a:rPr>
              <a:t> %</a:t>
            </a:r>
            <a:r>
              <a:rPr lang="en-US" altLang="zh-CN" b="1" dirty="0" err="1">
                <a:solidFill>
                  <a:srgbClr val="FF0000"/>
                </a:solidFill>
              </a:rPr>
              <a:t>edx</a:t>
            </a:r>
            <a:r>
              <a:rPr lang="en-US" altLang="zh-CN" b="1" dirty="0">
                <a:solidFill>
                  <a:srgbClr val="FF0000"/>
                </a:solidFill>
              </a:rPr>
              <a:t>                         </a:t>
            </a:r>
            <a:r>
              <a:rPr lang="en-US" altLang="zh-CN" b="1" dirty="0" err="1">
                <a:solidFill>
                  <a:srgbClr val="FF0000"/>
                </a:solidFill>
              </a:rPr>
              <a:t>i</a:t>
            </a:r>
            <a:r>
              <a:rPr lang="en-US" altLang="zh-CN" b="1" dirty="0">
                <a:solidFill>
                  <a:srgbClr val="FF0000"/>
                </a:solidFill>
              </a:rPr>
              <a:t> – 1 </a:t>
            </a:r>
          </a:p>
          <a:p>
            <a:pPr marL="0" indent="0">
              <a:buNone/>
            </a:pPr>
            <a:r>
              <a:rPr lang="en-US" altLang="zh-CN" dirty="0">
                <a:solidFill>
                  <a:srgbClr val="FF0000"/>
                </a:solidFill>
              </a:rPr>
              <a:t>  </a:t>
            </a:r>
            <a:r>
              <a:rPr lang="en-US" altLang="zh-CN" b="1" dirty="0" err="1">
                <a:solidFill>
                  <a:srgbClr val="FF0000"/>
                </a:solidFill>
              </a:rPr>
              <a:t>movl</a:t>
            </a:r>
            <a:r>
              <a:rPr lang="en-US" altLang="zh-CN" b="1" dirty="0">
                <a:solidFill>
                  <a:srgbClr val="FF0000"/>
                </a:solidFill>
              </a:rPr>
              <a:t> %edx,-4(%</a:t>
            </a:r>
            <a:r>
              <a:rPr lang="en-US" altLang="zh-CN" b="1" dirty="0" err="1">
                <a:solidFill>
                  <a:srgbClr val="FF0000"/>
                </a:solidFill>
              </a:rPr>
              <a:t>ebp</a:t>
            </a:r>
            <a:r>
              <a:rPr lang="en-US" altLang="zh-CN" b="1" dirty="0">
                <a:solidFill>
                  <a:srgbClr val="FF0000"/>
                </a:solidFill>
              </a:rPr>
              <a:t>)       </a:t>
            </a:r>
            <a:r>
              <a:rPr lang="en-US" altLang="zh-CN" b="1" dirty="0" err="1">
                <a:solidFill>
                  <a:srgbClr val="FF0000"/>
                </a:solidFill>
              </a:rPr>
              <a:t>i</a:t>
            </a:r>
            <a:r>
              <a:rPr lang="en-US" altLang="zh-CN" b="1" dirty="0">
                <a:solidFill>
                  <a:srgbClr val="FF0000"/>
                </a:solidFill>
              </a:rPr>
              <a:t> – 1 </a:t>
            </a:r>
            <a:r>
              <a:rPr lang="en-US" altLang="zh-CN" sz="3200" b="1" dirty="0">
                <a:solidFill>
                  <a:srgbClr val="FF0000"/>
                </a:solidFill>
                <a:sym typeface="Symbol" panose="05050102010706020507" pitchFamily="18" charset="2"/>
              </a:rPr>
              <a:t> </a:t>
            </a:r>
            <a:r>
              <a:rPr lang="en-US" altLang="zh-CN" b="1" dirty="0">
                <a:solidFill>
                  <a:srgbClr val="FF0000"/>
                </a:solidFill>
              </a:rPr>
              <a:t>j </a:t>
            </a:r>
          </a:p>
          <a:p>
            <a:pPr marL="0" indent="0">
              <a:buNone/>
            </a:pPr>
            <a:r>
              <a:rPr lang="en-US" altLang="zh-CN" dirty="0">
                <a:solidFill>
                  <a:srgbClr val="FF0000"/>
                </a:solidFill>
              </a:rPr>
              <a:t>  </a:t>
            </a:r>
            <a:r>
              <a:rPr lang="en-US" altLang="zh-CN" b="1" dirty="0" err="1">
                <a:solidFill>
                  <a:srgbClr val="FF0000"/>
                </a:solidFill>
              </a:rPr>
              <a:t>movl</a:t>
            </a:r>
            <a:r>
              <a:rPr lang="en-US" altLang="zh-CN" b="1" dirty="0">
                <a:solidFill>
                  <a:srgbClr val="FF0000"/>
                </a:solidFill>
              </a:rPr>
              <a:t> -4(%</a:t>
            </a:r>
            <a:r>
              <a:rPr lang="en-US" altLang="zh-CN" b="1" dirty="0" err="1">
                <a:solidFill>
                  <a:srgbClr val="FF0000"/>
                </a:solidFill>
              </a:rPr>
              <a:t>ebp</a:t>
            </a:r>
            <a:r>
              <a:rPr lang="en-US" altLang="zh-CN" b="1" dirty="0">
                <a:solidFill>
                  <a:srgbClr val="FF0000"/>
                </a:solidFill>
              </a:rPr>
              <a:t>),%</a:t>
            </a:r>
            <a:r>
              <a:rPr lang="en-US" altLang="zh-CN" b="1" dirty="0" err="1">
                <a:solidFill>
                  <a:srgbClr val="FF0000"/>
                </a:solidFill>
              </a:rPr>
              <a:t>eax</a:t>
            </a:r>
            <a:r>
              <a:rPr lang="en-US" altLang="zh-CN" b="1" dirty="0">
                <a:solidFill>
                  <a:srgbClr val="FF0000"/>
                </a:solidFill>
              </a:rPr>
              <a:t> </a:t>
            </a:r>
          </a:p>
          <a:p>
            <a:pPr marL="0" indent="0">
              <a:buNone/>
            </a:pPr>
            <a:r>
              <a:rPr lang="en-US" altLang="zh-CN" dirty="0">
                <a:solidFill>
                  <a:srgbClr val="FF0000"/>
                </a:solidFill>
              </a:rPr>
              <a:t>  </a:t>
            </a:r>
            <a:r>
              <a:rPr lang="en-US" altLang="zh-CN" b="1" dirty="0" err="1">
                <a:solidFill>
                  <a:srgbClr val="FF0000"/>
                </a:solidFill>
              </a:rPr>
              <a:t>pushl</a:t>
            </a:r>
            <a:r>
              <a:rPr lang="en-US" altLang="zh-CN" b="1" dirty="0">
                <a:solidFill>
                  <a:srgbClr val="FF0000"/>
                </a:solidFill>
              </a:rPr>
              <a:t> %</a:t>
            </a:r>
            <a:r>
              <a:rPr lang="en-US" altLang="zh-CN" b="1" dirty="0" err="1">
                <a:solidFill>
                  <a:srgbClr val="FF0000"/>
                </a:solidFill>
              </a:rPr>
              <a:t>eax</a:t>
            </a:r>
            <a:r>
              <a:rPr lang="en-US" altLang="zh-CN" b="1" dirty="0">
                <a:solidFill>
                  <a:srgbClr val="FF0000"/>
                </a:solidFill>
              </a:rPr>
              <a:t> </a:t>
            </a:r>
            <a:r>
              <a:rPr lang="en-US" altLang="zh-CN" dirty="0">
                <a:solidFill>
                  <a:srgbClr val="FF0000"/>
                </a:solidFill>
              </a:rPr>
              <a:t>	  	</a:t>
            </a:r>
            <a:r>
              <a:rPr lang="zh-CN" altLang="en-US" dirty="0">
                <a:solidFill>
                  <a:srgbClr val="FF0000"/>
                </a:solidFill>
              </a:rPr>
              <a:t>把实参</a:t>
            </a:r>
            <a:r>
              <a:rPr lang="en-US" altLang="zh-CN" b="1" dirty="0">
                <a:solidFill>
                  <a:srgbClr val="FF0000"/>
                </a:solidFill>
              </a:rPr>
              <a:t>j</a:t>
            </a:r>
            <a:r>
              <a:rPr lang="zh-CN" altLang="en-US" dirty="0">
                <a:solidFill>
                  <a:srgbClr val="FF0000"/>
                </a:solidFill>
              </a:rPr>
              <a:t>的值压栈 </a:t>
            </a:r>
          </a:p>
          <a:p>
            <a:pPr marL="0" indent="0">
              <a:buNone/>
            </a:pPr>
            <a:r>
              <a:rPr lang="en-US" altLang="zh-CN" b="1" dirty="0"/>
              <a:t>  </a:t>
            </a:r>
            <a:r>
              <a:rPr lang="en-US" altLang="zh-CN" b="1" dirty="0">
                <a:solidFill>
                  <a:srgbClr val="00B050"/>
                </a:solidFill>
              </a:rPr>
              <a:t>call </a:t>
            </a:r>
            <a:r>
              <a:rPr lang="en-US" altLang="zh-CN" b="1" dirty="0" err="1">
                <a:solidFill>
                  <a:srgbClr val="00B050"/>
                </a:solidFill>
              </a:rPr>
              <a:t>func</a:t>
            </a:r>
            <a:r>
              <a:rPr lang="en-US" altLang="zh-CN" dirty="0">
                <a:solidFill>
                  <a:srgbClr val="00B050"/>
                </a:solidFill>
              </a:rPr>
              <a:t>		</a:t>
            </a:r>
            <a:r>
              <a:rPr lang="zh-CN" altLang="en-US" dirty="0">
                <a:solidFill>
                  <a:srgbClr val="00B050"/>
                </a:solidFill>
              </a:rPr>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14" name="Rectangle 4">
            <a:extLst>
              <a:ext uri="{FF2B5EF4-FFF2-40B4-BE49-F238E27FC236}">
                <a16:creationId xmlns:a16="http://schemas.microsoft.com/office/drawing/2014/main" id="{52E85E1B-2357-4A34-8363-BA2DEF679D84}"/>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15" name="Line 5">
            <a:extLst>
              <a:ext uri="{FF2B5EF4-FFF2-40B4-BE49-F238E27FC236}">
                <a16:creationId xmlns:a16="http://schemas.microsoft.com/office/drawing/2014/main" id="{25DF5A0B-D9A5-48BB-A93A-84D68F1C63B8}"/>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Line 6">
            <a:extLst>
              <a:ext uri="{FF2B5EF4-FFF2-40B4-BE49-F238E27FC236}">
                <a16:creationId xmlns:a16="http://schemas.microsoft.com/office/drawing/2014/main" id="{4B501F49-22CB-44DB-80A6-9EFA7F3BF4DC}"/>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Line 7">
            <a:extLst>
              <a:ext uri="{FF2B5EF4-FFF2-40B4-BE49-F238E27FC236}">
                <a16:creationId xmlns:a16="http://schemas.microsoft.com/office/drawing/2014/main" id="{93F77456-809A-4D3D-A68B-FED2C1211163}"/>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8">
            <a:extLst>
              <a:ext uri="{FF2B5EF4-FFF2-40B4-BE49-F238E27FC236}">
                <a16:creationId xmlns:a16="http://schemas.microsoft.com/office/drawing/2014/main" id="{F233FE16-A326-458F-8D20-2F7A3EBC9CF7}"/>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9">
            <a:extLst>
              <a:ext uri="{FF2B5EF4-FFF2-40B4-BE49-F238E27FC236}">
                <a16:creationId xmlns:a16="http://schemas.microsoft.com/office/drawing/2014/main" id="{3C7BBB0C-8087-4729-B47D-B62D7817607E}"/>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Text Box 11">
            <a:extLst>
              <a:ext uri="{FF2B5EF4-FFF2-40B4-BE49-F238E27FC236}">
                <a16:creationId xmlns:a16="http://schemas.microsoft.com/office/drawing/2014/main" id="{3C1D3398-3E17-475F-A455-445B704F0193}"/>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5" name="Line 16">
            <a:extLst>
              <a:ext uri="{FF2B5EF4-FFF2-40B4-BE49-F238E27FC236}">
                <a16:creationId xmlns:a16="http://schemas.microsoft.com/office/drawing/2014/main" id="{32C9EA77-6875-4A4E-B1CB-6D1E5E1EE451}"/>
              </a:ext>
            </a:extLst>
          </p:cNvPr>
          <p:cNvSpPr>
            <a:spLocks noChangeShapeType="1"/>
          </p:cNvSpPr>
          <p:nvPr/>
        </p:nvSpPr>
        <p:spPr bwMode="auto">
          <a:xfrm flipH="1">
            <a:off x="733310" y="4281481"/>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7">
            <a:extLst>
              <a:ext uri="{FF2B5EF4-FFF2-40B4-BE49-F238E27FC236}">
                <a16:creationId xmlns:a16="http://schemas.microsoft.com/office/drawing/2014/main" id="{80C6ABE9-07BC-43FC-B1C0-14CFE37A1686}"/>
              </a:ext>
            </a:extLst>
          </p:cNvPr>
          <p:cNvSpPr>
            <a:spLocks noChangeShapeType="1"/>
          </p:cNvSpPr>
          <p:nvPr/>
        </p:nvSpPr>
        <p:spPr bwMode="auto">
          <a:xfrm flipH="1">
            <a:off x="733311" y="4738682"/>
            <a:ext cx="295886" cy="8928"/>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27" name="Text Box 18">
            <a:extLst>
              <a:ext uri="{FF2B5EF4-FFF2-40B4-BE49-F238E27FC236}">
                <a16:creationId xmlns:a16="http://schemas.microsoft.com/office/drawing/2014/main" id="{CD0C6417-F68F-4230-BDDF-66DE86BCE3F7}"/>
              </a:ext>
            </a:extLst>
          </p:cNvPr>
          <p:cNvSpPr txBox="1">
            <a:spLocks noChangeArrowheads="1"/>
          </p:cNvSpPr>
          <p:nvPr/>
        </p:nvSpPr>
        <p:spPr bwMode="auto">
          <a:xfrm>
            <a:off x="67405" y="3942155"/>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28" name="Text Box 19">
            <a:extLst>
              <a:ext uri="{FF2B5EF4-FFF2-40B4-BE49-F238E27FC236}">
                <a16:creationId xmlns:a16="http://schemas.microsoft.com/office/drawing/2014/main" id="{0DBB9E2D-E5F0-4D5B-B0FA-8FA68AC12408}"/>
              </a:ext>
            </a:extLst>
          </p:cNvPr>
          <p:cNvSpPr txBox="1">
            <a:spLocks noChangeArrowheads="1"/>
          </p:cNvSpPr>
          <p:nvPr/>
        </p:nvSpPr>
        <p:spPr bwMode="auto">
          <a:xfrm>
            <a:off x="30739" y="4465819"/>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a:solidFill>
                  <a:srgbClr val="FF0000"/>
                </a:solidFill>
                <a:latin typeface="Courier New" panose="02070309020205020404" pitchFamily="49" charset="0"/>
              </a:rPr>
              <a:t>long j;</a:t>
            </a:r>
          </a:p>
          <a:p>
            <a:pPr eaLnBrk="1" hangingPunct="1">
              <a:buFont typeface="Wingdings" panose="05000000000000000000" pitchFamily="2" charset="2"/>
              <a:buNone/>
            </a:pPr>
            <a:r>
              <a:rPr lang="en-US" altLang="zh-CN" sz="2000" b="1" dirty="0">
                <a:solidFill>
                  <a:srgbClr val="FF0000"/>
                </a:solidFill>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cxnSp>
        <p:nvCxnSpPr>
          <p:cNvPr id="38" name="直接连接符 37">
            <a:extLst>
              <a:ext uri="{FF2B5EF4-FFF2-40B4-BE49-F238E27FC236}">
                <a16:creationId xmlns:a16="http://schemas.microsoft.com/office/drawing/2014/main" id="{7331D485-CCDF-481B-9715-1A5CFF4AE7AB}"/>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0EBF43F5-F520-4A1B-8306-48B17746820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21" name="Text Box 15">
            <a:extLst>
              <a:ext uri="{FF2B5EF4-FFF2-40B4-BE49-F238E27FC236}">
                <a16:creationId xmlns:a16="http://schemas.microsoft.com/office/drawing/2014/main" id="{F97ABD83-AD7F-422F-BC8C-C6CA6498FD8B}"/>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22" name="Text Box 13">
            <a:extLst>
              <a:ext uri="{FF2B5EF4-FFF2-40B4-BE49-F238E27FC236}">
                <a16:creationId xmlns:a16="http://schemas.microsoft.com/office/drawing/2014/main" id="{C72A811C-E050-4D22-8554-DDD0BF216D22}"/>
              </a:ext>
            </a:extLst>
          </p:cNvPr>
          <p:cNvSpPr txBox="1">
            <a:spLocks noChangeArrowheads="1"/>
          </p:cNvSpPr>
          <p:nvPr/>
        </p:nvSpPr>
        <p:spPr bwMode="auto">
          <a:xfrm>
            <a:off x="1221182" y="5209594"/>
            <a:ext cx="1420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返回地址</a:t>
            </a:r>
          </a:p>
        </p:txBody>
      </p:sp>
      <p:sp>
        <p:nvSpPr>
          <p:cNvPr id="23" name="Text Box 14">
            <a:extLst>
              <a:ext uri="{FF2B5EF4-FFF2-40B4-BE49-F238E27FC236}">
                <a16:creationId xmlns:a16="http://schemas.microsoft.com/office/drawing/2014/main" id="{7367C0EB-03B5-48AE-85D1-ADEBD3654F5B}"/>
              </a:ext>
            </a:extLst>
          </p:cNvPr>
          <p:cNvSpPr txBox="1">
            <a:spLocks noChangeArrowheads="1"/>
          </p:cNvSpPr>
          <p:nvPr/>
        </p:nvSpPr>
        <p:spPr bwMode="auto">
          <a:xfrm>
            <a:off x="1352810" y="476569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控制链</a:t>
            </a:r>
            <a:endParaRPr lang="zh-CN" altLang="en-US" sz="2400" dirty="0"/>
          </a:p>
        </p:txBody>
      </p:sp>
      <p:sp>
        <p:nvSpPr>
          <p:cNvPr id="24" name="Text Box 12">
            <a:extLst>
              <a:ext uri="{FF2B5EF4-FFF2-40B4-BE49-F238E27FC236}">
                <a16:creationId xmlns:a16="http://schemas.microsoft.com/office/drawing/2014/main" id="{5307FA88-70F6-4FC3-988E-ACA162DC148A}"/>
              </a:ext>
            </a:extLst>
          </p:cNvPr>
          <p:cNvSpPr txBox="1">
            <a:spLocks noChangeArrowheads="1"/>
          </p:cNvSpPr>
          <p:nvPr/>
        </p:nvSpPr>
        <p:spPr bwMode="auto">
          <a:xfrm>
            <a:off x="1138561" y="4296880"/>
            <a:ext cx="1595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局部变量 </a:t>
            </a:r>
            <a:r>
              <a:rPr lang="en-US" altLang="zh-CN" sz="2400" dirty="0"/>
              <a:t>j</a:t>
            </a:r>
          </a:p>
        </p:txBody>
      </p:sp>
      <p:sp>
        <p:nvSpPr>
          <p:cNvPr id="4" name="日期占位符 3">
            <a:extLst>
              <a:ext uri="{FF2B5EF4-FFF2-40B4-BE49-F238E27FC236}">
                <a16:creationId xmlns:a16="http://schemas.microsoft.com/office/drawing/2014/main" id="{54C41527-3A83-4178-DE20-9B2C75D7C7F2}"/>
              </a:ext>
            </a:extLst>
          </p:cNvPr>
          <p:cNvSpPr>
            <a:spLocks noGrp="1"/>
          </p:cNvSpPr>
          <p:nvPr>
            <p:ph type="dt" sz="half" idx="10"/>
          </p:nvPr>
        </p:nvSpPr>
        <p:spPr/>
        <p:txBody>
          <a:bodyPr/>
          <a:lstStyle/>
          <a:p>
            <a:fld id="{EE6DA9EA-0E6B-4650-9F30-B125009D4441}"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731F4888-9CB3-8881-4A91-E06E61DC857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4367EF9C-1A76-6A21-5958-D1266204F04E}"/>
              </a:ext>
            </a:extLst>
          </p:cNvPr>
          <p:cNvSpPr>
            <a:spLocks noGrp="1"/>
          </p:cNvSpPr>
          <p:nvPr>
            <p:ph type="sldNum" sz="quarter" idx="12"/>
          </p:nvPr>
        </p:nvSpPr>
        <p:spPr/>
        <p:txBody>
          <a:bodyPr/>
          <a:lstStyle/>
          <a:p>
            <a:fld id="{094DEB03-EFC6-4C20-8FC8-295189A5386F}" type="slidenum">
              <a:rPr lang="zh-CN" altLang="en-US" smtClean="0"/>
              <a:pPr/>
              <a:t>34</a:t>
            </a:fld>
            <a:endParaRPr lang="zh-CN" altLang="en-US"/>
          </a:p>
        </p:txBody>
      </p:sp>
    </p:spTree>
    <p:extLst>
      <p:ext uri="{BB962C8B-B14F-4D97-AF65-F5344CB8AC3E}">
        <p14:creationId xmlns:p14="http://schemas.microsoft.com/office/powerpoint/2010/main" val="4284730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a:solidFill>
                  <a:srgbClr val="FF0000"/>
                </a:solidFill>
              </a:rPr>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a:t>
            </a:r>
            <a:r>
              <a:rPr lang="en-US" altLang="zh-CN" b="1" dirty="0">
                <a:solidFill>
                  <a:srgbClr val="00B050"/>
                </a:solidFill>
              </a:rPr>
              <a:t>call </a:t>
            </a:r>
            <a:r>
              <a:rPr lang="en-US" altLang="zh-CN" b="1" dirty="0" err="1">
                <a:solidFill>
                  <a:srgbClr val="00B050"/>
                </a:solidFill>
              </a:rPr>
              <a:t>func</a:t>
            </a:r>
            <a:r>
              <a:rPr lang="en-US" altLang="zh-CN" dirty="0">
                <a:solidFill>
                  <a:srgbClr val="00B050"/>
                </a:solidFill>
              </a:rPr>
              <a:t>		</a:t>
            </a:r>
            <a:r>
              <a:rPr lang="zh-CN" altLang="en-US" dirty="0">
                <a:solidFill>
                  <a:srgbClr val="00B050"/>
                </a:solidFill>
              </a:rPr>
              <a:t>函数调用 </a:t>
            </a:r>
          </a:p>
          <a:p>
            <a:pPr marL="0" indent="0">
              <a:buNone/>
            </a:pPr>
            <a:r>
              <a:rPr lang="en-US" altLang="zh-CN" b="1" dirty="0"/>
              <a:t>  </a:t>
            </a:r>
            <a:r>
              <a:rPr lang="en-US" altLang="zh-CN" b="1" dirty="0" err="1">
                <a:solidFill>
                  <a:srgbClr val="FF0000"/>
                </a:solidFill>
              </a:rPr>
              <a:t>addl</a:t>
            </a:r>
            <a:r>
              <a:rPr lang="en-US" altLang="zh-CN" b="1" dirty="0">
                <a:solidFill>
                  <a:srgbClr val="FF0000"/>
                </a:solidFill>
              </a:rPr>
              <a:t> $4,%esp           </a:t>
            </a:r>
            <a:r>
              <a:rPr lang="en-US" altLang="zh-CN" dirty="0">
                <a:solidFill>
                  <a:srgbClr val="FF0000"/>
                </a:solidFill>
              </a:rPr>
              <a:t>	</a:t>
            </a:r>
            <a:r>
              <a:rPr lang="zh-CN" altLang="en-US" dirty="0">
                <a:solidFill>
                  <a:srgbClr val="FF0000"/>
                </a:solidFill>
              </a:rPr>
              <a:t>恢复栈顶指针</a:t>
            </a:r>
            <a:r>
              <a:rPr lang="zh-CN" altLang="en-US" dirty="0"/>
              <a:t>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long j;</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sp>
        <p:nvSpPr>
          <p:cNvPr id="4" name="对话气泡: 圆角矩形 3">
            <a:extLst>
              <a:ext uri="{FF2B5EF4-FFF2-40B4-BE49-F238E27FC236}">
                <a16:creationId xmlns:a16="http://schemas.microsoft.com/office/drawing/2014/main" id="{FBF945F2-865C-4AE0-A8C9-189D5124DB79}"/>
              </a:ext>
            </a:extLst>
          </p:cNvPr>
          <p:cNvSpPr/>
          <p:nvPr/>
        </p:nvSpPr>
        <p:spPr>
          <a:xfrm>
            <a:off x="6711192" y="3105698"/>
            <a:ext cx="2088859" cy="1008776"/>
          </a:xfrm>
          <a:prstGeom prst="wedgeRoundRectCallout">
            <a:avLst>
              <a:gd name="adj1" fmla="val -148454"/>
              <a:gd name="adj2" fmla="val 94903"/>
              <a:gd name="adj3" fmla="val 16667"/>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a:solidFill>
                  <a:schemeClr val="tx1"/>
                </a:solidFill>
              </a:rPr>
              <a:t>省略了第三次及后续的递归</a:t>
            </a:r>
          </a:p>
        </p:txBody>
      </p:sp>
      <p:sp>
        <p:nvSpPr>
          <p:cNvPr id="30" name="Rectangle 4">
            <a:extLst>
              <a:ext uri="{FF2B5EF4-FFF2-40B4-BE49-F238E27FC236}">
                <a16:creationId xmlns:a16="http://schemas.microsoft.com/office/drawing/2014/main" id="{CD5A8D60-01CB-4BF5-899A-D608CBD8C666}"/>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31" name="Line 5">
            <a:extLst>
              <a:ext uri="{FF2B5EF4-FFF2-40B4-BE49-F238E27FC236}">
                <a16:creationId xmlns:a16="http://schemas.microsoft.com/office/drawing/2014/main" id="{6BA0B05B-8D70-43C1-8ECF-EAB35E8C8F08}"/>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2" name="Line 6">
            <a:extLst>
              <a:ext uri="{FF2B5EF4-FFF2-40B4-BE49-F238E27FC236}">
                <a16:creationId xmlns:a16="http://schemas.microsoft.com/office/drawing/2014/main" id="{6654AB36-FCB2-476D-BB58-15D5FFA3AB09}"/>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 name="Line 7">
            <a:extLst>
              <a:ext uri="{FF2B5EF4-FFF2-40B4-BE49-F238E27FC236}">
                <a16:creationId xmlns:a16="http://schemas.microsoft.com/office/drawing/2014/main" id="{9F975A22-5E9F-4445-B799-A1D16DAA33A9}"/>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 name="Line 8">
            <a:extLst>
              <a:ext uri="{FF2B5EF4-FFF2-40B4-BE49-F238E27FC236}">
                <a16:creationId xmlns:a16="http://schemas.microsoft.com/office/drawing/2014/main" id="{615BC714-A99E-4903-95EF-AD125E98B529}"/>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 name="Line 9">
            <a:extLst>
              <a:ext uri="{FF2B5EF4-FFF2-40B4-BE49-F238E27FC236}">
                <a16:creationId xmlns:a16="http://schemas.microsoft.com/office/drawing/2014/main" id="{CEFC6547-410A-4EBB-B62B-8A728CD7FC8C}"/>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 name="Text Box 11">
            <a:extLst>
              <a:ext uri="{FF2B5EF4-FFF2-40B4-BE49-F238E27FC236}">
                <a16:creationId xmlns:a16="http://schemas.microsoft.com/office/drawing/2014/main" id="{E5413E62-80C3-4730-83FB-10EBC26A9BDB}"/>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39" name="Line 16">
            <a:extLst>
              <a:ext uri="{FF2B5EF4-FFF2-40B4-BE49-F238E27FC236}">
                <a16:creationId xmlns:a16="http://schemas.microsoft.com/office/drawing/2014/main" id="{063D90B8-7209-4C70-BFA0-0374D8914331}"/>
              </a:ext>
            </a:extLst>
          </p:cNvPr>
          <p:cNvSpPr>
            <a:spLocks noChangeShapeType="1"/>
          </p:cNvSpPr>
          <p:nvPr/>
        </p:nvSpPr>
        <p:spPr bwMode="auto">
          <a:xfrm flipH="1">
            <a:off x="744101" y="4765699"/>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17">
            <a:extLst>
              <a:ext uri="{FF2B5EF4-FFF2-40B4-BE49-F238E27FC236}">
                <a16:creationId xmlns:a16="http://schemas.microsoft.com/office/drawing/2014/main" id="{1C2849FF-E60A-4E12-B4DD-DF26100497B4}"/>
              </a:ext>
            </a:extLst>
          </p:cNvPr>
          <p:cNvSpPr>
            <a:spLocks noChangeShapeType="1"/>
          </p:cNvSpPr>
          <p:nvPr/>
        </p:nvSpPr>
        <p:spPr bwMode="auto">
          <a:xfrm flipH="1">
            <a:off x="744100" y="4874005"/>
            <a:ext cx="251512" cy="353359"/>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42" name="Text Box 18">
            <a:extLst>
              <a:ext uri="{FF2B5EF4-FFF2-40B4-BE49-F238E27FC236}">
                <a16:creationId xmlns:a16="http://schemas.microsoft.com/office/drawing/2014/main" id="{D2B626DC-9694-42A0-A755-7E2F8C6624A2}"/>
              </a:ext>
            </a:extLst>
          </p:cNvPr>
          <p:cNvSpPr txBox="1">
            <a:spLocks noChangeArrowheads="1"/>
          </p:cNvSpPr>
          <p:nvPr/>
        </p:nvSpPr>
        <p:spPr bwMode="auto">
          <a:xfrm>
            <a:off x="78196" y="4426373"/>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43" name="Text Box 19">
            <a:extLst>
              <a:ext uri="{FF2B5EF4-FFF2-40B4-BE49-F238E27FC236}">
                <a16:creationId xmlns:a16="http://schemas.microsoft.com/office/drawing/2014/main" id="{CB2BC5F9-9672-466F-9E91-FEE4F08343B1}"/>
              </a:ext>
            </a:extLst>
          </p:cNvPr>
          <p:cNvSpPr txBox="1">
            <a:spLocks noChangeArrowheads="1"/>
          </p:cNvSpPr>
          <p:nvPr/>
        </p:nvSpPr>
        <p:spPr bwMode="auto">
          <a:xfrm>
            <a:off x="41530" y="4950037"/>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cxnSp>
        <p:nvCxnSpPr>
          <p:cNvPr id="44" name="直接连接符 43">
            <a:extLst>
              <a:ext uri="{FF2B5EF4-FFF2-40B4-BE49-F238E27FC236}">
                <a16:creationId xmlns:a16="http://schemas.microsoft.com/office/drawing/2014/main" id="{4B2A755D-BEBE-4D35-A914-DE13C50116AD}"/>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直接连接符 44">
            <a:extLst>
              <a:ext uri="{FF2B5EF4-FFF2-40B4-BE49-F238E27FC236}">
                <a16:creationId xmlns:a16="http://schemas.microsoft.com/office/drawing/2014/main" id="{C789CEAE-0BD9-4F5B-AC1F-08F98963D0B5}"/>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46" name="Text Box 15">
            <a:extLst>
              <a:ext uri="{FF2B5EF4-FFF2-40B4-BE49-F238E27FC236}">
                <a16:creationId xmlns:a16="http://schemas.microsoft.com/office/drawing/2014/main" id="{D77D76E7-F8C8-471E-863E-8D91417538AC}"/>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47" name="Text Box 13">
            <a:extLst>
              <a:ext uri="{FF2B5EF4-FFF2-40B4-BE49-F238E27FC236}">
                <a16:creationId xmlns:a16="http://schemas.microsoft.com/office/drawing/2014/main" id="{6068636C-448F-48A7-9213-E6CFA0153878}"/>
              </a:ext>
            </a:extLst>
          </p:cNvPr>
          <p:cNvSpPr txBox="1">
            <a:spLocks noChangeArrowheads="1"/>
          </p:cNvSpPr>
          <p:nvPr/>
        </p:nvSpPr>
        <p:spPr bwMode="auto">
          <a:xfrm>
            <a:off x="1221182" y="5209594"/>
            <a:ext cx="1420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返回地址</a:t>
            </a:r>
          </a:p>
        </p:txBody>
      </p:sp>
      <p:sp>
        <p:nvSpPr>
          <p:cNvPr id="48" name="Text Box 14">
            <a:extLst>
              <a:ext uri="{FF2B5EF4-FFF2-40B4-BE49-F238E27FC236}">
                <a16:creationId xmlns:a16="http://schemas.microsoft.com/office/drawing/2014/main" id="{4D0ACB2D-F9E3-434E-85AE-CA8F70A73FD9}"/>
              </a:ext>
            </a:extLst>
          </p:cNvPr>
          <p:cNvSpPr txBox="1">
            <a:spLocks noChangeArrowheads="1"/>
          </p:cNvSpPr>
          <p:nvPr/>
        </p:nvSpPr>
        <p:spPr bwMode="auto">
          <a:xfrm>
            <a:off x="1352810" y="476569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控制链</a:t>
            </a:r>
            <a:endParaRPr lang="zh-CN" altLang="en-US" sz="2400" dirty="0"/>
          </a:p>
        </p:txBody>
      </p:sp>
      <p:sp>
        <p:nvSpPr>
          <p:cNvPr id="5" name="日期占位符 4">
            <a:extLst>
              <a:ext uri="{FF2B5EF4-FFF2-40B4-BE49-F238E27FC236}">
                <a16:creationId xmlns:a16="http://schemas.microsoft.com/office/drawing/2014/main" id="{7EC80F67-68AB-9E9A-41DD-BFE8BADDB6EE}"/>
              </a:ext>
            </a:extLst>
          </p:cNvPr>
          <p:cNvSpPr>
            <a:spLocks noGrp="1"/>
          </p:cNvSpPr>
          <p:nvPr>
            <p:ph type="dt" sz="half" idx="10"/>
          </p:nvPr>
        </p:nvSpPr>
        <p:spPr/>
        <p:txBody>
          <a:bodyPr/>
          <a:lstStyle/>
          <a:p>
            <a:fld id="{2033D278-5014-40CC-ABA6-DC6131E42F59}" type="datetime2">
              <a:rPr lang="zh-CN" altLang="en-US" smtClean="0"/>
              <a:t>2025年6月11日</a:t>
            </a:fld>
            <a:endParaRPr lang="zh-CN" altLang="en-US" dirty="0"/>
          </a:p>
        </p:txBody>
      </p:sp>
      <p:sp>
        <p:nvSpPr>
          <p:cNvPr id="6" name="页脚占位符 5">
            <a:extLst>
              <a:ext uri="{FF2B5EF4-FFF2-40B4-BE49-F238E27FC236}">
                <a16:creationId xmlns:a16="http://schemas.microsoft.com/office/drawing/2014/main" id="{9E49EF6C-6E28-12C8-608B-F1D8C4BA76B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7" name="灯片编号占位符 6">
            <a:extLst>
              <a:ext uri="{FF2B5EF4-FFF2-40B4-BE49-F238E27FC236}">
                <a16:creationId xmlns:a16="http://schemas.microsoft.com/office/drawing/2014/main" id="{CE00B5EA-7DAE-CCCC-DAD0-2E0D29767D35}"/>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spTree>
    <p:extLst>
      <p:ext uri="{BB962C8B-B14F-4D97-AF65-F5344CB8AC3E}">
        <p14:creationId xmlns:p14="http://schemas.microsoft.com/office/powerpoint/2010/main" val="3985672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a:solidFill>
                  <a:srgbClr val="FF0000"/>
                </a:solidFill>
              </a:rPr>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a:t>
            </a:r>
            <a:r>
              <a:rPr lang="en-US" altLang="zh-CN" b="1" dirty="0">
                <a:solidFill>
                  <a:srgbClr val="00B050"/>
                </a:solidFill>
              </a:rPr>
              <a:t>call </a:t>
            </a:r>
            <a:r>
              <a:rPr lang="en-US" altLang="zh-CN" b="1" dirty="0" err="1">
                <a:solidFill>
                  <a:srgbClr val="00B050"/>
                </a:solidFill>
              </a:rPr>
              <a:t>func</a:t>
            </a:r>
            <a:r>
              <a:rPr lang="en-US" altLang="zh-CN" dirty="0">
                <a:solidFill>
                  <a:srgbClr val="00B050"/>
                </a:solidFill>
              </a:rPr>
              <a:t>		</a:t>
            </a:r>
            <a:r>
              <a:rPr lang="zh-CN" altLang="en-US" dirty="0">
                <a:solidFill>
                  <a:srgbClr val="00B050"/>
                </a:solidFill>
              </a:rPr>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a:t>
            </a:r>
            <a:r>
              <a:rPr lang="en-US" altLang="zh-CN" b="1" dirty="0">
                <a:solidFill>
                  <a:srgbClr val="FF0000"/>
                </a:solidFill>
              </a:rPr>
              <a:t>leave  </a:t>
            </a:r>
            <a:r>
              <a:rPr lang="en-US" altLang="zh-CN" dirty="0">
                <a:solidFill>
                  <a:srgbClr val="FF0000"/>
                </a:solidFill>
              </a:rPr>
              <a:t>		</a:t>
            </a:r>
            <a:r>
              <a:rPr lang="zh-CN" altLang="en-US" dirty="0">
                <a:solidFill>
                  <a:srgbClr val="FF0000"/>
                </a:solidFill>
              </a:rPr>
              <a:t>即</a:t>
            </a:r>
            <a:r>
              <a:rPr lang="en-US" altLang="zh-CN" b="1" dirty="0" err="1">
                <a:solidFill>
                  <a:srgbClr val="FF0000"/>
                </a:solidFill>
              </a:rPr>
              <a:t>movl</a:t>
            </a:r>
            <a:r>
              <a:rPr lang="en-US" altLang="zh-CN" b="1" dirty="0">
                <a:solidFill>
                  <a:srgbClr val="FF0000"/>
                </a:solidFill>
              </a:rPr>
              <a:t> %</a:t>
            </a:r>
            <a:r>
              <a:rPr lang="en-US" altLang="zh-CN" b="1" dirty="0" err="1">
                <a:solidFill>
                  <a:srgbClr val="FF0000"/>
                </a:solidFill>
              </a:rPr>
              <a:t>ebp</a:t>
            </a:r>
            <a:r>
              <a:rPr lang="en-US" altLang="zh-CN" b="1" dirty="0">
                <a:solidFill>
                  <a:srgbClr val="FF0000"/>
                </a:solidFill>
              </a:rPr>
              <a:t>,%</a:t>
            </a:r>
            <a:r>
              <a:rPr lang="en-US" altLang="zh-CN" b="1" dirty="0" err="1">
                <a:solidFill>
                  <a:srgbClr val="FF0000"/>
                </a:solidFill>
              </a:rPr>
              <a:t>esp</a:t>
            </a:r>
            <a:r>
              <a:rPr lang="en-US" altLang="zh-CN" b="1" dirty="0">
                <a:solidFill>
                  <a:srgbClr val="FF0000"/>
                </a:solidFill>
              </a:rPr>
              <a:t>; pop %</a:t>
            </a:r>
            <a:r>
              <a:rPr lang="en-US" altLang="zh-CN" b="1" dirty="0" err="1">
                <a:solidFill>
                  <a:srgbClr val="FF0000"/>
                </a:solidFill>
              </a:rPr>
              <a:t>ebp</a:t>
            </a:r>
            <a:r>
              <a:rPr lang="en-US" altLang="zh-CN" b="1" dirty="0">
                <a:solidFill>
                  <a:srgbClr val="FF0000"/>
                </a:solidFill>
              </a:rPr>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long j;</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sp>
        <p:nvSpPr>
          <p:cNvPr id="22" name="Rectangle 4">
            <a:extLst>
              <a:ext uri="{FF2B5EF4-FFF2-40B4-BE49-F238E27FC236}">
                <a16:creationId xmlns:a16="http://schemas.microsoft.com/office/drawing/2014/main" id="{51361AEF-E917-4F7C-B33C-1DEFAF6A6AB0}"/>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23" name="Line 5">
            <a:extLst>
              <a:ext uri="{FF2B5EF4-FFF2-40B4-BE49-F238E27FC236}">
                <a16:creationId xmlns:a16="http://schemas.microsoft.com/office/drawing/2014/main" id="{A2CF577E-394C-47E9-97AE-1DCB80F3FA1E}"/>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 name="Line 6">
            <a:extLst>
              <a:ext uri="{FF2B5EF4-FFF2-40B4-BE49-F238E27FC236}">
                <a16:creationId xmlns:a16="http://schemas.microsoft.com/office/drawing/2014/main" id="{A913A9DD-F085-4D37-8BC0-372D1687DC6F}"/>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5" name="Line 7">
            <a:extLst>
              <a:ext uri="{FF2B5EF4-FFF2-40B4-BE49-F238E27FC236}">
                <a16:creationId xmlns:a16="http://schemas.microsoft.com/office/drawing/2014/main" id="{70DE9B2A-249C-4309-8AA3-990B8AAB8109}"/>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 name="Line 8">
            <a:extLst>
              <a:ext uri="{FF2B5EF4-FFF2-40B4-BE49-F238E27FC236}">
                <a16:creationId xmlns:a16="http://schemas.microsoft.com/office/drawing/2014/main" id="{39B6A608-10C1-44A1-9BDC-724D08482C25}"/>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 name="Line 9">
            <a:extLst>
              <a:ext uri="{FF2B5EF4-FFF2-40B4-BE49-F238E27FC236}">
                <a16:creationId xmlns:a16="http://schemas.microsoft.com/office/drawing/2014/main" id="{24DEA7A2-4001-42F0-B494-C18FBC5F0429}"/>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 name="Text Box 11">
            <a:extLst>
              <a:ext uri="{FF2B5EF4-FFF2-40B4-BE49-F238E27FC236}">
                <a16:creationId xmlns:a16="http://schemas.microsoft.com/office/drawing/2014/main" id="{DB1A8381-0AA8-4FA5-A0EC-B4C0D1245DED}"/>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9" name="Line 16">
            <a:extLst>
              <a:ext uri="{FF2B5EF4-FFF2-40B4-BE49-F238E27FC236}">
                <a16:creationId xmlns:a16="http://schemas.microsoft.com/office/drawing/2014/main" id="{70731F22-3D67-4AF4-8A19-7974F2ED05BD}"/>
              </a:ext>
            </a:extLst>
          </p:cNvPr>
          <p:cNvSpPr>
            <a:spLocks noChangeShapeType="1"/>
          </p:cNvSpPr>
          <p:nvPr/>
        </p:nvSpPr>
        <p:spPr bwMode="auto">
          <a:xfrm flipH="1">
            <a:off x="723133" y="5209594"/>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7">
            <a:extLst>
              <a:ext uri="{FF2B5EF4-FFF2-40B4-BE49-F238E27FC236}">
                <a16:creationId xmlns:a16="http://schemas.microsoft.com/office/drawing/2014/main" id="{6ACC05C1-87E5-4F63-8568-A2F50EFA00BD}"/>
              </a:ext>
            </a:extLst>
          </p:cNvPr>
          <p:cNvSpPr>
            <a:spLocks noChangeShapeType="1"/>
          </p:cNvSpPr>
          <p:nvPr/>
        </p:nvSpPr>
        <p:spPr bwMode="auto">
          <a:xfrm flipH="1">
            <a:off x="723133" y="6150226"/>
            <a:ext cx="325526"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40" name="Text Box 18">
            <a:extLst>
              <a:ext uri="{FF2B5EF4-FFF2-40B4-BE49-F238E27FC236}">
                <a16:creationId xmlns:a16="http://schemas.microsoft.com/office/drawing/2014/main" id="{21711CF3-ECF0-484F-9958-479B8AFE5DE5}"/>
              </a:ext>
            </a:extLst>
          </p:cNvPr>
          <p:cNvSpPr txBox="1">
            <a:spLocks noChangeArrowheads="1"/>
          </p:cNvSpPr>
          <p:nvPr/>
        </p:nvSpPr>
        <p:spPr bwMode="auto">
          <a:xfrm>
            <a:off x="57228" y="4870268"/>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49" name="Text Box 19">
            <a:extLst>
              <a:ext uri="{FF2B5EF4-FFF2-40B4-BE49-F238E27FC236}">
                <a16:creationId xmlns:a16="http://schemas.microsoft.com/office/drawing/2014/main" id="{DD56482B-CBED-42B7-AE51-C15DB1CF35B7}"/>
              </a:ext>
            </a:extLst>
          </p:cNvPr>
          <p:cNvSpPr txBox="1">
            <a:spLocks noChangeArrowheads="1"/>
          </p:cNvSpPr>
          <p:nvPr/>
        </p:nvSpPr>
        <p:spPr bwMode="auto">
          <a:xfrm>
            <a:off x="20664" y="5850724"/>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cxnSp>
        <p:nvCxnSpPr>
          <p:cNvPr id="50" name="直接连接符 49">
            <a:extLst>
              <a:ext uri="{FF2B5EF4-FFF2-40B4-BE49-F238E27FC236}">
                <a16:creationId xmlns:a16="http://schemas.microsoft.com/office/drawing/2014/main" id="{36435ED2-FD33-4754-A2A9-004B6481CDE7}"/>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34D36EE2-D498-4BE3-B672-10644A5F047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52" name="Text Box 15">
            <a:extLst>
              <a:ext uri="{FF2B5EF4-FFF2-40B4-BE49-F238E27FC236}">
                <a16:creationId xmlns:a16="http://schemas.microsoft.com/office/drawing/2014/main" id="{97493E09-FD83-4997-A7DF-A6728B02FD01}"/>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53" name="Text Box 13">
            <a:extLst>
              <a:ext uri="{FF2B5EF4-FFF2-40B4-BE49-F238E27FC236}">
                <a16:creationId xmlns:a16="http://schemas.microsoft.com/office/drawing/2014/main" id="{3DB1CE47-12FB-499E-899D-417A5F0A1078}"/>
              </a:ext>
            </a:extLst>
          </p:cNvPr>
          <p:cNvSpPr txBox="1">
            <a:spLocks noChangeArrowheads="1"/>
          </p:cNvSpPr>
          <p:nvPr/>
        </p:nvSpPr>
        <p:spPr bwMode="auto">
          <a:xfrm>
            <a:off x="1221182" y="5209594"/>
            <a:ext cx="1420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返回地址</a:t>
            </a:r>
          </a:p>
        </p:txBody>
      </p:sp>
      <p:sp>
        <p:nvSpPr>
          <p:cNvPr id="4" name="对话气泡: 圆角矩形 3">
            <a:extLst>
              <a:ext uri="{FF2B5EF4-FFF2-40B4-BE49-F238E27FC236}">
                <a16:creationId xmlns:a16="http://schemas.microsoft.com/office/drawing/2014/main" id="{DC3AC7D9-E2CD-5C7C-0392-62DD59552BC3}"/>
              </a:ext>
            </a:extLst>
          </p:cNvPr>
          <p:cNvSpPr/>
          <p:nvPr/>
        </p:nvSpPr>
        <p:spPr>
          <a:xfrm>
            <a:off x="5174474" y="2484407"/>
            <a:ext cx="3513435" cy="2254273"/>
          </a:xfrm>
          <a:prstGeom prst="wedgeRoundRectCallout">
            <a:avLst>
              <a:gd name="adj1" fmla="val -30842"/>
              <a:gd name="adj2" fmla="val 89040"/>
              <a:gd name="adj3" fmla="val 16667"/>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altLang="zh-CN" b="1" dirty="0">
                <a:solidFill>
                  <a:srgbClr val="FF0000"/>
                </a:solidFill>
              </a:rPr>
              <a:t>mov %</a:t>
            </a:r>
            <a:r>
              <a:rPr lang="en-US" altLang="zh-CN" b="1" dirty="0" err="1">
                <a:solidFill>
                  <a:srgbClr val="FF0000"/>
                </a:solidFill>
              </a:rPr>
              <a:t>ebp</a:t>
            </a:r>
            <a:r>
              <a:rPr lang="en-US" altLang="zh-CN" b="1" dirty="0">
                <a:solidFill>
                  <a:srgbClr val="FF0000"/>
                </a:solidFill>
              </a:rPr>
              <a:t>,%</a:t>
            </a:r>
            <a:r>
              <a:rPr lang="en-US" altLang="zh-CN" b="1" dirty="0" err="1">
                <a:solidFill>
                  <a:srgbClr val="FF0000"/>
                </a:solidFill>
              </a:rPr>
              <a:t>esp</a:t>
            </a:r>
            <a:r>
              <a:rPr lang="zh-CN" altLang="en-US" dirty="0">
                <a:solidFill>
                  <a:schemeClr val="tx1"/>
                </a:solidFill>
              </a:rPr>
              <a:t>表示将栈顶寄存器的指针指向</a:t>
            </a:r>
            <a:r>
              <a:rPr lang="en-US" altLang="zh-CN" b="1" dirty="0" err="1">
                <a:solidFill>
                  <a:schemeClr val="tx1"/>
                </a:solidFill>
              </a:rPr>
              <a:t>ebp</a:t>
            </a:r>
            <a:r>
              <a:rPr lang="zh-CN" altLang="en-US" dirty="0">
                <a:solidFill>
                  <a:schemeClr val="tx1"/>
                </a:solidFill>
              </a:rPr>
              <a:t>的地址，在本示例中</a:t>
            </a:r>
            <a:r>
              <a:rPr lang="en-US" altLang="zh-CN" b="1" dirty="0" err="1">
                <a:solidFill>
                  <a:schemeClr val="tx1"/>
                </a:solidFill>
              </a:rPr>
              <a:t>esp</a:t>
            </a:r>
            <a:r>
              <a:rPr lang="zh-CN" altLang="en-US" dirty="0">
                <a:solidFill>
                  <a:schemeClr val="tx1"/>
                </a:solidFill>
              </a:rPr>
              <a:t>未变化</a:t>
            </a:r>
            <a:endParaRPr lang="en-US" altLang="zh-CN" dirty="0">
              <a:solidFill>
                <a:schemeClr val="tx1"/>
              </a:solidFill>
            </a:endParaRPr>
          </a:p>
          <a:p>
            <a:r>
              <a:rPr lang="en-US" altLang="zh-CN" b="1" dirty="0">
                <a:solidFill>
                  <a:srgbClr val="FF0000"/>
                </a:solidFill>
              </a:rPr>
              <a:t>pop %</a:t>
            </a:r>
            <a:r>
              <a:rPr lang="en-US" altLang="zh-CN" b="1" dirty="0" err="1">
                <a:solidFill>
                  <a:srgbClr val="FF0000"/>
                </a:solidFill>
              </a:rPr>
              <a:t>ebp</a:t>
            </a:r>
            <a:r>
              <a:rPr lang="en-US" altLang="zh-CN" b="1" dirty="0">
                <a:solidFill>
                  <a:srgbClr val="FF0000"/>
                </a:solidFill>
              </a:rPr>
              <a:t> </a:t>
            </a:r>
            <a:r>
              <a:rPr lang="zh-CN" altLang="en-US" dirty="0">
                <a:solidFill>
                  <a:schemeClr val="tx1"/>
                </a:solidFill>
              </a:rPr>
              <a:t>表示弹出</a:t>
            </a:r>
            <a:r>
              <a:rPr lang="en-US" altLang="zh-CN" b="1" dirty="0" err="1">
                <a:solidFill>
                  <a:schemeClr val="tx1"/>
                </a:solidFill>
              </a:rPr>
              <a:t>esp</a:t>
            </a:r>
            <a:r>
              <a:rPr lang="zh-CN" altLang="en-US" dirty="0">
                <a:solidFill>
                  <a:schemeClr val="tx1"/>
                </a:solidFill>
              </a:rPr>
              <a:t>指向的栈顶元素，所以</a:t>
            </a:r>
            <a:r>
              <a:rPr lang="en-US" altLang="zh-CN" b="1" dirty="0" err="1">
                <a:solidFill>
                  <a:schemeClr val="tx1"/>
                </a:solidFill>
              </a:rPr>
              <a:t>esp</a:t>
            </a:r>
            <a:r>
              <a:rPr lang="zh-CN" altLang="en-US" dirty="0">
                <a:solidFill>
                  <a:schemeClr val="tx1"/>
                </a:solidFill>
              </a:rPr>
              <a:t>减小；并且将弹出的值置入</a:t>
            </a:r>
            <a:r>
              <a:rPr lang="en-US" altLang="zh-CN" b="1" dirty="0" err="1">
                <a:solidFill>
                  <a:schemeClr val="tx1"/>
                </a:solidFill>
              </a:rPr>
              <a:t>ebp</a:t>
            </a:r>
            <a:r>
              <a:rPr lang="zh-CN" altLang="en-US" dirty="0">
                <a:solidFill>
                  <a:schemeClr val="tx1"/>
                </a:solidFill>
              </a:rPr>
              <a:t>中，因此</a:t>
            </a:r>
            <a:r>
              <a:rPr lang="en-US" altLang="zh-CN" b="1" dirty="0" err="1">
                <a:solidFill>
                  <a:schemeClr val="tx1"/>
                </a:solidFill>
              </a:rPr>
              <a:t>ebp</a:t>
            </a:r>
            <a:r>
              <a:rPr lang="zh-CN" altLang="en-US" dirty="0">
                <a:solidFill>
                  <a:schemeClr val="tx1"/>
                </a:solidFill>
              </a:rPr>
              <a:t>的值改变</a:t>
            </a:r>
          </a:p>
        </p:txBody>
      </p:sp>
      <p:sp>
        <p:nvSpPr>
          <p:cNvPr id="5" name="日期占位符 4">
            <a:extLst>
              <a:ext uri="{FF2B5EF4-FFF2-40B4-BE49-F238E27FC236}">
                <a16:creationId xmlns:a16="http://schemas.microsoft.com/office/drawing/2014/main" id="{483D54BC-9F10-AEBE-4023-9C8CB2238A33}"/>
              </a:ext>
            </a:extLst>
          </p:cNvPr>
          <p:cNvSpPr>
            <a:spLocks noGrp="1"/>
          </p:cNvSpPr>
          <p:nvPr>
            <p:ph type="dt" sz="half" idx="10"/>
          </p:nvPr>
        </p:nvSpPr>
        <p:spPr/>
        <p:txBody>
          <a:bodyPr/>
          <a:lstStyle/>
          <a:p>
            <a:fld id="{F07FCCBD-D905-4ADD-8478-39E9F4F11862}" type="datetime2">
              <a:rPr lang="zh-CN" altLang="en-US" smtClean="0"/>
              <a:t>2025年6月11日</a:t>
            </a:fld>
            <a:endParaRPr lang="zh-CN" altLang="en-US" dirty="0"/>
          </a:p>
        </p:txBody>
      </p:sp>
      <p:sp>
        <p:nvSpPr>
          <p:cNvPr id="6" name="页脚占位符 5">
            <a:extLst>
              <a:ext uri="{FF2B5EF4-FFF2-40B4-BE49-F238E27FC236}">
                <a16:creationId xmlns:a16="http://schemas.microsoft.com/office/drawing/2014/main" id="{77251B74-778E-CD79-0EB3-A17B6CB6B20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7" name="灯片编号占位符 6">
            <a:extLst>
              <a:ext uri="{FF2B5EF4-FFF2-40B4-BE49-F238E27FC236}">
                <a16:creationId xmlns:a16="http://schemas.microsoft.com/office/drawing/2014/main" id="{F8D48E1C-2059-876D-4556-25AE9D94E989}"/>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spTree>
    <p:extLst>
      <p:ext uri="{BB962C8B-B14F-4D97-AF65-F5344CB8AC3E}">
        <p14:creationId xmlns:p14="http://schemas.microsoft.com/office/powerpoint/2010/main" val="36858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a:solidFill>
                  <a:srgbClr val="FF0000"/>
                </a:solidFill>
              </a:rPr>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a:t>
            </a:r>
            <a:r>
              <a:rPr lang="en-US" altLang="zh-CN" b="1" dirty="0">
                <a:solidFill>
                  <a:srgbClr val="00B050"/>
                </a:solidFill>
              </a:rPr>
              <a:t>call </a:t>
            </a:r>
            <a:r>
              <a:rPr lang="en-US" altLang="zh-CN" b="1" dirty="0" err="1">
                <a:solidFill>
                  <a:srgbClr val="00B050"/>
                </a:solidFill>
              </a:rPr>
              <a:t>func</a:t>
            </a:r>
            <a:r>
              <a:rPr lang="en-US" altLang="zh-CN" dirty="0">
                <a:solidFill>
                  <a:srgbClr val="00B050"/>
                </a:solidFill>
              </a:rPr>
              <a:t>		</a:t>
            </a:r>
            <a:r>
              <a:rPr lang="zh-CN" altLang="en-US" dirty="0">
                <a:solidFill>
                  <a:srgbClr val="00B050"/>
                </a:solidFill>
              </a:rPr>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a:t>
            </a:r>
            <a:r>
              <a:rPr lang="en-US" altLang="zh-CN" b="1" dirty="0">
                <a:solidFill>
                  <a:srgbClr val="FF0000"/>
                </a:solidFill>
              </a:rPr>
              <a:t>ret      </a:t>
            </a:r>
            <a:r>
              <a:rPr lang="en-US" altLang="zh-CN" dirty="0">
                <a:solidFill>
                  <a:srgbClr val="FF0000"/>
                </a:solidFill>
              </a:rPr>
              <a:t>		</a:t>
            </a:r>
            <a:r>
              <a:rPr lang="zh-CN" altLang="en-US" dirty="0">
                <a:solidFill>
                  <a:srgbClr val="FF0000"/>
                </a:solidFill>
              </a:rPr>
              <a:t>即 </a:t>
            </a:r>
            <a:r>
              <a:rPr lang="en-US" altLang="zh-CN" b="1" dirty="0">
                <a:solidFill>
                  <a:srgbClr val="FF0000"/>
                </a:solidFill>
              </a:rPr>
              <a:t>pop %</a:t>
            </a:r>
            <a:r>
              <a:rPr lang="en-US" altLang="zh-CN" b="1" dirty="0" err="1">
                <a:solidFill>
                  <a:srgbClr val="FF0000"/>
                </a:solidFill>
              </a:rPr>
              <a:t>eip</a:t>
            </a:r>
            <a:r>
              <a:rPr lang="en-US" altLang="zh-CN" dirty="0">
                <a:solidFill>
                  <a:srgbClr val="FF0000"/>
                </a:solidFill>
              </a:rPr>
              <a:t>(</a:t>
            </a:r>
            <a:r>
              <a:rPr lang="zh-CN" altLang="en-US" dirty="0">
                <a:solidFill>
                  <a:srgbClr val="FF0000"/>
                </a:solidFill>
              </a:rPr>
              <a:t>下条指令地址）</a:t>
            </a:r>
          </a:p>
          <a:p>
            <a:pPr marL="0" indent="0">
              <a:buNone/>
            </a:pPr>
            <a:endParaRPr lang="zh-CN" altLang="en-US"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long j;</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sp>
        <p:nvSpPr>
          <p:cNvPr id="22" name="Rectangle 4">
            <a:extLst>
              <a:ext uri="{FF2B5EF4-FFF2-40B4-BE49-F238E27FC236}">
                <a16:creationId xmlns:a16="http://schemas.microsoft.com/office/drawing/2014/main" id="{51361AEF-E917-4F7C-B33C-1DEFAF6A6AB0}"/>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23" name="Line 5">
            <a:extLst>
              <a:ext uri="{FF2B5EF4-FFF2-40B4-BE49-F238E27FC236}">
                <a16:creationId xmlns:a16="http://schemas.microsoft.com/office/drawing/2014/main" id="{A2CF577E-394C-47E9-97AE-1DCB80F3FA1E}"/>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 name="Line 6">
            <a:extLst>
              <a:ext uri="{FF2B5EF4-FFF2-40B4-BE49-F238E27FC236}">
                <a16:creationId xmlns:a16="http://schemas.microsoft.com/office/drawing/2014/main" id="{A913A9DD-F085-4D37-8BC0-372D1687DC6F}"/>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5" name="Line 7">
            <a:extLst>
              <a:ext uri="{FF2B5EF4-FFF2-40B4-BE49-F238E27FC236}">
                <a16:creationId xmlns:a16="http://schemas.microsoft.com/office/drawing/2014/main" id="{70DE9B2A-249C-4309-8AA3-990B8AAB8109}"/>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 name="Line 8">
            <a:extLst>
              <a:ext uri="{FF2B5EF4-FFF2-40B4-BE49-F238E27FC236}">
                <a16:creationId xmlns:a16="http://schemas.microsoft.com/office/drawing/2014/main" id="{39B6A608-10C1-44A1-9BDC-724D08482C25}"/>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 name="Line 9">
            <a:extLst>
              <a:ext uri="{FF2B5EF4-FFF2-40B4-BE49-F238E27FC236}">
                <a16:creationId xmlns:a16="http://schemas.microsoft.com/office/drawing/2014/main" id="{24DEA7A2-4001-42F0-B494-C18FBC5F0429}"/>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 name="Text Box 11">
            <a:extLst>
              <a:ext uri="{FF2B5EF4-FFF2-40B4-BE49-F238E27FC236}">
                <a16:creationId xmlns:a16="http://schemas.microsoft.com/office/drawing/2014/main" id="{DB1A8381-0AA8-4FA5-A0EC-B4C0D1245DED}"/>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9" name="Line 16">
            <a:extLst>
              <a:ext uri="{FF2B5EF4-FFF2-40B4-BE49-F238E27FC236}">
                <a16:creationId xmlns:a16="http://schemas.microsoft.com/office/drawing/2014/main" id="{70731F22-3D67-4AF4-8A19-7974F2ED05BD}"/>
              </a:ext>
            </a:extLst>
          </p:cNvPr>
          <p:cNvSpPr>
            <a:spLocks noChangeShapeType="1"/>
          </p:cNvSpPr>
          <p:nvPr/>
        </p:nvSpPr>
        <p:spPr bwMode="auto">
          <a:xfrm flipH="1">
            <a:off x="739192" y="5668024"/>
            <a:ext cx="325525"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7">
            <a:extLst>
              <a:ext uri="{FF2B5EF4-FFF2-40B4-BE49-F238E27FC236}">
                <a16:creationId xmlns:a16="http://schemas.microsoft.com/office/drawing/2014/main" id="{6ACC05C1-87E5-4F63-8568-A2F50EFA00BD}"/>
              </a:ext>
            </a:extLst>
          </p:cNvPr>
          <p:cNvSpPr>
            <a:spLocks noChangeShapeType="1"/>
          </p:cNvSpPr>
          <p:nvPr/>
        </p:nvSpPr>
        <p:spPr bwMode="auto">
          <a:xfrm flipH="1">
            <a:off x="752033" y="6110281"/>
            <a:ext cx="325526"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40" name="Text Box 18">
            <a:extLst>
              <a:ext uri="{FF2B5EF4-FFF2-40B4-BE49-F238E27FC236}">
                <a16:creationId xmlns:a16="http://schemas.microsoft.com/office/drawing/2014/main" id="{21711CF3-ECF0-484F-9958-479B8AFE5DE5}"/>
              </a:ext>
            </a:extLst>
          </p:cNvPr>
          <p:cNvSpPr txBox="1">
            <a:spLocks noChangeArrowheads="1"/>
          </p:cNvSpPr>
          <p:nvPr/>
        </p:nvSpPr>
        <p:spPr bwMode="auto">
          <a:xfrm>
            <a:off x="73287" y="5328698"/>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49" name="Text Box 19">
            <a:extLst>
              <a:ext uri="{FF2B5EF4-FFF2-40B4-BE49-F238E27FC236}">
                <a16:creationId xmlns:a16="http://schemas.microsoft.com/office/drawing/2014/main" id="{DD56482B-CBED-42B7-AE51-C15DB1CF35B7}"/>
              </a:ext>
            </a:extLst>
          </p:cNvPr>
          <p:cNvSpPr txBox="1">
            <a:spLocks noChangeArrowheads="1"/>
          </p:cNvSpPr>
          <p:nvPr/>
        </p:nvSpPr>
        <p:spPr bwMode="auto">
          <a:xfrm>
            <a:off x="77119" y="5901292"/>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cxnSp>
        <p:nvCxnSpPr>
          <p:cNvPr id="50" name="直接连接符 49">
            <a:extLst>
              <a:ext uri="{FF2B5EF4-FFF2-40B4-BE49-F238E27FC236}">
                <a16:creationId xmlns:a16="http://schemas.microsoft.com/office/drawing/2014/main" id="{36435ED2-FD33-4754-A2A9-004B6481CDE7}"/>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34D36EE2-D498-4BE3-B672-10644A5F047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52" name="Text Box 15">
            <a:extLst>
              <a:ext uri="{FF2B5EF4-FFF2-40B4-BE49-F238E27FC236}">
                <a16:creationId xmlns:a16="http://schemas.microsoft.com/office/drawing/2014/main" id="{97493E09-FD83-4997-A7DF-A6728B02FD01}"/>
              </a:ext>
            </a:extLst>
          </p:cNvPr>
          <p:cNvSpPr txBox="1">
            <a:spLocks noChangeArrowheads="1"/>
          </p:cNvSpPr>
          <p:nvPr/>
        </p:nvSpPr>
        <p:spPr bwMode="auto">
          <a:xfrm>
            <a:off x="1459381" y="5668024"/>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400" b="0" dirty="0"/>
              <a:t>参数</a:t>
            </a:r>
            <a:r>
              <a:rPr lang="en-US" altLang="zh-CN" sz="2400" b="0" dirty="0"/>
              <a:t> </a:t>
            </a:r>
            <a:r>
              <a:rPr lang="en-US" altLang="zh-CN" sz="2400" dirty="0" err="1"/>
              <a:t>i</a:t>
            </a:r>
            <a:endParaRPr lang="en-US" altLang="zh-CN" sz="2400" dirty="0"/>
          </a:p>
        </p:txBody>
      </p:sp>
      <p:sp>
        <p:nvSpPr>
          <p:cNvPr id="4" name="日期占位符 3">
            <a:extLst>
              <a:ext uri="{FF2B5EF4-FFF2-40B4-BE49-F238E27FC236}">
                <a16:creationId xmlns:a16="http://schemas.microsoft.com/office/drawing/2014/main" id="{389CADD2-37E3-95E3-2BE1-2FC98C7BA98F}"/>
              </a:ext>
            </a:extLst>
          </p:cNvPr>
          <p:cNvSpPr>
            <a:spLocks noGrp="1"/>
          </p:cNvSpPr>
          <p:nvPr>
            <p:ph type="dt" sz="half" idx="10"/>
          </p:nvPr>
        </p:nvSpPr>
        <p:spPr/>
        <p:txBody>
          <a:bodyPr/>
          <a:lstStyle/>
          <a:p>
            <a:fld id="{30601C4E-1287-4609-A380-D65B1C215A35}"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CAC93F0D-6BA5-CC93-EB84-8BC6DF084F5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B48FA7B0-2CBA-EB26-89FD-BBD14B1B6B3C}"/>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Tree>
    <p:extLst>
      <p:ext uri="{BB962C8B-B14F-4D97-AF65-F5344CB8AC3E}">
        <p14:creationId xmlns:p14="http://schemas.microsoft.com/office/powerpoint/2010/main" val="2651352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a:solidFill>
                  <a:srgbClr val="FF0000"/>
                </a:solidFill>
              </a:rPr>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call </a:t>
            </a:r>
            <a:r>
              <a:rPr lang="en-US" altLang="zh-CN" b="1" dirty="0" err="1"/>
              <a:t>func</a:t>
            </a:r>
            <a:r>
              <a:rPr lang="en-US" altLang="zh-CN" dirty="0"/>
              <a:t>		</a:t>
            </a:r>
            <a:r>
              <a:rPr lang="zh-CN" altLang="en-US" dirty="0"/>
              <a:t>函数调用 </a:t>
            </a:r>
          </a:p>
          <a:p>
            <a:pPr marL="0" indent="0">
              <a:buNone/>
            </a:pPr>
            <a:r>
              <a:rPr lang="en-US" altLang="zh-CN" b="1" dirty="0"/>
              <a:t>  </a:t>
            </a:r>
            <a:r>
              <a:rPr lang="en-US" altLang="zh-CN" b="1" dirty="0" err="1">
                <a:solidFill>
                  <a:srgbClr val="00B050"/>
                </a:solidFill>
              </a:rPr>
              <a:t>addl</a:t>
            </a:r>
            <a:r>
              <a:rPr lang="en-US" altLang="zh-CN" b="1" dirty="0">
                <a:solidFill>
                  <a:srgbClr val="00B050"/>
                </a:solidFill>
              </a:rPr>
              <a:t> $4,%esp           </a:t>
            </a:r>
            <a:r>
              <a:rPr lang="en-US" altLang="zh-CN" dirty="0">
                <a:solidFill>
                  <a:srgbClr val="00B050"/>
                </a:solidFill>
              </a:rPr>
              <a:t>	</a:t>
            </a:r>
            <a:r>
              <a:rPr lang="zh-CN" altLang="en-US" dirty="0">
                <a:solidFill>
                  <a:srgbClr val="00B050"/>
                </a:solidFill>
              </a:rPr>
              <a:t>恢复栈顶指针</a:t>
            </a:r>
            <a:r>
              <a:rPr lang="zh-CN" altLang="en-US" dirty="0"/>
              <a:t>	</a:t>
            </a:r>
            <a:endParaRPr lang="en-US" altLang="zh-CN" dirty="0"/>
          </a:p>
          <a:p>
            <a:pPr marL="0" indent="0">
              <a:buNone/>
            </a:pPr>
            <a:r>
              <a:rPr lang="en-US" altLang="zh-CN" b="1" dirty="0"/>
              <a:t>L1: </a:t>
            </a:r>
          </a:p>
          <a:p>
            <a:pPr marL="0" indent="0">
              <a:buNone/>
            </a:pPr>
            <a:r>
              <a:rPr lang="en-US" altLang="zh-CN" b="1" dirty="0"/>
              <a:t>  leave  </a:t>
            </a:r>
            <a:r>
              <a:rPr lang="en-US" altLang="zh-CN" dirty="0"/>
              <a:t>		</a:t>
            </a:r>
            <a:r>
              <a:rPr lang="zh-CN" altLang="en-US" dirty="0"/>
              <a:t>即</a:t>
            </a:r>
            <a:r>
              <a:rPr lang="en-US" altLang="zh-CN" b="1" dirty="0" err="1"/>
              <a:t>movl</a:t>
            </a:r>
            <a:r>
              <a:rPr lang="en-US" altLang="zh-CN" b="1" dirty="0"/>
              <a:t> %</a:t>
            </a:r>
            <a:r>
              <a:rPr lang="en-US" altLang="zh-CN" b="1" dirty="0" err="1"/>
              <a:t>ebp</a:t>
            </a:r>
            <a:r>
              <a:rPr lang="en-US" altLang="zh-CN" b="1" dirty="0"/>
              <a:t>,%</a:t>
            </a:r>
            <a:r>
              <a:rPr lang="en-US" altLang="zh-CN" b="1" dirty="0" err="1"/>
              <a:t>esp</a:t>
            </a:r>
            <a:r>
              <a:rPr lang="en-US" altLang="zh-CN" b="1" dirty="0"/>
              <a:t>; pop %</a:t>
            </a:r>
            <a:r>
              <a:rPr lang="en-US" altLang="zh-CN" b="1" dirty="0" err="1"/>
              <a:t>ebp</a:t>
            </a:r>
            <a:r>
              <a:rPr lang="en-US" altLang="zh-CN" b="1" dirty="0"/>
              <a:t> </a:t>
            </a:r>
          </a:p>
          <a:p>
            <a:pPr marL="0" indent="0">
              <a:buNone/>
            </a:pPr>
            <a:r>
              <a:rPr lang="en-US" altLang="zh-CN" dirty="0"/>
              <a:t> </a:t>
            </a:r>
            <a:r>
              <a:rPr lang="en-US" altLang="zh-CN" b="1" dirty="0"/>
              <a:t> ret      </a:t>
            </a:r>
            <a:r>
              <a:rPr lang="en-US" altLang="zh-CN" dirty="0"/>
              <a:t>		</a:t>
            </a:r>
            <a:r>
              <a:rPr lang="zh-CN" altLang="en-US" dirty="0"/>
              <a:t>即 </a:t>
            </a:r>
            <a:r>
              <a:rPr lang="en-US" altLang="zh-CN" b="1" dirty="0"/>
              <a:t>pop %</a:t>
            </a:r>
            <a:r>
              <a:rPr lang="en-US" altLang="zh-CN" b="1" dirty="0" err="1"/>
              <a:t>eip</a:t>
            </a:r>
            <a:r>
              <a:rPr lang="en-US" altLang="zh-CN" dirty="0"/>
              <a:t>(</a:t>
            </a:r>
            <a:r>
              <a:rPr lang="zh-CN" altLang="en-US" dirty="0"/>
              <a:t>下条指令地址）</a:t>
            </a:r>
          </a:p>
          <a:p>
            <a:pPr marL="0" indent="0">
              <a:buNone/>
            </a:pPr>
            <a:endParaRPr lang="zh-CN" altLang="en-US"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long j;</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sp>
        <p:nvSpPr>
          <p:cNvPr id="22" name="Rectangle 4">
            <a:extLst>
              <a:ext uri="{FF2B5EF4-FFF2-40B4-BE49-F238E27FC236}">
                <a16:creationId xmlns:a16="http://schemas.microsoft.com/office/drawing/2014/main" id="{51361AEF-E917-4F7C-B33C-1DEFAF6A6AB0}"/>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23" name="Line 5">
            <a:extLst>
              <a:ext uri="{FF2B5EF4-FFF2-40B4-BE49-F238E27FC236}">
                <a16:creationId xmlns:a16="http://schemas.microsoft.com/office/drawing/2014/main" id="{A2CF577E-394C-47E9-97AE-1DCB80F3FA1E}"/>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 name="Line 6">
            <a:extLst>
              <a:ext uri="{FF2B5EF4-FFF2-40B4-BE49-F238E27FC236}">
                <a16:creationId xmlns:a16="http://schemas.microsoft.com/office/drawing/2014/main" id="{A913A9DD-F085-4D37-8BC0-372D1687DC6F}"/>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5" name="Line 7">
            <a:extLst>
              <a:ext uri="{FF2B5EF4-FFF2-40B4-BE49-F238E27FC236}">
                <a16:creationId xmlns:a16="http://schemas.microsoft.com/office/drawing/2014/main" id="{70DE9B2A-249C-4309-8AA3-990B8AAB8109}"/>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 name="Line 8">
            <a:extLst>
              <a:ext uri="{FF2B5EF4-FFF2-40B4-BE49-F238E27FC236}">
                <a16:creationId xmlns:a16="http://schemas.microsoft.com/office/drawing/2014/main" id="{39B6A608-10C1-44A1-9BDC-724D08482C25}"/>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 name="Line 9">
            <a:extLst>
              <a:ext uri="{FF2B5EF4-FFF2-40B4-BE49-F238E27FC236}">
                <a16:creationId xmlns:a16="http://schemas.microsoft.com/office/drawing/2014/main" id="{24DEA7A2-4001-42F0-B494-C18FBC5F0429}"/>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 name="Text Box 11">
            <a:extLst>
              <a:ext uri="{FF2B5EF4-FFF2-40B4-BE49-F238E27FC236}">
                <a16:creationId xmlns:a16="http://schemas.microsoft.com/office/drawing/2014/main" id="{DB1A8381-0AA8-4FA5-A0EC-B4C0D1245DED}"/>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9" name="Line 16">
            <a:extLst>
              <a:ext uri="{FF2B5EF4-FFF2-40B4-BE49-F238E27FC236}">
                <a16:creationId xmlns:a16="http://schemas.microsoft.com/office/drawing/2014/main" id="{70731F22-3D67-4AF4-8A19-7974F2ED05BD}"/>
              </a:ext>
            </a:extLst>
          </p:cNvPr>
          <p:cNvSpPr>
            <a:spLocks noChangeShapeType="1"/>
          </p:cNvSpPr>
          <p:nvPr/>
        </p:nvSpPr>
        <p:spPr bwMode="auto">
          <a:xfrm flipH="1" flipV="1">
            <a:off x="739191" y="5668023"/>
            <a:ext cx="306159" cy="341309"/>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7">
            <a:extLst>
              <a:ext uri="{FF2B5EF4-FFF2-40B4-BE49-F238E27FC236}">
                <a16:creationId xmlns:a16="http://schemas.microsoft.com/office/drawing/2014/main" id="{6ACC05C1-87E5-4F63-8568-A2F50EFA00BD}"/>
              </a:ext>
            </a:extLst>
          </p:cNvPr>
          <p:cNvSpPr>
            <a:spLocks noChangeShapeType="1"/>
          </p:cNvSpPr>
          <p:nvPr/>
        </p:nvSpPr>
        <p:spPr bwMode="auto">
          <a:xfrm flipH="1">
            <a:off x="719825" y="6110281"/>
            <a:ext cx="325526"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40" name="Text Box 18">
            <a:extLst>
              <a:ext uri="{FF2B5EF4-FFF2-40B4-BE49-F238E27FC236}">
                <a16:creationId xmlns:a16="http://schemas.microsoft.com/office/drawing/2014/main" id="{21711CF3-ECF0-484F-9958-479B8AFE5DE5}"/>
              </a:ext>
            </a:extLst>
          </p:cNvPr>
          <p:cNvSpPr txBox="1">
            <a:spLocks noChangeArrowheads="1"/>
          </p:cNvSpPr>
          <p:nvPr/>
        </p:nvSpPr>
        <p:spPr bwMode="auto">
          <a:xfrm>
            <a:off x="73287" y="5328698"/>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49" name="Text Box 19">
            <a:extLst>
              <a:ext uri="{FF2B5EF4-FFF2-40B4-BE49-F238E27FC236}">
                <a16:creationId xmlns:a16="http://schemas.microsoft.com/office/drawing/2014/main" id="{DD56482B-CBED-42B7-AE51-C15DB1CF35B7}"/>
              </a:ext>
            </a:extLst>
          </p:cNvPr>
          <p:cNvSpPr txBox="1">
            <a:spLocks noChangeArrowheads="1"/>
          </p:cNvSpPr>
          <p:nvPr/>
        </p:nvSpPr>
        <p:spPr bwMode="auto">
          <a:xfrm>
            <a:off x="44911" y="5901292"/>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cxnSp>
        <p:nvCxnSpPr>
          <p:cNvPr id="50" name="直接连接符 49">
            <a:extLst>
              <a:ext uri="{FF2B5EF4-FFF2-40B4-BE49-F238E27FC236}">
                <a16:creationId xmlns:a16="http://schemas.microsoft.com/office/drawing/2014/main" id="{36435ED2-FD33-4754-A2A9-004B6481CDE7}"/>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34D36EE2-D498-4BE3-B672-10644A5F047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4" name="日期占位符 3">
            <a:extLst>
              <a:ext uri="{FF2B5EF4-FFF2-40B4-BE49-F238E27FC236}">
                <a16:creationId xmlns:a16="http://schemas.microsoft.com/office/drawing/2014/main" id="{1279A425-134E-01E2-0280-B95756BA428A}"/>
              </a:ext>
            </a:extLst>
          </p:cNvPr>
          <p:cNvSpPr>
            <a:spLocks noGrp="1"/>
          </p:cNvSpPr>
          <p:nvPr>
            <p:ph type="dt" sz="half" idx="10"/>
          </p:nvPr>
        </p:nvSpPr>
        <p:spPr/>
        <p:txBody>
          <a:bodyPr/>
          <a:lstStyle/>
          <a:p>
            <a:fld id="{29705D27-E9B1-4144-8E4C-C123961B630D}"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659430D2-F847-6926-0F5A-B56C2419D12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3FD7C6B5-5DA8-856B-1C58-B5BEC8C4AA14}"/>
              </a:ext>
            </a:extLst>
          </p:cNvPr>
          <p:cNvSpPr>
            <a:spLocks noGrp="1"/>
          </p:cNvSpPr>
          <p:nvPr>
            <p:ph type="sldNum" sz="quarter" idx="12"/>
          </p:nvPr>
        </p:nvSpPr>
        <p:spPr/>
        <p:txBody>
          <a:bodyPr/>
          <a:lstStyle/>
          <a:p>
            <a:fld id="{094DEB03-EFC6-4C20-8FC8-295189A5386F}" type="slidenum">
              <a:rPr lang="zh-CN" altLang="en-US" smtClean="0"/>
              <a:pPr/>
              <a:t>38</a:t>
            </a:fld>
            <a:endParaRPr lang="zh-CN" altLang="en-US"/>
          </a:p>
        </p:txBody>
      </p:sp>
    </p:spTree>
    <p:extLst>
      <p:ext uri="{BB962C8B-B14F-4D97-AF65-F5344CB8AC3E}">
        <p14:creationId xmlns:p14="http://schemas.microsoft.com/office/powerpoint/2010/main" val="546976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A357-78E9-4435-BBFA-94F7EDF8E910}"/>
              </a:ext>
            </a:extLst>
          </p:cNvPr>
          <p:cNvSpPr>
            <a:spLocks noGrp="1"/>
          </p:cNvSpPr>
          <p:nvPr>
            <p:ph type="title"/>
          </p:nvPr>
        </p:nvSpPr>
        <p:spPr/>
        <p:txBody>
          <a:bodyPr/>
          <a:lstStyle/>
          <a:p>
            <a:r>
              <a:rPr lang="en-US" altLang="zh-CN" dirty="0"/>
              <a:t>6.2.3 </a:t>
            </a:r>
            <a:r>
              <a:rPr lang="zh-CN" altLang="en-US" dirty="0"/>
              <a:t>调用序列和返回序列</a:t>
            </a:r>
          </a:p>
        </p:txBody>
      </p:sp>
      <p:sp>
        <p:nvSpPr>
          <p:cNvPr id="3" name="内容占位符 2">
            <a:extLst>
              <a:ext uri="{FF2B5EF4-FFF2-40B4-BE49-F238E27FC236}">
                <a16:creationId xmlns:a16="http://schemas.microsoft.com/office/drawing/2014/main" id="{33D10AFA-F7F2-4BED-94E4-4D202D3227EC}"/>
              </a:ext>
            </a:extLst>
          </p:cNvPr>
          <p:cNvSpPr>
            <a:spLocks noGrp="1"/>
          </p:cNvSpPr>
          <p:nvPr>
            <p:ph idx="1"/>
          </p:nvPr>
        </p:nvSpPr>
        <p:spPr>
          <a:xfrm>
            <a:off x="3373274" y="1197998"/>
            <a:ext cx="5495313" cy="5371561"/>
          </a:xfrm>
        </p:spPr>
        <p:txBody>
          <a:bodyPr>
            <a:normAutofit fontScale="62500" lnSpcReduction="20000"/>
          </a:bodyPr>
          <a:lstStyle/>
          <a:p>
            <a:pPr marL="0" indent="0">
              <a:buNone/>
            </a:pPr>
            <a:r>
              <a:rPr lang="en-US" altLang="zh-CN" b="1" dirty="0" err="1"/>
              <a:t>func</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ebp</a:t>
            </a:r>
            <a:r>
              <a:rPr lang="en-US" altLang="zh-CN" b="1" dirty="0"/>
              <a:t>  </a:t>
            </a:r>
            <a:r>
              <a:rPr lang="en-US" altLang="zh-CN" dirty="0"/>
              <a:t>		</a:t>
            </a:r>
            <a:r>
              <a:rPr lang="zh-CN" altLang="en-US" dirty="0"/>
              <a:t>老的基地址指针压栈 </a:t>
            </a:r>
          </a:p>
          <a:p>
            <a:pPr marL="0" indent="0">
              <a:buNone/>
            </a:pPr>
            <a:r>
              <a:rPr lang="en-US" altLang="zh-CN" dirty="0"/>
              <a:t>  </a:t>
            </a:r>
            <a:r>
              <a:rPr lang="en-US" altLang="zh-CN" b="1" dirty="0" err="1"/>
              <a:t>movl</a:t>
            </a:r>
            <a:r>
              <a:rPr lang="en-US" altLang="zh-CN" b="1" dirty="0"/>
              <a:t> %</a:t>
            </a:r>
            <a:r>
              <a:rPr lang="en-US" altLang="zh-CN" b="1" dirty="0" err="1"/>
              <a:t>esp</a:t>
            </a:r>
            <a:r>
              <a:rPr lang="en-US" altLang="zh-CN" b="1" dirty="0"/>
              <a:t>,%</a:t>
            </a:r>
            <a:r>
              <a:rPr lang="en-US" altLang="zh-CN" b="1" dirty="0" err="1"/>
              <a:t>ebp</a:t>
            </a:r>
            <a:r>
              <a:rPr lang="en-US" altLang="zh-CN" dirty="0"/>
              <a:t>	</a:t>
            </a:r>
            <a:r>
              <a:rPr lang="zh-CN" altLang="en-US" dirty="0"/>
              <a:t>修改基地址指针 </a:t>
            </a:r>
          </a:p>
          <a:p>
            <a:pPr marL="0" indent="0">
              <a:buNone/>
            </a:pPr>
            <a:r>
              <a:rPr lang="en-US" altLang="zh-CN" b="1" dirty="0"/>
              <a:t> </a:t>
            </a:r>
            <a:r>
              <a:rPr lang="en-US" altLang="zh-CN" b="1" dirty="0">
                <a:solidFill>
                  <a:srgbClr val="FF0000"/>
                </a:solidFill>
              </a:rPr>
              <a:t> </a:t>
            </a:r>
            <a:r>
              <a:rPr lang="en-US" altLang="zh-CN" b="1" dirty="0" err="1"/>
              <a:t>subl</a:t>
            </a:r>
            <a:r>
              <a:rPr lang="en-US" altLang="zh-CN" b="1" dirty="0"/>
              <a:t> $4,%esp              </a:t>
            </a:r>
            <a:r>
              <a:rPr lang="en-US" altLang="zh-CN" dirty="0"/>
              <a:t>	</a:t>
            </a:r>
            <a:r>
              <a:rPr lang="zh-CN" altLang="en-US" dirty="0"/>
              <a:t>为</a:t>
            </a:r>
            <a:r>
              <a:rPr lang="en-US" altLang="zh-CN" b="1" dirty="0"/>
              <a:t>j</a:t>
            </a:r>
            <a:r>
              <a:rPr lang="zh-CN" altLang="en-US" dirty="0"/>
              <a:t>分配空间 </a:t>
            </a:r>
          </a:p>
          <a:p>
            <a:pPr marL="0" indent="0">
              <a:buNone/>
            </a:pPr>
            <a:r>
              <a:rPr lang="en-US" altLang="zh-CN" b="1" dirty="0"/>
              <a:t>  </a:t>
            </a:r>
            <a:r>
              <a:rPr lang="en-US" altLang="zh-CN" b="1" dirty="0" err="1"/>
              <a:t>movl</a:t>
            </a:r>
            <a:r>
              <a:rPr lang="en-US" altLang="zh-CN" b="1" dirty="0"/>
              <a:t> 8(%</a:t>
            </a:r>
            <a:r>
              <a:rPr lang="en-US" altLang="zh-CN" b="1" dirty="0" err="1"/>
              <a:t>ebp</a:t>
            </a:r>
            <a:r>
              <a:rPr lang="en-US" altLang="zh-CN" b="1" dirty="0"/>
              <a:t>),%</a:t>
            </a:r>
            <a:r>
              <a:rPr lang="en-US" altLang="zh-CN" b="1" dirty="0" err="1"/>
              <a:t>edx</a:t>
            </a:r>
            <a:r>
              <a:rPr lang="en-US" altLang="zh-CN" b="1" dirty="0"/>
              <a:t>  </a:t>
            </a:r>
            <a:r>
              <a:rPr lang="en-US" altLang="zh-CN" dirty="0"/>
              <a:t>	</a:t>
            </a:r>
            <a:r>
              <a:rPr lang="zh-CN" altLang="en-US" dirty="0"/>
              <a:t>取</a:t>
            </a:r>
            <a:r>
              <a:rPr lang="en-US" altLang="zh-CN" b="1" dirty="0" err="1"/>
              <a:t>i</a:t>
            </a:r>
            <a:r>
              <a:rPr lang="zh-CN" altLang="en-US" dirty="0"/>
              <a:t>到寄存器 </a:t>
            </a:r>
          </a:p>
          <a:p>
            <a:pPr marL="0" indent="0">
              <a:buNone/>
            </a:pPr>
            <a:r>
              <a:rPr lang="en-US" altLang="zh-CN" dirty="0"/>
              <a:t>  </a:t>
            </a:r>
            <a:r>
              <a:rPr lang="en-US" altLang="zh-CN" b="1" dirty="0" err="1"/>
              <a:t>decl</a:t>
            </a:r>
            <a:r>
              <a:rPr lang="en-US" altLang="zh-CN" b="1" dirty="0"/>
              <a:t> %</a:t>
            </a:r>
            <a:r>
              <a:rPr lang="en-US" altLang="zh-CN" b="1" dirty="0" err="1"/>
              <a:t>edx</a:t>
            </a:r>
            <a:r>
              <a:rPr lang="en-US" altLang="zh-CN" b="1" dirty="0"/>
              <a:t>                         </a:t>
            </a:r>
            <a:r>
              <a:rPr lang="en-US" altLang="zh-CN" b="1" dirty="0" err="1"/>
              <a:t>i</a:t>
            </a:r>
            <a:r>
              <a:rPr lang="en-US" altLang="zh-CN" b="1" dirty="0"/>
              <a:t> – 1 </a:t>
            </a:r>
          </a:p>
          <a:p>
            <a:pPr marL="0" indent="0">
              <a:buNone/>
            </a:pPr>
            <a:r>
              <a:rPr lang="en-US" altLang="zh-CN" dirty="0"/>
              <a:t>  </a:t>
            </a:r>
            <a:r>
              <a:rPr lang="en-US" altLang="zh-CN" b="1" dirty="0" err="1"/>
              <a:t>movl</a:t>
            </a:r>
            <a:r>
              <a:rPr lang="en-US" altLang="zh-CN" b="1" dirty="0"/>
              <a:t> %edx,-4(%</a:t>
            </a:r>
            <a:r>
              <a:rPr lang="en-US" altLang="zh-CN" b="1" dirty="0" err="1"/>
              <a:t>ebp</a:t>
            </a:r>
            <a:r>
              <a:rPr lang="en-US" altLang="zh-CN" b="1" dirty="0"/>
              <a:t>)       </a:t>
            </a:r>
            <a:r>
              <a:rPr lang="en-US" altLang="zh-CN" b="1" dirty="0" err="1"/>
              <a:t>i</a:t>
            </a:r>
            <a:r>
              <a:rPr lang="en-US" altLang="zh-CN" b="1" dirty="0"/>
              <a:t> – 1 </a:t>
            </a:r>
            <a:r>
              <a:rPr lang="en-US" altLang="zh-CN" sz="3200" b="1" dirty="0">
                <a:sym typeface="Symbol" panose="05050102010706020507" pitchFamily="18" charset="2"/>
              </a:rPr>
              <a:t> </a:t>
            </a:r>
            <a:r>
              <a:rPr lang="en-US" altLang="zh-CN" b="1" dirty="0"/>
              <a:t>j </a:t>
            </a:r>
          </a:p>
          <a:p>
            <a:pPr marL="0" indent="0">
              <a:buNone/>
            </a:pPr>
            <a:r>
              <a:rPr lang="en-US" altLang="zh-CN" dirty="0"/>
              <a:t>  </a:t>
            </a:r>
            <a:r>
              <a:rPr lang="en-US" altLang="zh-CN" b="1" dirty="0" err="1"/>
              <a:t>movl</a:t>
            </a:r>
            <a:r>
              <a:rPr lang="en-US" altLang="zh-CN" b="1" dirty="0"/>
              <a:t> -4(%</a:t>
            </a:r>
            <a:r>
              <a:rPr lang="en-US" altLang="zh-CN" b="1" dirty="0" err="1"/>
              <a:t>ebp</a:t>
            </a:r>
            <a:r>
              <a:rPr lang="en-US" altLang="zh-CN" b="1" dirty="0"/>
              <a:t>),%</a:t>
            </a:r>
            <a:r>
              <a:rPr lang="en-US" altLang="zh-CN" b="1" dirty="0" err="1"/>
              <a:t>eax</a:t>
            </a:r>
            <a:r>
              <a:rPr lang="en-US" altLang="zh-CN" b="1" dirty="0"/>
              <a:t> </a:t>
            </a:r>
          </a:p>
          <a:p>
            <a:pPr marL="0" indent="0">
              <a:buNone/>
            </a:pPr>
            <a:r>
              <a:rPr lang="en-US" altLang="zh-CN" dirty="0"/>
              <a:t>  </a:t>
            </a:r>
            <a:r>
              <a:rPr lang="en-US" altLang="zh-CN" b="1" dirty="0" err="1"/>
              <a:t>pushl</a:t>
            </a:r>
            <a:r>
              <a:rPr lang="en-US" altLang="zh-CN" b="1" dirty="0"/>
              <a:t> %</a:t>
            </a:r>
            <a:r>
              <a:rPr lang="en-US" altLang="zh-CN" b="1" dirty="0" err="1"/>
              <a:t>eax</a:t>
            </a:r>
            <a:r>
              <a:rPr lang="en-US" altLang="zh-CN" b="1" dirty="0"/>
              <a:t> </a:t>
            </a:r>
            <a:r>
              <a:rPr lang="en-US" altLang="zh-CN" dirty="0"/>
              <a:t>	  	</a:t>
            </a:r>
            <a:r>
              <a:rPr lang="zh-CN" altLang="en-US" dirty="0"/>
              <a:t>把实参</a:t>
            </a:r>
            <a:r>
              <a:rPr lang="en-US" altLang="zh-CN" b="1" dirty="0"/>
              <a:t>j</a:t>
            </a:r>
            <a:r>
              <a:rPr lang="zh-CN" altLang="en-US" dirty="0"/>
              <a:t>的值压栈 </a:t>
            </a:r>
          </a:p>
          <a:p>
            <a:pPr marL="0" indent="0">
              <a:buNone/>
            </a:pPr>
            <a:r>
              <a:rPr lang="en-US" altLang="zh-CN" b="1" dirty="0"/>
              <a:t>  call </a:t>
            </a:r>
            <a:r>
              <a:rPr lang="en-US" altLang="zh-CN" b="1" dirty="0" err="1"/>
              <a:t>func</a:t>
            </a:r>
            <a:r>
              <a:rPr lang="en-US" altLang="zh-CN" dirty="0"/>
              <a:t>		</a:t>
            </a:r>
            <a:r>
              <a:rPr lang="zh-CN" altLang="en-US" dirty="0"/>
              <a:t>函数调用 </a:t>
            </a:r>
          </a:p>
          <a:p>
            <a:pPr marL="0" indent="0">
              <a:buNone/>
            </a:pPr>
            <a:r>
              <a:rPr lang="en-US" altLang="zh-CN" b="1" dirty="0"/>
              <a:t>  </a:t>
            </a:r>
            <a:r>
              <a:rPr lang="en-US" altLang="zh-CN" b="1" dirty="0" err="1"/>
              <a:t>addl</a:t>
            </a:r>
            <a:r>
              <a:rPr lang="en-US" altLang="zh-CN" b="1" dirty="0"/>
              <a:t> $4,%esp           </a:t>
            </a:r>
            <a:r>
              <a:rPr lang="en-US" altLang="zh-CN" dirty="0"/>
              <a:t>	</a:t>
            </a:r>
            <a:r>
              <a:rPr lang="zh-CN" altLang="en-US" dirty="0"/>
              <a:t>恢复栈顶指针	</a:t>
            </a:r>
            <a:endParaRPr lang="en-US" altLang="zh-CN" dirty="0"/>
          </a:p>
          <a:p>
            <a:pPr marL="0" indent="0">
              <a:buNone/>
            </a:pPr>
            <a:r>
              <a:rPr lang="en-US" altLang="zh-CN" b="1" dirty="0"/>
              <a:t>L1: </a:t>
            </a:r>
          </a:p>
          <a:p>
            <a:pPr marL="0" indent="0">
              <a:buNone/>
            </a:pPr>
            <a:r>
              <a:rPr lang="en-US" altLang="zh-CN" b="1" dirty="0">
                <a:solidFill>
                  <a:srgbClr val="00B050"/>
                </a:solidFill>
              </a:rPr>
              <a:t>  leave  </a:t>
            </a:r>
            <a:r>
              <a:rPr lang="en-US" altLang="zh-CN" dirty="0">
                <a:solidFill>
                  <a:srgbClr val="00B050"/>
                </a:solidFill>
              </a:rPr>
              <a:t>		</a:t>
            </a:r>
            <a:r>
              <a:rPr lang="zh-CN" altLang="en-US" dirty="0">
                <a:solidFill>
                  <a:srgbClr val="00B050"/>
                </a:solidFill>
              </a:rPr>
              <a:t>即</a:t>
            </a:r>
            <a:r>
              <a:rPr lang="en-US" altLang="zh-CN" b="1" dirty="0" err="1">
                <a:solidFill>
                  <a:srgbClr val="00B050"/>
                </a:solidFill>
              </a:rPr>
              <a:t>movl</a:t>
            </a:r>
            <a:r>
              <a:rPr lang="en-US" altLang="zh-CN" b="1" dirty="0">
                <a:solidFill>
                  <a:srgbClr val="00B050"/>
                </a:solidFill>
              </a:rPr>
              <a:t> %</a:t>
            </a:r>
            <a:r>
              <a:rPr lang="en-US" altLang="zh-CN" b="1" dirty="0" err="1">
                <a:solidFill>
                  <a:srgbClr val="00B050"/>
                </a:solidFill>
              </a:rPr>
              <a:t>ebp</a:t>
            </a:r>
            <a:r>
              <a:rPr lang="en-US" altLang="zh-CN" b="1" dirty="0">
                <a:solidFill>
                  <a:srgbClr val="00B050"/>
                </a:solidFill>
              </a:rPr>
              <a:t>,%</a:t>
            </a:r>
            <a:r>
              <a:rPr lang="en-US" altLang="zh-CN" b="1" dirty="0" err="1">
                <a:solidFill>
                  <a:srgbClr val="00B050"/>
                </a:solidFill>
              </a:rPr>
              <a:t>esp</a:t>
            </a:r>
            <a:r>
              <a:rPr lang="en-US" altLang="zh-CN" b="1" dirty="0">
                <a:solidFill>
                  <a:srgbClr val="00B050"/>
                </a:solidFill>
              </a:rPr>
              <a:t>; pop %</a:t>
            </a:r>
            <a:r>
              <a:rPr lang="en-US" altLang="zh-CN" b="1" dirty="0" err="1">
                <a:solidFill>
                  <a:srgbClr val="00B050"/>
                </a:solidFill>
              </a:rPr>
              <a:t>ebp</a:t>
            </a:r>
            <a:r>
              <a:rPr lang="en-US" altLang="zh-CN" b="1" dirty="0">
                <a:solidFill>
                  <a:srgbClr val="00B050"/>
                </a:solidFill>
              </a:rPr>
              <a:t> </a:t>
            </a:r>
          </a:p>
          <a:p>
            <a:pPr marL="0" indent="0">
              <a:buNone/>
            </a:pPr>
            <a:r>
              <a:rPr lang="en-US" altLang="zh-CN" dirty="0">
                <a:solidFill>
                  <a:srgbClr val="00B050"/>
                </a:solidFill>
              </a:rPr>
              <a:t> </a:t>
            </a:r>
            <a:r>
              <a:rPr lang="en-US" altLang="zh-CN" b="1" dirty="0">
                <a:solidFill>
                  <a:srgbClr val="00B050"/>
                </a:solidFill>
              </a:rPr>
              <a:t> ret      </a:t>
            </a:r>
            <a:r>
              <a:rPr lang="en-US" altLang="zh-CN" dirty="0">
                <a:solidFill>
                  <a:srgbClr val="00B050"/>
                </a:solidFill>
              </a:rPr>
              <a:t>		</a:t>
            </a:r>
            <a:r>
              <a:rPr lang="zh-CN" altLang="en-US" dirty="0">
                <a:solidFill>
                  <a:srgbClr val="00B050"/>
                </a:solidFill>
              </a:rPr>
              <a:t>即 </a:t>
            </a:r>
            <a:r>
              <a:rPr lang="en-US" altLang="zh-CN" b="1" dirty="0">
                <a:solidFill>
                  <a:srgbClr val="00B050"/>
                </a:solidFill>
              </a:rPr>
              <a:t>pop %</a:t>
            </a:r>
            <a:r>
              <a:rPr lang="en-US" altLang="zh-CN" b="1" dirty="0" err="1">
                <a:solidFill>
                  <a:srgbClr val="00B050"/>
                </a:solidFill>
              </a:rPr>
              <a:t>eip</a:t>
            </a:r>
            <a:r>
              <a:rPr lang="en-US" altLang="zh-CN" dirty="0">
                <a:solidFill>
                  <a:srgbClr val="00B050"/>
                </a:solidFill>
              </a:rPr>
              <a:t>(</a:t>
            </a:r>
            <a:r>
              <a:rPr lang="zh-CN" altLang="en-US" dirty="0">
                <a:solidFill>
                  <a:srgbClr val="00B050"/>
                </a:solidFill>
              </a:rPr>
              <a:t>下条指令地址）</a:t>
            </a:r>
          </a:p>
          <a:p>
            <a:pPr marL="0" indent="0">
              <a:buNone/>
            </a:pPr>
            <a:endParaRPr lang="zh-CN" altLang="en-US" dirty="0"/>
          </a:p>
        </p:txBody>
      </p:sp>
      <p:sp>
        <p:nvSpPr>
          <p:cNvPr id="36" name="文本框 35">
            <a:extLst>
              <a:ext uri="{FF2B5EF4-FFF2-40B4-BE49-F238E27FC236}">
                <a16:creationId xmlns:a16="http://schemas.microsoft.com/office/drawing/2014/main" id="{E751C65E-5D44-4C3E-9A33-BA323F186E5D}"/>
              </a:ext>
            </a:extLst>
          </p:cNvPr>
          <p:cNvSpPr txBox="1"/>
          <p:nvPr/>
        </p:nvSpPr>
        <p:spPr>
          <a:xfrm>
            <a:off x="258678" y="1286983"/>
            <a:ext cx="2650921" cy="163121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buFont typeface="Wingdings" panose="05000000000000000000" pitchFamily="2" charset="2"/>
              <a:buNone/>
            </a:pPr>
            <a:r>
              <a:rPr lang="zh-CN" altLang="en-US" sz="2000" dirty="0"/>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(long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long j;</a:t>
            </a:r>
          </a:p>
          <a:p>
            <a:pPr eaLnBrk="1" hangingPunct="1">
              <a:buFont typeface="Wingdings" panose="05000000000000000000" pitchFamily="2" charset="2"/>
              <a:buNone/>
            </a:pPr>
            <a:r>
              <a:rPr lang="en-US" altLang="zh-CN" sz="2000" b="1" dirty="0">
                <a:solidFill>
                  <a:schemeClr val="tx1"/>
                </a:solidFill>
                <a:latin typeface="Courier New" panose="02070309020205020404" pitchFamily="49" charset="0"/>
              </a:rPr>
              <a:t>    j=i-1;</a:t>
            </a:r>
          </a:p>
          <a:p>
            <a:pPr eaLnBrk="1" hangingPunct="1">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func</a:t>
            </a:r>
            <a:r>
              <a:rPr lang="en-US" altLang="zh-CN" sz="2000" b="1" dirty="0">
                <a:latin typeface="Courier New" panose="02070309020205020404" pitchFamily="49" charset="0"/>
              </a:rPr>
              <a:t>(j);</a:t>
            </a:r>
          </a:p>
          <a:p>
            <a:pPr eaLnBrk="1" hangingPunct="1">
              <a:buFont typeface="Wingdings" panose="05000000000000000000" pitchFamily="2" charset="2"/>
              <a:buNone/>
            </a:pPr>
            <a:r>
              <a:rPr lang="en-US" altLang="zh-CN" sz="2000" b="1" dirty="0">
                <a:latin typeface="Courier New" panose="02070309020205020404" pitchFamily="49" charset="0"/>
              </a:rPr>
              <a:t>  }</a:t>
            </a:r>
            <a:endParaRPr lang="zh-CN" altLang="en-US" sz="2000" dirty="0"/>
          </a:p>
        </p:txBody>
      </p:sp>
      <p:sp>
        <p:nvSpPr>
          <p:cNvPr id="22" name="Rectangle 4">
            <a:extLst>
              <a:ext uri="{FF2B5EF4-FFF2-40B4-BE49-F238E27FC236}">
                <a16:creationId xmlns:a16="http://schemas.microsoft.com/office/drawing/2014/main" id="{51361AEF-E917-4F7C-B33C-1DEFAF6A6AB0}"/>
              </a:ext>
            </a:extLst>
          </p:cNvPr>
          <p:cNvSpPr>
            <a:spLocks noChangeArrowheads="1"/>
          </p:cNvSpPr>
          <p:nvPr/>
        </p:nvSpPr>
        <p:spPr bwMode="auto">
          <a:xfrm>
            <a:off x="1108399" y="3802447"/>
            <a:ext cx="1646382" cy="27260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b="1"/>
          </a:p>
        </p:txBody>
      </p:sp>
      <p:sp>
        <p:nvSpPr>
          <p:cNvPr id="23" name="Line 5">
            <a:extLst>
              <a:ext uri="{FF2B5EF4-FFF2-40B4-BE49-F238E27FC236}">
                <a16:creationId xmlns:a16="http://schemas.microsoft.com/office/drawing/2014/main" id="{A2CF577E-394C-47E9-97AE-1DCB80F3FA1E}"/>
              </a:ext>
            </a:extLst>
          </p:cNvPr>
          <p:cNvSpPr>
            <a:spLocks noChangeShapeType="1"/>
          </p:cNvSpPr>
          <p:nvPr/>
        </p:nvSpPr>
        <p:spPr bwMode="auto">
          <a:xfrm>
            <a:off x="1108398" y="42814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 name="Line 6">
            <a:extLst>
              <a:ext uri="{FF2B5EF4-FFF2-40B4-BE49-F238E27FC236}">
                <a16:creationId xmlns:a16="http://schemas.microsoft.com/office/drawing/2014/main" id="{A913A9DD-F085-4D37-8BC0-372D1687DC6F}"/>
              </a:ext>
            </a:extLst>
          </p:cNvPr>
          <p:cNvSpPr>
            <a:spLocks noChangeShapeType="1"/>
          </p:cNvSpPr>
          <p:nvPr/>
        </p:nvSpPr>
        <p:spPr bwMode="auto">
          <a:xfrm>
            <a:off x="1108398" y="47386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5" name="Line 7">
            <a:extLst>
              <a:ext uri="{FF2B5EF4-FFF2-40B4-BE49-F238E27FC236}">
                <a16:creationId xmlns:a16="http://schemas.microsoft.com/office/drawing/2014/main" id="{70DE9B2A-249C-4309-8AA3-990B8AAB8109}"/>
              </a:ext>
            </a:extLst>
          </p:cNvPr>
          <p:cNvSpPr>
            <a:spLocks noChangeShapeType="1"/>
          </p:cNvSpPr>
          <p:nvPr/>
        </p:nvSpPr>
        <p:spPr bwMode="auto">
          <a:xfrm>
            <a:off x="1108398" y="51958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 name="Line 8">
            <a:extLst>
              <a:ext uri="{FF2B5EF4-FFF2-40B4-BE49-F238E27FC236}">
                <a16:creationId xmlns:a16="http://schemas.microsoft.com/office/drawing/2014/main" id="{39B6A608-10C1-44A1-9BDC-724D08482C25}"/>
              </a:ext>
            </a:extLst>
          </p:cNvPr>
          <p:cNvSpPr>
            <a:spLocks noChangeShapeType="1"/>
          </p:cNvSpPr>
          <p:nvPr/>
        </p:nvSpPr>
        <p:spPr bwMode="auto">
          <a:xfrm>
            <a:off x="1108398" y="56530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 name="Line 9">
            <a:extLst>
              <a:ext uri="{FF2B5EF4-FFF2-40B4-BE49-F238E27FC236}">
                <a16:creationId xmlns:a16="http://schemas.microsoft.com/office/drawing/2014/main" id="{24DEA7A2-4001-42F0-B494-C18FBC5F0429}"/>
              </a:ext>
            </a:extLst>
          </p:cNvPr>
          <p:cNvSpPr>
            <a:spLocks noChangeShapeType="1"/>
          </p:cNvSpPr>
          <p:nvPr/>
        </p:nvSpPr>
        <p:spPr bwMode="auto">
          <a:xfrm>
            <a:off x="1108398" y="6110281"/>
            <a:ext cx="16463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 name="Text Box 11">
            <a:extLst>
              <a:ext uri="{FF2B5EF4-FFF2-40B4-BE49-F238E27FC236}">
                <a16:creationId xmlns:a16="http://schemas.microsoft.com/office/drawing/2014/main" id="{DB1A8381-0AA8-4FA5-A0EC-B4C0D1245DED}"/>
              </a:ext>
            </a:extLst>
          </p:cNvPr>
          <p:cNvSpPr txBox="1">
            <a:spLocks noChangeArrowheads="1"/>
          </p:cNvSpPr>
          <p:nvPr/>
        </p:nvSpPr>
        <p:spPr bwMode="auto">
          <a:xfrm>
            <a:off x="1613368" y="6009337"/>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dirty="0"/>
              <a:t>…</a:t>
            </a:r>
          </a:p>
        </p:txBody>
      </p:sp>
      <p:sp>
        <p:nvSpPr>
          <p:cNvPr id="29" name="Line 16">
            <a:extLst>
              <a:ext uri="{FF2B5EF4-FFF2-40B4-BE49-F238E27FC236}">
                <a16:creationId xmlns:a16="http://schemas.microsoft.com/office/drawing/2014/main" id="{70731F22-3D67-4AF4-8A19-7974F2ED05BD}"/>
              </a:ext>
            </a:extLst>
          </p:cNvPr>
          <p:cNvSpPr>
            <a:spLocks noChangeShapeType="1"/>
          </p:cNvSpPr>
          <p:nvPr/>
        </p:nvSpPr>
        <p:spPr bwMode="auto">
          <a:xfrm flipH="1" flipV="1">
            <a:off x="739191" y="5668023"/>
            <a:ext cx="306159" cy="341309"/>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7">
            <a:extLst>
              <a:ext uri="{FF2B5EF4-FFF2-40B4-BE49-F238E27FC236}">
                <a16:creationId xmlns:a16="http://schemas.microsoft.com/office/drawing/2014/main" id="{6ACC05C1-87E5-4F63-8568-A2F50EFA00BD}"/>
              </a:ext>
            </a:extLst>
          </p:cNvPr>
          <p:cNvSpPr>
            <a:spLocks noChangeShapeType="1"/>
          </p:cNvSpPr>
          <p:nvPr/>
        </p:nvSpPr>
        <p:spPr bwMode="auto">
          <a:xfrm flipH="1">
            <a:off x="719825" y="6110281"/>
            <a:ext cx="325526" cy="0"/>
          </a:xfrm>
          <a:prstGeom prst="line">
            <a:avLst/>
          </a:prstGeom>
          <a:noFill/>
          <a:ln w="25400">
            <a:solidFill>
              <a:schemeClr val="tx1"/>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sz="1400"/>
          </a:p>
        </p:txBody>
      </p:sp>
      <p:sp>
        <p:nvSpPr>
          <p:cNvPr id="40" name="Text Box 18">
            <a:extLst>
              <a:ext uri="{FF2B5EF4-FFF2-40B4-BE49-F238E27FC236}">
                <a16:creationId xmlns:a16="http://schemas.microsoft.com/office/drawing/2014/main" id="{21711CF3-ECF0-484F-9958-479B8AFE5DE5}"/>
              </a:ext>
            </a:extLst>
          </p:cNvPr>
          <p:cNvSpPr txBox="1">
            <a:spLocks noChangeArrowheads="1"/>
          </p:cNvSpPr>
          <p:nvPr/>
        </p:nvSpPr>
        <p:spPr bwMode="auto">
          <a:xfrm>
            <a:off x="73287" y="5328698"/>
            <a:ext cx="67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esp</a:t>
            </a:r>
            <a:endParaRPr lang="en-US" altLang="zh-CN" sz="2800" b="1" dirty="0"/>
          </a:p>
        </p:txBody>
      </p:sp>
      <p:sp>
        <p:nvSpPr>
          <p:cNvPr id="49" name="Text Box 19">
            <a:extLst>
              <a:ext uri="{FF2B5EF4-FFF2-40B4-BE49-F238E27FC236}">
                <a16:creationId xmlns:a16="http://schemas.microsoft.com/office/drawing/2014/main" id="{DD56482B-CBED-42B7-AE51-C15DB1CF35B7}"/>
              </a:ext>
            </a:extLst>
          </p:cNvPr>
          <p:cNvSpPr txBox="1">
            <a:spLocks noChangeArrowheads="1"/>
          </p:cNvSpPr>
          <p:nvPr/>
        </p:nvSpPr>
        <p:spPr bwMode="auto">
          <a:xfrm>
            <a:off x="44911" y="5901292"/>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ebp</a:t>
            </a:r>
            <a:endParaRPr lang="en-US" altLang="zh-CN" sz="2800" b="1" dirty="0"/>
          </a:p>
        </p:txBody>
      </p:sp>
      <p:cxnSp>
        <p:nvCxnSpPr>
          <p:cNvPr id="50" name="直接连接符 49">
            <a:extLst>
              <a:ext uri="{FF2B5EF4-FFF2-40B4-BE49-F238E27FC236}">
                <a16:creationId xmlns:a16="http://schemas.microsoft.com/office/drawing/2014/main" id="{36435ED2-FD33-4754-A2A9-004B6481CDE7}"/>
              </a:ext>
            </a:extLst>
          </p:cNvPr>
          <p:cNvCxnSpPr>
            <a:cxnSpLocks/>
          </p:cNvCxnSpPr>
          <p:nvPr/>
        </p:nvCxnSpPr>
        <p:spPr>
          <a:xfrm>
            <a:off x="1108398" y="3417726"/>
            <a:ext cx="0" cy="384721"/>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34D36EE2-D498-4BE3-B672-10644A5F047E}"/>
              </a:ext>
            </a:extLst>
          </p:cNvPr>
          <p:cNvCxnSpPr>
            <a:cxnSpLocks/>
          </p:cNvCxnSpPr>
          <p:nvPr/>
        </p:nvCxnSpPr>
        <p:spPr>
          <a:xfrm>
            <a:off x="2758896" y="3417726"/>
            <a:ext cx="0" cy="384721"/>
          </a:xfrm>
          <a:prstGeom prst="line">
            <a:avLst/>
          </a:prstGeom>
          <a:ln w="28575"/>
        </p:spPr>
        <p:style>
          <a:lnRef idx="1">
            <a:schemeClr val="dk1"/>
          </a:lnRef>
          <a:fillRef idx="0">
            <a:schemeClr val="dk1"/>
          </a:fillRef>
          <a:effectRef idx="0">
            <a:schemeClr val="dk1"/>
          </a:effectRef>
          <a:fontRef idx="minor">
            <a:schemeClr val="tx1"/>
          </a:fontRef>
        </p:style>
      </p:cxnSp>
      <p:sp>
        <p:nvSpPr>
          <p:cNvPr id="4" name="日期占位符 3">
            <a:extLst>
              <a:ext uri="{FF2B5EF4-FFF2-40B4-BE49-F238E27FC236}">
                <a16:creationId xmlns:a16="http://schemas.microsoft.com/office/drawing/2014/main" id="{6EEF59EA-3EF8-41E7-CD3D-A70393C25A99}"/>
              </a:ext>
            </a:extLst>
          </p:cNvPr>
          <p:cNvSpPr>
            <a:spLocks noGrp="1"/>
          </p:cNvSpPr>
          <p:nvPr>
            <p:ph type="dt" sz="half" idx="10"/>
          </p:nvPr>
        </p:nvSpPr>
        <p:spPr/>
        <p:txBody>
          <a:bodyPr/>
          <a:lstStyle/>
          <a:p>
            <a:fld id="{2849E588-3B03-462E-B1EF-032935F54AE1}"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5349B9CB-DAF4-D3E6-AA8E-695B2614E1B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7EA41B19-7A36-9279-91CB-3C5575C325D2}"/>
              </a:ext>
            </a:extLst>
          </p:cNvPr>
          <p:cNvSpPr>
            <a:spLocks noGrp="1"/>
          </p:cNvSpPr>
          <p:nvPr>
            <p:ph type="sldNum" sz="quarter" idx="12"/>
          </p:nvPr>
        </p:nvSpPr>
        <p:spPr/>
        <p:txBody>
          <a:bodyPr/>
          <a:lstStyle/>
          <a:p>
            <a:fld id="{094DEB03-EFC6-4C20-8FC8-295189A5386F}" type="slidenum">
              <a:rPr lang="zh-CN" altLang="en-US" smtClean="0"/>
              <a:pPr/>
              <a:t>39</a:t>
            </a:fld>
            <a:endParaRPr lang="zh-CN" altLang="en-US"/>
          </a:p>
        </p:txBody>
      </p:sp>
    </p:spTree>
    <p:extLst>
      <p:ext uri="{BB962C8B-B14F-4D97-AF65-F5344CB8AC3E}">
        <p14:creationId xmlns:p14="http://schemas.microsoft.com/office/powerpoint/2010/main" val="3042703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00C12DF-095B-4DD2-9816-E811FA668D91}"/>
              </a:ext>
            </a:extLst>
          </p:cNvPr>
          <p:cNvSpPr>
            <a:spLocks noGrp="1" noChangeArrowheads="1"/>
          </p:cNvSpPr>
          <p:nvPr>
            <p:ph type="title"/>
          </p:nvPr>
        </p:nvSpPr>
        <p:spPr/>
        <p:txBody>
          <a:bodyPr/>
          <a:lstStyle/>
          <a:p>
            <a:pPr eaLnBrk="1" hangingPunct="1"/>
            <a:r>
              <a:rPr lang="en-US" altLang="zh-CN" dirty="0"/>
              <a:t>6.2.3 </a:t>
            </a:r>
            <a:r>
              <a:rPr lang="zh-CN" altLang="en-US" dirty="0"/>
              <a:t>调用序列和返回序列</a:t>
            </a:r>
          </a:p>
        </p:txBody>
      </p:sp>
      <p:sp>
        <p:nvSpPr>
          <p:cNvPr id="70659" name="Rectangle 3">
            <a:extLst>
              <a:ext uri="{FF2B5EF4-FFF2-40B4-BE49-F238E27FC236}">
                <a16:creationId xmlns:a16="http://schemas.microsoft.com/office/drawing/2014/main" id="{58B5D88D-D694-49F5-8720-B1EAF1244097}"/>
              </a:ext>
            </a:extLst>
          </p:cNvPr>
          <p:cNvSpPr>
            <a:spLocks noGrp="1" noChangeArrowheads="1"/>
          </p:cNvSpPr>
          <p:nvPr>
            <p:ph idx="1"/>
          </p:nvPr>
        </p:nvSpPr>
        <p:spPr/>
        <p:txBody>
          <a:bodyPr/>
          <a:lstStyle/>
          <a:p>
            <a:pPr algn="just" eaLnBrk="1" hangingPunct="1"/>
            <a:r>
              <a:rPr lang="zh-CN" altLang="en-US" dirty="0">
                <a:latin typeface="宋体" panose="02010600030101010101" pitchFamily="2" charset="-122"/>
              </a:rPr>
              <a:t>过程的参数个数可变的情况</a:t>
            </a:r>
          </a:p>
          <a:p>
            <a:pPr lvl="1" algn="just" eaLnBrk="1" hangingPunct="1"/>
            <a:r>
              <a:rPr lang="zh-CN" altLang="en-US" dirty="0">
                <a:latin typeface="宋体" panose="02010600030101010101" pitchFamily="2" charset="-122"/>
              </a:rPr>
              <a:t>函数返回值改成用寄存器传递或者返回值存储空间在参数存储空间分配之后进行分配。</a:t>
            </a:r>
          </a:p>
          <a:p>
            <a:pPr lvl="1" algn="just" eaLnBrk="1" hangingPunct="1"/>
            <a:r>
              <a:rPr lang="zh-CN" altLang="en-US" dirty="0">
                <a:latin typeface="宋体" panose="02010600030101010101" pitchFamily="2" charset="-122"/>
              </a:rPr>
              <a:t>编译器产生将这些参数逆序进栈的代码</a:t>
            </a:r>
          </a:p>
          <a:p>
            <a:pPr lvl="1" algn="just" eaLnBrk="1" hangingPunct="1"/>
            <a:r>
              <a:rPr lang="zh-CN" altLang="en-US" dirty="0">
                <a:latin typeface="宋体" panose="02010600030101010101" pitchFamily="2" charset="-122"/>
              </a:rPr>
              <a:t>被调用函数能准确地知道第一个参数的位置</a:t>
            </a:r>
          </a:p>
          <a:p>
            <a:pPr lvl="1" algn="just" eaLnBrk="1" hangingPunct="1"/>
            <a:r>
              <a:rPr lang="zh-CN" altLang="en-US" dirty="0">
                <a:latin typeface="宋体" panose="02010600030101010101" pitchFamily="2" charset="-122"/>
              </a:rPr>
              <a:t>被调用函数根据第一个参数到栈中取第二、第三个参数等等</a:t>
            </a:r>
            <a:endParaRPr lang="en-US" altLang="zh-CN" dirty="0">
              <a:latin typeface="宋体" panose="02010600030101010101" pitchFamily="2" charset="-122"/>
            </a:endParaRPr>
          </a:p>
          <a:p>
            <a:pPr lvl="1" algn="just" eaLnBrk="1" hangingPunct="1"/>
            <a:endParaRPr lang="en-US" altLang="zh-CN" dirty="0">
              <a:latin typeface="宋体" panose="02010600030101010101" pitchFamily="2" charset="-122"/>
            </a:endParaRPr>
          </a:p>
          <a:p>
            <a:pPr lvl="1" algn="just" eaLnBrk="1" hangingPunct="1"/>
            <a:r>
              <a:rPr lang="zh-CN" altLang="en-US" dirty="0">
                <a:latin typeface="宋体" panose="02010600030101010101" pitchFamily="2" charset="-122"/>
              </a:rPr>
              <a:t>例：</a:t>
            </a:r>
            <a:r>
              <a:rPr lang="en-US" altLang="zh-CN" dirty="0">
                <a:latin typeface="Tahoma" panose="020B0604030504040204" pitchFamily="34" charset="0"/>
                <a:cs typeface="Tahoma" panose="020B0604030504040204" pitchFamily="34" charset="0"/>
              </a:rPr>
              <a:t>C</a:t>
            </a:r>
            <a:r>
              <a:rPr lang="zh-CN" altLang="en-US" dirty="0">
                <a:latin typeface="宋体" panose="02010600030101010101" pitchFamily="2" charset="-122"/>
              </a:rPr>
              <a:t>语言的</a:t>
            </a:r>
            <a:r>
              <a:rPr lang="en-US" altLang="zh-CN" dirty="0" err="1">
                <a:latin typeface="Tahoma" panose="020B0604030504040204" pitchFamily="34" charset="0"/>
                <a:cs typeface="Tahoma" panose="020B0604030504040204" pitchFamily="34" charset="0"/>
              </a:rPr>
              <a:t>printf</a:t>
            </a:r>
            <a:r>
              <a:rPr lang="zh-CN" altLang="en-US" dirty="0">
                <a:latin typeface="宋体" panose="02010600030101010101" pitchFamily="2" charset="-122"/>
              </a:rPr>
              <a:t>函数</a:t>
            </a:r>
            <a:endParaRPr lang="en-US" altLang="zh-CN" dirty="0">
              <a:latin typeface="宋体" panose="02010600030101010101" pitchFamily="2" charset="-122"/>
            </a:endParaRPr>
          </a:p>
          <a:p>
            <a:pPr lvl="2" algn="just" eaLnBrk="1" hangingPunct="1"/>
            <a:r>
              <a:rPr lang="en-US" altLang="zh-CN" b="1" dirty="0" err="1">
                <a:latin typeface="Courier New" panose="02070309020205020404" pitchFamily="49" charset="0"/>
              </a:rPr>
              <a:t>printf</a:t>
            </a:r>
            <a:r>
              <a:rPr lang="en-US" altLang="zh-CN" b="1" dirty="0">
                <a:latin typeface="Courier New" panose="02070309020205020404" pitchFamily="49" charset="0"/>
              </a:rPr>
              <a:t>(“%s, %s”, s1, s2);</a:t>
            </a:r>
            <a:endParaRPr lang="zh-CN" altLang="en-US" b="1" dirty="0">
              <a:latin typeface="Courier New" panose="02070309020205020404" pitchFamily="49" charset="0"/>
            </a:endParaRPr>
          </a:p>
          <a:p>
            <a:pPr eaLnBrk="1" hangingPunct="1"/>
            <a:endParaRPr lang="en-US" altLang="zh-CN" dirty="0"/>
          </a:p>
        </p:txBody>
      </p:sp>
      <p:sp>
        <p:nvSpPr>
          <p:cNvPr id="2" name="日期占位符 1">
            <a:extLst>
              <a:ext uri="{FF2B5EF4-FFF2-40B4-BE49-F238E27FC236}">
                <a16:creationId xmlns:a16="http://schemas.microsoft.com/office/drawing/2014/main" id="{6437DF65-5928-491E-8732-6FCF2879FD5D}"/>
              </a:ext>
            </a:extLst>
          </p:cNvPr>
          <p:cNvSpPr>
            <a:spLocks noGrp="1"/>
          </p:cNvSpPr>
          <p:nvPr>
            <p:ph type="dt" sz="half" idx="10"/>
          </p:nvPr>
        </p:nvSpPr>
        <p:spPr/>
        <p:txBody>
          <a:bodyPr/>
          <a:lstStyle/>
          <a:p>
            <a:fld id="{236C0A0B-7A0A-4C44-93A2-ECA440C88E84}"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AAD397B6-A23E-A0CE-1E7B-4C7EAA573F7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ACD2CBBD-7502-9C4C-72CF-01BAF9607F0D}"/>
              </a:ext>
            </a:extLst>
          </p:cNvPr>
          <p:cNvSpPr>
            <a:spLocks noGrp="1"/>
          </p:cNvSpPr>
          <p:nvPr>
            <p:ph type="sldNum" sz="quarter" idx="12"/>
          </p:nvPr>
        </p:nvSpPr>
        <p:spPr/>
        <p:txBody>
          <a:bodyPr/>
          <a:lstStyle/>
          <a:p>
            <a:fld id="{094DEB03-EFC6-4C20-8FC8-295189A5386F}" type="slidenum">
              <a:rPr lang="zh-CN" altLang="en-US" smtClean="0"/>
              <a:pPr/>
              <a:t>40</a:t>
            </a:fld>
            <a:endParaRPr lang="zh-CN" altLang="en-US"/>
          </a:p>
        </p:txBody>
      </p:sp>
      <p:sp>
        <p:nvSpPr>
          <p:cNvPr id="6" name="矩形: 圆角 5">
            <a:extLst>
              <a:ext uri="{FF2B5EF4-FFF2-40B4-BE49-F238E27FC236}">
                <a16:creationId xmlns:a16="http://schemas.microsoft.com/office/drawing/2014/main" id="{F34B817D-5EB7-9555-5785-3F95E0DBFBC9}"/>
              </a:ext>
            </a:extLst>
          </p:cNvPr>
          <p:cNvSpPr/>
          <p:nvPr/>
        </p:nvSpPr>
        <p:spPr>
          <a:xfrm>
            <a:off x="4831201" y="4445021"/>
            <a:ext cx="3684149" cy="681038"/>
          </a:xfrm>
          <a:prstGeom prst="roundRect">
            <a:avLst/>
          </a:prstGeom>
          <a:solidFill>
            <a:schemeClr val="accent4">
              <a:lumMod val="20000"/>
              <a:lumOff val="80000"/>
            </a:schemeClr>
          </a:solidFill>
          <a:ln>
            <a:solidFill>
              <a:schemeClr val="accent2"/>
            </a:solidFill>
          </a:ln>
          <a:effectLst>
            <a:outerShdw blurRad="63500" sx="102000" sy="102000" algn="ctr" rotWithShape="0">
              <a:prstClr val="black">
                <a:alpha val="40000"/>
              </a:prstClr>
            </a:outerShdw>
          </a:effectLst>
        </p:spPr>
        <p:txBody>
          <a:bodyPr vert="horz" wrap="square" lIns="0" tIns="0" rIns="0" bIns="0" numCol="1" anchor="ctr" anchorCtr="0" compatLnSpc="1">
            <a:prstTxWarp prst="textNoShape">
              <a:avLst/>
            </a:prstTxWarp>
            <a:spAutoFit/>
          </a:bodyPr>
          <a:lstStyle/>
          <a:p>
            <a:pPr defTabSz="914400" eaLnBrk="0" fontAlgn="base" hangingPunct="0">
              <a:spcBef>
                <a:spcPct val="0"/>
              </a:spcBef>
              <a:spcAft>
                <a:spcPct val="0"/>
              </a:spcAft>
            </a:pPr>
            <a:r>
              <a:rPr lang="zh-CN" altLang="zh-CN" sz="2000" dirty="0">
                <a:solidFill>
                  <a:srgbClr val="B75301"/>
                </a:solidFill>
                <a:latin typeface="Arial Unicode MS"/>
              </a:rPr>
              <a:t>printf("The answer is: %d\n");</a:t>
            </a:r>
            <a:endParaRPr lang="en-US" altLang="zh-CN" sz="2000" dirty="0">
              <a:solidFill>
                <a:srgbClr val="B75301"/>
              </a:solidFill>
              <a:latin typeface="Arial Unicode MS"/>
            </a:endParaRPr>
          </a:p>
          <a:p>
            <a:pPr defTabSz="914400" eaLnBrk="0" fontAlgn="base" hangingPunct="0">
              <a:spcBef>
                <a:spcPct val="0"/>
              </a:spcBef>
              <a:spcAft>
                <a:spcPct val="0"/>
              </a:spcAft>
            </a:pPr>
            <a:r>
              <a:rPr lang="zh-CN" altLang="en-US" sz="2000" dirty="0">
                <a:latin typeface="Arial Unicode MS"/>
              </a:rPr>
              <a:t>这种情况会发生什么？</a:t>
            </a:r>
            <a:r>
              <a:rPr lang="zh-CN" altLang="zh-CN" sz="2000" dirty="0">
                <a:latin typeface="Arial Unicode MS"/>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6F22177-A6B2-406B-84C7-FC113E90FC43}"/>
              </a:ext>
            </a:extLst>
          </p:cNvPr>
          <p:cNvSpPr>
            <a:spLocks noGrp="1" noChangeArrowheads="1"/>
          </p:cNvSpPr>
          <p:nvPr>
            <p:ph type="title"/>
          </p:nvPr>
        </p:nvSpPr>
        <p:spPr/>
        <p:txBody>
          <a:bodyPr/>
          <a:lstStyle/>
          <a:p>
            <a:r>
              <a:rPr lang="en-US" altLang="zh-CN" dirty="0"/>
              <a:t>6.2.4 </a:t>
            </a:r>
            <a:r>
              <a:rPr lang="zh-CN" altLang="en-US" dirty="0"/>
              <a:t>栈上可变长数据</a:t>
            </a:r>
          </a:p>
        </p:txBody>
      </p:sp>
      <p:sp>
        <p:nvSpPr>
          <p:cNvPr id="40963" name="Rectangle 3">
            <a:extLst>
              <a:ext uri="{FF2B5EF4-FFF2-40B4-BE49-F238E27FC236}">
                <a16:creationId xmlns:a16="http://schemas.microsoft.com/office/drawing/2014/main" id="{DBCB4CE6-DA41-4C94-8E70-180A643546D8}"/>
              </a:ext>
            </a:extLst>
          </p:cNvPr>
          <p:cNvSpPr>
            <a:spLocks noGrp="1" noChangeArrowheads="1"/>
          </p:cNvSpPr>
          <p:nvPr>
            <p:ph idx="1"/>
          </p:nvPr>
        </p:nvSpPr>
        <p:spPr/>
        <p:txBody>
          <a:bodyPr/>
          <a:lstStyle/>
          <a:p>
            <a:pPr algn="just"/>
            <a:r>
              <a:rPr lang="zh-CN" altLang="en-US">
                <a:latin typeface="宋体" panose="02010600030101010101" pitchFamily="2" charset="-122"/>
              </a:rPr>
              <a:t>现代编程语言中，通常把编译时不能确定所需空间大小的数据分配在堆上。有些情况下，把一些未知大小的结构分配在栈上也是可能的。</a:t>
            </a:r>
            <a:endParaRPr lang="en-US" altLang="zh-CN">
              <a:latin typeface="宋体" panose="02010600030101010101" pitchFamily="2" charset="-122"/>
            </a:endParaRPr>
          </a:p>
          <a:p>
            <a:pPr lvl="1" algn="just"/>
            <a:r>
              <a:rPr lang="zh-CN" altLang="en-US">
                <a:latin typeface="宋体" panose="02010600030101010101" pitchFamily="2" charset="-122"/>
              </a:rPr>
              <a:t>不分配在堆上的理由：避免垃圾收集器收集它们的开销。</a:t>
            </a:r>
            <a:endParaRPr lang="en-US" altLang="zh-CN">
              <a:latin typeface="宋体" panose="02010600030101010101" pitchFamily="2" charset="-122"/>
            </a:endParaRPr>
          </a:p>
          <a:p>
            <a:pPr lvl="1" algn="just"/>
            <a:r>
              <a:rPr lang="zh-CN" altLang="en-US">
                <a:latin typeface="宋体" panose="02010600030101010101" pitchFamily="2" charset="-122"/>
              </a:rPr>
              <a:t>只有作用范围在一个过程中并在该过程返回后不可访问的数据对象才能分配在栈上。</a:t>
            </a:r>
            <a:endParaRPr lang="en-US" altLang="zh-CN">
              <a:latin typeface="宋体" panose="02010600030101010101" pitchFamily="2" charset="-122"/>
            </a:endParaRPr>
          </a:p>
        </p:txBody>
      </p:sp>
      <p:sp>
        <p:nvSpPr>
          <p:cNvPr id="2" name="日期占位符 1">
            <a:extLst>
              <a:ext uri="{FF2B5EF4-FFF2-40B4-BE49-F238E27FC236}">
                <a16:creationId xmlns:a16="http://schemas.microsoft.com/office/drawing/2014/main" id="{0E1E0FF4-08A7-A05A-F42B-D4D936F59976}"/>
              </a:ext>
            </a:extLst>
          </p:cNvPr>
          <p:cNvSpPr>
            <a:spLocks noGrp="1"/>
          </p:cNvSpPr>
          <p:nvPr>
            <p:ph type="dt" sz="half" idx="10"/>
          </p:nvPr>
        </p:nvSpPr>
        <p:spPr/>
        <p:txBody>
          <a:bodyPr/>
          <a:lstStyle/>
          <a:p>
            <a:fld id="{46428FB7-E545-49ED-BE7F-2FBD1160D6D9}"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7E318650-36A6-7BB5-83F9-D9C70497A6F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C8A7166B-C803-AD84-AC5F-0699B597A7DC}"/>
              </a:ext>
            </a:extLst>
          </p:cNvPr>
          <p:cNvSpPr>
            <a:spLocks noGrp="1"/>
          </p:cNvSpPr>
          <p:nvPr>
            <p:ph type="sldNum" sz="quarter" idx="12"/>
          </p:nvPr>
        </p:nvSpPr>
        <p:spPr/>
        <p:txBody>
          <a:bodyPr/>
          <a:lstStyle/>
          <a:p>
            <a:fld id="{094DEB03-EFC6-4C20-8FC8-295189A5386F}" type="slidenum">
              <a:rPr lang="zh-CN" altLang="en-US" smtClean="0"/>
              <a:pPr/>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BF41492-C589-40B9-B30E-A021804B6B76}"/>
              </a:ext>
            </a:extLst>
          </p:cNvPr>
          <p:cNvSpPr>
            <a:spLocks noGrp="1" noChangeArrowheads="1"/>
          </p:cNvSpPr>
          <p:nvPr>
            <p:ph type="title"/>
          </p:nvPr>
        </p:nvSpPr>
        <p:spPr/>
        <p:txBody>
          <a:bodyPr/>
          <a:lstStyle/>
          <a:p>
            <a:r>
              <a:rPr lang="en-US" altLang="zh-CN" dirty="0"/>
              <a:t>6.2.4 </a:t>
            </a:r>
            <a:r>
              <a:rPr lang="zh-CN" altLang="en-US" dirty="0"/>
              <a:t>栈上可变长数据</a:t>
            </a:r>
          </a:p>
        </p:txBody>
      </p:sp>
      <p:sp>
        <p:nvSpPr>
          <p:cNvPr id="41987" name="Rectangle 3">
            <a:extLst>
              <a:ext uri="{FF2B5EF4-FFF2-40B4-BE49-F238E27FC236}">
                <a16:creationId xmlns:a16="http://schemas.microsoft.com/office/drawing/2014/main" id="{3DB49F41-3511-40DB-9725-367A5B3536E4}"/>
              </a:ext>
            </a:extLst>
          </p:cNvPr>
          <p:cNvSpPr>
            <a:spLocks noGrp="1" noChangeArrowheads="1"/>
          </p:cNvSpPr>
          <p:nvPr>
            <p:ph idx="1"/>
          </p:nvPr>
        </p:nvSpPr>
        <p:spPr/>
        <p:txBody>
          <a:bodyPr/>
          <a:lstStyle/>
          <a:p>
            <a:pPr algn="just"/>
            <a:r>
              <a:rPr lang="zh-CN" altLang="en-US">
                <a:latin typeface="宋体" panose="02010600030101010101" pitchFamily="2" charset="-122"/>
              </a:rPr>
              <a:t>活动记录的长度在编译时不能确定的情况举例：</a:t>
            </a:r>
            <a:r>
              <a:rPr lang="en-US" altLang="zh-CN">
                <a:latin typeface="宋体" panose="02010600030101010101" pitchFamily="2" charset="-122"/>
              </a:rPr>
              <a:t>(</a:t>
            </a:r>
            <a:r>
              <a:rPr lang="zh-CN" altLang="en-US">
                <a:latin typeface="宋体" panose="02010600030101010101" pitchFamily="2" charset="-122"/>
              </a:rPr>
              <a:t>局部</a:t>
            </a:r>
            <a:r>
              <a:rPr lang="en-US" altLang="zh-CN">
                <a:latin typeface="宋体" panose="02010600030101010101" pitchFamily="2" charset="-122"/>
              </a:rPr>
              <a:t>)</a:t>
            </a:r>
            <a:r>
              <a:rPr lang="zh-CN" altLang="en-US">
                <a:latin typeface="宋体" panose="02010600030101010101" pitchFamily="2" charset="-122"/>
              </a:rPr>
              <a:t>动态数组</a:t>
            </a:r>
          </a:p>
          <a:p>
            <a:pPr lvl="1" algn="just"/>
            <a:r>
              <a:rPr lang="zh-CN" altLang="en-US">
                <a:latin typeface="宋体" panose="02010600030101010101" pitchFamily="2" charset="-122"/>
              </a:rPr>
              <a:t>局部数组的大小要等到过程激活时才能确定</a:t>
            </a:r>
          </a:p>
          <a:p>
            <a:pPr lvl="2" algn="just"/>
            <a:r>
              <a:rPr lang="zh-CN" altLang="en-US">
                <a:latin typeface="宋体" panose="02010600030101010101" pitchFamily="2" charset="-122"/>
              </a:rPr>
              <a:t>在活动记录中为这样的数组分别分配存放数组指针的单元</a:t>
            </a:r>
          </a:p>
          <a:p>
            <a:pPr lvl="2" algn="just"/>
            <a:r>
              <a:rPr lang="zh-CN" altLang="en-US">
                <a:latin typeface="宋体" panose="02010600030101010101" pitchFamily="2" charset="-122"/>
              </a:rPr>
              <a:t>运行时，这些指针指向分配在栈顶的存储空间</a:t>
            </a:r>
          </a:p>
          <a:p>
            <a:endParaRPr lang="en-US" altLang="zh-CN"/>
          </a:p>
        </p:txBody>
      </p:sp>
      <p:sp>
        <p:nvSpPr>
          <p:cNvPr id="2" name="日期占位符 1">
            <a:extLst>
              <a:ext uri="{FF2B5EF4-FFF2-40B4-BE49-F238E27FC236}">
                <a16:creationId xmlns:a16="http://schemas.microsoft.com/office/drawing/2014/main" id="{8116917E-2856-F6C7-D562-C139E86C22A0}"/>
              </a:ext>
            </a:extLst>
          </p:cNvPr>
          <p:cNvSpPr>
            <a:spLocks noGrp="1"/>
          </p:cNvSpPr>
          <p:nvPr>
            <p:ph type="dt" sz="half" idx="10"/>
          </p:nvPr>
        </p:nvSpPr>
        <p:spPr/>
        <p:txBody>
          <a:bodyPr/>
          <a:lstStyle/>
          <a:p>
            <a:fld id="{9E75C168-102A-4E8F-AB18-615EF0C27E3D}"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60E4A55C-389F-5BE7-A3EE-CCCE098EB5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DB8B6E07-9B17-D0DB-9EF6-2FD177FC8312}"/>
              </a:ext>
            </a:extLst>
          </p:cNvPr>
          <p:cNvSpPr>
            <a:spLocks noGrp="1"/>
          </p:cNvSpPr>
          <p:nvPr>
            <p:ph type="sldNum" sz="quarter" idx="12"/>
          </p:nvPr>
        </p:nvSpPr>
        <p:spPr/>
        <p:txBody>
          <a:bodyPr/>
          <a:lstStyle/>
          <a:p>
            <a:fld id="{094DEB03-EFC6-4C20-8FC8-295189A5386F}" type="slidenum">
              <a:rPr lang="zh-CN" altLang="en-US" smtClean="0"/>
              <a:pPr/>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a:extLst>
              <a:ext uri="{FF2B5EF4-FFF2-40B4-BE49-F238E27FC236}">
                <a16:creationId xmlns:a16="http://schemas.microsoft.com/office/drawing/2014/main" id="{9C0360C0-1976-4063-A5F8-AD99CC8E7C5F}"/>
              </a:ext>
            </a:extLst>
          </p:cNvPr>
          <p:cNvSpPr>
            <a:spLocks noChangeArrowheads="1"/>
          </p:cNvSpPr>
          <p:nvPr/>
        </p:nvSpPr>
        <p:spPr bwMode="auto">
          <a:xfrm>
            <a:off x="2062489" y="6345238"/>
            <a:ext cx="6208713"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t>访问动态分配的数组</a:t>
            </a:r>
          </a:p>
        </p:txBody>
      </p:sp>
      <p:sp>
        <p:nvSpPr>
          <p:cNvPr id="43011" name="Line 6">
            <a:extLst>
              <a:ext uri="{FF2B5EF4-FFF2-40B4-BE49-F238E27FC236}">
                <a16:creationId xmlns:a16="http://schemas.microsoft.com/office/drawing/2014/main" id="{1265077C-7016-46CE-BA6C-210763E85FC9}"/>
              </a:ext>
            </a:extLst>
          </p:cNvPr>
          <p:cNvSpPr>
            <a:spLocks noChangeShapeType="1"/>
          </p:cNvSpPr>
          <p:nvPr/>
        </p:nvSpPr>
        <p:spPr bwMode="auto">
          <a:xfrm flipV="1">
            <a:off x="6491614" y="1263076"/>
            <a:ext cx="2362200" cy="47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2" name="Line 7">
            <a:extLst>
              <a:ext uri="{FF2B5EF4-FFF2-40B4-BE49-F238E27FC236}">
                <a16:creationId xmlns:a16="http://schemas.microsoft.com/office/drawing/2014/main" id="{C99630EE-DE8F-4625-8072-5745418292BE}"/>
              </a:ext>
            </a:extLst>
          </p:cNvPr>
          <p:cNvSpPr>
            <a:spLocks noChangeShapeType="1"/>
          </p:cNvSpPr>
          <p:nvPr/>
        </p:nvSpPr>
        <p:spPr bwMode="auto">
          <a:xfrm>
            <a:off x="7869564" y="1877438"/>
            <a:ext cx="527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3" name="Line 8">
            <a:extLst>
              <a:ext uri="{FF2B5EF4-FFF2-40B4-BE49-F238E27FC236}">
                <a16:creationId xmlns:a16="http://schemas.microsoft.com/office/drawing/2014/main" id="{93450F78-86DF-4498-8D78-781DC9FB94C7}"/>
              </a:ext>
            </a:extLst>
          </p:cNvPr>
          <p:cNvSpPr>
            <a:spLocks noChangeShapeType="1"/>
          </p:cNvSpPr>
          <p:nvPr/>
        </p:nvSpPr>
        <p:spPr bwMode="auto">
          <a:xfrm>
            <a:off x="6415414" y="6297038"/>
            <a:ext cx="2514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4" name="Line 9">
            <a:extLst>
              <a:ext uri="{FF2B5EF4-FFF2-40B4-BE49-F238E27FC236}">
                <a16:creationId xmlns:a16="http://schemas.microsoft.com/office/drawing/2014/main" id="{A8A150ED-F746-4A28-85A3-1B54C21B99AE}"/>
              </a:ext>
            </a:extLst>
          </p:cNvPr>
          <p:cNvSpPr>
            <a:spLocks noChangeShapeType="1"/>
          </p:cNvSpPr>
          <p:nvPr/>
        </p:nvSpPr>
        <p:spPr bwMode="auto">
          <a:xfrm>
            <a:off x="6491614" y="3096638"/>
            <a:ext cx="2162175" cy="95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5" name="Line 10">
            <a:extLst>
              <a:ext uri="{FF2B5EF4-FFF2-40B4-BE49-F238E27FC236}">
                <a16:creationId xmlns:a16="http://schemas.microsoft.com/office/drawing/2014/main" id="{53F57A33-354F-4E62-830A-858D4EA5BF4E}"/>
              </a:ext>
            </a:extLst>
          </p:cNvPr>
          <p:cNvSpPr>
            <a:spLocks noChangeShapeType="1"/>
          </p:cNvSpPr>
          <p:nvPr/>
        </p:nvSpPr>
        <p:spPr bwMode="auto">
          <a:xfrm>
            <a:off x="8060064" y="3853876"/>
            <a:ext cx="4889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6" name="Rectangle 11">
            <a:extLst>
              <a:ext uri="{FF2B5EF4-FFF2-40B4-BE49-F238E27FC236}">
                <a16:creationId xmlns:a16="http://schemas.microsoft.com/office/drawing/2014/main" id="{B3033605-34A3-452B-A133-98BB443E4989}"/>
              </a:ext>
            </a:extLst>
          </p:cNvPr>
          <p:cNvSpPr>
            <a:spLocks noChangeArrowheads="1"/>
          </p:cNvSpPr>
          <p:nvPr/>
        </p:nvSpPr>
        <p:spPr bwMode="auto">
          <a:xfrm>
            <a:off x="7253614" y="1305938"/>
            <a:ext cx="1600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q</a:t>
            </a:r>
            <a:r>
              <a:rPr lang="zh-CN" altLang="en-US" sz="2800" b="0" dirty="0"/>
              <a:t>的数组</a:t>
            </a:r>
          </a:p>
        </p:txBody>
      </p:sp>
      <p:sp>
        <p:nvSpPr>
          <p:cNvPr id="43017" name="Line 12">
            <a:extLst>
              <a:ext uri="{FF2B5EF4-FFF2-40B4-BE49-F238E27FC236}">
                <a16:creationId xmlns:a16="http://schemas.microsoft.com/office/drawing/2014/main" id="{DC3779C3-EC0D-4166-B49A-0A838F49E3C7}"/>
              </a:ext>
            </a:extLst>
          </p:cNvPr>
          <p:cNvSpPr>
            <a:spLocks noChangeShapeType="1"/>
          </p:cNvSpPr>
          <p:nvPr/>
        </p:nvSpPr>
        <p:spPr bwMode="auto">
          <a:xfrm>
            <a:off x="8280727" y="3682426"/>
            <a:ext cx="6350" cy="176212"/>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18" name="Line 13">
            <a:extLst>
              <a:ext uri="{FF2B5EF4-FFF2-40B4-BE49-F238E27FC236}">
                <a16:creationId xmlns:a16="http://schemas.microsoft.com/office/drawing/2014/main" id="{EE1A2FAB-92EE-4830-BE4F-D3147AA7CD4C}"/>
              </a:ext>
            </a:extLst>
          </p:cNvPr>
          <p:cNvSpPr>
            <a:spLocks noChangeShapeType="1"/>
          </p:cNvSpPr>
          <p:nvPr/>
        </p:nvSpPr>
        <p:spPr bwMode="auto">
          <a:xfrm flipH="1" flipV="1">
            <a:off x="6720214" y="1267838"/>
            <a:ext cx="9525" cy="76200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19" name="Rectangle 14">
            <a:extLst>
              <a:ext uri="{FF2B5EF4-FFF2-40B4-BE49-F238E27FC236}">
                <a16:creationId xmlns:a16="http://schemas.microsoft.com/office/drawing/2014/main" id="{BAA06FC2-F262-4DC7-8079-E7AEE8DC77D5}"/>
              </a:ext>
            </a:extLst>
          </p:cNvPr>
          <p:cNvSpPr>
            <a:spLocks noChangeArrowheads="1"/>
          </p:cNvSpPr>
          <p:nvPr/>
        </p:nvSpPr>
        <p:spPr bwMode="auto">
          <a:xfrm>
            <a:off x="5478789" y="2029838"/>
            <a:ext cx="223202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q</a:t>
            </a:r>
            <a:r>
              <a:rPr lang="zh-CN" altLang="en-US" sz="2800" b="0" dirty="0"/>
              <a:t>的活动记录</a:t>
            </a:r>
          </a:p>
        </p:txBody>
      </p:sp>
      <p:sp>
        <p:nvSpPr>
          <p:cNvPr id="43020" name="Rectangle 15">
            <a:extLst>
              <a:ext uri="{FF2B5EF4-FFF2-40B4-BE49-F238E27FC236}">
                <a16:creationId xmlns:a16="http://schemas.microsoft.com/office/drawing/2014/main" id="{55921A42-787E-4F80-888B-E591689B8504}"/>
              </a:ext>
            </a:extLst>
          </p:cNvPr>
          <p:cNvSpPr>
            <a:spLocks noChangeArrowheads="1"/>
          </p:cNvSpPr>
          <p:nvPr/>
        </p:nvSpPr>
        <p:spPr bwMode="auto">
          <a:xfrm>
            <a:off x="7183764" y="3172838"/>
            <a:ext cx="182245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p</a:t>
            </a:r>
            <a:r>
              <a:rPr lang="zh-CN" altLang="en-US" sz="2800" b="0" dirty="0"/>
              <a:t>的数组</a:t>
            </a:r>
          </a:p>
        </p:txBody>
      </p:sp>
      <p:sp>
        <p:nvSpPr>
          <p:cNvPr id="43021" name="Rectangle 16">
            <a:extLst>
              <a:ext uri="{FF2B5EF4-FFF2-40B4-BE49-F238E27FC236}">
                <a16:creationId xmlns:a16="http://schemas.microsoft.com/office/drawing/2014/main" id="{C1FBBDA3-5448-4598-8DE0-CA5293773A33}"/>
              </a:ext>
            </a:extLst>
          </p:cNvPr>
          <p:cNvSpPr>
            <a:spLocks noChangeArrowheads="1"/>
          </p:cNvSpPr>
          <p:nvPr/>
        </p:nvSpPr>
        <p:spPr bwMode="auto">
          <a:xfrm>
            <a:off x="1857702" y="1267838"/>
            <a:ext cx="3194050" cy="50307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endParaRPr lang="zh-CN" altLang="en-US" sz="2800"/>
          </a:p>
        </p:txBody>
      </p:sp>
      <p:sp>
        <p:nvSpPr>
          <p:cNvPr id="43022" name="Line 17">
            <a:extLst>
              <a:ext uri="{FF2B5EF4-FFF2-40B4-BE49-F238E27FC236}">
                <a16:creationId xmlns:a16="http://schemas.microsoft.com/office/drawing/2014/main" id="{BDC0B2BA-7E5B-4690-86EC-99675F725782}"/>
              </a:ext>
            </a:extLst>
          </p:cNvPr>
          <p:cNvSpPr>
            <a:spLocks noChangeShapeType="1"/>
          </p:cNvSpPr>
          <p:nvPr/>
        </p:nvSpPr>
        <p:spPr bwMode="auto">
          <a:xfrm>
            <a:off x="1894214" y="2715638"/>
            <a:ext cx="316071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3" name="Line 18">
            <a:extLst>
              <a:ext uri="{FF2B5EF4-FFF2-40B4-BE49-F238E27FC236}">
                <a16:creationId xmlns:a16="http://schemas.microsoft.com/office/drawing/2014/main" id="{2448B04C-9F95-4247-B97F-3A45D6C820D6}"/>
              </a:ext>
            </a:extLst>
          </p:cNvPr>
          <p:cNvSpPr>
            <a:spLocks noChangeShapeType="1"/>
          </p:cNvSpPr>
          <p:nvPr/>
        </p:nvSpPr>
        <p:spPr bwMode="auto">
          <a:xfrm>
            <a:off x="1929139" y="4696838"/>
            <a:ext cx="3138488"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4" name="Line 19">
            <a:extLst>
              <a:ext uri="{FF2B5EF4-FFF2-40B4-BE49-F238E27FC236}">
                <a16:creationId xmlns:a16="http://schemas.microsoft.com/office/drawing/2014/main" id="{8F0C2CAB-56C8-425B-83BC-76BA352FCAE3}"/>
              </a:ext>
            </a:extLst>
          </p:cNvPr>
          <p:cNvSpPr>
            <a:spLocks noChangeShapeType="1"/>
          </p:cNvSpPr>
          <p:nvPr/>
        </p:nvSpPr>
        <p:spPr bwMode="auto">
          <a:xfrm flipV="1">
            <a:off x="1914852" y="5154038"/>
            <a:ext cx="3119437"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5" name="Line 20">
            <a:extLst>
              <a:ext uri="{FF2B5EF4-FFF2-40B4-BE49-F238E27FC236}">
                <a16:creationId xmlns:a16="http://schemas.microsoft.com/office/drawing/2014/main" id="{C54D16D5-E127-457F-B19F-036CE5385482}"/>
              </a:ext>
            </a:extLst>
          </p:cNvPr>
          <p:cNvSpPr>
            <a:spLocks noChangeShapeType="1"/>
          </p:cNvSpPr>
          <p:nvPr/>
        </p:nvSpPr>
        <p:spPr bwMode="auto">
          <a:xfrm flipV="1">
            <a:off x="1900564" y="3096638"/>
            <a:ext cx="3081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6" name="Line 21">
            <a:extLst>
              <a:ext uri="{FF2B5EF4-FFF2-40B4-BE49-F238E27FC236}">
                <a16:creationId xmlns:a16="http://schemas.microsoft.com/office/drawing/2014/main" id="{F14B4753-AD43-4503-A193-33FC53F4F405}"/>
              </a:ext>
            </a:extLst>
          </p:cNvPr>
          <p:cNvSpPr>
            <a:spLocks noChangeShapeType="1"/>
          </p:cNvSpPr>
          <p:nvPr/>
        </p:nvSpPr>
        <p:spPr bwMode="auto">
          <a:xfrm>
            <a:off x="1876752" y="1877438"/>
            <a:ext cx="31400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7" name="Rectangle 22">
            <a:extLst>
              <a:ext uri="{FF2B5EF4-FFF2-40B4-BE49-F238E27FC236}">
                <a16:creationId xmlns:a16="http://schemas.microsoft.com/office/drawing/2014/main" id="{08C043A7-54DB-45D7-BF95-7CE703E6F07B}"/>
              </a:ext>
            </a:extLst>
          </p:cNvPr>
          <p:cNvSpPr>
            <a:spLocks noChangeArrowheads="1"/>
          </p:cNvSpPr>
          <p:nvPr/>
        </p:nvSpPr>
        <p:spPr bwMode="auto">
          <a:xfrm>
            <a:off x="1806902" y="2218751"/>
            <a:ext cx="32131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t>控制链</a:t>
            </a:r>
          </a:p>
        </p:txBody>
      </p:sp>
      <p:sp>
        <p:nvSpPr>
          <p:cNvPr id="43028" name="Rectangle 23">
            <a:extLst>
              <a:ext uri="{FF2B5EF4-FFF2-40B4-BE49-F238E27FC236}">
                <a16:creationId xmlns:a16="http://schemas.microsoft.com/office/drawing/2014/main" id="{C7372FCF-4C20-4584-AFC6-DAFB05D3B3C3}"/>
              </a:ext>
            </a:extLst>
          </p:cNvPr>
          <p:cNvSpPr>
            <a:spLocks noChangeArrowheads="1"/>
          </p:cNvSpPr>
          <p:nvPr/>
        </p:nvSpPr>
        <p:spPr bwMode="auto">
          <a:xfrm>
            <a:off x="313064" y="882076"/>
            <a:ext cx="121443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top_sp</a:t>
            </a:r>
            <a:r>
              <a:rPr lang="en-US" altLang="zh-CN" sz="1000" b="1" i="1" dirty="0">
                <a:ea typeface="宋体" panose="02010600030101010101" pitchFamily="2" charset="-122"/>
              </a:rPr>
              <a:t> </a:t>
            </a:r>
            <a:endParaRPr lang="en-US" altLang="zh-CN" sz="1000" b="1" dirty="0">
              <a:ea typeface="宋体" panose="02010600030101010101" pitchFamily="2" charset="-122"/>
            </a:endParaRPr>
          </a:p>
        </p:txBody>
      </p:sp>
      <p:sp>
        <p:nvSpPr>
          <p:cNvPr id="43029" name="Line 24">
            <a:extLst>
              <a:ext uri="{FF2B5EF4-FFF2-40B4-BE49-F238E27FC236}">
                <a16:creationId xmlns:a16="http://schemas.microsoft.com/office/drawing/2014/main" id="{0F231266-7DF4-4668-A5B0-6046FB4A77FB}"/>
              </a:ext>
            </a:extLst>
          </p:cNvPr>
          <p:cNvSpPr>
            <a:spLocks noChangeShapeType="1"/>
          </p:cNvSpPr>
          <p:nvPr/>
        </p:nvSpPr>
        <p:spPr bwMode="auto">
          <a:xfrm>
            <a:off x="1441777" y="1267838"/>
            <a:ext cx="412750"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30" name="Rectangle 25">
            <a:extLst>
              <a:ext uri="{FF2B5EF4-FFF2-40B4-BE49-F238E27FC236}">
                <a16:creationId xmlns:a16="http://schemas.microsoft.com/office/drawing/2014/main" id="{A2960A8F-37A4-48A6-8DDF-BCF542AD5812}"/>
              </a:ext>
            </a:extLst>
          </p:cNvPr>
          <p:cNvSpPr>
            <a:spLocks noChangeArrowheads="1"/>
          </p:cNvSpPr>
          <p:nvPr/>
        </p:nvSpPr>
        <p:spPr bwMode="auto">
          <a:xfrm>
            <a:off x="171777" y="1852038"/>
            <a:ext cx="135572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solidFill>
                  <a:srgbClr val="FF0000"/>
                </a:solidFill>
                <a:ea typeface="宋体" panose="02010600030101010101" pitchFamily="2" charset="-122"/>
              </a:rPr>
              <a:t>base_sp</a:t>
            </a:r>
            <a:r>
              <a:rPr lang="en-US" altLang="zh-CN" sz="1000" b="1" i="1" dirty="0">
                <a:solidFill>
                  <a:srgbClr val="FF0000"/>
                </a:solidFill>
                <a:ea typeface="宋体" panose="02010600030101010101" pitchFamily="2" charset="-122"/>
              </a:rPr>
              <a:t> </a:t>
            </a:r>
            <a:endParaRPr lang="en-US" altLang="zh-CN" sz="1000" b="1" dirty="0">
              <a:solidFill>
                <a:srgbClr val="FF0000"/>
              </a:solidFill>
              <a:ea typeface="宋体" panose="02010600030101010101" pitchFamily="2" charset="-122"/>
            </a:endParaRPr>
          </a:p>
        </p:txBody>
      </p:sp>
      <p:sp>
        <p:nvSpPr>
          <p:cNvPr id="43031" name="Line 26">
            <a:extLst>
              <a:ext uri="{FF2B5EF4-FFF2-40B4-BE49-F238E27FC236}">
                <a16:creationId xmlns:a16="http://schemas.microsoft.com/office/drawing/2014/main" id="{24088AD9-66A0-4E35-BCA2-FE214BEA25F7}"/>
              </a:ext>
            </a:extLst>
          </p:cNvPr>
          <p:cNvSpPr>
            <a:spLocks noChangeShapeType="1"/>
          </p:cNvSpPr>
          <p:nvPr/>
        </p:nvSpPr>
        <p:spPr bwMode="auto">
          <a:xfrm>
            <a:off x="1443364" y="2258438"/>
            <a:ext cx="414338" cy="0"/>
          </a:xfrm>
          <a:prstGeom prst="line">
            <a:avLst/>
          </a:prstGeom>
          <a:noFill/>
          <a:ln w="25400">
            <a:solidFill>
              <a:schemeClr val="tx2"/>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32" name="Freeform 27">
            <a:extLst>
              <a:ext uri="{FF2B5EF4-FFF2-40B4-BE49-F238E27FC236}">
                <a16:creationId xmlns:a16="http://schemas.microsoft.com/office/drawing/2014/main" id="{343F3C69-39F0-4B70-86A9-7F61727C0E2C}"/>
              </a:ext>
            </a:extLst>
          </p:cNvPr>
          <p:cNvSpPr>
            <a:spLocks/>
          </p:cNvSpPr>
          <p:nvPr/>
        </p:nvSpPr>
        <p:spPr bwMode="auto">
          <a:xfrm>
            <a:off x="1005214" y="2410838"/>
            <a:ext cx="819150" cy="3343275"/>
          </a:xfrm>
          <a:custGeom>
            <a:avLst/>
            <a:gdLst>
              <a:gd name="T0" fmla="*/ 2147483646 w 654"/>
              <a:gd name="T1" fmla="*/ 2147483646 h 2730"/>
              <a:gd name="T2" fmla="*/ 2147483646 w 654"/>
              <a:gd name="T3" fmla="*/ 2147483646 h 2730"/>
              <a:gd name="T4" fmla="*/ 2147483646 w 654"/>
              <a:gd name="T5" fmla="*/ 2147483646 h 2730"/>
              <a:gd name="T6" fmla="*/ 2147483646 w 654"/>
              <a:gd name="T7" fmla="*/ 2147483646 h 2730"/>
              <a:gd name="T8" fmla="*/ 2147483646 w 654"/>
              <a:gd name="T9" fmla="*/ 2147483646 h 2730"/>
              <a:gd name="T10" fmla="*/ 2147483646 w 654"/>
              <a:gd name="T11" fmla="*/ 2147483646 h 2730"/>
              <a:gd name="T12" fmla="*/ 2147483646 w 654"/>
              <a:gd name="T13" fmla="*/ 0 h 2730"/>
              <a:gd name="T14" fmla="*/ 0 60000 65536"/>
              <a:gd name="T15" fmla="*/ 0 60000 65536"/>
              <a:gd name="T16" fmla="*/ 0 60000 65536"/>
              <a:gd name="T17" fmla="*/ 0 60000 65536"/>
              <a:gd name="T18" fmla="*/ 0 60000 65536"/>
              <a:gd name="T19" fmla="*/ 0 60000 65536"/>
              <a:gd name="T20" fmla="*/ 0 60000 65536"/>
              <a:gd name="T21" fmla="*/ 0 w 654"/>
              <a:gd name="T22" fmla="*/ 0 h 2730"/>
              <a:gd name="T23" fmla="*/ 654 w 654"/>
              <a:gd name="T24" fmla="*/ 2730 h 27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4" h="2730">
                <a:moveTo>
                  <a:pt x="654" y="2730"/>
                </a:moveTo>
                <a:cubicBezTo>
                  <a:pt x="601" y="2695"/>
                  <a:pt x="435" y="2625"/>
                  <a:pt x="334" y="2520"/>
                </a:cubicBezTo>
                <a:cubicBezTo>
                  <a:pt x="233" y="2415"/>
                  <a:pt x="98" y="2317"/>
                  <a:pt x="49" y="2100"/>
                </a:cubicBezTo>
                <a:cubicBezTo>
                  <a:pt x="0" y="1883"/>
                  <a:pt x="42" y="1440"/>
                  <a:pt x="39" y="1215"/>
                </a:cubicBezTo>
                <a:cubicBezTo>
                  <a:pt x="36" y="990"/>
                  <a:pt x="20" y="897"/>
                  <a:pt x="34" y="750"/>
                </a:cubicBezTo>
                <a:cubicBezTo>
                  <a:pt x="48" y="603"/>
                  <a:pt x="44" y="455"/>
                  <a:pt x="124" y="330"/>
                </a:cubicBezTo>
                <a:cubicBezTo>
                  <a:pt x="204" y="205"/>
                  <a:pt x="433" y="69"/>
                  <a:pt x="514" y="0"/>
                </a:cubicBezTo>
              </a:path>
            </a:pathLst>
          </a:custGeom>
          <a:noFill/>
          <a:ln w="25400">
            <a:solidFill>
              <a:schemeClr val="tx1"/>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33" name="Line 29">
            <a:extLst>
              <a:ext uri="{FF2B5EF4-FFF2-40B4-BE49-F238E27FC236}">
                <a16:creationId xmlns:a16="http://schemas.microsoft.com/office/drawing/2014/main" id="{293D958D-7C53-4D6A-BEB0-BD70D5CBE756}"/>
              </a:ext>
            </a:extLst>
          </p:cNvPr>
          <p:cNvSpPr>
            <a:spLocks noChangeShapeType="1"/>
          </p:cNvSpPr>
          <p:nvPr/>
        </p:nvSpPr>
        <p:spPr bwMode="auto">
          <a:xfrm flipH="1">
            <a:off x="8107689" y="1685351"/>
            <a:ext cx="12700" cy="19208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34" name="Line 30">
            <a:extLst>
              <a:ext uri="{FF2B5EF4-FFF2-40B4-BE49-F238E27FC236}">
                <a16:creationId xmlns:a16="http://schemas.microsoft.com/office/drawing/2014/main" id="{8F7530A3-DF82-4C46-952D-1445EC322075}"/>
              </a:ext>
            </a:extLst>
          </p:cNvPr>
          <p:cNvSpPr>
            <a:spLocks noChangeShapeType="1"/>
          </p:cNvSpPr>
          <p:nvPr/>
        </p:nvSpPr>
        <p:spPr bwMode="auto">
          <a:xfrm flipH="1" flipV="1">
            <a:off x="8263264" y="3096638"/>
            <a:ext cx="17463" cy="233363"/>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35" name="Rectangle 31">
            <a:extLst>
              <a:ext uri="{FF2B5EF4-FFF2-40B4-BE49-F238E27FC236}">
                <a16:creationId xmlns:a16="http://schemas.microsoft.com/office/drawing/2014/main" id="{4A986756-B0B6-4085-A0D5-A3F5349CB24B}"/>
              </a:ext>
            </a:extLst>
          </p:cNvPr>
          <p:cNvSpPr>
            <a:spLocks noChangeArrowheads="1"/>
          </p:cNvSpPr>
          <p:nvPr/>
        </p:nvSpPr>
        <p:spPr bwMode="auto">
          <a:xfrm>
            <a:off x="5577214" y="4544438"/>
            <a:ext cx="220980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p</a:t>
            </a:r>
            <a:r>
              <a:rPr lang="zh-CN" altLang="en-US" sz="2800" b="0" dirty="0"/>
              <a:t>的活动记录</a:t>
            </a:r>
          </a:p>
        </p:txBody>
      </p:sp>
      <p:sp>
        <p:nvSpPr>
          <p:cNvPr id="43036" name="Line 32">
            <a:extLst>
              <a:ext uri="{FF2B5EF4-FFF2-40B4-BE49-F238E27FC236}">
                <a16:creationId xmlns:a16="http://schemas.microsoft.com/office/drawing/2014/main" id="{783B7B4B-6F74-47B0-A6D9-A8368B4EFC35}"/>
              </a:ext>
            </a:extLst>
          </p:cNvPr>
          <p:cNvSpPr>
            <a:spLocks noChangeShapeType="1"/>
          </p:cNvSpPr>
          <p:nvPr/>
        </p:nvSpPr>
        <p:spPr bwMode="auto">
          <a:xfrm flipV="1">
            <a:off x="6720214" y="3096638"/>
            <a:ext cx="12700" cy="139065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37" name="Rectangle 33">
            <a:extLst>
              <a:ext uri="{FF2B5EF4-FFF2-40B4-BE49-F238E27FC236}">
                <a16:creationId xmlns:a16="http://schemas.microsoft.com/office/drawing/2014/main" id="{4B809900-BF2F-4D78-A1E3-73DE228F0F8B}"/>
              </a:ext>
            </a:extLst>
          </p:cNvPr>
          <p:cNvSpPr>
            <a:spLocks noChangeArrowheads="1"/>
          </p:cNvSpPr>
          <p:nvPr/>
        </p:nvSpPr>
        <p:spPr bwMode="auto">
          <a:xfrm>
            <a:off x="1824364" y="4620638"/>
            <a:ext cx="32131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t>数组</a:t>
            </a:r>
            <a:r>
              <a:rPr lang="en-US" altLang="zh-CN" sz="2800" b="1" dirty="0">
                <a:ea typeface="宋体" panose="02010600030101010101" pitchFamily="2" charset="-122"/>
              </a:rPr>
              <a:t>A</a:t>
            </a:r>
            <a:r>
              <a:rPr lang="zh-CN" altLang="en-US" sz="2800" b="0" dirty="0"/>
              <a:t>的指针</a:t>
            </a:r>
          </a:p>
          <a:p>
            <a:pPr>
              <a:spcBef>
                <a:spcPct val="0"/>
              </a:spcBef>
              <a:buClrTx/>
              <a:buSzTx/>
              <a:buFontTx/>
              <a:buNone/>
            </a:pPr>
            <a:endParaRPr lang="en-US" altLang="zh-CN" sz="1000" b="0" dirty="0">
              <a:ea typeface="宋体" panose="02010600030101010101" pitchFamily="2" charset="-122"/>
            </a:endParaRPr>
          </a:p>
        </p:txBody>
      </p:sp>
      <p:sp>
        <p:nvSpPr>
          <p:cNvPr id="43038" name="Line 34">
            <a:extLst>
              <a:ext uri="{FF2B5EF4-FFF2-40B4-BE49-F238E27FC236}">
                <a16:creationId xmlns:a16="http://schemas.microsoft.com/office/drawing/2014/main" id="{B55C4B8D-F09D-4DDD-AD67-97DCCB7A2EF8}"/>
              </a:ext>
            </a:extLst>
          </p:cNvPr>
          <p:cNvSpPr>
            <a:spLocks noChangeShapeType="1"/>
          </p:cNvSpPr>
          <p:nvPr/>
        </p:nvSpPr>
        <p:spPr bwMode="auto">
          <a:xfrm>
            <a:off x="1914852" y="3477638"/>
            <a:ext cx="316071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9" name="Line 35">
            <a:extLst>
              <a:ext uri="{FF2B5EF4-FFF2-40B4-BE49-F238E27FC236}">
                <a16:creationId xmlns:a16="http://schemas.microsoft.com/office/drawing/2014/main" id="{F1F99FA1-E52A-4991-A4EF-D16C822E7213}"/>
              </a:ext>
            </a:extLst>
          </p:cNvPr>
          <p:cNvSpPr>
            <a:spLocks noChangeShapeType="1"/>
          </p:cNvSpPr>
          <p:nvPr/>
        </p:nvSpPr>
        <p:spPr bwMode="auto">
          <a:xfrm>
            <a:off x="1894214" y="4239638"/>
            <a:ext cx="316071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0" name="Rectangle 36">
            <a:extLst>
              <a:ext uri="{FF2B5EF4-FFF2-40B4-BE49-F238E27FC236}">
                <a16:creationId xmlns:a16="http://schemas.microsoft.com/office/drawing/2014/main" id="{A679239B-F4D9-4792-A48F-53F2E170DEE2}"/>
              </a:ext>
            </a:extLst>
          </p:cNvPr>
          <p:cNvSpPr>
            <a:spLocks noChangeArrowheads="1"/>
          </p:cNvSpPr>
          <p:nvPr/>
        </p:nvSpPr>
        <p:spPr bwMode="auto">
          <a:xfrm>
            <a:off x="1822777" y="4168201"/>
            <a:ext cx="3211512"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t>数组</a:t>
            </a:r>
            <a:r>
              <a:rPr lang="en-US" altLang="zh-CN" sz="2800" b="1" dirty="0">
                <a:ea typeface="宋体" panose="02010600030101010101" pitchFamily="2" charset="-122"/>
              </a:rPr>
              <a:t>B</a:t>
            </a:r>
            <a:r>
              <a:rPr lang="zh-CN" altLang="en-US" sz="2800" b="0" dirty="0"/>
              <a:t>的指针</a:t>
            </a:r>
          </a:p>
          <a:p>
            <a:pPr>
              <a:spcBef>
                <a:spcPct val="0"/>
              </a:spcBef>
              <a:buClrTx/>
              <a:buSzTx/>
              <a:buFontTx/>
              <a:buNone/>
            </a:pPr>
            <a:endParaRPr lang="en-US" altLang="zh-CN" sz="1000" b="0" dirty="0">
              <a:ea typeface="宋体" panose="02010600030101010101" pitchFamily="2" charset="-122"/>
            </a:endParaRPr>
          </a:p>
        </p:txBody>
      </p:sp>
      <p:sp>
        <p:nvSpPr>
          <p:cNvPr id="43041" name="Rectangle 37">
            <a:extLst>
              <a:ext uri="{FF2B5EF4-FFF2-40B4-BE49-F238E27FC236}">
                <a16:creationId xmlns:a16="http://schemas.microsoft.com/office/drawing/2014/main" id="{0D037961-9781-4BEA-8B5E-957DABF77F38}"/>
              </a:ext>
            </a:extLst>
          </p:cNvPr>
          <p:cNvSpPr>
            <a:spLocks noChangeArrowheads="1"/>
          </p:cNvSpPr>
          <p:nvPr/>
        </p:nvSpPr>
        <p:spPr bwMode="auto">
          <a:xfrm>
            <a:off x="1859289" y="3401438"/>
            <a:ext cx="32131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t>数组</a:t>
            </a:r>
            <a:r>
              <a:rPr lang="en-US" altLang="zh-CN" sz="2800" b="1" dirty="0">
                <a:ea typeface="宋体" panose="02010600030101010101" pitchFamily="2" charset="-122"/>
              </a:rPr>
              <a:t>A</a:t>
            </a:r>
          </a:p>
          <a:p>
            <a:pPr algn="ctr">
              <a:spcBef>
                <a:spcPct val="0"/>
              </a:spcBef>
              <a:buClrTx/>
              <a:buSzTx/>
              <a:buFontTx/>
              <a:buNone/>
            </a:pPr>
            <a:endParaRPr lang="en-US" altLang="zh-CN" sz="1000" b="0" dirty="0">
              <a:ea typeface="宋体" panose="02010600030101010101" pitchFamily="2" charset="-122"/>
            </a:endParaRPr>
          </a:p>
        </p:txBody>
      </p:sp>
      <p:sp>
        <p:nvSpPr>
          <p:cNvPr id="43042" name="Rectangle 38">
            <a:extLst>
              <a:ext uri="{FF2B5EF4-FFF2-40B4-BE49-F238E27FC236}">
                <a16:creationId xmlns:a16="http://schemas.microsoft.com/office/drawing/2014/main" id="{DDC0E234-6F73-4852-A109-8A121623B395}"/>
              </a:ext>
            </a:extLst>
          </p:cNvPr>
          <p:cNvSpPr>
            <a:spLocks noChangeArrowheads="1"/>
          </p:cNvSpPr>
          <p:nvPr/>
        </p:nvSpPr>
        <p:spPr bwMode="auto">
          <a:xfrm>
            <a:off x="1830714" y="3025201"/>
            <a:ext cx="321310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t>数组</a:t>
            </a:r>
            <a:r>
              <a:rPr lang="en-US" altLang="zh-CN" sz="2800" b="1" dirty="0">
                <a:ea typeface="宋体" panose="02010600030101010101" pitchFamily="2" charset="-122"/>
              </a:rPr>
              <a:t>B</a:t>
            </a:r>
          </a:p>
          <a:p>
            <a:pPr>
              <a:spcBef>
                <a:spcPct val="0"/>
              </a:spcBef>
              <a:buClrTx/>
              <a:buSzTx/>
              <a:buFontTx/>
              <a:buNone/>
            </a:pPr>
            <a:endParaRPr lang="en-US" altLang="zh-CN" sz="2800" dirty="0">
              <a:ea typeface="宋体" panose="02010600030101010101" pitchFamily="2" charset="-122"/>
            </a:endParaRPr>
          </a:p>
        </p:txBody>
      </p:sp>
      <p:sp>
        <p:nvSpPr>
          <p:cNvPr id="43043" name="Line 39">
            <a:extLst>
              <a:ext uri="{FF2B5EF4-FFF2-40B4-BE49-F238E27FC236}">
                <a16:creationId xmlns:a16="http://schemas.microsoft.com/office/drawing/2014/main" id="{F6DC8AEF-5F78-41B9-972F-43CE0199962B}"/>
              </a:ext>
            </a:extLst>
          </p:cNvPr>
          <p:cNvSpPr>
            <a:spLocks noChangeShapeType="1"/>
          </p:cNvSpPr>
          <p:nvPr/>
        </p:nvSpPr>
        <p:spPr bwMode="auto">
          <a:xfrm flipV="1">
            <a:off x="1922789" y="3934838"/>
            <a:ext cx="3081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4" name="Line 40">
            <a:extLst>
              <a:ext uri="{FF2B5EF4-FFF2-40B4-BE49-F238E27FC236}">
                <a16:creationId xmlns:a16="http://schemas.microsoft.com/office/drawing/2014/main" id="{7D684D08-76F4-4EF7-9F9E-985958F23943}"/>
              </a:ext>
            </a:extLst>
          </p:cNvPr>
          <p:cNvSpPr>
            <a:spLocks noChangeShapeType="1"/>
          </p:cNvSpPr>
          <p:nvPr/>
        </p:nvSpPr>
        <p:spPr bwMode="auto">
          <a:xfrm flipV="1">
            <a:off x="1894214" y="5535038"/>
            <a:ext cx="3121025"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5" name="Line 41">
            <a:extLst>
              <a:ext uri="{FF2B5EF4-FFF2-40B4-BE49-F238E27FC236}">
                <a16:creationId xmlns:a16="http://schemas.microsoft.com/office/drawing/2014/main" id="{A71A27D8-444B-4830-8042-8B9B95237AC1}"/>
              </a:ext>
            </a:extLst>
          </p:cNvPr>
          <p:cNvSpPr>
            <a:spLocks noChangeShapeType="1"/>
          </p:cNvSpPr>
          <p:nvPr/>
        </p:nvSpPr>
        <p:spPr bwMode="auto">
          <a:xfrm flipV="1">
            <a:off x="1894214" y="5916038"/>
            <a:ext cx="3121025"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6" name="Rectangle 42">
            <a:extLst>
              <a:ext uri="{FF2B5EF4-FFF2-40B4-BE49-F238E27FC236}">
                <a16:creationId xmlns:a16="http://schemas.microsoft.com/office/drawing/2014/main" id="{47FB6BEF-6FA1-4CC1-8242-E2B32F040029}"/>
              </a:ext>
            </a:extLst>
          </p:cNvPr>
          <p:cNvSpPr>
            <a:spLocks noChangeArrowheads="1"/>
          </p:cNvSpPr>
          <p:nvPr/>
        </p:nvSpPr>
        <p:spPr bwMode="auto">
          <a:xfrm>
            <a:off x="1805314" y="5458838"/>
            <a:ext cx="32115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t>控制链</a:t>
            </a:r>
          </a:p>
        </p:txBody>
      </p:sp>
      <p:sp>
        <p:nvSpPr>
          <p:cNvPr id="43047" name="Line 43">
            <a:extLst>
              <a:ext uri="{FF2B5EF4-FFF2-40B4-BE49-F238E27FC236}">
                <a16:creationId xmlns:a16="http://schemas.microsoft.com/office/drawing/2014/main" id="{3BB08ACF-5F89-4C26-BA04-FE9481D9DA62}"/>
              </a:ext>
            </a:extLst>
          </p:cNvPr>
          <p:cNvSpPr>
            <a:spLocks noChangeShapeType="1"/>
          </p:cNvSpPr>
          <p:nvPr/>
        </p:nvSpPr>
        <p:spPr bwMode="auto">
          <a:xfrm flipH="1">
            <a:off x="6724977" y="5154038"/>
            <a:ext cx="7937" cy="114300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48" name="Line 44">
            <a:extLst>
              <a:ext uri="{FF2B5EF4-FFF2-40B4-BE49-F238E27FC236}">
                <a16:creationId xmlns:a16="http://schemas.microsoft.com/office/drawing/2014/main" id="{2FA4F1A1-3935-425F-BF7C-9849D8164C63}"/>
              </a:ext>
            </a:extLst>
          </p:cNvPr>
          <p:cNvSpPr>
            <a:spLocks noChangeShapeType="1"/>
          </p:cNvSpPr>
          <p:nvPr/>
        </p:nvSpPr>
        <p:spPr bwMode="auto">
          <a:xfrm>
            <a:off x="6720214" y="2574351"/>
            <a:ext cx="9525" cy="52228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49" name="Freeform 45">
            <a:extLst>
              <a:ext uri="{FF2B5EF4-FFF2-40B4-BE49-F238E27FC236}">
                <a16:creationId xmlns:a16="http://schemas.microsoft.com/office/drawing/2014/main" id="{557ABA13-1052-4A21-A925-AA28168AC602}"/>
              </a:ext>
            </a:extLst>
          </p:cNvPr>
          <p:cNvSpPr>
            <a:spLocks/>
          </p:cNvSpPr>
          <p:nvPr/>
        </p:nvSpPr>
        <p:spPr bwMode="auto">
          <a:xfrm>
            <a:off x="4891414" y="3304601"/>
            <a:ext cx="677863" cy="1239837"/>
          </a:xfrm>
          <a:custGeom>
            <a:avLst/>
            <a:gdLst>
              <a:gd name="T0" fmla="*/ 0 w 540"/>
              <a:gd name="T1" fmla="*/ 0 h 1065"/>
              <a:gd name="T2" fmla="*/ 2147483646 w 540"/>
              <a:gd name="T3" fmla="*/ 2147483646 h 1065"/>
              <a:gd name="T4" fmla="*/ 2147483646 w 540"/>
              <a:gd name="T5" fmla="*/ 2147483646 h 1065"/>
              <a:gd name="T6" fmla="*/ 2147483646 w 540"/>
              <a:gd name="T7" fmla="*/ 2147483646 h 1065"/>
              <a:gd name="T8" fmla="*/ 2147483646 w 540"/>
              <a:gd name="T9" fmla="*/ 2147483646 h 1065"/>
              <a:gd name="T10" fmla="*/ 2147483646 w 540"/>
              <a:gd name="T11" fmla="*/ 2147483646 h 1065"/>
              <a:gd name="T12" fmla="*/ 0 60000 65536"/>
              <a:gd name="T13" fmla="*/ 0 60000 65536"/>
              <a:gd name="T14" fmla="*/ 0 60000 65536"/>
              <a:gd name="T15" fmla="*/ 0 60000 65536"/>
              <a:gd name="T16" fmla="*/ 0 60000 65536"/>
              <a:gd name="T17" fmla="*/ 0 60000 65536"/>
              <a:gd name="T18" fmla="*/ 0 w 540"/>
              <a:gd name="T19" fmla="*/ 0 h 1065"/>
              <a:gd name="T20" fmla="*/ 540 w 540"/>
              <a:gd name="T21" fmla="*/ 1065 h 1065"/>
            </a:gdLst>
            <a:ahLst/>
            <a:cxnLst>
              <a:cxn ang="T12">
                <a:pos x="T0" y="T1"/>
              </a:cxn>
              <a:cxn ang="T13">
                <a:pos x="T2" y="T3"/>
              </a:cxn>
              <a:cxn ang="T14">
                <a:pos x="T4" y="T5"/>
              </a:cxn>
              <a:cxn ang="T15">
                <a:pos x="T6" y="T7"/>
              </a:cxn>
              <a:cxn ang="T16">
                <a:pos x="T8" y="T9"/>
              </a:cxn>
              <a:cxn ang="T17">
                <a:pos x="T10" y="T11"/>
              </a:cxn>
            </a:cxnLst>
            <a:rect l="T18" t="T19" r="T20" b="T21"/>
            <a:pathLst>
              <a:path w="540" h="1065">
                <a:moveTo>
                  <a:pt x="0" y="0"/>
                </a:moveTo>
                <a:cubicBezTo>
                  <a:pt x="55" y="10"/>
                  <a:pt x="248" y="20"/>
                  <a:pt x="330" y="60"/>
                </a:cubicBezTo>
                <a:cubicBezTo>
                  <a:pt x="412" y="100"/>
                  <a:pt x="462" y="117"/>
                  <a:pt x="495" y="240"/>
                </a:cubicBezTo>
                <a:cubicBezTo>
                  <a:pt x="528" y="363"/>
                  <a:pt x="540" y="670"/>
                  <a:pt x="525" y="795"/>
                </a:cubicBezTo>
                <a:cubicBezTo>
                  <a:pt x="510" y="920"/>
                  <a:pt x="472" y="945"/>
                  <a:pt x="405" y="990"/>
                </a:cubicBezTo>
                <a:cubicBezTo>
                  <a:pt x="338" y="1035"/>
                  <a:pt x="183" y="1049"/>
                  <a:pt x="124" y="1065"/>
                </a:cubicBezTo>
              </a:path>
            </a:pathLst>
          </a:custGeom>
          <a:noFill/>
          <a:ln w="25400">
            <a:solidFill>
              <a:srgbClr val="FF0000"/>
            </a:solidFill>
            <a:round/>
            <a:headEnd type="stealth" w="med" len="med"/>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50" name="Freeform 46">
            <a:extLst>
              <a:ext uri="{FF2B5EF4-FFF2-40B4-BE49-F238E27FC236}">
                <a16:creationId xmlns:a16="http://schemas.microsoft.com/office/drawing/2014/main" id="{EBEB899D-6324-4F7A-A3B9-5C1557E36E69}"/>
              </a:ext>
            </a:extLst>
          </p:cNvPr>
          <p:cNvSpPr>
            <a:spLocks/>
          </p:cNvSpPr>
          <p:nvPr/>
        </p:nvSpPr>
        <p:spPr bwMode="auto">
          <a:xfrm>
            <a:off x="4910464" y="3734813"/>
            <a:ext cx="903288" cy="1343025"/>
          </a:xfrm>
          <a:custGeom>
            <a:avLst/>
            <a:gdLst>
              <a:gd name="T0" fmla="*/ 0 w 720"/>
              <a:gd name="T1" fmla="*/ 0 h 1185"/>
              <a:gd name="T2" fmla="*/ 2147483646 w 720"/>
              <a:gd name="T3" fmla="*/ 2147483646 h 1185"/>
              <a:gd name="T4" fmla="*/ 2147483646 w 720"/>
              <a:gd name="T5" fmla="*/ 2147483646 h 1185"/>
              <a:gd name="T6" fmla="*/ 2147483646 w 720"/>
              <a:gd name="T7" fmla="*/ 2147483646 h 1185"/>
              <a:gd name="T8" fmla="*/ 2147483646 w 720"/>
              <a:gd name="T9" fmla="*/ 2147483646 h 1185"/>
              <a:gd name="T10" fmla="*/ 2147483646 w 720"/>
              <a:gd name="T11" fmla="*/ 2147483646 h 1185"/>
              <a:gd name="T12" fmla="*/ 0 60000 65536"/>
              <a:gd name="T13" fmla="*/ 0 60000 65536"/>
              <a:gd name="T14" fmla="*/ 0 60000 65536"/>
              <a:gd name="T15" fmla="*/ 0 60000 65536"/>
              <a:gd name="T16" fmla="*/ 0 60000 65536"/>
              <a:gd name="T17" fmla="*/ 0 60000 65536"/>
              <a:gd name="T18" fmla="*/ 0 w 720"/>
              <a:gd name="T19" fmla="*/ 0 h 1185"/>
              <a:gd name="T20" fmla="*/ 720 w 720"/>
              <a:gd name="T21" fmla="*/ 1185 h 1185"/>
            </a:gdLst>
            <a:ahLst/>
            <a:cxnLst>
              <a:cxn ang="T12">
                <a:pos x="T0" y="T1"/>
              </a:cxn>
              <a:cxn ang="T13">
                <a:pos x="T2" y="T3"/>
              </a:cxn>
              <a:cxn ang="T14">
                <a:pos x="T4" y="T5"/>
              </a:cxn>
              <a:cxn ang="T15">
                <a:pos x="T6" y="T7"/>
              </a:cxn>
              <a:cxn ang="T16">
                <a:pos x="T8" y="T9"/>
              </a:cxn>
              <a:cxn ang="T17">
                <a:pos x="T10" y="T11"/>
              </a:cxn>
            </a:cxnLst>
            <a:rect l="T18" t="T19" r="T20" b="T21"/>
            <a:pathLst>
              <a:path w="720" h="1185">
                <a:moveTo>
                  <a:pt x="0" y="0"/>
                </a:moveTo>
                <a:cubicBezTo>
                  <a:pt x="70" y="13"/>
                  <a:pt x="307" y="23"/>
                  <a:pt x="420" y="75"/>
                </a:cubicBezTo>
                <a:cubicBezTo>
                  <a:pt x="533" y="127"/>
                  <a:pt x="630" y="187"/>
                  <a:pt x="675" y="315"/>
                </a:cubicBezTo>
                <a:cubicBezTo>
                  <a:pt x="720" y="443"/>
                  <a:pt x="715" y="723"/>
                  <a:pt x="690" y="840"/>
                </a:cubicBezTo>
                <a:cubicBezTo>
                  <a:pt x="665" y="957"/>
                  <a:pt x="625" y="963"/>
                  <a:pt x="525" y="1020"/>
                </a:cubicBezTo>
                <a:cubicBezTo>
                  <a:pt x="425" y="1077"/>
                  <a:pt x="162" y="1158"/>
                  <a:pt x="90" y="1185"/>
                </a:cubicBezTo>
              </a:path>
            </a:pathLst>
          </a:custGeom>
          <a:noFill/>
          <a:ln w="25400">
            <a:solidFill>
              <a:srgbClr val="FF0000"/>
            </a:solidFill>
            <a:round/>
            <a:headEnd type="stealth" w="med" len="med"/>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FF0000"/>
              </a:solidFill>
            </a:endParaRPr>
          </a:p>
        </p:txBody>
      </p:sp>
      <p:sp>
        <p:nvSpPr>
          <p:cNvPr id="43051" name="Line 47">
            <a:extLst>
              <a:ext uri="{FF2B5EF4-FFF2-40B4-BE49-F238E27FC236}">
                <a16:creationId xmlns:a16="http://schemas.microsoft.com/office/drawing/2014/main" id="{0766E642-826A-4CF0-973C-7F4D2851423A}"/>
              </a:ext>
            </a:extLst>
          </p:cNvPr>
          <p:cNvSpPr>
            <a:spLocks noChangeShapeType="1"/>
          </p:cNvSpPr>
          <p:nvPr/>
        </p:nvSpPr>
        <p:spPr bwMode="auto">
          <a:xfrm flipH="1" flipV="1">
            <a:off x="8107689" y="1267838"/>
            <a:ext cx="12700" cy="192088"/>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052" name="Line 17">
            <a:extLst>
              <a:ext uri="{FF2B5EF4-FFF2-40B4-BE49-F238E27FC236}">
                <a16:creationId xmlns:a16="http://schemas.microsoft.com/office/drawing/2014/main" id="{6BF3CFC4-0D6D-44B6-9139-9487BBE5C7FF}"/>
              </a:ext>
            </a:extLst>
          </p:cNvPr>
          <p:cNvSpPr>
            <a:spLocks noChangeShapeType="1"/>
          </p:cNvSpPr>
          <p:nvPr/>
        </p:nvSpPr>
        <p:spPr bwMode="auto">
          <a:xfrm>
            <a:off x="1883102" y="2258438"/>
            <a:ext cx="316071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3" name="文本框 1">
            <a:extLst>
              <a:ext uri="{FF2B5EF4-FFF2-40B4-BE49-F238E27FC236}">
                <a16:creationId xmlns:a16="http://schemas.microsoft.com/office/drawing/2014/main" id="{87F41EA3-A57E-4932-BFAC-980144791500}"/>
              </a:ext>
            </a:extLst>
          </p:cNvPr>
          <p:cNvSpPr txBox="1">
            <a:spLocks noChangeArrowheads="1"/>
          </p:cNvSpPr>
          <p:nvPr/>
        </p:nvSpPr>
        <p:spPr bwMode="auto">
          <a:xfrm>
            <a:off x="3138814" y="5001638"/>
            <a:ext cx="544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a:t>…</a:t>
            </a:r>
            <a:endParaRPr lang="zh-CN" altLang="en-US" sz="2800"/>
          </a:p>
        </p:txBody>
      </p:sp>
      <p:sp>
        <p:nvSpPr>
          <p:cNvPr id="43054" name="文本框 48">
            <a:extLst>
              <a:ext uri="{FF2B5EF4-FFF2-40B4-BE49-F238E27FC236}">
                <a16:creationId xmlns:a16="http://schemas.microsoft.com/office/drawing/2014/main" id="{EAC7294F-300A-4DF7-A01B-67B1C70D1EAB}"/>
              </a:ext>
            </a:extLst>
          </p:cNvPr>
          <p:cNvSpPr txBox="1">
            <a:spLocks noChangeArrowheads="1"/>
          </p:cNvSpPr>
          <p:nvPr/>
        </p:nvSpPr>
        <p:spPr bwMode="auto">
          <a:xfrm>
            <a:off x="3094364" y="3734813"/>
            <a:ext cx="544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800"/>
              <a:t>…</a:t>
            </a:r>
            <a:endParaRPr lang="zh-CN" altLang="en-US" sz="2800"/>
          </a:p>
        </p:txBody>
      </p:sp>
      <p:sp>
        <p:nvSpPr>
          <p:cNvPr id="43055" name="任意多边形 2">
            <a:extLst>
              <a:ext uri="{FF2B5EF4-FFF2-40B4-BE49-F238E27FC236}">
                <a16:creationId xmlns:a16="http://schemas.microsoft.com/office/drawing/2014/main" id="{962A26E5-73F5-458D-88B1-E24B157B5BCF}"/>
              </a:ext>
            </a:extLst>
          </p:cNvPr>
          <p:cNvSpPr>
            <a:spLocks/>
          </p:cNvSpPr>
          <p:nvPr/>
        </p:nvSpPr>
        <p:spPr bwMode="auto">
          <a:xfrm>
            <a:off x="1360814" y="5820788"/>
            <a:ext cx="446088" cy="796925"/>
          </a:xfrm>
          <a:custGeom>
            <a:avLst/>
            <a:gdLst>
              <a:gd name="T0" fmla="*/ 454747 w 445309"/>
              <a:gd name="T1" fmla="*/ 0 h 795528"/>
              <a:gd name="T2" fmla="*/ 53221 w 445309"/>
              <a:gd name="T3" fmla="*/ 233464 h 795528"/>
              <a:gd name="T4" fmla="*/ 15870 w 445309"/>
              <a:gd name="T5" fmla="*/ 812454 h 795528"/>
              <a:gd name="T6" fmla="*/ 0 60000 65536"/>
              <a:gd name="T7" fmla="*/ 0 60000 65536"/>
              <a:gd name="T8" fmla="*/ 0 60000 65536"/>
            </a:gdLst>
            <a:ahLst/>
            <a:cxnLst>
              <a:cxn ang="T6">
                <a:pos x="T0" y="T1"/>
              </a:cxn>
              <a:cxn ang="T7">
                <a:pos x="T2" y="T3"/>
              </a:cxn>
              <a:cxn ang="T8">
                <a:pos x="T4" y="T5"/>
              </a:cxn>
            </a:cxnLst>
            <a:rect l="0" t="0" r="r" b="b"/>
            <a:pathLst>
              <a:path w="445309" h="795528">
                <a:moveTo>
                  <a:pt x="445309" y="0"/>
                </a:moveTo>
                <a:cubicBezTo>
                  <a:pt x="284527" y="48006"/>
                  <a:pt x="123745" y="96012"/>
                  <a:pt x="52117" y="228600"/>
                </a:cubicBezTo>
                <a:cubicBezTo>
                  <a:pt x="-19511" y="361188"/>
                  <a:pt x="-1985" y="578358"/>
                  <a:pt x="15541" y="795528"/>
                </a:cubicBezTo>
              </a:path>
            </a:pathLst>
          </a:custGeom>
          <a:noFill/>
          <a:ln w="25400" cap="flat" cmpd="sng" algn="ctr">
            <a:solidFill>
              <a:schemeClr val="tx1"/>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 name="标题 6">
            <a:extLst>
              <a:ext uri="{FF2B5EF4-FFF2-40B4-BE49-F238E27FC236}">
                <a16:creationId xmlns:a16="http://schemas.microsoft.com/office/drawing/2014/main" id="{10195C79-40F4-7A91-D38F-D724421F2CCF}"/>
              </a:ext>
            </a:extLst>
          </p:cNvPr>
          <p:cNvSpPr>
            <a:spLocks noGrp="1"/>
          </p:cNvSpPr>
          <p:nvPr>
            <p:ph type="title"/>
          </p:nvPr>
        </p:nvSpPr>
        <p:spPr/>
        <p:txBody>
          <a:bodyPr/>
          <a:lstStyle/>
          <a:p>
            <a:r>
              <a:rPr lang="en-US" altLang="zh-CN" dirty="0"/>
              <a:t>6.2.4 </a:t>
            </a:r>
            <a:r>
              <a:rPr lang="zh-CN" altLang="en-US" dirty="0"/>
              <a:t>栈上可变长数据</a:t>
            </a:r>
          </a:p>
        </p:txBody>
      </p:sp>
      <p:sp>
        <p:nvSpPr>
          <p:cNvPr id="2" name="日期占位符 1">
            <a:extLst>
              <a:ext uri="{FF2B5EF4-FFF2-40B4-BE49-F238E27FC236}">
                <a16:creationId xmlns:a16="http://schemas.microsoft.com/office/drawing/2014/main" id="{5DCE2164-F62D-5DA5-C750-4CD80CBEB7C8}"/>
              </a:ext>
            </a:extLst>
          </p:cNvPr>
          <p:cNvSpPr>
            <a:spLocks noGrp="1"/>
          </p:cNvSpPr>
          <p:nvPr>
            <p:ph type="dt" sz="half" idx="10"/>
          </p:nvPr>
        </p:nvSpPr>
        <p:spPr/>
        <p:txBody>
          <a:bodyPr/>
          <a:lstStyle/>
          <a:p>
            <a:fld id="{C580FCBB-20E8-419E-A995-97D295075EE1}"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27944B02-7AE8-1EFC-12DD-BBF447C6DB6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6374F5D6-D229-0039-2924-180589E36134}"/>
              </a:ext>
            </a:extLst>
          </p:cNvPr>
          <p:cNvSpPr>
            <a:spLocks noGrp="1"/>
          </p:cNvSpPr>
          <p:nvPr>
            <p:ph type="sldNum" sz="quarter" idx="12"/>
          </p:nvPr>
        </p:nvSpPr>
        <p:spPr/>
        <p:txBody>
          <a:bodyPr/>
          <a:lstStyle/>
          <a:p>
            <a:fld id="{094DEB03-EFC6-4C20-8FC8-295189A5386F}" type="slidenum">
              <a:rPr lang="zh-CN" altLang="en-US" smtClean="0"/>
              <a:pPr/>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B2C5B7C-91E7-4E3A-9C19-1D74E8089431}"/>
              </a:ext>
            </a:extLst>
          </p:cNvPr>
          <p:cNvSpPr>
            <a:spLocks noGrp="1" noChangeArrowheads="1"/>
          </p:cNvSpPr>
          <p:nvPr>
            <p:ph type="title"/>
          </p:nvPr>
        </p:nvSpPr>
        <p:spPr/>
        <p:txBody>
          <a:bodyPr/>
          <a:lstStyle/>
          <a:p>
            <a:r>
              <a:rPr lang="en-US" altLang="zh-CN"/>
              <a:t>6.2.5 </a:t>
            </a:r>
            <a:r>
              <a:rPr lang="zh-CN" altLang="en-US"/>
              <a:t>悬空引用</a:t>
            </a:r>
          </a:p>
        </p:txBody>
      </p:sp>
      <p:sp>
        <p:nvSpPr>
          <p:cNvPr id="44035" name="Rectangle 3">
            <a:extLst>
              <a:ext uri="{FF2B5EF4-FFF2-40B4-BE49-F238E27FC236}">
                <a16:creationId xmlns:a16="http://schemas.microsoft.com/office/drawing/2014/main" id="{675B88A0-DA6C-49DE-8A5C-E462C3AA1C3F}"/>
              </a:ext>
            </a:extLst>
          </p:cNvPr>
          <p:cNvSpPr>
            <a:spLocks noGrp="1" noChangeArrowheads="1"/>
          </p:cNvSpPr>
          <p:nvPr>
            <p:ph idx="1"/>
          </p:nvPr>
        </p:nvSpPr>
        <p:spPr/>
        <p:txBody>
          <a:bodyPr/>
          <a:lstStyle/>
          <a:p>
            <a:pPr algn="just"/>
            <a:r>
              <a:rPr lang="zh-CN" altLang="en-US" sz="2800" dirty="0"/>
              <a:t>悬空引用：</a:t>
            </a:r>
            <a:r>
              <a:rPr lang="zh-CN" altLang="en-US" sz="2800" dirty="0">
                <a:latin typeface="宋体" panose="02010600030101010101" pitchFamily="2" charset="-122"/>
              </a:rPr>
              <a:t>引用某个已被释放的存储单元</a:t>
            </a:r>
          </a:p>
          <a:p>
            <a:pPr algn="just">
              <a:buFont typeface="Wingdings" panose="05000000000000000000" pitchFamily="2" charset="2"/>
              <a:buNone/>
            </a:pPr>
            <a:r>
              <a:rPr lang="zh-CN" altLang="en-US" sz="2800" dirty="0">
                <a:latin typeface="宋体" panose="02010600030101010101" pitchFamily="2" charset="-122"/>
              </a:rPr>
              <a:t>  </a:t>
            </a:r>
            <a:r>
              <a:rPr lang="zh-CN" altLang="en-US" sz="2800" dirty="0">
                <a:solidFill>
                  <a:srgbClr val="FF0000"/>
                </a:solidFill>
                <a:latin typeface="宋体" panose="02010600030101010101" pitchFamily="2" charset="-122"/>
              </a:rPr>
              <a:t>栈上出现悬空引用的例子</a:t>
            </a:r>
          </a:p>
          <a:p>
            <a:pPr algn="just">
              <a:buFont typeface="Wingdings" panose="05000000000000000000" pitchFamily="2" charset="2"/>
              <a:buNone/>
            </a:pPr>
            <a:r>
              <a:rPr lang="en-US" altLang="zh-CN" sz="2400" b="1" dirty="0">
                <a:latin typeface="Courier New" panose="02070309020205020404" pitchFamily="49" charset="0"/>
              </a:rPr>
              <a:t>main()			|	int </a:t>
            </a:r>
            <a:r>
              <a:rPr lang="en-US" altLang="zh-CN" sz="2400" b="1" dirty="0">
                <a:latin typeface="Courier New" panose="02070309020205020404" pitchFamily="49" charset="0"/>
                <a:sym typeface="Symbol" panose="05050102010706020507" pitchFamily="18" charset="2"/>
              </a:rPr>
              <a:t></a:t>
            </a:r>
            <a:r>
              <a:rPr lang="en-US" altLang="zh-CN" sz="2400" b="1" dirty="0">
                <a:latin typeface="Courier New" panose="02070309020205020404" pitchFamily="49" charset="0"/>
              </a:rPr>
              <a:t> dangle ( ) </a:t>
            </a:r>
          </a:p>
          <a:p>
            <a:pPr algn="just">
              <a:buFont typeface="Wingdings" panose="05000000000000000000" pitchFamily="2" charset="2"/>
              <a:buNone/>
            </a:pPr>
            <a:r>
              <a:rPr lang="en-US" altLang="zh-CN" sz="2400" b="1" dirty="0">
                <a:latin typeface="Courier New" panose="02070309020205020404" pitchFamily="49" charset="0"/>
              </a:rPr>
              <a:t>{					|	{</a:t>
            </a:r>
          </a:p>
          <a:p>
            <a:pPr algn="just">
              <a:buFont typeface="Wingdings" panose="05000000000000000000" pitchFamily="2" charset="2"/>
              <a:buNone/>
            </a:pPr>
            <a:r>
              <a:rPr lang="en-US" altLang="zh-CN" sz="2400" b="1" dirty="0">
                <a:latin typeface="Courier New" panose="02070309020205020404" pitchFamily="49" charset="0"/>
              </a:rPr>
              <a:t>  int </a:t>
            </a:r>
            <a:r>
              <a:rPr lang="en-US" altLang="zh-CN" sz="2400" b="1" dirty="0">
                <a:latin typeface="Courier New" panose="02070309020205020404" pitchFamily="49" charset="0"/>
                <a:sym typeface="Symbol" panose="05050102010706020507" pitchFamily="18" charset="2"/>
              </a:rPr>
              <a:t></a:t>
            </a:r>
            <a:r>
              <a:rPr lang="en-US" altLang="zh-CN" sz="2400" b="1" dirty="0">
                <a:latin typeface="Courier New" panose="02070309020205020404" pitchFamily="49" charset="0"/>
              </a:rPr>
              <a:t>q;			|	  int j = 20; </a:t>
            </a:r>
          </a:p>
          <a:p>
            <a:pPr algn="just">
              <a:buFont typeface="Wingdings" panose="05000000000000000000" pitchFamily="2" charset="2"/>
              <a:buNone/>
            </a:pPr>
            <a:r>
              <a:rPr lang="en-US" altLang="zh-CN" sz="2400" b="1" dirty="0">
                <a:latin typeface="Courier New" panose="02070309020205020404" pitchFamily="49" charset="0"/>
              </a:rPr>
              <a:t>	q = dangle ( );	|	  return &amp;j;</a:t>
            </a:r>
          </a:p>
          <a:p>
            <a:pPr algn="just">
              <a:buFont typeface="Wingdings" panose="05000000000000000000" pitchFamily="2" charset="2"/>
              <a:buNone/>
            </a:pPr>
            <a:r>
              <a:rPr lang="en-US" altLang="zh-CN" sz="2400" b="1" dirty="0">
                <a:latin typeface="Courier New" panose="02070309020205020404" pitchFamily="49" charset="0"/>
              </a:rPr>
              <a:t>}					|	}</a:t>
            </a:r>
          </a:p>
        </p:txBody>
      </p:sp>
      <p:sp>
        <p:nvSpPr>
          <p:cNvPr id="2" name="日期占位符 1">
            <a:extLst>
              <a:ext uri="{FF2B5EF4-FFF2-40B4-BE49-F238E27FC236}">
                <a16:creationId xmlns:a16="http://schemas.microsoft.com/office/drawing/2014/main" id="{F1619707-7E09-8FF9-E476-D6C0DA24B59C}"/>
              </a:ext>
            </a:extLst>
          </p:cNvPr>
          <p:cNvSpPr>
            <a:spLocks noGrp="1"/>
          </p:cNvSpPr>
          <p:nvPr>
            <p:ph type="dt" sz="half" idx="10"/>
          </p:nvPr>
        </p:nvSpPr>
        <p:spPr/>
        <p:txBody>
          <a:bodyPr/>
          <a:lstStyle/>
          <a:p>
            <a:fld id="{997DE124-34BF-4CE8-91EC-1C620088EED6}"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77805EC1-C8CC-405A-E5E0-160A0D10D37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8A3B0C37-4101-0294-5C85-4CBA4A6A4B0B}"/>
              </a:ext>
            </a:extLst>
          </p:cNvPr>
          <p:cNvSpPr>
            <a:spLocks noGrp="1"/>
          </p:cNvSpPr>
          <p:nvPr>
            <p:ph type="sldNum" sz="quarter" idx="12"/>
          </p:nvPr>
        </p:nvSpPr>
        <p:spPr/>
        <p:txBody>
          <a:bodyPr/>
          <a:lstStyle/>
          <a:p>
            <a:fld id="{094DEB03-EFC6-4C20-8FC8-295189A5386F}" type="slidenum">
              <a:rPr lang="zh-CN" altLang="en-US" smtClean="0"/>
              <a:pPr/>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534CC18-D7F6-492A-BEDA-EAEA43EDA7F3}"/>
              </a:ext>
            </a:extLst>
          </p:cNvPr>
          <p:cNvSpPr>
            <a:spLocks noGrp="1" noChangeArrowheads="1"/>
          </p:cNvSpPr>
          <p:nvPr>
            <p:ph type="title"/>
          </p:nvPr>
        </p:nvSpPr>
        <p:spPr/>
        <p:txBody>
          <a:bodyPr/>
          <a:lstStyle/>
          <a:p>
            <a:pPr eaLnBrk="1" hangingPunct="1"/>
            <a:r>
              <a:rPr lang="en-US" altLang="zh-CN" dirty="0"/>
              <a:t>6.3 </a:t>
            </a:r>
            <a:r>
              <a:rPr lang="zh-CN" altLang="en-US" dirty="0"/>
              <a:t>非局部名字的访问</a:t>
            </a:r>
          </a:p>
        </p:txBody>
      </p:sp>
      <p:sp>
        <p:nvSpPr>
          <p:cNvPr id="45059" name="Rectangle 3">
            <a:extLst>
              <a:ext uri="{FF2B5EF4-FFF2-40B4-BE49-F238E27FC236}">
                <a16:creationId xmlns:a16="http://schemas.microsoft.com/office/drawing/2014/main" id="{1A419434-4C03-4162-A4EB-A1180FE0896D}"/>
              </a:ext>
            </a:extLst>
          </p:cNvPr>
          <p:cNvSpPr>
            <a:spLocks noGrp="1" noChangeArrowheads="1"/>
          </p:cNvSpPr>
          <p:nvPr>
            <p:ph idx="1"/>
          </p:nvPr>
        </p:nvSpPr>
        <p:spPr/>
        <p:txBody>
          <a:bodyPr/>
          <a:lstStyle/>
          <a:p>
            <a:pPr algn="just"/>
            <a:r>
              <a:rPr lang="zh-CN" altLang="en-US" dirty="0">
                <a:latin typeface="宋体" panose="02010600030101010101" pitchFamily="2" charset="-122"/>
              </a:rPr>
              <a:t>静态作用域：在编译时就可以确定作用域</a:t>
            </a:r>
            <a:endParaRPr lang="en-US" altLang="zh-CN" dirty="0">
              <a:latin typeface="宋体" panose="02010600030101010101" pitchFamily="2" charset="-122"/>
            </a:endParaRPr>
          </a:p>
          <a:p>
            <a:pPr algn="just" eaLnBrk="1" hangingPunct="1">
              <a:buFont typeface="Wingdings" panose="05000000000000000000" pitchFamily="2" charset="2"/>
              <a:buNone/>
            </a:pPr>
            <a:endParaRPr lang="en-US" altLang="zh-CN" dirty="0">
              <a:latin typeface="宋体" panose="02010600030101010101" pitchFamily="2" charset="-122"/>
            </a:endParaRPr>
          </a:p>
          <a:p>
            <a:pPr algn="just"/>
            <a:r>
              <a:rPr lang="zh-CN" altLang="en-US" dirty="0">
                <a:latin typeface="宋体" panose="02010600030101010101" pitchFamily="2" charset="-122"/>
              </a:rPr>
              <a:t>本节介绍</a:t>
            </a:r>
          </a:p>
          <a:p>
            <a:pPr lvl="1" algn="just"/>
            <a:r>
              <a:rPr lang="zh-CN" altLang="en-US" dirty="0">
                <a:latin typeface="宋体" panose="02010600030101010101" pitchFamily="2" charset="-122"/>
              </a:rPr>
              <a:t>无过程嵌套的静态作用域（</a:t>
            </a:r>
            <a:r>
              <a:rPr lang="en-US" altLang="zh-CN" b="1" dirty="0"/>
              <a:t>C</a:t>
            </a:r>
            <a:r>
              <a:rPr lang="zh-CN" altLang="en-US" dirty="0">
                <a:latin typeface="宋体" panose="02010600030101010101" pitchFamily="2" charset="-122"/>
              </a:rPr>
              <a:t>语言）</a:t>
            </a:r>
          </a:p>
          <a:p>
            <a:pPr lvl="1" algn="just"/>
            <a:r>
              <a:rPr lang="zh-CN" altLang="en-US" dirty="0"/>
              <a:t>有过程嵌套的静态作用域*</a:t>
            </a:r>
            <a:r>
              <a:rPr lang="zh-CN" altLang="en-US" dirty="0">
                <a:latin typeface="宋体" panose="02010600030101010101" pitchFamily="2" charset="-122"/>
              </a:rPr>
              <a:t>（</a:t>
            </a:r>
            <a:r>
              <a:rPr lang="en-US" altLang="zh-CN" b="1" dirty="0"/>
              <a:t>Pascal</a:t>
            </a:r>
            <a:r>
              <a:rPr lang="zh-CN" altLang="en-US" dirty="0">
                <a:latin typeface="宋体" panose="02010600030101010101" pitchFamily="2" charset="-122"/>
              </a:rPr>
              <a:t>语言）</a:t>
            </a:r>
          </a:p>
        </p:txBody>
      </p:sp>
      <p:sp>
        <p:nvSpPr>
          <p:cNvPr id="2" name="日期占位符 1">
            <a:extLst>
              <a:ext uri="{FF2B5EF4-FFF2-40B4-BE49-F238E27FC236}">
                <a16:creationId xmlns:a16="http://schemas.microsoft.com/office/drawing/2014/main" id="{A1226A49-1973-9700-76D8-9DEF30D1B412}"/>
              </a:ext>
            </a:extLst>
          </p:cNvPr>
          <p:cNvSpPr>
            <a:spLocks noGrp="1"/>
          </p:cNvSpPr>
          <p:nvPr>
            <p:ph type="dt" sz="half" idx="10"/>
          </p:nvPr>
        </p:nvSpPr>
        <p:spPr/>
        <p:txBody>
          <a:bodyPr/>
          <a:lstStyle/>
          <a:p>
            <a:fld id="{6AC59AFF-CA7A-4E37-BC3F-E9175C9C78DF}"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8A9716CA-1C3E-02B2-2048-A3E3E8E185B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8AB98AB0-C35F-11CB-C8E8-A36A8BAAB49D}"/>
              </a:ext>
            </a:extLst>
          </p:cNvPr>
          <p:cNvSpPr>
            <a:spLocks noGrp="1"/>
          </p:cNvSpPr>
          <p:nvPr>
            <p:ph type="sldNum" sz="quarter" idx="12"/>
          </p:nvPr>
        </p:nvSpPr>
        <p:spPr/>
        <p:txBody>
          <a:bodyPr/>
          <a:lstStyle/>
          <a:p>
            <a:fld id="{094DEB03-EFC6-4C20-8FC8-295189A5386F}" type="slidenum">
              <a:rPr lang="zh-CN" altLang="en-US" smtClean="0"/>
              <a:pPr/>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EE205C-696E-4FD0-99C4-C6181C9E104C}"/>
              </a:ext>
            </a:extLst>
          </p:cNvPr>
          <p:cNvSpPr>
            <a:spLocks noGrp="1" noChangeArrowheads="1"/>
          </p:cNvSpPr>
          <p:nvPr>
            <p:ph type="title"/>
          </p:nvPr>
        </p:nvSpPr>
        <p:spPr/>
        <p:txBody>
          <a:bodyPr/>
          <a:lstStyle/>
          <a:p>
            <a:pPr eaLnBrk="1" hangingPunct="1"/>
            <a:r>
              <a:rPr lang="en-US" altLang="zh-CN"/>
              <a:t>6.3.1 </a:t>
            </a:r>
            <a:r>
              <a:rPr lang="zh-CN" altLang="en-US"/>
              <a:t>无过程嵌套的静态作用域</a:t>
            </a:r>
          </a:p>
        </p:txBody>
      </p:sp>
      <p:sp>
        <p:nvSpPr>
          <p:cNvPr id="46083" name="Rectangle 3">
            <a:extLst>
              <a:ext uri="{FF2B5EF4-FFF2-40B4-BE49-F238E27FC236}">
                <a16:creationId xmlns:a16="http://schemas.microsoft.com/office/drawing/2014/main" id="{410F0BBA-D1D3-4B8C-B106-FDCEDA91D712}"/>
              </a:ext>
            </a:extLst>
          </p:cNvPr>
          <p:cNvSpPr>
            <a:spLocks noGrp="1" noChangeArrowheads="1"/>
          </p:cNvSpPr>
          <p:nvPr>
            <p:ph idx="1"/>
          </p:nvPr>
        </p:nvSpPr>
        <p:spPr/>
        <p:txBody>
          <a:bodyPr/>
          <a:lstStyle/>
          <a:p>
            <a:pPr algn="just" eaLnBrk="1" hangingPunct="1"/>
            <a:r>
              <a:rPr lang="en-US" altLang="zh-CN" b="1"/>
              <a:t>C</a:t>
            </a:r>
            <a:r>
              <a:rPr lang="zh-CN" altLang="en-US">
                <a:latin typeface="宋体" panose="02010600030101010101" pitchFamily="2" charset="-122"/>
              </a:rPr>
              <a:t>语言：不允许过程嵌套。</a:t>
            </a:r>
            <a:endParaRPr lang="en-US" altLang="zh-CN">
              <a:latin typeface="宋体" panose="02010600030101010101" pitchFamily="2" charset="-122"/>
            </a:endParaRPr>
          </a:p>
          <a:p>
            <a:pPr lvl="1" algn="just" eaLnBrk="1" hangingPunct="1"/>
            <a:r>
              <a:rPr lang="zh-CN" altLang="en-US">
                <a:latin typeface="宋体" panose="02010600030101010101" pitchFamily="2" charset="-122"/>
              </a:rPr>
              <a:t>局部变量的访问可以直接使用</a:t>
            </a:r>
            <a:r>
              <a:rPr lang="en-US" altLang="zh-CN" b="1"/>
              <a:t>6.2</a:t>
            </a:r>
            <a:r>
              <a:rPr lang="zh-CN" altLang="en-US">
                <a:latin typeface="宋体" panose="02010600030101010101" pitchFamily="2" charset="-122"/>
              </a:rPr>
              <a:t>节所示栈式存储分配策略。</a:t>
            </a:r>
            <a:endParaRPr lang="en-US" altLang="zh-CN">
              <a:latin typeface="宋体" panose="02010600030101010101" pitchFamily="2" charset="-122"/>
            </a:endParaRPr>
          </a:p>
          <a:p>
            <a:pPr lvl="1" algn="just" eaLnBrk="1" hangingPunct="1"/>
            <a:r>
              <a:rPr lang="zh-CN" altLang="en-US">
                <a:latin typeface="宋体" panose="02010600030101010101" pitchFamily="2" charset="-122"/>
              </a:rPr>
              <a:t>非局部变量一定是全局变量，可以分配在静态数据区，无须深入栈中取数据，无须访问链。</a:t>
            </a:r>
            <a:endParaRPr lang="en-US" altLang="zh-CN">
              <a:latin typeface="宋体" panose="02010600030101010101" pitchFamily="2" charset="-122"/>
            </a:endParaRPr>
          </a:p>
          <a:p>
            <a:pPr lvl="1" algn="just" eaLnBrk="1" hangingPunct="1"/>
            <a:r>
              <a:rPr lang="zh-CN" altLang="en-US">
                <a:latin typeface="宋体" panose="02010600030101010101" pitchFamily="2" charset="-122"/>
              </a:rPr>
              <a:t>过程可以作为参数来传递，也可以作为结果来返回（因为非局部名字都是全局名字</a:t>
            </a:r>
            <a:r>
              <a:rPr lang="en-US" altLang="zh-CN">
                <a:latin typeface="宋体" panose="02010600030101010101" pitchFamily="2" charset="-122"/>
              </a:rPr>
              <a:t>,</a:t>
            </a:r>
            <a:r>
              <a:rPr lang="zh-CN" altLang="en-US">
                <a:latin typeface="宋体" panose="02010600030101010101" pitchFamily="2" charset="-122"/>
              </a:rPr>
              <a:t>可以被所有过程使用，而不用管这些过程是怎样被激活的）</a:t>
            </a:r>
          </a:p>
          <a:p>
            <a:pPr eaLnBrk="1" hangingPunct="1"/>
            <a:endParaRPr lang="en-US" altLang="zh-CN"/>
          </a:p>
        </p:txBody>
      </p:sp>
      <p:sp>
        <p:nvSpPr>
          <p:cNvPr id="2" name="日期占位符 1">
            <a:extLst>
              <a:ext uri="{FF2B5EF4-FFF2-40B4-BE49-F238E27FC236}">
                <a16:creationId xmlns:a16="http://schemas.microsoft.com/office/drawing/2014/main" id="{BBD7AC8C-D14C-BD58-721E-7FD383D562C4}"/>
              </a:ext>
            </a:extLst>
          </p:cNvPr>
          <p:cNvSpPr>
            <a:spLocks noGrp="1"/>
          </p:cNvSpPr>
          <p:nvPr>
            <p:ph type="dt" sz="half" idx="10"/>
          </p:nvPr>
        </p:nvSpPr>
        <p:spPr/>
        <p:txBody>
          <a:bodyPr/>
          <a:lstStyle/>
          <a:p>
            <a:fld id="{7731735D-780F-4CAE-B864-4DCE1082A2D2}"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F5E18B2C-8D12-7B67-99A9-D6CB6C918B4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8C42AB41-E5EB-42CC-C27D-7194783E2D1A}"/>
              </a:ext>
            </a:extLst>
          </p:cNvPr>
          <p:cNvSpPr>
            <a:spLocks noGrp="1"/>
          </p:cNvSpPr>
          <p:nvPr>
            <p:ph type="sldNum" sz="quarter" idx="12"/>
          </p:nvPr>
        </p:nvSpPr>
        <p:spPr/>
        <p:txBody>
          <a:bodyPr/>
          <a:lstStyle/>
          <a:p>
            <a:fld id="{094DEB03-EFC6-4C20-8FC8-295189A5386F}" type="slidenum">
              <a:rPr lang="zh-CN" altLang="en-US" smtClean="0"/>
              <a:pPr/>
              <a:t>46</a:t>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30A9F101-3B3E-4A55-ABC8-0572FF88A1DC}"/>
              </a:ext>
            </a:extLst>
          </p:cNvPr>
          <p:cNvSpPr>
            <a:spLocks noGrp="1" noChangeArrowheads="1"/>
          </p:cNvSpPr>
          <p:nvPr>
            <p:ph type="title"/>
          </p:nvPr>
        </p:nvSpPr>
        <p:spPr/>
        <p:txBody>
          <a:bodyPr/>
          <a:lstStyle/>
          <a:p>
            <a:r>
              <a:rPr lang="en-US" altLang="zh-CN"/>
              <a:t>6.4 </a:t>
            </a:r>
            <a:r>
              <a:rPr lang="zh-CN" altLang="en-US"/>
              <a:t>参数传递</a:t>
            </a:r>
          </a:p>
        </p:txBody>
      </p:sp>
      <p:sp>
        <p:nvSpPr>
          <p:cNvPr id="65539" name="Rectangle 3">
            <a:extLst>
              <a:ext uri="{FF2B5EF4-FFF2-40B4-BE49-F238E27FC236}">
                <a16:creationId xmlns:a16="http://schemas.microsoft.com/office/drawing/2014/main" id="{DF6D7C94-2E77-499B-99F3-8AD7DD13CE60}"/>
              </a:ext>
            </a:extLst>
          </p:cNvPr>
          <p:cNvSpPr>
            <a:spLocks noGrp="1" noChangeArrowheads="1"/>
          </p:cNvSpPr>
          <p:nvPr>
            <p:ph idx="1"/>
          </p:nvPr>
        </p:nvSpPr>
        <p:spPr/>
        <p:txBody>
          <a:bodyPr/>
          <a:lstStyle/>
          <a:p>
            <a:r>
              <a:rPr lang="zh-CN" altLang="en-US"/>
              <a:t>本节讨论形参和实参联系的几种方法：</a:t>
            </a:r>
            <a:endParaRPr lang="en-US" altLang="zh-CN"/>
          </a:p>
          <a:p>
            <a:pPr lvl="1"/>
            <a:r>
              <a:rPr lang="zh-CN" altLang="en-US"/>
              <a:t>值调用</a:t>
            </a:r>
          </a:p>
          <a:p>
            <a:pPr lvl="1"/>
            <a:r>
              <a:rPr lang="zh-CN" altLang="en-US"/>
              <a:t>引用调用</a:t>
            </a:r>
          </a:p>
          <a:p>
            <a:pPr lvl="1"/>
            <a:r>
              <a:rPr lang="zh-CN" altLang="en-US"/>
              <a:t>换名调用</a:t>
            </a:r>
          </a:p>
        </p:txBody>
      </p:sp>
      <p:sp>
        <p:nvSpPr>
          <p:cNvPr id="2" name="日期占位符 1">
            <a:extLst>
              <a:ext uri="{FF2B5EF4-FFF2-40B4-BE49-F238E27FC236}">
                <a16:creationId xmlns:a16="http://schemas.microsoft.com/office/drawing/2014/main" id="{B9A22D01-A674-915D-4089-A63689CABCBD}"/>
              </a:ext>
            </a:extLst>
          </p:cNvPr>
          <p:cNvSpPr>
            <a:spLocks noGrp="1"/>
          </p:cNvSpPr>
          <p:nvPr>
            <p:ph type="dt" sz="half" idx="10"/>
          </p:nvPr>
        </p:nvSpPr>
        <p:spPr/>
        <p:txBody>
          <a:bodyPr/>
          <a:lstStyle/>
          <a:p>
            <a:fld id="{A513C8AD-D224-4C96-A837-8FD078C94F18}"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81EA0D68-62AC-AF29-6651-51BD23A41F8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3E072CC4-57FE-B77F-6E75-52313F5C3395}"/>
              </a:ext>
            </a:extLst>
          </p:cNvPr>
          <p:cNvSpPr>
            <a:spLocks noGrp="1"/>
          </p:cNvSpPr>
          <p:nvPr>
            <p:ph type="sldNum" sz="quarter" idx="12"/>
          </p:nvPr>
        </p:nvSpPr>
        <p:spPr/>
        <p:txBody>
          <a:bodyPr/>
          <a:lstStyle/>
          <a:p>
            <a:fld id="{094DEB03-EFC6-4C20-8FC8-295189A5386F}" type="slidenum">
              <a:rPr lang="zh-CN" altLang="en-US" smtClean="0"/>
              <a:pPr/>
              <a:t>47</a:t>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CE6701B2-CF67-4B5E-B5D8-84AED460073B}"/>
              </a:ext>
            </a:extLst>
          </p:cNvPr>
          <p:cNvSpPr>
            <a:spLocks noGrp="1" noChangeArrowheads="1"/>
          </p:cNvSpPr>
          <p:nvPr>
            <p:ph type="title"/>
          </p:nvPr>
        </p:nvSpPr>
        <p:spPr/>
        <p:txBody>
          <a:bodyPr/>
          <a:lstStyle/>
          <a:p>
            <a:r>
              <a:rPr lang="en-US" altLang="zh-CN"/>
              <a:t>6.4.1 </a:t>
            </a:r>
            <a:r>
              <a:rPr lang="zh-CN" altLang="en-US"/>
              <a:t>值调用</a:t>
            </a:r>
          </a:p>
        </p:txBody>
      </p:sp>
      <p:sp>
        <p:nvSpPr>
          <p:cNvPr id="1016835" name="Rectangle 3">
            <a:extLst>
              <a:ext uri="{FF2B5EF4-FFF2-40B4-BE49-F238E27FC236}">
                <a16:creationId xmlns:a16="http://schemas.microsoft.com/office/drawing/2014/main" id="{FBDCCC41-F7B8-4129-8CE7-A56701E320B5}"/>
              </a:ext>
            </a:extLst>
          </p:cNvPr>
          <p:cNvSpPr>
            <a:spLocks noGrp="1" noChangeArrowheads="1"/>
          </p:cNvSpPr>
          <p:nvPr>
            <p:ph idx="1"/>
          </p:nvPr>
        </p:nvSpPr>
        <p:spPr/>
        <p:txBody>
          <a:bodyPr/>
          <a:lstStyle/>
          <a:p>
            <a:pPr algn="just">
              <a:spcBef>
                <a:spcPct val="10000"/>
              </a:spcBef>
            </a:pPr>
            <a:r>
              <a:rPr lang="zh-CN" altLang="en-US" sz="2800" dirty="0">
                <a:latin typeface="宋体" panose="02010600030101010101" pitchFamily="2" charset="-122"/>
              </a:rPr>
              <a:t>值调用：实参的右值传给被调用过程</a:t>
            </a:r>
            <a:endParaRPr lang="en-US" altLang="zh-CN" sz="2800" dirty="0">
              <a:latin typeface="宋体" panose="02010600030101010101" pitchFamily="2" charset="-122"/>
            </a:endParaRPr>
          </a:p>
          <a:p>
            <a:pPr algn="just">
              <a:spcBef>
                <a:spcPct val="10000"/>
              </a:spcBef>
            </a:pPr>
            <a:r>
              <a:rPr lang="en-US" altLang="zh-CN" sz="2800" b="1" dirty="0"/>
              <a:t>C</a:t>
            </a:r>
            <a:r>
              <a:rPr lang="zh-CN" altLang="en-US" sz="2800" dirty="0">
                <a:latin typeface="宋体" panose="02010600030101010101" pitchFamily="2" charset="-122"/>
              </a:rPr>
              <a:t>和</a:t>
            </a:r>
            <a:r>
              <a:rPr lang="en-US" altLang="zh-CN" sz="2800" b="1" dirty="0"/>
              <a:t>Java</a:t>
            </a:r>
            <a:r>
              <a:rPr lang="zh-CN" altLang="en-US" sz="2800" dirty="0">
                <a:latin typeface="宋体" panose="02010600030101010101" pitchFamily="2" charset="-122"/>
              </a:rPr>
              <a:t>等语言对基本类型通常使用值调用方式传递参数</a:t>
            </a:r>
            <a:r>
              <a:rPr lang="zh-CN" altLang="en-US" sz="2800" dirty="0"/>
              <a:t> </a:t>
            </a:r>
          </a:p>
          <a:p>
            <a:pPr algn="just">
              <a:spcBef>
                <a:spcPct val="10000"/>
              </a:spcBef>
            </a:pPr>
            <a:r>
              <a:rPr lang="zh-CN" altLang="en-US" sz="2800" dirty="0"/>
              <a:t>值调用可以如下实现：</a:t>
            </a:r>
          </a:p>
          <a:p>
            <a:pPr lvl="1" algn="just">
              <a:spcBef>
                <a:spcPct val="10000"/>
              </a:spcBef>
            </a:pPr>
            <a:r>
              <a:rPr lang="zh-CN" altLang="en-US" sz="2400" dirty="0"/>
              <a:t>把形参当作所在过程的局部名看待，形参的存储单元在该过程的活动记录中</a:t>
            </a:r>
          </a:p>
          <a:p>
            <a:pPr lvl="1" algn="just">
              <a:spcBef>
                <a:spcPct val="10000"/>
              </a:spcBef>
            </a:pPr>
            <a:r>
              <a:rPr lang="zh-CN" altLang="en-US" sz="2400" dirty="0">
                <a:latin typeface="宋体" panose="02010600030101010101" pitchFamily="2" charset="-122"/>
              </a:rPr>
              <a:t>调用过程计算实参，并把右值放入形参的存储单元中</a:t>
            </a:r>
          </a:p>
          <a:p>
            <a:pPr algn="just">
              <a:spcBef>
                <a:spcPct val="10000"/>
              </a:spcBef>
            </a:pPr>
            <a:r>
              <a:rPr lang="zh-CN" altLang="en-US" sz="2800" dirty="0"/>
              <a:t>值调用的显著特征：</a:t>
            </a:r>
            <a:r>
              <a:rPr lang="zh-CN" altLang="en-US" sz="2800" dirty="0">
                <a:solidFill>
                  <a:srgbClr val="FF0000"/>
                </a:solidFill>
              </a:rPr>
              <a:t>对形参的任何操作不会影响调用者的实参的值。</a:t>
            </a:r>
          </a:p>
          <a:p>
            <a:endParaRPr lang="en-US" altLang="zh-CN" dirty="0"/>
          </a:p>
        </p:txBody>
      </p:sp>
      <p:sp>
        <p:nvSpPr>
          <p:cNvPr id="2" name="日期占位符 1">
            <a:extLst>
              <a:ext uri="{FF2B5EF4-FFF2-40B4-BE49-F238E27FC236}">
                <a16:creationId xmlns:a16="http://schemas.microsoft.com/office/drawing/2014/main" id="{09CE41F0-53A2-B8A0-79D1-1CBF4BBC2E26}"/>
              </a:ext>
            </a:extLst>
          </p:cNvPr>
          <p:cNvSpPr>
            <a:spLocks noGrp="1"/>
          </p:cNvSpPr>
          <p:nvPr>
            <p:ph type="dt" sz="half" idx="10"/>
          </p:nvPr>
        </p:nvSpPr>
        <p:spPr/>
        <p:txBody>
          <a:bodyPr/>
          <a:lstStyle/>
          <a:p>
            <a:fld id="{BEEB03D7-5B07-41C9-AB9A-D0D875E3D856}"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30E9C14C-4DC2-92C3-7DA5-5E1A9B6B035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B5386984-582D-B5CB-2722-6B0095B9D074}"/>
              </a:ext>
            </a:extLst>
          </p:cNvPr>
          <p:cNvSpPr>
            <a:spLocks noGrp="1"/>
          </p:cNvSpPr>
          <p:nvPr>
            <p:ph type="sldNum" sz="quarter" idx="12"/>
          </p:nvPr>
        </p:nvSpPr>
        <p:spPr/>
        <p:txBody>
          <a:bodyPr/>
          <a:lstStyle/>
          <a:p>
            <a:fld id="{094DEB03-EFC6-4C20-8FC8-295189A5386F}" type="slidenum">
              <a:rPr lang="zh-CN" altLang="en-US" smtClean="0"/>
              <a:pPr/>
              <a:t>48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1683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6835">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016835">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168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863F765-13EA-4F75-A82E-3C27BFF86EED}"/>
              </a:ext>
            </a:extLst>
          </p:cNvPr>
          <p:cNvSpPr>
            <a:spLocks noGrp="1" noChangeArrowheads="1"/>
          </p:cNvSpPr>
          <p:nvPr>
            <p:ph type="title"/>
          </p:nvPr>
        </p:nvSpPr>
        <p:spPr/>
        <p:txBody>
          <a:bodyPr/>
          <a:lstStyle/>
          <a:p>
            <a:r>
              <a:rPr lang="en-US" altLang="zh-CN"/>
              <a:t>6.4.2 </a:t>
            </a:r>
            <a:r>
              <a:rPr lang="zh-CN" altLang="en-US"/>
              <a:t>引用调用</a:t>
            </a:r>
          </a:p>
        </p:txBody>
      </p:sp>
      <p:sp>
        <p:nvSpPr>
          <p:cNvPr id="1017859" name="Rectangle 3">
            <a:extLst>
              <a:ext uri="{FF2B5EF4-FFF2-40B4-BE49-F238E27FC236}">
                <a16:creationId xmlns:a16="http://schemas.microsoft.com/office/drawing/2014/main" id="{7BB03CE7-EF1E-41A8-8A60-F94459287A2B}"/>
              </a:ext>
            </a:extLst>
          </p:cNvPr>
          <p:cNvSpPr>
            <a:spLocks noGrp="1" noChangeArrowheads="1"/>
          </p:cNvSpPr>
          <p:nvPr>
            <p:ph idx="1"/>
          </p:nvPr>
        </p:nvSpPr>
        <p:spPr>
          <a:xfrm>
            <a:off x="628650" y="1257300"/>
            <a:ext cx="7886700" cy="5371564"/>
          </a:xfrm>
        </p:spPr>
        <p:txBody>
          <a:bodyPr/>
          <a:lstStyle/>
          <a:p>
            <a:pPr algn="just">
              <a:spcBef>
                <a:spcPct val="10000"/>
              </a:spcBef>
            </a:pPr>
            <a:r>
              <a:rPr lang="zh-CN" altLang="en-US" sz="2800" dirty="0">
                <a:latin typeface="宋体" panose="02010600030101010101" pitchFamily="2" charset="-122"/>
              </a:rPr>
              <a:t>引用调用（地址调用）：实参的左值传给被调用过程</a:t>
            </a:r>
            <a:r>
              <a:rPr lang="zh-CN" altLang="en-US" sz="2800" dirty="0"/>
              <a:t> </a:t>
            </a:r>
          </a:p>
          <a:p>
            <a:pPr algn="just">
              <a:spcBef>
                <a:spcPct val="10000"/>
              </a:spcBef>
            </a:pPr>
            <a:r>
              <a:rPr lang="zh-CN" altLang="en-US" sz="2800" dirty="0"/>
              <a:t>引用调用可以如下实现：</a:t>
            </a:r>
          </a:p>
          <a:p>
            <a:pPr lvl="1" algn="just">
              <a:spcBef>
                <a:spcPct val="10000"/>
              </a:spcBef>
            </a:pPr>
            <a:r>
              <a:rPr lang="zh-CN" altLang="en-US" sz="2400" dirty="0"/>
              <a:t>把实参的左值放入形参的存储单元；若实参无左值，则将实参的值存入新的存储单元，并传递该单元的地址。</a:t>
            </a:r>
          </a:p>
          <a:p>
            <a:pPr lvl="1" algn="just">
              <a:spcBef>
                <a:spcPct val="10000"/>
              </a:spcBef>
            </a:pPr>
            <a:r>
              <a:rPr lang="zh-CN" altLang="en-US" sz="2400" dirty="0"/>
              <a:t>在被调用过程的目标代码中，任何对形参的引用都是通过传给该过程的指针来间接引用实参的</a:t>
            </a:r>
          </a:p>
          <a:p>
            <a:pPr algn="just">
              <a:spcBef>
                <a:spcPct val="10000"/>
              </a:spcBef>
            </a:pPr>
            <a:r>
              <a:rPr lang="zh-CN" altLang="en-US" sz="2800" dirty="0"/>
              <a:t>引用调用的显著特征：对形参的任何赋值都会影响调用者的实参</a:t>
            </a:r>
          </a:p>
          <a:p>
            <a:pPr algn="just">
              <a:spcBef>
                <a:spcPct val="10000"/>
              </a:spcBef>
            </a:pPr>
            <a:r>
              <a:rPr lang="zh-CN" altLang="en-US" sz="2800" dirty="0"/>
              <a:t>数组通常是按引用调用传递</a:t>
            </a:r>
          </a:p>
        </p:txBody>
      </p:sp>
      <p:sp>
        <p:nvSpPr>
          <p:cNvPr id="2" name="日期占位符 1">
            <a:extLst>
              <a:ext uri="{FF2B5EF4-FFF2-40B4-BE49-F238E27FC236}">
                <a16:creationId xmlns:a16="http://schemas.microsoft.com/office/drawing/2014/main" id="{5AFB6D0B-4D6E-A435-B36A-CB466CA67CE4}"/>
              </a:ext>
            </a:extLst>
          </p:cNvPr>
          <p:cNvSpPr>
            <a:spLocks noGrp="1"/>
          </p:cNvSpPr>
          <p:nvPr>
            <p:ph type="dt" sz="half" idx="10"/>
          </p:nvPr>
        </p:nvSpPr>
        <p:spPr/>
        <p:txBody>
          <a:bodyPr/>
          <a:lstStyle/>
          <a:p>
            <a:fld id="{2ABA98AE-6326-49DA-BF28-653AD1ED4A99}"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A3C79B6C-A3E9-35F4-1EFD-D55C86BDBC4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16B6BAC2-607F-AF63-5647-DF74D7665C42}"/>
              </a:ext>
            </a:extLst>
          </p:cNvPr>
          <p:cNvSpPr>
            <a:spLocks noGrp="1"/>
          </p:cNvSpPr>
          <p:nvPr>
            <p:ph type="sldNum" sz="quarter" idx="12"/>
          </p:nvPr>
        </p:nvSpPr>
        <p:spPr/>
        <p:txBody>
          <a:bodyPr/>
          <a:lstStyle/>
          <a:p>
            <a:fld id="{094DEB03-EFC6-4C20-8FC8-295189A5386F}" type="slidenum">
              <a:rPr lang="zh-CN" altLang="en-US" smtClean="0"/>
              <a:pPr/>
              <a:t>49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1785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7859">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017859">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17859">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178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E334ECB6-9C55-4DB7-B66D-B3C1CBA29A0A}"/>
              </a:ext>
            </a:extLst>
          </p:cNvPr>
          <p:cNvSpPr>
            <a:spLocks noGrp="1" noChangeArrowheads="1"/>
          </p:cNvSpPr>
          <p:nvPr>
            <p:ph type="title"/>
          </p:nvPr>
        </p:nvSpPr>
        <p:spPr/>
        <p:txBody>
          <a:bodyPr/>
          <a:lstStyle/>
          <a:p>
            <a:r>
              <a:rPr lang="en-US" altLang="zh-CN"/>
              <a:t>6.4.3 </a:t>
            </a:r>
            <a:r>
              <a:rPr lang="zh-CN" altLang="en-US"/>
              <a:t>换名调用</a:t>
            </a:r>
          </a:p>
        </p:txBody>
      </p:sp>
      <p:sp>
        <p:nvSpPr>
          <p:cNvPr id="1019907" name="Rectangle 3">
            <a:extLst>
              <a:ext uri="{FF2B5EF4-FFF2-40B4-BE49-F238E27FC236}">
                <a16:creationId xmlns:a16="http://schemas.microsoft.com/office/drawing/2014/main" id="{4B36C22D-A663-4A20-8C16-07AF3A57BE59}"/>
              </a:ext>
            </a:extLst>
          </p:cNvPr>
          <p:cNvSpPr>
            <a:spLocks noGrp="1" noChangeArrowheads="1"/>
          </p:cNvSpPr>
          <p:nvPr>
            <p:ph idx="1"/>
          </p:nvPr>
        </p:nvSpPr>
        <p:spPr/>
        <p:txBody>
          <a:bodyPr/>
          <a:lstStyle/>
          <a:p>
            <a:r>
              <a:rPr lang="zh-CN" altLang="en-US" sz="2800"/>
              <a:t>换名调用：用实参表达式对形参进行正文替换</a:t>
            </a:r>
          </a:p>
          <a:p>
            <a:pPr algn="just">
              <a:spcBef>
                <a:spcPct val="10000"/>
              </a:spcBef>
              <a:buFont typeface="Wingdings" panose="05000000000000000000" pitchFamily="2" charset="2"/>
              <a:buNone/>
            </a:pPr>
            <a:r>
              <a:rPr lang="en-US" altLang="zh-CN" sz="2800" b="1"/>
              <a:t>procedure swap(var x, y: integer);</a:t>
            </a:r>
          </a:p>
          <a:p>
            <a:pPr algn="just">
              <a:spcBef>
                <a:spcPct val="10000"/>
              </a:spcBef>
              <a:buFont typeface="Wingdings" panose="05000000000000000000" pitchFamily="2" charset="2"/>
              <a:buNone/>
            </a:pPr>
            <a:r>
              <a:rPr lang="en-US" altLang="zh-CN" sz="2800" b="1"/>
              <a:t>	var temp: integer;</a:t>
            </a:r>
          </a:p>
          <a:p>
            <a:pPr algn="just">
              <a:spcBef>
                <a:spcPct val="10000"/>
              </a:spcBef>
              <a:buFont typeface="Wingdings" panose="05000000000000000000" pitchFamily="2" charset="2"/>
              <a:buNone/>
            </a:pPr>
            <a:r>
              <a:rPr lang="en-US" altLang="zh-CN" sz="2800" b="1"/>
              <a:t>	    begin </a:t>
            </a:r>
          </a:p>
          <a:p>
            <a:pPr algn="just">
              <a:spcBef>
                <a:spcPct val="10000"/>
              </a:spcBef>
              <a:buFont typeface="Wingdings" panose="05000000000000000000" pitchFamily="2" charset="2"/>
              <a:buNone/>
            </a:pPr>
            <a:r>
              <a:rPr lang="en-US" altLang="zh-CN" sz="2800" b="1"/>
              <a:t>		  temp := x;</a:t>
            </a:r>
          </a:p>
          <a:p>
            <a:pPr algn="just">
              <a:spcBef>
                <a:spcPct val="10000"/>
              </a:spcBef>
              <a:buFont typeface="Wingdings" panose="05000000000000000000" pitchFamily="2" charset="2"/>
              <a:buNone/>
            </a:pPr>
            <a:r>
              <a:rPr lang="en-US" altLang="zh-CN" sz="2800" b="1"/>
              <a:t>		  x := y;</a:t>
            </a:r>
          </a:p>
          <a:p>
            <a:pPr algn="just">
              <a:spcBef>
                <a:spcPct val="10000"/>
              </a:spcBef>
              <a:buFont typeface="Wingdings" panose="05000000000000000000" pitchFamily="2" charset="2"/>
              <a:buNone/>
            </a:pPr>
            <a:r>
              <a:rPr lang="en-US" altLang="zh-CN" sz="2800" b="1"/>
              <a:t>		  y := temp</a:t>
            </a:r>
          </a:p>
          <a:p>
            <a:pPr algn="just">
              <a:spcBef>
                <a:spcPct val="10000"/>
              </a:spcBef>
              <a:buFont typeface="Wingdings" panose="05000000000000000000" pitchFamily="2" charset="2"/>
              <a:buNone/>
            </a:pPr>
            <a:r>
              <a:rPr lang="en-US" altLang="zh-CN" sz="2800" b="1"/>
              <a:t>	    end</a:t>
            </a:r>
          </a:p>
          <a:p>
            <a:pPr algn="just">
              <a:spcBef>
                <a:spcPct val="10000"/>
              </a:spcBef>
              <a:buFont typeface="Wingdings" panose="05000000000000000000" pitchFamily="2" charset="2"/>
              <a:buNone/>
            </a:pPr>
            <a:endParaRPr lang="en-US" altLang="zh-CN" sz="2800"/>
          </a:p>
        </p:txBody>
      </p:sp>
      <p:sp>
        <p:nvSpPr>
          <p:cNvPr id="2" name="日期占位符 1">
            <a:extLst>
              <a:ext uri="{FF2B5EF4-FFF2-40B4-BE49-F238E27FC236}">
                <a16:creationId xmlns:a16="http://schemas.microsoft.com/office/drawing/2014/main" id="{A2914D60-C917-C497-237B-90DAEB65F481}"/>
              </a:ext>
            </a:extLst>
          </p:cNvPr>
          <p:cNvSpPr>
            <a:spLocks noGrp="1"/>
          </p:cNvSpPr>
          <p:nvPr>
            <p:ph type="dt" sz="half" idx="10"/>
          </p:nvPr>
        </p:nvSpPr>
        <p:spPr/>
        <p:txBody>
          <a:bodyPr/>
          <a:lstStyle/>
          <a:p>
            <a:fld id="{ABF288BA-5616-4DE5-A507-B9811C487699}"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F1B54774-BEB8-49F7-1374-B2F4CD41B38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29FA91B1-587F-1A8B-4D3F-24623A35D5D1}"/>
              </a:ext>
            </a:extLst>
          </p:cNvPr>
          <p:cNvSpPr>
            <a:spLocks noGrp="1"/>
          </p:cNvSpPr>
          <p:nvPr>
            <p:ph type="sldNum" sz="quarter" idx="12"/>
          </p:nvPr>
        </p:nvSpPr>
        <p:spPr/>
        <p:txBody>
          <a:bodyPr/>
          <a:lstStyle/>
          <a:p>
            <a:fld id="{094DEB03-EFC6-4C20-8FC8-295189A5386F}" type="slidenum">
              <a:rPr lang="zh-CN" altLang="en-US" smtClean="0"/>
              <a:pPr/>
              <a:t>50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199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99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990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990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990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1990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199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1BD087C-B8FB-49BC-9E96-FC35A2E06146}"/>
              </a:ext>
            </a:extLst>
          </p:cNvPr>
          <p:cNvSpPr>
            <a:spLocks noGrp="1" noChangeArrowheads="1"/>
          </p:cNvSpPr>
          <p:nvPr>
            <p:ph type="title"/>
          </p:nvPr>
        </p:nvSpPr>
        <p:spPr/>
        <p:txBody>
          <a:bodyPr/>
          <a:lstStyle/>
          <a:p>
            <a:r>
              <a:rPr lang="en-US" altLang="zh-CN"/>
              <a:t>6.4.3 </a:t>
            </a:r>
            <a:r>
              <a:rPr lang="zh-CN" altLang="en-US"/>
              <a:t>换名调用</a:t>
            </a:r>
          </a:p>
        </p:txBody>
      </p:sp>
      <p:sp>
        <p:nvSpPr>
          <p:cNvPr id="70659" name="Rectangle 3">
            <a:extLst>
              <a:ext uri="{FF2B5EF4-FFF2-40B4-BE49-F238E27FC236}">
                <a16:creationId xmlns:a16="http://schemas.microsoft.com/office/drawing/2014/main" id="{432D5E54-AC2D-4487-8350-AC164664AE43}"/>
              </a:ext>
            </a:extLst>
          </p:cNvPr>
          <p:cNvSpPr>
            <a:spLocks noGrp="1" noChangeArrowheads="1"/>
          </p:cNvSpPr>
          <p:nvPr>
            <p:ph idx="1"/>
          </p:nvPr>
        </p:nvSpPr>
        <p:spPr/>
        <p:txBody>
          <a:bodyPr/>
          <a:lstStyle/>
          <a:p>
            <a:r>
              <a:rPr lang="zh-CN" altLang="en-US" sz="2800"/>
              <a:t>换名调用：用实参表达式对形参进行正文替换</a:t>
            </a:r>
          </a:p>
          <a:p>
            <a:pPr algn="just">
              <a:spcBef>
                <a:spcPct val="10000"/>
              </a:spcBef>
              <a:buFont typeface="Wingdings" panose="05000000000000000000" pitchFamily="2" charset="2"/>
              <a:buNone/>
            </a:pPr>
            <a:r>
              <a:rPr lang="en-US" altLang="zh-CN" sz="2800" b="1"/>
              <a:t>procedure swap(var x, y: integer);</a:t>
            </a:r>
          </a:p>
          <a:p>
            <a:pPr algn="just">
              <a:spcBef>
                <a:spcPct val="10000"/>
              </a:spcBef>
              <a:buFont typeface="Wingdings" panose="05000000000000000000" pitchFamily="2" charset="2"/>
              <a:buNone/>
            </a:pPr>
            <a:r>
              <a:rPr lang="en-US" altLang="zh-CN" sz="2800" b="1"/>
              <a:t>	var temp: integer;</a:t>
            </a:r>
          </a:p>
          <a:p>
            <a:pPr algn="just">
              <a:spcBef>
                <a:spcPct val="10000"/>
              </a:spcBef>
              <a:buFont typeface="Wingdings" panose="05000000000000000000" pitchFamily="2" charset="2"/>
              <a:buNone/>
            </a:pPr>
            <a:r>
              <a:rPr lang="en-US" altLang="zh-CN" sz="2800" b="1"/>
              <a:t>	    begin				</a:t>
            </a:r>
            <a:r>
              <a:rPr lang="zh-CN" altLang="en-US" sz="2800">
                <a:solidFill>
                  <a:srgbClr val="008000"/>
                </a:solidFill>
                <a:latin typeface="宋体" panose="02010600030101010101" pitchFamily="2" charset="-122"/>
              </a:rPr>
              <a:t>调用</a:t>
            </a:r>
            <a:r>
              <a:rPr lang="en-US" altLang="zh-CN" sz="2800" b="1">
                <a:solidFill>
                  <a:srgbClr val="008000"/>
                </a:solidFill>
              </a:rPr>
              <a:t>swap(i, a[i]) </a:t>
            </a:r>
          </a:p>
          <a:p>
            <a:pPr algn="just">
              <a:spcBef>
                <a:spcPct val="10000"/>
              </a:spcBef>
              <a:buFont typeface="Wingdings" panose="05000000000000000000" pitchFamily="2" charset="2"/>
              <a:buNone/>
            </a:pPr>
            <a:r>
              <a:rPr lang="en-US" altLang="zh-CN" sz="2800" b="1"/>
              <a:t>		  temp := x;</a:t>
            </a:r>
          </a:p>
          <a:p>
            <a:pPr algn="just">
              <a:spcBef>
                <a:spcPct val="10000"/>
              </a:spcBef>
              <a:buFont typeface="Wingdings" panose="05000000000000000000" pitchFamily="2" charset="2"/>
              <a:buNone/>
            </a:pPr>
            <a:r>
              <a:rPr lang="en-US" altLang="zh-CN" sz="2800" b="1"/>
              <a:t>		  x := y;</a:t>
            </a:r>
          </a:p>
          <a:p>
            <a:pPr algn="just">
              <a:spcBef>
                <a:spcPct val="10000"/>
              </a:spcBef>
              <a:buFont typeface="Wingdings" panose="05000000000000000000" pitchFamily="2" charset="2"/>
              <a:buNone/>
            </a:pPr>
            <a:r>
              <a:rPr lang="en-US" altLang="zh-CN" sz="2800" b="1"/>
              <a:t>		  y := temp</a:t>
            </a:r>
          </a:p>
          <a:p>
            <a:pPr algn="just">
              <a:spcBef>
                <a:spcPct val="10000"/>
              </a:spcBef>
              <a:buFont typeface="Wingdings" panose="05000000000000000000" pitchFamily="2" charset="2"/>
              <a:buNone/>
            </a:pPr>
            <a:r>
              <a:rPr lang="en-US" altLang="zh-CN" sz="2800" b="1"/>
              <a:t>	    end</a:t>
            </a:r>
          </a:p>
          <a:p>
            <a:pPr algn="just">
              <a:spcBef>
                <a:spcPct val="10000"/>
              </a:spcBef>
              <a:buFont typeface="Wingdings" panose="05000000000000000000" pitchFamily="2" charset="2"/>
              <a:buNone/>
            </a:pPr>
            <a:endParaRPr lang="en-US" altLang="zh-CN" sz="2800"/>
          </a:p>
        </p:txBody>
      </p:sp>
      <p:sp>
        <p:nvSpPr>
          <p:cNvPr id="2" name="日期占位符 1">
            <a:extLst>
              <a:ext uri="{FF2B5EF4-FFF2-40B4-BE49-F238E27FC236}">
                <a16:creationId xmlns:a16="http://schemas.microsoft.com/office/drawing/2014/main" id="{FD2BFDD2-287E-8E43-2947-64492D8078D7}"/>
              </a:ext>
            </a:extLst>
          </p:cNvPr>
          <p:cNvSpPr>
            <a:spLocks noGrp="1"/>
          </p:cNvSpPr>
          <p:nvPr>
            <p:ph type="dt" sz="half" idx="10"/>
          </p:nvPr>
        </p:nvSpPr>
        <p:spPr/>
        <p:txBody>
          <a:bodyPr/>
          <a:lstStyle/>
          <a:p>
            <a:fld id="{C277FB09-6BEA-445A-A61F-E9CBA680FAD2}"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0964CE3A-A1E4-53B7-5540-C7540EE8784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52659AE7-23FD-37F8-D525-5E48995A5855}"/>
              </a:ext>
            </a:extLst>
          </p:cNvPr>
          <p:cNvSpPr>
            <a:spLocks noGrp="1"/>
          </p:cNvSpPr>
          <p:nvPr>
            <p:ph type="sldNum" sz="quarter" idx="12"/>
          </p:nvPr>
        </p:nvSpPr>
        <p:spPr/>
        <p:txBody>
          <a:bodyPr/>
          <a:lstStyle/>
          <a:p>
            <a:fld id="{094DEB03-EFC6-4C20-8FC8-295189A5386F}" type="slidenum">
              <a:rPr lang="zh-CN" altLang="en-US" smtClean="0"/>
              <a:pPr/>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6ADBE63-E0F5-4BBF-9948-BE30073DED96}"/>
              </a:ext>
            </a:extLst>
          </p:cNvPr>
          <p:cNvSpPr>
            <a:spLocks noGrp="1" noChangeArrowheads="1"/>
          </p:cNvSpPr>
          <p:nvPr>
            <p:ph type="title"/>
          </p:nvPr>
        </p:nvSpPr>
        <p:spPr/>
        <p:txBody>
          <a:bodyPr/>
          <a:lstStyle/>
          <a:p>
            <a:r>
              <a:rPr lang="en-US" altLang="zh-CN"/>
              <a:t>6.4.3 </a:t>
            </a:r>
            <a:r>
              <a:rPr lang="zh-CN" altLang="en-US"/>
              <a:t>换名调用</a:t>
            </a:r>
          </a:p>
        </p:txBody>
      </p:sp>
      <p:sp>
        <p:nvSpPr>
          <p:cNvPr id="71683" name="Rectangle 3">
            <a:extLst>
              <a:ext uri="{FF2B5EF4-FFF2-40B4-BE49-F238E27FC236}">
                <a16:creationId xmlns:a16="http://schemas.microsoft.com/office/drawing/2014/main" id="{B454D7CC-F173-4B94-A699-1C55C2602E05}"/>
              </a:ext>
            </a:extLst>
          </p:cNvPr>
          <p:cNvSpPr>
            <a:spLocks noGrp="1" noChangeArrowheads="1"/>
          </p:cNvSpPr>
          <p:nvPr>
            <p:ph idx="1"/>
          </p:nvPr>
        </p:nvSpPr>
        <p:spPr/>
        <p:txBody>
          <a:bodyPr/>
          <a:lstStyle/>
          <a:p>
            <a:r>
              <a:rPr lang="zh-CN" altLang="en-US" sz="2800" dirty="0"/>
              <a:t>换名调用：用实参表达式对形参进行正文替换</a:t>
            </a:r>
          </a:p>
          <a:p>
            <a:pPr algn="just">
              <a:spcBef>
                <a:spcPct val="10000"/>
              </a:spcBef>
              <a:buFont typeface="Wingdings" panose="05000000000000000000" pitchFamily="2" charset="2"/>
              <a:buNone/>
            </a:pPr>
            <a:r>
              <a:rPr lang="en-US" altLang="zh-CN" sz="2800" b="1" dirty="0"/>
              <a:t>procedure swap(var x, y: integer);</a:t>
            </a:r>
          </a:p>
          <a:p>
            <a:pPr algn="just">
              <a:spcBef>
                <a:spcPct val="10000"/>
              </a:spcBef>
              <a:buFont typeface="Wingdings" panose="05000000000000000000" pitchFamily="2" charset="2"/>
              <a:buNone/>
            </a:pPr>
            <a:r>
              <a:rPr lang="en-US" altLang="zh-CN" sz="2800" b="1" dirty="0"/>
              <a:t>	var temp: integer;</a:t>
            </a:r>
          </a:p>
          <a:p>
            <a:pPr algn="just">
              <a:spcBef>
                <a:spcPct val="10000"/>
              </a:spcBef>
              <a:buFont typeface="Wingdings" panose="05000000000000000000" pitchFamily="2" charset="2"/>
              <a:buNone/>
            </a:pPr>
            <a:r>
              <a:rPr lang="en-US" altLang="zh-CN" sz="2800" b="1" dirty="0"/>
              <a:t>	    begin				</a:t>
            </a:r>
            <a:r>
              <a:rPr lang="zh-CN" altLang="en-US" sz="2800" dirty="0">
                <a:solidFill>
                  <a:srgbClr val="008000"/>
                </a:solidFill>
                <a:latin typeface="宋体" panose="02010600030101010101" pitchFamily="2" charset="-122"/>
              </a:rPr>
              <a:t>调用</a:t>
            </a:r>
            <a:r>
              <a:rPr lang="en-US" altLang="zh-CN" sz="2800" b="1" dirty="0">
                <a:solidFill>
                  <a:srgbClr val="008000"/>
                </a:solidFill>
              </a:rPr>
              <a:t>swap(</a:t>
            </a:r>
            <a:r>
              <a:rPr lang="en-US" altLang="zh-CN" sz="2800" b="1" dirty="0" err="1">
                <a:solidFill>
                  <a:srgbClr val="008000"/>
                </a:solidFill>
              </a:rPr>
              <a:t>i</a:t>
            </a:r>
            <a:r>
              <a:rPr lang="en-US" altLang="zh-CN" sz="2800" b="1" dirty="0">
                <a:solidFill>
                  <a:srgbClr val="008000"/>
                </a:solidFill>
              </a:rPr>
              <a:t>, a[</a:t>
            </a:r>
            <a:r>
              <a:rPr lang="en-US" altLang="zh-CN" sz="2800" b="1" dirty="0" err="1">
                <a:solidFill>
                  <a:srgbClr val="008000"/>
                </a:solidFill>
              </a:rPr>
              <a:t>i</a:t>
            </a:r>
            <a:r>
              <a:rPr lang="en-US" altLang="zh-CN" sz="2800" b="1" dirty="0">
                <a:solidFill>
                  <a:srgbClr val="008000"/>
                </a:solidFill>
              </a:rPr>
              <a:t>]) </a:t>
            </a:r>
          </a:p>
          <a:p>
            <a:pPr algn="just">
              <a:spcBef>
                <a:spcPct val="10000"/>
              </a:spcBef>
              <a:buFont typeface="Wingdings" panose="05000000000000000000" pitchFamily="2" charset="2"/>
              <a:buNone/>
            </a:pPr>
            <a:r>
              <a:rPr lang="en-US" altLang="zh-CN" sz="2800" b="1" dirty="0"/>
              <a:t>		  temp := x; 		</a:t>
            </a:r>
            <a:r>
              <a:rPr lang="en-US" altLang="zh-CN" sz="2800" b="1" dirty="0">
                <a:solidFill>
                  <a:srgbClr val="008000"/>
                </a:solidFill>
              </a:rPr>
              <a:t>temp := </a:t>
            </a:r>
            <a:r>
              <a:rPr lang="en-US" altLang="zh-CN" sz="2800" b="1" dirty="0" err="1">
                <a:solidFill>
                  <a:srgbClr val="008000"/>
                </a:solidFill>
              </a:rPr>
              <a:t>i</a:t>
            </a:r>
            <a:r>
              <a:rPr lang="en-US" altLang="zh-CN" sz="2800" b="1" dirty="0">
                <a:solidFill>
                  <a:srgbClr val="008000"/>
                </a:solidFill>
              </a:rPr>
              <a:t>; </a:t>
            </a:r>
          </a:p>
          <a:p>
            <a:pPr algn="just">
              <a:spcBef>
                <a:spcPct val="10000"/>
              </a:spcBef>
              <a:buFont typeface="Wingdings" panose="05000000000000000000" pitchFamily="2" charset="2"/>
              <a:buNone/>
            </a:pPr>
            <a:r>
              <a:rPr lang="en-US" altLang="zh-CN" sz="2800" b="1" dirty="0"/>
              <a:t>		  x := y; 			</a:t>
            </a:r>
            <a:r>
              <a:rPr lang="en-US" altLang="zh-CN" sz="2800" b="1" dirty="0" err="1">
                <a:solidFill>
                  <a:srgbClr val="008000"/>
                </a:solidFill>
              </a:rPr>
              <a:t>i</a:t>
            </a:r>
            <a:r>
              <a:rPr lang="en-US" altLang="zh-CN" sz="2800" b="1" dirty="0">
                <a:solidFill>
                  <a:srgbClr val="008000"/>
                </a:solidFill>
              </a:rPr>
              <a:t> := a[</a:t>
            </a:r>
            <a:r>
              <a:rPr lang="en-US" altLang="zh-CN" sz="2800" b="1" dirty="0" err="1">
                <a:solidFill>
                  <a:srgbClr val="008000"/>
                </a:solidFill>
              </a:rPr>
              <a:t>i</a:t>
            </a:r>
            <a:r>
              <a:rPr lang="en-US" altLang="zh-CN" sz="2800" b="1" dirty="0">
                <a:solidFill>
                  <a:srgbClr val="008000"/>
                </a:solidFill>
              </a:rPr>
              <a:t>]; </a:t>
            </a:r>
          </a:p>
          <a:p>
            <a:pPr algn="just">
              <a:spcBef>
                <a:spcPct val="10000"/>
              </a:spcBef>
              <a:buFont typeface="Wingdings" panose="05000000000000000000" pitchFamily="2" charset="2"/>
              <a:buNone/>
            </a:pPr>
            <a:r>
              <a:rPr lang="en-US" altLang="zh-CN" sz="2800" b="1" dirty="0"/>
              <a:t>		  y := temp 			</a:t>
            </a:r>
            <a:r>
              <a:rPr lang="en-US" altLang="zh-CN" sz="2800" b="1" dirty="0">
                <a:solidFill>
                  <a:srgbClr val="008000"/>
                </a:solidFill>
              </a:rPr>
              <a:t>a[</a:t>
            </a:r>
            <a:r>
              <a:rPr lang="en-US" altLang="zh-CN" sz="2800" b="1" dirty="0" err="1">
                <a:solidFill>
                  <a:srgbClr val="008000"/>
                </a:solidFill>
              </a:rPr>
              <a:t>i</a:t>
            </a:r>
            <a:r>
              <a:rPr lang="en-US" altLang="zh-CN" sz="2800" b="1" dirty="0">
                <a:solidFill>
                  <a:srgbClr val="008000"/>
                </a:solidFill>
              </a:rPr>
              <a:t>] := temp</a:t>
            </a:r>
          </a:p>
          <a:p>
            <a:pPr algn="just">
              <a:spcBef>
                <a:spcPct val="10000"/>
              </a:spcBef>
              <a:buFont typeface="Wingdings" panose="05000000000000000000" pitchFamily="2" charset="2"/>
              <a:buNone/>
            </a:pPr>
            <a:r>
              <a:rPr lang="en-US" altLang="zh-CN" sz="2800" b="1" dirty="0"/>
              <a:t>	    end</a:t>
            </a:r>
          </a:p>
          <a:p>
            <a:pPr algn="just">
              <a:spcBef>
                <a:spcPct val="10000"/>
              </a:spcBef>
              <a:buFont typeface="Wingdings" panose="05000000000000000000" pitchFamily="2" charset="2"/>
              <a:buNone/>
            </a:pPr>
            <a:endParaRPr lang="en-US" altLang="zh-CN" sz="2800" dirty="0"/>
          </a:p>
        </p:txBody>
      </p:sp>
      <p:sp>
        <p:nvSpPr>
          <p:cNvPr id="2" name="日期占位符 1">
            <a:extLst>
              <a:ext uri="{FF2B5EF4-FFF2-40B4-BE49-F238E27FC236}">
                <a16:creationId xmlns:a16="http://schemas.microsoft.com/office/drawing/2014/main" id="{C6029FFD-4746-ED0F-0ABB-1DF4958426F9}"/>
              </a:ext>
            </a:extLst>
          </p:cNvPr>
          <p:cNvSpPr>
            <a:spLocks noGrp="1"/>
          </p:cNvSpPr>
          <p:nvPr>
            <p:ph type="dt" sz="half" idx="10"/>
          </p:nvPr>
        </p:nvSpPr>
        <p:spPr/>
        <p:txBody>
          <a:bodyPr/>
          <a:lstStyle/>
          <a:p>
            <a:fld id="{6F23032A-3D84-41F0-8C25-B42CD962FC28}"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E6632BF3-E6D0-0DAD-FA30-5FAEA267E5F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8580DB44-BA21-B5C9-70BF-3E72975C53E9}"/>
              </a:ext>
            </a:extLst>
          </p:cNvPr>
          <p:cNvSpPr>
            <a:spLocks noGrp="1"/>
          </p:cNvSpPr>
          <p:nvPr>
            <p:ph type="sldNum" sz="quarter" idx="12"/>
          </p:nvPr>
        </p:nvSpPr>
        <p:spPr/>
        <p:txBody>
          <a:bodyPr/>
          <a:lstStyle/>
          <a:p>
            <a:fld id="{094DEB03-EFC6-4C20-8FC8-295189A5386F}" type="slidenum">
              <a:rPr lang="zh-CN" altLang="en-US" smtClean="0"/>
              <a:pPr/>
              <a:t>52</a:t>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4A70A38E-934D-4F5C-B03F-38421A0083FC}"/>
              </a:ext>
            </a:extLst>
          </p:cNvPr>
          <p:cNvSpPr>
            <a:spLocks noGrp="1" noChangeArrowheads="1"/>
          </p:cNvSpPr>
          <p:nvPr>
            <p:ph type="title"/>
          </p:nvPr>
        </p:nvSpPr>
        <p:spPr/>
        <p:txBody>
          <a:bodyPr/>
          <a:lstStyle/>
          <a:p>
            <a:r>
              <a:rPr lang="en-US" altLang="zh-CN" dirty="0"/>
              <a:t>6.4.3 </a:t>
            </a:r>
            <a:r>
              <a:rPr lang="zh-CN" altLang="en-US" dirty="0"/>
              <a:t>换名调用</a:t>
            </a:r>
          </a:p>
        </p:txBody>
      </p:sp>
      <p:sp>
        <p:nvSpPr>
          <p:cNvPr id="72707" name="Rectangle 3">
            <a:extLst>
              <a:ext uri="{FF2B5EF4-FFF2-40B4-BE49-F238E27FC236}">
                <a16:creationId xmlns:a16="http://schemas.microsoft.com/office/drawing/2014/main" id="{C2171594-4F65-4B1B-89EE-86CFB213B8C7}"/>
              </a:ext>
            </a:extLst>
          </p:cNvPr>
          <p:cNvSpPr>
            <a:spLocks noGrp="1" noChangeArrowheads="1"/>
          </p:cNvSpPr>
          <p:nvPr>
            <p:ph idx="1"/>
          </p:nvPr>
        </p:nvSpPr>
        <p:spPr/>
        <p:txBody>
          <a:bodyPr/>
          <a:lstStyle/>
          <a:p>
            <a:r>
              <a:rPr lang="zh-CN" altLang="en-US" sz="2800" dirty="0"/>
              <a:t>宏展开（内联展开）：在调用点，用被调用过程的体来替换调用者的调用，形参用对应的实参文字来代替。</a:t>
            </a:r>
          </a:p>
          <a:p>
            <a:r>
              <a:rPr lang="zh-CN" altLang="en-US" sz="2800" dirty="0"/>
              <a:t>注意：被调用过程的局部名字与调用过程的名字保持区别（可认为宏展开前，被调用过程的每个局部名字系统地被重新命名为可区别的名字）</a:t>
            </a:r>
          </a:p>
          <a:p>
            <a:r>
              <a:rPr lang="zh-CN" altLang="en-US" sz="2800" dirty="0"/>
              <a:t>内联展开有助于提高效率：去除了过程调用时调用序列和返回序列的一些开销。</a:t>
            </a:r>
          </a:p>
        </p:txBody>
      </p:sp>
      <p:sp>
        <p:nvSpPr>
          <p:cNvPr id="2" name="日期占位符 1">
            <a:extLst>
              <a:ext uri="{FF2B5EF4-FFF2-40B4-BE49-F238E27FC236}">
                <a16:creationId xmlns:a16="http://schemas.microsoft.com/office/drawing/2014/main" id="{1869E624-48B1-439A-C282-12A254ECD3B3}"/>
              </a:ext>
            </a:extLst>
          </p:cNvPr>
          <p:cNvSpPr>
            <a:spLocks noGrp="1"/>
          </p:cNvSpPr>
          <p:nvPr>
            <p:ph type="dt" sz="half" idx="10"/>
          </p:nvPr>
        </p:nvSpPr>
        <p:spPr/>
        <p:txBody>
          <a:bodyPr/>
          <a:lstStyle/>
          <a:p>
            <a:fld id="{F3E37B2C-61D2-478F-BC1E-F93D005A7C05}"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7FE1F3E6-6534-357E-8A39-DC78BB4482B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41CA185C-5110-F328-AAE4-C15E7F7C7B59}"/>
              </a:ext>
            </a:extLst>
          </p:cNvPr>
          <p:cNvSpPr>
            <a:spLocks noGrp="1"/>
          </p:cNvSpPr>
          <p:nvPr>
            <p:ph type="sldNum" sz="quarter" idx="12"/>
          </p:nvPr>
        </p:nvSpPr>
        <p:spPr/>
        <p:txBody>
          <a:bodyPr/>
          <a:lstStyle/>
          <a:p>
            <a:fld id="{094DEB03-EFC6-4C20-8FC8-295189A5386F}" type="slidenum">
              <a:rPr lang="zh-CN" altLang="en-US" smtClean="0"/>
              <a:pPr/>
              <a:t>53</a:t>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B9012E-00DC-4096-A635-8F6151AE4EEB}"/>
              </a:ext>
            </a:extLst>
          </p:cNvPr>
          <p:cNvSpPr>
            <a:spLocks noGrp="1"/>
          </p:cNvSpPr>
          <p:nvPr>
            <p:ph type="title"/>
          </p:nvPr>
        </p:nvSpPr>
        <p:spPr/>
        <p:txBody>
          <a:bodyPr/>
          <a:lstStyle/>
          <a:p>
            <a:r>
              <a:rPr lang="en-US" altLang="zh-CN" dirty="0"/>
              <a:t>6.4.3 </a:t>
            </a:r>
            <a:r>
              <a:rPr lang="zh-CN" altLang="en-US" dirty="0"/>
              <a:t>换名调用</a:t>
            </a:r>
          </a:p>
        </p:txBody>
      </p:sp>
      <p:sp>
        <p:nvSpPr>
          <p:cNvPr id="3" name="内容占位符 2">
            <a:extLst>
              <a:ext uri="{FF2B5EF4-FFF2-40B4-BE49-F238E27FC236}">
                <a16:creationId xmlns:a16="http://schemas.microsoft.com/office/drawing/2014/main" id="{8258746D-28D7-4CA2-92B7-2096886103E6}"/>
              </a:ext>
            </a:extLst>
          </p:cNvPr>
          <p:cNvSpPr>
            <a:spLocks noGrp="1"/>
          </p:cNvSpPr>
          <p:nvPr>
            <p:ph idx="1"/>
          </p:nvPr>
        </p:nvSpPr>
        <p:spPr/>
        <p:txBody>
          <a:bodyPr/>
          <a:lstStyle/>
          <a:p>
            <a:r>
              <a:rPr lang="zh-CN" altLang="en-US" dirty="0"/>
              <a:t>换名调用比较复杂，是一种不再受欢迎的机制</a:t>
            </a:r>
            <a:endParaRPr lang="en-US" altLang="zh-CN" dirty="0"/>
          </a:p>
          <a:p>
            <a:r>
              <a:rPr lang="zh-CN" altLang="en-US" dirty="0"/>
              <a:t>但内联展开的思想有助于提高程序运行效率</a:t>
            </a:r>
            <a:endParaRPr lang="en-US" altLang="zh-CN" dirty="0"/>
          </a:p>
          <a:p>
            <a:r>
              <a:rPr lang="zh-CN" altLang="en-US" dirty="0"/>
              <a:t>基于此，</a:t>
            </a:r>
            <a:r>
              <a:rPr lang="en-US" altLang="zh-CN" b="1" dirty="0"/>
              <a:t>C++</a:t>
            </a:r>
            <a:r>
              <a:rPr lang="zh-CN" altLang="en-US" dirty="0"/>
              <a:t>和</a:t>
            </a:r>
            <a:r>
              <a:rPr lang="en-US" altLang="zh-CN" b="1" dirty="0"/>
              <a:t>Java</a:t>
            </a:r>
            <a:r>
              <a:rPr lang="zh-CN" altLang="en-US" dirty="0"/>
              <a:t>在</a:t>
            </a:r>
            <a:r>
              <a:rPr lang="en-US" altLang="zh-CN" b="1" dirty="0"/>
              <a:t>C</a:t>
            </a:r>
            <a:r>
              <a:rPr lang="zh-CN" altLang="en-US" dirty="0"/>
              <a:t>的基础上增加了内联函数</a:t>
            </a:r>
            <a:endParaRPr lang="en-US" altLang="zh-CN" dirty="0"/>
          </a:p>
        </p:txBody>
      </p:sp>
      <p:sp>
        <p:nvSpPr>
          <p:cNvPr id="5" name="Rectangle 3">
            <a:extLst>
              <a:ext uri="{FF2B5EF4-FFF2-40B4-BE49-F238E27FC236}">
                <a16:creationId xmlns:a16="http://schemas.microsoft.com/office/drawing/2014/main" id="{A5DE386E-03FC-4D3A-865E-69095E4C9F93}"/>
              </a:ext>
            </a:extLst>
          </p:cNvPr>
          <p:cNvSpPr>
            <a:spLocks noChangeArrowheads="1"/>
          </p:cNvSpPr>
          <p:nvPr/>
        </p:nvSpPr>
        <p:spPr bwMode="auto">
          <a:xfrm>
            <a:off x="947180" y="4767033"/>
            <a:ext cx="4716356" cy="148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95220" rIns="91440" bIns="952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000088"/>
                </a:solidFill>
                <a:effectLst/>
                <a:latin typeface="Arial Unicode MS"/>
                <a:ea typeface="Menlo"/>
              </a:rPr>
              <a:t>inline</a:t>
            </a:r>
            <a:r>
              <a:rPr kumimoji="0" lang="zh-CN" altLang="zh-CN" sz="2800" b="1" i="0" u="none" strike="noStrike" cap="none" normalizeH="0" baseline="0" dirty="0">
                <a:ln>
                  <a:noFill/>
                </a:ln>
                <a:solidFill>
                  <a:srgbClr val="000000"/>
                </a:solidFill>
                <a:effectLst/>
                <a:latin typeface="Arial Unicode MS"/>
                <a:ea typeface="Menlo"/>
              </a:rPr>
              <a:t> </a:t>
            </a:r>
            <a:r>
              <a:rPr kumimoji="0" lang="zh-CN" altLang="zh-CN" sz="2800" b="1" i="0" u="none" strike="noStrike" cap="none" normalizeH="0" baseline="0" dirty="0">
                <a:ln>
                  <a:noFill/>
                </a:ln>
                <a:solidFill>
                  <a:srgbClr val="000088"/>
                </a:solidFill>
                <a:effectLst/>
                <a:latin typeface="Arial Unicode MS"/>
                <a:ea typeface="Menlo"/>
              </a:rPr>
              <a:t>int</a:t>
            </a:r>
            <a:r>
              <a:rPr kumimoji="0" lang="zh-CN" altLang="zh-CN" sz="2800" b="1" i="0" u="none" strike="noStrike" cap="none" normalizeH="0" baseline="0" dirty="0">
                <a:ln>
                  <a:noFill/>
                </a:ln>
                <a:solidFill>
                  <a:srgbClr val="000000"/>
                </a:solidFill>
                <a:effectLst/>
                <a:latin typeface="Arial Unicode MS"/>
                <a:ea typeface="Menlo"/>
              </a:rPr>
              <a:t> </a:t>
            </a:r>
            <a:r>
              <a:rPr kumimoji="0" lang="zh-CN" altLang="zh-CN" sz="2800" b="1" i="0" u="none" strike="noStrike" cap="none" normalizeH="0" baseline="0" dirty="0">
                <a:ln>
                  <a:noFill/>
                </a:ln>
                <a:solidFill>
                  <a:srgbClr val="660066"/>
                </a:solidFill>
                <a:effectLst/>
                <a:latin typeface="Arial Unicode MS"/>
                <a:ea typeface="Menlo"/>
              </a:rPr>
              <a:t>Max</a:t>
            </a: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sz="2800" b="1" i="0" u="none" strike="noStrike" cap="none" normalizeH="0" baseline="0" dirty="0">
                <a:ln>
                  <a:noFill/>
                </a:ln>
                <a:solidFill>
                  <a:srgbClr val="000088"/>
                </a:solidFill>
                <a:effectLst/>
                <a:latin typeface="Arial Unicode MS"/>
                <a:ea typeface="Menlo"/>
              </a:rPr>
              <a:t>int</a:t>
            </a:r>
            <a:r>
              <a:rPr kumimoji="0" lang="zh-CN" altLang="zh-CN" sz="2800" b="1" i="0" u="none" strike="noStrike" cap="none" normalizeH="0" baseline="0" dirty="0">
                <a:ln>
                  <a:noFill/>
                </a:ln>
                <a:solidFill>
                  <a:srgbClr val="000000"/>
                </a:solidFill>
                <a:effectLst/>
                <a:latin typeface="Arial Unicode MS"/>
                <a:ea typeface="Menlo"/>
              </a:rPr>
              <a:t> x</a:t>
            </a: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sz="2800" b="1" i="0" u="none" strike="noStrike" cap="none" normalizeH="0" baseline="0" dirty="0">
                <a:ln>
                  <a:noFill/>
                </a:ln>
                <a:solidFill>
                  <a:srgbClr val="000000"/>
                </a:solidFill>
                <a:effectLst/>
                <a:latin typeface="Arial Unicode MS"/>
                <a:ea typeface="Menlo"/>
              </a:rPr>
              <a:t> </a:t>
            </a:r>
            <a:r>
              <a:rPr kumimoji="0" lang="zh-CN" altLang="zh-CN" sz="2800" b="1" i="0" u="none" strike="noStrike" cap="none" normalizeH="0" baseline="0" dirty="0">
                <a:ln>
                  <a:noFill/>
                </a:ln>
                <a:solidFill>
                  <a:srgbClr val="000088"/>
                </a:solidFill>
                <a:effectLst/>
                <a:latin typeface="Arial Unicode MS"/>
                <a:ea typeface="Menlo"/>
              </a:rPr>
              <a:t>int</a:t>
            </a:r>
            <a:r>
              <a:rPr kumimoji="0" lang="zh-CN" altLang="zh-CN" sz="2800" b="1" i="0" u="none" strike="noStrike" cap="none" normalizeH="0" baseline="0" dirty="0">
                <a:ln>
                  <a:noFill/>
                </a:ln>
                <a:solidFill>
                  <a:srgbClr val="000000"/>
                </a:solidFill>
                <a:effectLst/>
                <a:latin typeface="Arial Unicode MS"/>
                <a:ea typeface="Menlo"/>
              </a:rPr>
              <a:t> y</a:t>
            </a: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sz="2800" b="1" i="0" u="none" strike="noStrike" cap="none" normalizeH="0" baseline="0" dirty="0">
                <a:ln>
                  <a:noFill/>
                </a:ln>
                <a:solidFill>
                  <a:srgbClr val="000000"/>
                </a:solidFill>
                <a:effectLst/>
                <a:latin typeface="Arial Unicode MS"/>
                <a:ea typeface="Menlo"/>
              </a:rPr>
              <a:t> </a:t>
            </a: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sz="2800" b="1" i="0" u="none" strike="noStrike" cap="none" normalizeH="0" baseline="0" dirty="0">
                <a:ln>
                  <a:noFill/>
                </a:ln>
                <a:solidFill>
                  <a:srgbClr val="000000"/>
                </a:solidFill>
                <a:effectLst/>
                <a:latin typeface="Arial Unicode MS"/>
                <a:ea typeface="Menlo"/>
              </a:rPr>
              <a:t> </a:t>
            </a:r>
            <a:endParaRPr kumimoji="0" lang="en-US" altLang="zh-CN" sz="2800" b="1" i="0" u="none" strike="noStrike" cap="none" normalizeH="0" baseline="0" dirty="0">
              <a:ln>
                <a:noFill/>
              </a:ln>
              <a:solidFill>
                <a:srgbClr val="00000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800" b="1" dirty="0">
                <a:solidFill>
                  <a:srgbClr val="000000"/>
                </a:solidFill>
                <a:latin typeface="Arial Unicode MS"/>
                <a:ea typeface="Menlo"/>
              </a:rPr>
              <a:t>	</a:t>
            </a:r>
            <a:r>
              <a:rPr kumimoji="0" lang="zh-CN" altLang="zh-CN" sz="2800" b="1" i="0" u="none" strike="noStrike" cap="none" normalizeH="0" baseline="0" dirty="0">
                <a:ln>
                  <a:noFill/>
                </a:ln>
                <a:solidFill>
                  <a:srgbClr val="000088"/>
                </a:solidFill>
                <a:effectLst/>
                <a:latin typeface="Arial Unicode MS"/>
                <a:ea typeface="Menlo"/>
              </a:rPr>
              <a:t>return</a:t>
            </a:r>
            <a:r>
              <a:rPr kumimoji="0" lang="zh-CN" altLang="zh-CN" sz="2800" b="1" i="0" u="none" strike="noStrike" cap="none" normalizeH="0" baseline="0" dirty="0">
                <a:ln>
                  <a:noFill/>
                </a:ln>
                <a:solidFill>
                  <a:srgbClr val="000000"/>
                </a:solidFill>
                <a:effectLst/>
                <a:latin typeface="Arial Unicode MS"/>
                <a:ea typeface="Menlo"/>
              </a:rPr>
              <a:t> </a:t>
            </a: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sz="2800" b="1" i="0" u="none" strike="noStrike" cap="none" normalizeH="0" baseline="0" dirty="0">
                <a:ln>
                  <a:noFill/>
                </a:ln>
                <a:solidFill>
                  <a:srgbClr val="000000"/>
                </a:solidFill>
                <a:effectLst/>
                <a:latin typeface="Arial Unicode MS"/>
                <a:ea typeface="Menlo"/>
              </a:rPr>
              <a:t>x </a:t>
            </a:r>
            <a:r>
              <a:rPr kumimoji="0" lang="zh-CN" altLang="zh-CN" sz="2800" b="1" i="0" u="none" strike="noStrike" cap="none" normalizeH="0" baseline="0" dirty="0">
                <a:ln>
                  <a:noFill/>
                </a:ln>
                <a:solidFill>
                  <a:srgbClr val="666600"/>
                </a:solidFill>
                <a:effectLst/>
                <a:latin typeface="Arial Unicode MS"/>
                <a:ea typeface="Menlo"/>
              </a:rPr>
              <a:t>&gt;</a:t>
            </a:r>
            <a:r>
              <a:rPr kumimoji="0" lang="zh-CN" altLang="zh-CN" sz="2800" b="1" i="0" u="none" strike="noStrike" cap="none" normalizeH="0" baseline="0" dirty="0">
                <a:ln>
                  <a:noFill/>
                </a:ln>
                <a:solidFill>
                  <a:srgbClr val="000000"/>
                </a:solidFill>
                <a:effectLst/>
                <a:latin typeface="Arial Unicode MS"/>
                <a:ea typeface="Menlo"/>
              </a:rPr>
              <a:t> y</a:t>
            </a: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sz="2800" b="1" i="0" u="none" strike="noStrike" cap="none" normalizeH="0" baseline="0" dirty="0">
                <a:ln>
                  <a:noFill/>
                </a:ln>
                <a:solidFill>
                  <a:srgbClr val="000000"/>
                </a:solidFill>
                <a:effectLst/>
                <a:latin typeface="Arial Unicode MS"/>
                <a:ea typeface="Menlo"/>
              </a:rPr>
              <a:t> x </a:t>
            </a: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sz="2800" b="1" i="0" u="none" strike="noStrike" cap="none" normalizeH="0" baseline="0" dirty="0">
                <a:ln>
                  <a:noFill/>
                </a:ln>
                <a:solidFill>
                  <a:srgbClr val="000000"/>
                </a:solidFill>
                <a:effectLst/>
                <a:latin typeface="Arial Unicode MS"/>
                <a:ea typeface="Menlo"/>
              </a:rPr>
              <a:t> y</a:t>
            </a: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sz="2800" b="1" i="0" u="none" strike="noStrike" cap="none" normalizeH="0" baseline="0" dirty="0">
                <a:ln>
                  <a:noFill/>
                </a:ln>
                <a:solidFill>
                  <a:srgbClr val="000000"/>
                </a:solidFill>
                <a:effectLst/>
                <a:latin typeface="Arial Unicode MS"/>
                <a:ea typeface="Menlo"/>
              </a:rPr>
              <a:t> </a:t>
            </a:r>
            <a:endParaRPr kumimoji="0" lang="en-US" altLang="zh-CN" sz="2800" b="1" i="0" u="none" strike="noStrike" cap="none" normalizeH="0" baseline="0" dirty="0">
              <a:ln>
                <a:noFill/>
              </a:ln>
              <a:solidFill>
                <a:srgbClr val="00000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666600"/>
                </a:solidFill>
                <a:effectLst/>
                <a:latin typeface="Arial Unicode MS"/>
                <a:ea typeface="Menlo"/>
              </a:rPr>
              <a:t>}</a:t>
            </a:r>
            <a:r>
              <a:rPr kumimoji="0" lang="zh-CN" altLang="zh-CN" b="1" i="0" u="none" strike="noStrike" cap="none" normalizeH="0" baseline="0" dirty="0">
                <a:ln>
                  <a:noFill/>
                </a:ln>
                <a:solidFill>
                  <a:schemeClr val="tx1"/>
                </a:solidFill>
                <a:effectLst/>
              </a:rPr>
              <a:t> </a:t>
            </a:r>
            <a:endParaRPr kumimoji="0" lang="zh-CN" altLang="zh-CN" sz="6000" b="1" i="0" u="none" strike="noStrike" cap="none" normalizeH="0" baseline="0" dirty="0">
              <a:ln>
                <a:noFill/>
              </a:ln>
              <a:solidFill>
                <a:schemeClr val="tx1"/>
              </a:solidFill>
              <a:effectLst/>
              <a:latin typeface="Arial" panose="020B0604020202020204" pitchFamily="34" charset="0"/>
            </a:endParaRPr>
          </a:p>
        </p:txBody>
      </p:sp>
      <p:sp>
        <p:nvSpPr>
          <p:cNvPr id="4" name="日期占位符 3">
            <a:extLst>
              <a:ext uri="{FF2B5EF4-FFF2-40B4-BE49-F238E27FC236}">
                <a16:creationId xmlns:a16="http://schemas.microsoft.com/office/drawing/2014/main" id="{FF51E270-E684-DBD9-D7DB-B073ADDC07CF}"/>
              </a:ext>
            </a:extLst>
          </p:cNvPr>
          <p:cNvSpPr>
            <a:spLocks noGrp="1"/>
          </p:cNvSpPr>
          <p:nvPr>
            <p:ph type="dt" sz="half" idx="10"/>
          </p:nvPr>
        </p:nvSpPr>
        <p:spPr/>
        <p:txBody>
          <a:bodyPr/>
          <a:lstStyle/>
          <a:p>
            <a:fld id="{98FB98CB-3D3D-4D68-8143-93A069BDFAB3}" type="datetime2">
              <a:rPr lang="zh-CN" altLang="en-US" smtClean="0"/>
              <a:t>2025年6月11日</a:t>
            </a:fld>
            <a:endParaRPr lang="zh-CN" altLang="en-US" dirty="0"/>
          </a:p>
        </p:txBody>
      </p:sp>
      <p:sp>
        <p:nvSpPr>
          <p:cNvPr id="6" name="页脚占位符 5">
            <a:extLst>
              <a:ext uri="{FF2B5EF4-FFF2-40B4-BE49-F238E27FC236}">
                <a16:creationId xmlns:a16="http://schemas.microsoft.com/office/drawing/2014/main" id="{847CB9B2-F360-CF07-590B-C973717475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7" name="灯片编号占位符 6">
            <a:extLst>
              <a:ext uri="{FF2B5EF4-FFF2-40B4-BE49-F238E27FC236}">
                <a16:creationId xmlns:a16="http://schemas.microsoft.com/office/drawing/2014/main" id="{6C042459-FDA5-1439-3F14-0406630CDDBA}"/>
              </a:ext>
            </a:extLst>
          </p:cNvPr>
          <p:cNvSpPr>
            <a:spLocks noGrp="1"/>
          </p:cNvSpPr>
          <p:nvPr>
            <p:ph type="sldNum" sz="quarter" idx="12"/>
          </p:nvPr>
        </p:nvSpPr>
        <p:spPr/>
        <p:txBody>
          <a:bodyPr/>
          <a:lstStyle/>
          <a:p>
            <a:fld id="{094DEB03-EFC6-4C20-8FC8-295189A5386F}" type="slidenum">
              <a:rPr lang="zh-CN" altLang="en-US" smtClean="0"/>
              <a:pPr/>
              <a:t>54</a:t>
            </a:fld>
            <a:endParaRPr lang="zh-CN" altLang="en-US"/>
          </a:p>
        </p:txBody>
      </p:sp>
    </p:spTree>
    <p:extLst>
      <p:ext uri="{BB962C8B-B14F-4D97-AF65-F5344CB8AC3E}">
        <p14:creationId xmlns:p14="http://schemas.microsoft.com/office/powerpoint/2010/main" val="9982056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041F450B-F29E-4760-9695-DE0D485D3D47}"/>
              </a:ext>
            </a:extLst>
          </p:cNvPr>
          <p:cNvSpPr>
            <a:spLocks noGrp="1" noChangeArrowheads="1"/>
          </p:cNvSpPr>
          <p:nvPr>
            <p:ph type="title"/>
          </p:nvPr>
        </p:nvSpPr>
        <p:spPr/>
        <p:txBody>
          <a:bodyPr/>
          <a:lstStyle/>
          <a:p>
            <a:pPr eaLnBrk="1" hangingPunct="1"/>
            <a:r>
              <a:rPr lang="zh-CN" altLang="en-US"/>
              <a:t>本节小结</a:t>
            </a:r>
          </a:p>
        </p:txBody>
      </p:sp>
      <p:sp>
        <p:nvSpPr>
          <p:cNvPr id="73731" name="Rectangle 3">
            <a:extLst>
              <a:ext uri="{FF2B5EF4-FFF2-40B4-BE49-F238E27FC236}">
                <a16:creationId xmlns:a16="http://schemas.microsoft.com/office/drawing/2014/main" id="{917A85F0-0BEB-4707-9C48-81A9435C8583}"/>
              </a:ext>
            </a:extLst>
          </p:cNvPr>
          <p:cNvSpPr>
            <a:spLocks noGrp="1" noChangeArrowheads="1"/>
          </p:cNvSpPr>
          <p:nvPr>
            <p:ph idx="1"/>
          </p:nvPr>
        </p:nvSpPr>
        <p:spPr>
          <a:xfrm>
            <a:off x="628650" y="1257300"/>
            <a:ext cx="7886700" cy="5371564"/>
          </a:xfrm>
        </p:spPr>
        <p:txBody>
          <a:bodyPr>
            <a:normAutofit/>
          </a:bodyPr>
          <a:lstStyle/>
          <a:p>
            <a:pPr eaLnBrk="1" hangingPunct="1"/>
            <a:r>
              <a:rPr lang="zh-CN" altLang="en-US" sz="3600" dirty="0"/>
              <a:t>第六章 运行时存储空间的组织和管理</a:t>
            </a:r>
          </a:p>
          <a:p>
            <a:pPr lvl="1" eaLnBrk="1" hangingPunct="1"/>
            <a:r>
              <a:rPr lang="en-US" altLang="zh-CN" sz="3200" dirty="0"/>
              <a:t>6.2 </a:t>
            </a:r>
            <a:r>
              <a:rPr lang="zh-CN" altLang="en-US" sz="3200" dirty="0"/>
              <a:t>全局栈</a:t>
            </a:r>
            <a:r>
              <a:rPr lang="zh-CN" altLang="en-US" sz="3200"/>
              <a:t>式存储分配</a:t>
            </a:r>
            <a:endParaRPr lang="en-US" altLang="zh-CN" sz="2800" dirty="0"/>
          </a:p>
          <a:p>
            <a:pPr lvl="2"/>
            <a:r>
              <a:rPr lang="en-US" altLang="zh-CN" sz="2800" dirty="0"/>
              <a:t>6.2.3 </a:t>
            </a:r>
            <a:r>
              <a:rPr lang="zh-CN" altLang="en-US" sz="2800" dirty="0"/>
              <a:t>调用序列和返回序列</a:t>
            </a:r>
            <a:endParaRPr lang="en-US" altLang="zh-CN" sz="2800" dirty="0"/>
          </a:p>
          <a:p>
            <a:pPr lvl="2"/>
            <a:r>
              <a:rPr lang="en-US" altLang="zh-CN" sz="2800" dirty="0"/>
              <a:t>6.2.4 </a:t>
            </a:r>
            <a:r>
              <a:rPr lang="zh-CN" altLang="en-US" sz="2800" dirty="0"/>
              <a:t>栈上可变长数据</a:t>
            </a:r>
            <a:endParaRPr lang="en-US" altLang="zh-CN" sz="2800" dirty="0"/>
          </a:p>
          <a:p>
            <a:pPr lvl="2"/>
            <a:r>
              <a:rPr lang="en-US" altLang="zh-CN" sz="2800" dirty="0"/>
              <a:t>6.2.5 </a:t>
            </a:r>
            <a:r>
              <a:rPr lang="zh-CN" altLang="en-US" sz="2800" dirty="0"/>
              <a:t>悬空引用</a:t>
            </a:r>
            <a:endParaRPr lang="en-US" altLang="zh-CN" sz="2800" dirty="0"/>
          </a:p>
          <a:p>
            <a:pPr lvl="1" eaLnBrk="1" hangingPunct="1"/>
            <a:r>
              <a:rPr lang="en-US" altLang="zh-CN" sz="3200" dirty="0"/>
              <a:t>6.3 </a:t>
            </a:r>
            <a:r>
              <a:rPr lang="zh-CN" altLang="en-US" sz="3200" dirty="0"/>
              <a:t>非局部名字的访问</a:t>
            </a:r>
            <a:endParaRPr lang="en-US" altLang="zh-CN" sz="3200" dirty="0"/>
          </a:p>
          <a:p>
            <a:pPr lvl="2"/>
            <a:r>
              <a:rPr lang="en-US" altLang="zh-CN" sz="2800" dirty="0"/>
              <a:t>6.3.1 </a:t>
            </a:r>
            <a:r>
              <a:rPr lang="zh-CN" altLang="en-US" sz="2800" dirty="0"/>
              <a:t>无过程嵌套的静态作用域</a:t>
            </a:r>
            <a:endParaRPr lang="en-US" altLang="zh-CN" sz="2800" dirty="0"/>
          </a:p>
          <a:p>
            <a:pPr lvl="2"/>
            <a:r>
              <a:rPr lang="en-US" altLang="zh-CN" sz="2800" dirty="0"/>
              <a:t>6.3.2 </a:t>
            </a:r>
            <a:r>
              <a:rPr lang="zh-CN" altLang="en-US" sz="2800" dirty="0"/>
              <a:t>有过程嵌套的静态作用域*</a:t>
            </a:r>
            <a:endParaRPr lang="en-US" altLang="zh-CN" sz="2800" dirty="0"/>
          </a:p>
          <a:p>
            <a:pPr lvl="1" eaLnBrk="1" hangingPunct="1"/>
            <a:r>
              <a:rPr lang="en-US" altLang="zh-CN" sz="3200" dirty="0"/>
              <a:t>6.4 </a:t>
            </a:r>
            <a:r>
              <a:rPr lang="zh-CN" altLang="en-US" sz="3200" dirty="0"/>
              <a:t>参数传递</a:t>
            </a:r>
            <a:endParaRPr lang="en-US" altLang="zh-CN" sz="3200" dirty="0"/>
          </a:p>
          <a:p>
            <a:pPr lvl="2"/>
            <a:r>
              <a:rPr lang="zh-CN" altLang="en-US" sz="2800" dirty="0"/>
              <a:t>值调用、引用调用、换名调用</a:t>
            </a:r>
          </a:p>
          <a:p>
            <a:pPr lvl="1" eaLnBrk="1" hangingPunct="1"/>
            <a:endParaRPr lang="zh-CN" altLang="en-US" sz="3200" dirty="0"/>
          </a:p>
        </p:txBody>
      </p:sp>
      <p:sp>
        <p:nvSpPr>
          <p:cNvPr id="2" name="日期占位符 1">
            <a:extLst>
              <a:ext uri="{FF2B5EF4-FFF2-40B4-BE49-F238E27FC236}">
                <a16:creationId xmlns:a16="http://schemas.microsoft.com/office/drawing/2014/main" id="{DE09820F-0333-1E85-DC8B-929729BA8896}"/>
              </a:ext>
            </a:extLst>
          </p:cNvPr>
          <p:cNvSpPr>
            <a:spLocks noGrp="1"/>
          </p:cNvSpPr>
          <p:nvPr>
            <p:ph type="dt" sz="half" idx="10"/>
          </p:nvPr>
        </p:nvSpPr>
        <p:spPr/>
        <p:txBody>
          <a:bodyPr/>
          <a:lstStyle/>
          <a:p>
            <a:fld id="{DE64FDCE-41FB-4234-B094-2C84B5CBCF0F}"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1CA6A792-9DE5-A4D2-D2E4-EB783566302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013F07B5-D871-1C12-3C8F-91CFC747B102}"/>
              </a:ext>
            </a:extLst>
          </p:cNvPr>
          <p:cNvSpPr>
            <a:spLocks noGrp="1"/>
          </p:cNvSpPr>
          <p:nvPr>
            <p:ph type="sldNum" sz="quarter" idx="12"/>
          </p:nvPr>
        </p:nvSpPr>
        <p:spPr/>
        <p:txBody>
          <a:bodyPr/>
          <a:lstStyle/>
          <a:p>
            <a:fld id="{094DEB03-EFC6-4C20-8FC8-295189A5386F}" type="slidenum">
              <a:rPr lang="zh-CN" altLang="en-US" smtClean="0"/>
              <a:pPr/>
              <a:t>55</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BF2E246-D191-4787-BA8D-6DACD7856D80}"/>
              </a:ext>
            </a:extLst>
          </p:cNvPr>
          <p:cNvSpPr>
            <a:spLocks noGrp="1" noChangeArrowheads="1"/>
          </p:cNvSpPr>
          <p:nvPr>
            <p:ph type="title"/>
          </p:nvPr>
        </p:nvSpPr>
        <p:spPr/>
        <p:txBody>
          <a:bodyPr/>
          <a:lstStyle/>
          <a:p>
            <a:r>
              <a:rPr lang="zh-CN" altLang="en-US"/>
              <a:t>本章要点</a:t>
            </a:r>
          </a:p>
        </p:txBody>
      </p:sp>
      <p:sp>
        <p:nvSpPr>
          <p:cNvPr id="74755" name="Rectangle 3">
            <a:extLst>
              <a:ext uri="{FF2B5EF4-FFF2-40B4-BE49-F238E27FC236}">
                <a16:creationId xmlns:a16="http://schemas.microsoft.com/office/drawing/2014/main" id="{B35448C0-21AD-4727-B6ED-45547127DD40}"/>
              </a:ext>
            </a:extLst>
          </p:cNvPr>
          <p:cNvSpPr>
            <a:spLocks noGrp="1" noChangeArrowheads="1"/>
          </p:cNvSpPr>
          <p:nvPr>
            <p:ph idx="1"/>
          </p:nvPr>
        </p:nvSpPr>
        <p:spPr/>
        <p:txBody>
          <a:bodyPr/>
          <a:lstStyle/>
          <a:p>
            <a:pPr algn="just">
              <a:spcBef>
                <a:spcPct val="10000"/>
              </a:spcBef>
            </a:pPr>
            <a:r>
              <a:rPr lang="zh-CN" altLang="en-US"/>
              <a:t>栈式存储分配策略</a:t>
            </a:r>
            <a:endParaRPr lang="zh-CN" altLang="en-US">
              <a:latin typeface="宋体" panose="02010600030101010101" pitchFamily="2" charset="-122"/>
            </a:endParaRPr>
          </a:p>
          <a:p>
            <a:pPr algn="just">
              <a:spcBef>
                <a:spcPct val="10000"/>
              </a:spcBef>
            </a:pPr>
            <a:r>
              <a:rPr lang="zh-CN" altLang="en-US"/>
              <a:t>活动记录中各种数据域的作用和安排</a:t>
            </a:r>
            <a:endParaRPr lang="zh-CN" altLang="en-US">
              <a:latin typeface="宋体" panose="02010600030101010101" pitchFamily="2" charset="-122"/>
            </a:endParaRPr>
          </a:p>
          <a:p>
            <a:pPr algn="just">
              <a:spcBef>
                <a:spcPct val="10000"/>
              </a:spcBef>
            </a:pPr>
            <a:r>
              <a:rPr lang="zh-CN" altLang="en-US">
                <a:latin typeface="宋体" panose="02010600030101010101" pitchFamily="2" charset="-122"/>
              </a:rPr>
              <a:t>各种参数传递方式及其实现</a:t>
            </a:r>
          </a:p>
          <a:p>
            <a:endParaRPr lang="en-US" altLang="zh-CN"/>
          </a:p>
        </p:txBody>
      </p:sp>
      <p:sp>
        <p:nvSpPr>
          <p:cNvPr id="2" name="日期占位符 1">
            <a:extLst>
              <a:ext uri="{FF2B5EF4-FFF2-40B4-BE49-F238E27FC236}">
                <a16:creationId xmlns:a16="http://schemas.microsoft.com/office/drawing/2014/main" id="{6F1AF8B1-7292-216D-97C5-99819FAC44B0}"/>
              </a:ext>
            </a:extLst>
          </p:cNvPr>
          <p:cNvSpPr>
            <a:spLocks noGrp="1"/>
          </p:cNvSpPr>
          <p:nvPr>
            <p:ph type="dt" sz="half" idx="10"/>
          </p:nvPr>
        </p:nvSpPr>
        <p:spPr/>
        <p:txBody>
          <a:bodyPr/>
          <a:lstStyle/>
          <a:p>
            <a:fld id="{62618361-8BFA-4480-9487-1A71DF33B0AC}"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B5E65A4E-49E5-D16E-517A-92D2F9ACDF4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4" name="灯片编号占位符 3">
            <a:extLst>
              <a:ext uri="{FF2B5EF4-FFF2-40B4-BE49-F238E27FC236}">
                <a16:creationId xmlns:a16="http://schemas.microsoft.com/office/drawing/2014/main" id="{B2D63D81-BA67-86A8-499A-B3E096602880}"/>
              </a:ext>
            </a:extLst>
          </p:cNvPr>
          <p:cNvSpPr>
            <a:spLocks noGrp="1"/>
          </p:cNvSpPr>
          <p:nvPr>
            <p:ph type="sldNum" sz="quarter" idx="12"/>
          </p:nvPr>
        </p:nvSpPr>
        <p:spPr/>
        <p:txBody>
          <a:bodyPr/>
          <a:lstStyle/>
          <a:p>
            <a:fld id="{094DEB03-EFC6-4C20-8FC8-295189A5386F}" type="slidenum">
              <a:rPr lang="zh-CN" altLang="en-US" smtClean="0"/>
              <a:pPr/>
              <a:t>56</a:t>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D2BFA0C2-A1B0-9B46-A7CD-E23191BE33C1}"/>
              </a:ext>
            </a:extLst>
          </p:cNvPr>
          <p:cNvSpPr>
            <a:spLocks noGrp="1"/>
          </p:cNvSpPr>
          <p:nvPr>
            <p:ph type="title"/>
          </p:nvPr>
        </p:nvSpPr>
        <p:spPr/>
        <p:txBody>
          <a:bodyPr/>
          <a:lstStyle/>
          <a:p>
            <a:r>
              <a:rPr lang="zh-CN" altLang="en-US" dirty="0"/>
              <a:t>思维导图</a:t>
            </a:r>
          </a:p>
        </p:txBody>
      </p:sp>
      <p:sp>
        <p:nvSpPr>
          <p:cNvPr id="4" name="日期占位符 3">
            <a:extLst>
              <a:ext uri="{FF2B5EF4-FFF2-40B4-BE49-F238E27FC236}">
                <a16:creationId xmlns:a16="http://schemas.microsoft.com/office/drawing/2014/main" id="{21309480-BE76-BC44-BAB1-209B5482AAAE}"/>
              </a:ext>
            </a:extLst>
          </p:cNvPr>
          <p:cNvSpPr>
            <a:spLocks noGrp="1"/>
          </p:cNvSpPr>
          <p:nvPr>
            <p:ph type="dt" sz="half" idx="10"/>
          </p:nvPr>
        </p:nvSpPr>
        <p:spPr/>
        <p:txBody>
          <a:bodyPr/>
          <a:lstStyle/>
          <a:p>
            <a:fld id="{B03A665B-04E9-4564-A744-CB56BF7D4310}"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4449C4AF-93F8-BE16-3BA1-891F78E7F59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64656E55-0ACD-A311-C34D-A447AB0D677F}"/>
              </a:ext>
            </a:extLst>
          </p:cNvPr>
          <p:cNvSpPr>
            <a:spLocks noGrp="1"/>
          </p:cNvSpPr>
          <p:nvPr>
            <p:ph type="sldNum" sz="quarter" idx="12"/>
          </p:nvPr>
        </p:nvSpPr>
        <p:spPr/>
        <p:txBody>
          <a:bodyPr/>
          <a:lstStyle/>
          <a:p>
            <a:fld id="{094DEB03-EFC6-4C20-8FC8-295189A5386F}" type="slidenum">
              <a:rPr lang="zh-CN" altLang="en-US" smtClean="0"/>
              <a:pPr/>
              <a:t>57</a:t>
            </a:fld>
            <a:endParaRPr lang="zh-CN" altLang="en-US"/>
          </a:p>
        </p:txBody>
      </p:sp>
      <p:graphicFrame>
        <p:nvGraphicFramePr>
          <p:cNvPr id="7" name="对象 6">
            <a:extLst>
              <a:ext uri="{FF2B5EF4-FFF2-40B4-BE49-F238E27FC236}">
                <a16:creationId xmlns:a16="http://schemas.microsoft.com/office/drawing/2014/main" id="{A8FD7568-C2BE-2270-3993-24982961D282}"/>
              </a:ext>
            </a:extLst>
          </p:cNvPr>
          <p:cNvGraphicFramePr>
            <a:graphicFrameLocks noChangeAspect="1"/>
          </p:cNvGraphicFramePr>
          <p:nvPr>
            <p:extLst>
              <p:ext uri="{D42A27DB-BD31-4B8C-83A1-F6EECF244321}">
                <p14:modId xmlns:p14="http://schemas.microsoft.com/office/powerpoint/2010/main" val="2645567797"/>
              </p:ext>
            </p:extLst>
          </p:nvPr>
        </p:nvGraphicFramePr>
        <p:xfrm>
          <a:off x="428160" y="4441370"/>
          <a:ext cx="8287680" cy="1392021"/>
        </p:xfrm>
        <a:graphic>
          <a:graphicData uri="http://schemas.openxmlformats.org/presentationml/2006/ole">
            <mc:AlternateContent xmlns:mc="http://schemas.openxmlformats.org/markup-compatibility/2006">
              <mc:Choice xmlns:v="urn:schemas-microsoft-com:vml" Requires="v">
                <p:oleObj name="包装程序外壳对象" showAsIcon="1" r:id="rId2" imgW="3062494" imgH="514564" progId="Package">
                  <p:embed/>
                </p:oleObj>
              </mc:Choice>
              <mc:Fallback>
                <p:oleObj name="包装程序外壳对象" showAsIcon="1" r:id="rId2" imgW="3062494" imgH="514564" progId="Package">
                  <p:embed/>
                  <p:pic>
                    <p:nvPicPr>
                      <p:cNvPr id="7" name="对象 6">
                        <a:extLst>
                          <a:ext uri="{FF2B5EF4-FFF2-40B4-BE49-F238E27FC236}">
                            <a16:creationId xmlns:a16="http://schemas.microsoft.com/office/drawing/2014/main" id="{A8FD7568-C2BE-2270-3993-24982961D282}"/>
                          </a:ext>
                        </a:extLst>
                      </p:cNvPr>
                      <p:cNvPicPr/>
                      <p:nvPr/>
                    </p:nvPicPr>
                    <p:blipFill>
                      <a:blip r:embed="rId3"/>
                      <a:stretch>
                        <a:fillRect/>
                      </a:stretch>
                    </p:blipFill>
                    <p:spPr>
                      <a:xfrm>
                        <a:off x="428160" y="4441370"/>
                        <a:ext cx="8287680" cy="1392021"/>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392771C-E2C3-6E95-46A1-DFFBC4A64E4C}"/>
              </a:ext>
            </a:extLst>
          </p:cNvPr>
          <p:cNvGraphicFramePr>
            <a:graphicFrameLocks noChangeAspect="1"/>
          </p:cNvGraphicFramePr>
          <p:nvPr>
            <p:extLst>
              <p:ext uri="{D42A27DB-BD31-4B8C-83A1-F6EECF244321}">
                <p14:modId xmlns:p14="http://schemas.microsoft.com/office/powerpoint/2010/main" val="652588195"/>
              </p:ext>
            </p:extLst>
          </p:nvPr>
        </p:nvGraphicFramePr>
        <p:xfrm>
          <a:off x="867646" y="2247141"/>
          <a:ext cx="7408708" cy="1398847"/>
        </p:xfrm>
        <a:graphic>
          <a:graphicData uri="http://schemas.openxmlformats.org/presentationml/2006/ole">
            <mc:AlternateContent xmlns:mc="http://schemas.openxmlformats.org/markup-compatibility/2006">
              <mc:Choice xmlns:v="urn:schemas-microsoft-com:vml" Requires="v">
                <p:oleObj name="包装程序外壳对象" showAsIcon="1" r:id="rId4" imgW="2724017" imgH="514564" progId="Package">
                  <p:embed/>
                </p:oleObj>
              </mc:Choice>
              <mc:Fallback>
                <p:oleObj name="包装程序外壳对象" showAsIcon="1" r:id="rId4" imgW="2724017" imgH="514564" progId="Package">
                  <p:embed/>
                  <p:pic>
                    <p:nvPicPr>
                      <p:cNvPr id="9" name="对象 8">
                        <a:extLst>
                          <a:ext uri="{FF2B5EF4-FFF2-40B4-BE49-F238E27FC236}">
                            <a16:creationId xmlns:a16="http://schemas.microsoft.com/office/drawing/2014/main" id="{3392771C-E2C3-6E95-46A1-DFFBC4A64E4C}"/>
                          </a:ext>
                        </a:extLst>
                      </p:cNvPr>
                      <p:cNvPicPr/>
                      <p:nvPr/>
                    </p:nvPicPr>
                    <p:blipFill>
                      <a:blip r:embed="rId5"/>
                      <a:stretch>
                        <a:fillRect/>
                      </a:stretch>
                    </p:blipFill>
                    <p:spPr>
                      <a:xfrm>
                        <a:off x="867646" y="2247141"/>
                        <a:ext cx="7408708" cy="1398847"/>
                      </a:xfrm>
                      <a:prstGeom prst="rect">
                        <a:avLst/>
                      </a:prstGeom>
                    </p:spPr>
                  </p:pic>
                </p:oleObj>
              </mc:Fallback>
            </mc:AlternateContent>
          </a:graphicData>
        </a:graphic>
      </p:graphicFrame>
    </p:spTree>
    <p:extLst>
      <p:ext uri="{BB962C8B-B14F-4D97-AF65-F5344CB8AC3E}">
        <p14:creationId xmlns:p14="http://schemas.microsoft.com/office/powerpoint/2010/main" val="26470475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2C313D9-035B-EE6C-148A-6A2C90091503}"/>
              </a:ext>
            </a:extLst>
          </p:cNvPr>
          <p:cNvSpPr>
            <a:spLocks noGrp="1"/>
          </p:cNvSpPr>
          <p:nvPr>
            <p:ph type="dt" sz="half" idx="4294967295"/>
          </p:nvPr>
        </p:nvSpPr>
        <p:spPr>
          <a:xfrm>
            <a:off x="0" y="-34925"/>
            <a:ext cx="4641850" cy="271463"/>
          </a:xfrm>
        </p:spPr>
        <p:txBody>
          <a:bodyPr/>
          <a:lstStyle/>
          <a:p>
            <a:fld id="{B03A665B-04E9-4564-A744-CB56BF7D4310}"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FE908812-CB8B-F55E-C774-BCA786D35B97}"/>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3E644DBD-8F72-5330-1F57-72AA2C6900D4}"/>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58</a:t>
            </a:fld>
            <a:endParaRPr lang="zh-CN" altLang="en-US"/>
          </a:p>
        </p:txBody>
      </p:sp>
      <p:sp>
        <p:nvSpPr>
          <p:cNvPr id="9" name="文本框 8">
            <a:extLst>
              <a:ext uri="{FF2B5EF4-FFF2-40B4-BE49-F238E27FC236}">
                <a16:creationId xmlns:a16="http://schemas.microsoft.com/office/drawing/2014/main" id="{572611EC-4E5A-C78B-A812-E84AB90DAA9C}"/>
              </a:ext>
            </a:extLst>
          </p:cNvPr>
          <p:cNvSpPr txBox="1"/>
          <p:nvPr>
            <p:custDataLst>
              <p:tags r:id="rId2"/>
            </p:custDataLst>
          </p:nvPr>
        </p:nvSpPr>
        <p:spPr>
          <a:xfrm>
            <a:off x="914400" y="635000"/>
            <a:ext cx="6192461" cy="5449916"/>
          </a:xfrm>
          <a:prstGeom prst="rect">
            <a:avLst/>
          </a:prstGeom>
          <a:noFill/>
        </p:spPr>
        <p:txBody>
          <a:bodyPr vert="horz" wrap="square" rtlCol="0" anchor="ctr" anchorCtr="0">
            <a:noAutofit/>
          </a:bodyPr>
          <a:lstStyle/>
          <a:p>
            <a:r>
              <a:rPr lang="en-US" altLang="zh-CN" sz="3200" b="1" dirty="0"/>
              <a:t>(P200 6.9) </a:t>
            </a:r>
            <a:r>
              <a:rPr lang="zh-CN" altLang="en-US" sz="3200" dirty="0"/>
              <a:t>有</a:t>
            </a:r>
            <a:r>
              <a:rPr lang="en-US" altLang="zh-CN" sz="3200" b="1" dirty="0"/>
              <a:t>C</a:t>
            </a:r>
            <a:r>
              <a:rPr lang="zh-CN" altLang="en-US" sz="3200" dirty="0"/>
              <a:t>语言函数</a:t>
            </a:r>
            <a:r>
              <a:rPr lang="en-US" altLang="zh-CN" sz="3200" b="1" dirty="0"/>
              <a:t>f</a:t>
            </a:r>
            <a:r>
              <a:rPr lang="zh-CN" altLang="en-US" sz="3200" dirty="0"/>
              <a:t>定义如下：</a:t>
            </a:r>
            <a:endParaRPr lang="en-US" altLang="zh-CN" sz="3200" dirty="0"/>
          </a:p>
          <a:p>
            <a:pPr marL="0" indent="0">
              <a:buNone/>
            </a:pPr>
            <a:r>
              <a:rPr lang="en-US" altLang="zh-CN" sz="2800" b="1" dirty="0"/>
              <a:t>  int f(int x, int* </a:t>
            </a:r>
            <a:r>
              <a:rPr lang="en-US" altLang="zh-CN" sz="2800" b="1" dirty="0" err="1"/>
              <a:t>py</a:t>
            </a:r>
            <a:r>
              <a:rPr lang="en-US" altLang="zh-CN" sz="2800" b="1" dirty="0"/>
              <a:t>, int** </a:t>
            </a:r>
            <a:r>
              <a:rPr lang="en-US" altLang="zh-CN" sz="2800" b="1" dirty="0" err="1"/>
              <a:t>ppz</a:t>
            </a:r>
            <a:r>
              <a:rPr lang="en-US" altLang="zh-CN" sz="2800" b="1" dirty="0"/>
              <a:t>) {</a:t>
            </a:r>
          </a:p>
          <a:p>
            <a:pPr marL="0" indent="0">
              <a:buNone/>
            </a:pPr>
            <a:r>
              <a:rPr lang="en-US" altLang="zh-CN" sz="2800" b="1" dirty="0"/>
              <a:t>  	**</a:t>
            </a:r>
            <a:r>
              <a:rPr lang="en-US" altLang="zh-CN" sz="2800" b="1" dirty="0" err="1"/>
              <a:t>ppz</a:t>
            </a:r>
            <a:r>
              <a:rPr lang="en-US" altLang="zh-CN" sz="2800" b="1" dirty="0"/>
              <a:t> += 1; *</a:t>
            </a:r>
            <a:r>
              <a:rPr lang="en-US" altLang="zh-CN" sz="2800" b="1" dirty="0" err="1"/>
              <a:t>py</a:t>
            </a:r>
            <a:r>
              <a:rPr lang="en-US" altLang="zh-CN" sz="2800" b="1" dirty="0"/>
              <a:t> += 2; x += 3;</a:t>
            </a:r>
          </a:p>
          <a:p>
            <a:pPr marL="0" indent="0">
              <a:buNone/>
            </a:pPr>
            <a:r>
              <a:rPr lang="en-US" altLang="zh-CN" sz="2800" b="1" dirty="0"/>
              <a:t>	return x + *</a:t>
            </a:r>
            <a:r>
              <a:rPr lang="en-US" altLang="zh-CN" sz="2800" b="1" dirty="0" err="1"/>
              <a:t>py</a:t>
            </a:r>
            <a:r>
              <a:rPr lang="en-US" altLang="zh-CN" sz="2800" b="1" dirty="0"/>
              <a:t> + **</a:t>
            </a:r>
            <a:r>
              <a:rPr lang="en-US" altLang="zh-CN" sz="2800" b="1" dirty="0" err="1"/>
              <a:t>ppz</a:t>
            </a:r>
            <a:r>
              <a:rPr lang="en-US" altLang="zh-CN" sz="2800" b="1" dirty="0"/>
              <a:t>;</a:t>
            </a:r>
          </a:p>
          <a:p>
            <a:pPr marL="0" indent="0">
              <a:buNone/>
            </a:pPr>
            <a:r>
              <a:rPr lang="en-US" altLang="zh-CN" sz="2800" b="1" dirty="0"/>
              <a:t>  }</a:t>
            </a:r>
          </a:p>
          <a:p>
            <a:pPr marL="0" indent="0">
              <a:buNone/>
            </a:pPr>
            <a:endParaRPr lang="en-US" altLang="zh-CN" sz="2800" b="1" dirty="0"/>
          </a:p>
          <a:p>
            <a:r>
              <a:rPr lang="zh-CN" altLang="en-US" sz="3200" dirty="0"/>
              <a:t>调用</a:t>
            </a:r>
            <a:r>
              <a:rPr lang="en-US" altLang="zh-CN" sz="3200" b="1" dirty="0"/>
              <a:t>f(</a:t>
            </a:r>
            <a:r>
              <a:rPr lang="en-US" altLang="zh-CN" sz="3200" b="1" dirty="0" err="1"/>
              <a:t>c,b,a</a:t>
            </a:r>
            <a:r>
              <a:rPr lang="en-US" altLang="zh-CN" sz="3200" b="1" dirty="0"/>
              <a:t>)</a:t>
            </a:r>
            <a:r>
              <a:rPr lang="zh-CN" altLang="en-US" sz="3200" dirty="0"/>
              <a:t>返回值是多少？其中变量</a:t>
            </a:r>
            <a:r>
              <a:rPr lang="en-US" altLang="zh-CN" sz="3200" b="1" dirty="0"/>
              <a:t>a</a:t>
            </a:r>
            <a:r>
              <a:rPr lang="zh-CN" altLang="en-US" sz="3200" dirty="0"/>
              <a:t>是指向</a:t>
            </a:r>
            <a:r>
              <a:rPr lang="en-US" altLang="zh-CN" sz="3200" b="1" dirty="0"/>
              <a:t>b</a:t>
            </a:r>
            <a:r>
              <a:rPr lang="zh-CN" altLang="en-US" sz="3200" dirty="0"/>
              <a:t>的指针，变量</a:t>
            </a:r>
            <a:r>
              <a:rPr lang="en-US" altLang="zh-CN" sz="3200" b="1" dirty="0"/>
              <a:t>b</a:t>
            </a:r>
            <a:r>
              <a:rPr lang="zh-CN" altLang="en-US" sz="3200" dirty="0"/>
              <a:t>是指向</a:t>
            </a:r>
            <a:r>
              <a:rPr lang="en-US" altLang="zh-CN" sz="3200" b="1" dirty="0"/>
              <a:t>c</a:t>
            </a:r>
            <a:r>
              <a:rPr lang="zh-CN" altLang="en-US" sz="3200" dirty="0"/>
              <a:t>的指针，</a:t>
            </a:r>
            <a:r>
              <a:rPr lang="en-US" altLang="zh-CN" sz="3200" b="1" dirty="0"/>
              <a:t>c</a:t>
            </a:r>
            <a:r>
              <a:rPr lang="zh-CN" altLang="en-US" sz="3200" dirty="0"/>
              <a:t>是整型且</a:t>
            </a:r>
            <a:r>
              <a:rPr lang="en-US" altLang="zh-CN" sz="3200" b="1" dirty="0"/>
              <a:t>=4</a:t>
            </a:r>
            <a:r>
              <a:rPr lang="zh-CN" altLang="en-US" sz="3200" dirty="0"/>
              <a:t>。</a:t>
            </a:r>
            <a:endParaRPr lang="en-US" altLang="zh-CN" sz="3200" dirty="0"/>
          </a:p>
          <a:p>
            <a:pPr marL="0" indent="0">
              <a:buNone/>
            </a:pPr>
            <a:endParaRPr lang="en-US" altLang="zh-CN" sz="2800" b="1" dirty="0"/>
          </a:p>
        </p:txBody>
      </p:sp>
      <p:sp>
        <p:nvSpPr>
          <p:cNvPr id="10" name="文本框 9">
            <a:extLst>
              <a:ext uri="{FF2B5EF4-FFF2-40B4-BE49-F238E27FC236}">
                <a16:creationId xmlns:a16="http://schemas.microsoft.com/office/drawing/2014/main" id="{ADC51AE3-30D9-F96F-19D1-E260DB977C52}"/>
              </a:ext>
            </a:extLst>
          </p:cNvPr>
          <p:cNvSpPr txBox="1"/>
          <p:nvPr>
            <p:custDataLst>
              <p:tags r:id="rId3"/>
            </p:custDataLst>
          </p:nvPr>
        </p:nvSpPr>
        <p:spPr>
          <a:xfrm>
            <a:off x="8021263" y="2677997"/>
            <a:ext cx="898294"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19</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0CD782D7-BA3B-F435-B829-4975CC7E2B3A}"/>
              </a:ext>
            </a:extLst>
          </p:cNvPr>
          <p:cNvSpPr txBox="1"/>
          <p:nvPr>
            <p:custDataLst>
              <p:tags r:id="rId4"/>
            </p:custDataLst>
          </p:nvPr>
        </p:nvSpPr>
        <p:spPr>
          <a:xfrm>
            <a:off x="8021263" y="3535247"/>
            <a:ext cx="898294"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F2C727AC-678F-B7C9-3EDF-7A4E83918B91}"/>
              </a:ext>
            </a:extLst>
          </p:cNvPr>
          <p:cNvSpPr txBox="1"/>
          <p:nvPr>
            <p:custDataLst>
              <p:tags r:id="rId5"/>
            </p:custDataLst>
          </p:nvPr>
        </p:nvSpPr>
        <p:spPr>
          <a:xfrm>
            <a:off x="8021263" y="4392497"/>
            <a:ext cx="898294"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22</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4DDA0CA6-E66A-1DA6-4EE7-B0BDEB83B60C}"/>
              </a:ext>
            </a:extLst>
          </p:cNvPr>
          <p:cNvSpPr txBox="1"/>
          <p:nvPr>
            <p:custDataLst>
              <p:tags r:id="rId6"/>
            </p:custDataLst>
          </p:nvPr>
        </p:nvSpPr>
        <p:spPr>
          <a:xfrm>
            <a:off x="8021263" y="5249747"/>
            <a:ext cx="898294"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23</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DDB6FBCE-D2EB-C002-D9E1-92674140D979}"/>
              </a:ext>
            </a:extLst>
          </p:cNvPr>
          <p:cNvSpPr>
            <a:spLocks noChangeAspect="1"/>
          </p:cNvSpPr>
          <p:nvPr>
            <p:custDataLst>
              <p:tags r:id="rId7"/>
            </p:custDataLst>
          </p:nvPr>
        </p:nvSpPr>
        <p:spPr>
          <a:xfrm>
            <a:off x="7306887" y="2742290"/>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40DD81E1-D486-C97F-813B-E1FC63ED9B31}"/>
              </a:ext>
            </a:extLst>
          </p:cNvPr>
          <p:cNvSpPr>
            <a:spLocks noChangeAspect="1"/>
          </p:cNvSpPr>
          <p:nvPr>
            <p:custDataLst>
              <p:tags r:id="rId8"/>
            </p:custDataLst>
          </p:nvPr>
        </p:nvSpPr>
        <p:spPr>
          <a:xfrm>
            <a:off x="7306887" y="3599540"/>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589C05F2-8B1F-E47F-B519-1147C4FAFA6C}"/>
              </a:ext>
            </a:extLst>
          </p:cNvPr>
          <p:cNvSpPr>
            <a:spLocks noChangeAspect="1"/>
          </p:cNvSpPr>
          <p:nvPr>
            <p:custDataLst>
              <p:tags r:id="rId9"/>
            </p:custDataLst>
          </p:nvPr>
        </p:nvSpPr>
        <p:spPr>
          <a:xfrm>
            <a:off x="7306887" y="4456790"/>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04AD2846-3B20-9E7A-599D-CDCDCC3B43B7}"/>
              </a:ext>
            </a:extLst>
          </p:cNvPr>
          <p:cNvSpPr>
            <a:spLocks noChangeAspect="1"/>
          </p:cNvSpPr>
          <p:nvPr>
            <p:custDataLst>
              <p:tags r:id="rId10"/>
            </p:custDataLst>
          </p:nvPr>
        </p:nvSpPr>
        <p:spPr>
          <a:xfrm>
            <a:off x="7306887" y="5314040"/>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024E8E2F-19E5-B91F-427B-82B0939A1959}"/>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E2A57E30-AEFC-FDBF-F5B1-CE53231B5B34}"/>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57E33B18-3C43-7959-374C-9C59A62AB765}"/>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70D1D0F5-82ED-3155-FE3F-D45CA1867ED2}"/>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6D51E5AE-C9A5-0699-6906-4F50FE5B8384}"/>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AFF73B88-60EC-EF95-08EA-0B342C14933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2AE5140C-70F6-CF6B-0CD0-58ED5963F65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6067149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25D4F8-F65F-4607-B227-E23A1A98514E}"/>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9121BD46-66C8-4B26-9CD7-3F18AC07194A}"/>
              </a:ext>
            </a:extLst>
          </p:cNvPr>
          <p:cNvSpPr>
            <a:spLocks noGrp="1"/>
          </p:cNvSpPr>
          <p:nvPr>
            <p:ph idx="1"/>
          </p:nvPr>
        </p:nvSpPr>
        <p:spPr>
          <a:xfrm>
            <a:off x="628650" y="1257300"/>
            <a:ext cx="7886700" cy="5371564"/>
          </a:xfrm>
        </p:spPr>
        <p:txBody>
          <a:bodyPr>
            <a:normAutofit/>
          </a:bodyPr>
          <a:lstStyle/>
          <a:p>
            <a:r>
              <a:rPr lang="en-US" altLang="zh-CN" b="1" dirty="0"/>
              <a:t>(P200 6.9) </a:t>
            </a:r>
          </a:p>
          <a:p>
            <a:r>
              <a:rPr lang="zh-CN" altLang="en-US" dirty="0"/>
              <a:t>答：</a:t>
            </a:r>
            <a:endParaRPr lang="en-US" altLang="zh-CN" dirty="0"/>
          </a:p>
          <a:p>
            <a:pPr lvl="1"/>
            <a:r>
              <a:rPr lang="zh-CN" altLang="en-US" dirty="0">
                <a:solidFill>
                  <a:srgbClr val="FF0000"/>
                </a:solidFill>
              </a:rPr>
              <a:t>值调用</a:t>
            </a:r>
            <a:r>
              <a:rPr lang="zh-CN" altLang="en-US" dirty="0"/>
              <a:t>使得</a:t>
            </a:r>
            <a:r>
              <a:rPr lang="en-US" altLang="zh-CN" b="1" dirty="0"/>
              <a:t>x</a:t>
            </a:r>
            <a:r>
              <a:rPr lang="zh-CN" altLang="en-US" dirty="0"/>
              <a:t>的值和</a:t>
            </a:r>
            <a:r>
              <a:rPr lang="en-US" altLang="zh-CN" b="1" dirty="0"/>
              <a:t>c</a:t>
            </a:r>
            <a:r>
              <a:rPr lang="zh-CN" altLang="en-US" dirty="0"/>
              <a:t>的值一样，都是</a:t>
            </a:r>
            <a:r>
              <a:rPr lang="en-US" altLang="zh-CN" b="1" dirty="0"/>
              <a:t>4</a:t>
            </a:r>
            <a:r>
              <a:rPr lang="zh-CN" altLang="en-US" dirty="0"/>
              <a:t>；</a:t>
            </a:r>
            <a:r>
              <a:rPr lang="zh-CN" altLang="en-US" dirty="0">
                <a:solidFill>
                  <a:srgbClr val="FF0000"/>
                </a:solidFill>
              </a:rPr>
              <a:t>引用调用</a:t>
            </a:r>
            <a:r>
              <a:rPr lang="en-US" altLang="zh-CN" b="1" dirty="0" err="1"/>
              <a:t>py</a:t>
            </a:r>
            <a:r>
              <a:rPr lang="zh-CN" altLang="en-US" dirty="0"/>
              <a:t>的值和</a:t>
            </a:r>
            <a:r>
              <a:rPr lang="en-US" altLang="zh-CN" b="1" dirty="0"/>
              <a:t>b</a:t>
            </a:r>
            <a:r>
              <a:rPr lang="zh-CN" altLang="en-US" dirty="0"/>
              <a:t>的值一样，指向</a:t>
            </a:r>
            <a:r>
              <a:rPr lang="en-US" altLang="zh-CN" b="1" dirty="0"/>
              <a:t>c</a:t>
            </a:r>
            <a:r>
              <a:rPr lang="zh-CN" altLang="en-US" dirty="0"/>
              <a:t>；</a:t>
            </a:r>
            <a:r>
              <a:rPr lang="zh-CN" altLang="en-US" dirty="0">
                <a:solidFill>
                  <a:srgbClr val="FF0000"/>
                </a:solidFill>
              </a:rPr>
              <a:t>引用调用</a:t>
            </a:r>
            <a:r>
              <a:rPr lang="en-US" altLang="zh-CN" b="1" dirty="0" err="1"/>
              <a:t>ppz</a:t>
            </a:r>
            <a:r>
              <a:rPr lang="zh-CN" altLang="en-US" dirty="0"/>
              <a:t>的值和</a:t>
            </a:r>
            <a:r>
              <a:rPr lang="en-US" altLang="zh-CN" b="1" dirty="0"/>
              <a:t>a</a:t>
            </a:r>
            <a:r>
              <a:rPr lang="zh-CN" altLang="en-US" dirty="0"/>
              <a:t>的值一样，指向</a:t>
            </a:r>
            <a:r>
              <a:rPr lang="en-US" altLang="zh-CN" b="1" dirty="0"/>
              <a:t>b</a:t>
            </a:r>
            <a:r>
              <a:rPr lang="zh-CN" altLang="en-US" dirty="0"/>
              <a:t>。</a:t>
            </a:r>
            <a:endParaRPr lang="en-US" altLang="zh-CN" dirty="0"/>
          </a:p>
          <a:p>
            <a:pPr lvl="1"/>
            <a:r>
              <a:rPr lang="zh-CN" altLang="en-US" dirty="0"/>
              <a:t>调用</a:t>
            </a:r>
            <a:r>
              <a:rPr lang="zh-CN" altLang="en-US" b="1" dirty="0"/>
              <a:t>**</a:t>
            </a:r>
            <a:r>
              <a:rPr lang="en-US" altLang="zh-CN" b="1" dirty="0" err="1"/>
              <a:t>ppz</a:t>
            </a:r>
            <a:r>
              <a:rPr lang="zh-CN" altLang="en-US" dirty="0"/>
              <a:t>会找到</a:t>
            </a:r>
            <a:r>
              <a:rPr lang="en-US" altLang="zh-CN" b="1" dirty="0"/>
              <a:t>c</a:t>
            </a:r>
            <a:r>
              <a:rPr lang="zh-CN" altLang="en-US" dirty="0"/>
              <a:t>，所以</a:t>
            </a:r>
            <a:r>
              <a:rPr lang="zh-CN" altLang="en-US" b="1" dirty="0"/>
              <a:t>**</a:t>
            </a:r>
            <a:r>
              <a:rPr lang="en-US" altLang="zh-CN" b="1" dirty="0" err="1"/>
              <a:t>ppz</a:t>
            </a:r>
            <a:r>
              <a:rPr lang="en-US" altLang="zh-CN" b="1" dirty="0"/>
              <a:t>+=1</a:t>
            </a:r>
            <a:r>
              <a:rPr lang="zh-CN" altLang="en-US" dirty="0"/>
              <a:t>让</a:t>
            </a:r>
            <a:r>
              <a:rPr lang="en-US" altLang="zh-CN" b="1" dirty="0"/>
              <a:t>c</a:t>
            </a:r>
            <a:r>
              <a:rPr lang="zh-CN" altLang="en-US" dirty="0"/>
              <a:t>变成</a:t>
            </a:r>
            <a:r>
              <a:rPr lang="en-US" altLang="zh-CN" b="1" dirty="0"/>
              <a:t>5</a:t>
            </a:r>
            <a:r>
              <a:rPr lang="zh-CN" altLang="en-US" dirty="0"/>
              <a:t>；调用</a:t>
            </a:r>
            <a:r>
              <a:rPr lang="zh-CN" altLang="en-US" b="1" dirty="0"/>
              <a:t>*</a:t>
            </a:r>
            <a:r>
              <a:rPr lang="en-US" altLang="zh-CN" b="1" dirty="0" err="1"/>
              <a:t>py</a:t>
            </a:r>
            <a:r>
              <a:rPr lang="zh-CN" altLang="en-US" dirty="0"/>
              <a:t>会找到</a:t>
            </a:r>
            <a:r>
              <a:rPr lang="en-US" altLang="zh-CN" b="1" dirty="0"/>
              <a:t>c</a:t>
            </a:r>
            <a:r>
              <a:rPr lang="zh-CN" altLang="en-US" dirty="0"/>
              <a:t>，所以</a:t>
            </a:r>
            <a:r>
              <a:rPr lang="zh-CN" altLang="en-US" b="1" dirty="0"/>
              <a:t>*</a:t>
            </a:r>
            <a:r>
              <a:rPr lang="en-US" altLang="zh-CN" b="1" dirty="0" err="1"/>
              <a:t>py</a:t>
            </a:r>
            <a:r>
              <a:rPr lang="en-US" altLang="zh-CN" b="1" dirty="0"/>
              <a:t>+=2</a:t>
            </a:r>
            <a:r>
              <a:rPr lang="zh-CN" altLang="en-US" dirty="0"/>
              <a:t>让</a:t>
            </a:r>
            <a:r>
              <a:rPr lang="en-US" altLang="zh-CN" b="1" dirty="0"/>
              <a:t>c</a:t>
            </a:r>
            <a:r>
              <a:rPr lang="zh-CN" altLang="en-US" dirty="0"/>
              <a:t>变成</a:t>
            </a:r>
            <a:r>
              <a:rPr lang="en-US" altLang="zh-CN" b="1" dirty="0"/>
              <a:t>7</a:t>
            </a:r>
            <a:r>
              <a:rPr lang="zh-CN" altLang="en-US" dirty="0"/>
              <a:t>；执行</a:t>
            </a:r>
            <a:r>
              <a:rPr lang="en-US" altLang="zh-CN" b="1" dirty="0"/>
              <a:t>x+=3</a:t>
            </a:r>
            <a:r>
              <a:rPr lang="zh-CN" altLang="en-US" dirty="0"/>
              <a:t>会让</a:t>
            </a:r>
            <a:r>
              <a:rPr lang="en-US" altLang="zh-CN" b="1" dirty="0"/>
              <a:t>x</a:t>
            </a:r>
            <a:r>
              <a:rPr lang="zh-CN" altLang="en-US" dirty="0"/>
              <a:t>变成</a:t>
            </a:r>
            <a:r>
              <a:rPr lang="en-US" altLang="zh-CN" b="1" dirty="0"/>
              <a:t>7</a:t>
            </a:r>
            <a:r>
              <a:rPr lang="zh-CN" altLang="en-US" dirty="0"/>
              <a:t>，</a:t>
            </a:r>
            <a:r>
              <a:rPr lang="en-US" altLang="zh-CN" b="1" dirty="0"/>
              <a:t>x</a:t>
            </a:r>
            <a:r>
              <a:rPr lang="zh-CN" altLang="en-US" dirty="0"/>
              <a:t>的改变不影响</a:t>
            </a:r>
            <a:r>
              <a:rPr lang="en-US" altLang="zh-CN" b="1" dirty="0"/>
              <a:t>c</a:t>
            </a:r>
            <a:r>
              <a:rPr lang="zh-CN" altLang="en-US" dirty="0"/>
              <a:t>的值。</a:t>
            </a:r>
            <a:endParaRPr lang="en-US" altLang="zh-CN" dirty="0"/>
          </a:p>
          <a:p>
            <a:pPr lvl="1"/>
            <a:r>
              <a:rPr lang="zh-CN" altLang="en-US" dirty="0"/>
              <a:t>这时候</a:t>
            </a:r>
            <a:r>
              <a:rPr lang="en-US" altLang="zh-CN" b="1" dirty="0"/>
              <a:t>x</a:t>
            </a:r>
            <a:r>
              <a:rPr lang="zh-CN" altLang="en-US" dirty="0"/>
              <a:t>，</a:t>
            </a:r>
            <a:r>
              <a:rPr lang="zh-CN" altLang="en-US" b="1" dirty="0"/>
              <a:t>*</a:t>
            </a:r>
            <a:r>
              <a:rPr lang="en-US" altLang="zh-CN" b="1" dirty="0" err="1"/>
              <a:t>py</a:t>
            </a:r>
            <a:r>
              <a:rPr lang="zh-CN" altLang="en-US" dirty="0"/>
              <a:t>，</a:t>
            </a:r>
            <a:r>
              <a:rPr lang="zh-CN" altLang="en-US" b="1" dirty="0"/>
              <a:t>*</a:t>
            </a:r>
            <a:r>
              <a:rPr lang="en-US" altLang="zh-CN" b="1" dirty="0" err="1"/>
              <a:t>ppz</a:t>
            </a:r>
            <a:r>
              <a:rPr lang="zh-CN" altLang="en-US" dirty="0"/>
              <a:t>的值都是</a:t>
            </a:r>
            <a:r>
              <a:rPr lang="en-US" altLang="zh-CN" b="1" dirty="0"/>
              <a:t>7</a:t>
            </a:r>
            <a:r>
              <a:rPr lang="zh-CN" altLang="en-US" b="1" dirty="0"/>
              <a:t>，</a:t>
            </a:r>
            <a:r>
              <a:rPr lang="zh-CN" altLang="en-US" dirty="0"/>
              <a:t>所以返回值是</a:t>
            </a:r>
            <a:r>
              <a:rPr lang="en-US" altLang="zh-CN" b="1" dirty="0"/>
              <a:t>21</a:t>
            </a:r>
            <a:r>
              <a:rPr lang="zh-CN" altLang="en-US" dirty="0"/>
              <a:t>。</a:t>
            </a:r>
            <a:endParaRPr lang="en-US" altLang="zh-CN" dirty="0"/>
          </a:p>
        </p:txBody>
      </p:sp>
      <p:sp>
        <p:nvSpPr>
          <p:cNvPr id="4" name="日期占位符 3">
            <a:extLst>
              <a:ext uri="{FF2B5EF4-FFF2-40B4-BE49-F238E27FC236}">
                <a16:creationId xmlns:a16="http://schemas.microsoft.com/office/drawing/2014/main" id="{D448D7BB-B9A1-D695-EBE0-F7757772AB2D}"/>
              </a:ext>
            </a:extLst>
          </p:cNvPr>
          <p:cNvSpPr>
            <a:spLocks noGrp="1"/>
          </p:cNvSpPr>
          <p:nvPr>
            <p:ph type="dt" sz="half" idx="10"/>
          </p:nvPr>
        </p:nvSpPr>
        <p:spPr/>
        <p:txBody>
          <a:bodyPr/>
          <a:lstStyle/>
          <a:p>
            <a:fld id="{90AE6AF5-8F06-486F-8C0A-40B2E680625D}" type="datetime2">
              <a:rPr lang="zh-CN" altLang="en-US" smtClean="0"/>
              <a:t>2025年6月11日</a:t>
            </a:fld>
            <a:endParaRPr lang="zh-CN" altLang="en-US" dirty="0"/>
          </a:p>
        </p:txBody>
      </p:sp>
      <p:sp>
        <p:nvSpPr>
          <p:cNvPr id="5" name="页脚占位符 4">
            <a:extLst>
              <a:ext uri="{FF2B5EF4-FFF2-40B4-BE49-F238E27FC236}">
                <a16:creationId xmlns:a16="http://schemas.microsoft.com/office/drawing/2014/main" id="{83EF5465-91D8-CE1F-5A67-9AF54C65A3C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6" name="灯片编号占位符 5">
            <a:extLst>
              <a:ext uri="{FF2B5EF4-FFF2-40B4-BE49-F238E27FC236}">
                <a16:creationId xmlns:a16="http://schemas.microsoft.com/office/drawing/2014/main" id="{3B7DEFF8-9993-05DF-7D0D-4062AB6970E4}"/>
              </a:ext>
            </a:extLst>
          </p:cNvPr>
          <p:cNvSpPr>
            <a:spLocks noGrp="1"/>
          </p:cNvSpPr>
          <p:nvPr>
            <p:ph type="sldNum" sz="quarter" idx="12"/>
          </p:nvPr>
        </p:nvSpPr>
        <p:spPr/>
        <p:txBody>
          <a:bodyPr/>
          <a:lstStyle/>
          <a:p>
            <a:fld id="{094DEB03-EFC6-4C20-8FC8-295189A5386F}" type="slidenum">
              <a:rPr lang="zh-CN" altLang="en-US" smtClean="0"/>
              <a:pPr/>
              <a:t>59</a:t>
            </a:fld>
            <a:endParaRPr lang="zh-CN" altLang="en-US"/>
          </a:p>
        </p:txBody>
      </p:sp>
    </p:spTree>
    <p:extLst>
      <p:ext uri="{BB962C8B-B14F-4D97-AF65-F5344CB8AC3E}">
        <p14:creationId xmlns:p14="http://schemas.microsoft.com/office/powerpoint/2010/main" val="12027774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E7CC798-A908-4C42-8A3D-032D5A55B4C8}"/>
              </a:ext>
            </a:extLst>
          </p:cNvPr>
          <p:cNvSpPr>
            <a:spLocks noGrp="1"/>
          </p:cNvSpPr>
          <p:nvPr>
            <p:ph type="title"/>
          </p:nvPr>
        </p:nvSpPr>
        <p:spPr/>
        <p:txBody>
          <a:bodyPr/>
          <a:lstStyle/>
          <a:p>
            <a:r>
              <a:rPr lang="zh-CN" altLang="en-US" dirty="0"/>
              <a:t>练习</a:t>
            </a:r>
          </a:p>
        </p:txBody>
      </p:sp>
      <p:pic>
        <p:nvPicPr>
          <p:cNvPr id="6" name="图片 5">
            <a:extLst>
              <a:ext uri="{FF2B5EF4-FFF2-40B4-BE49-F238E27FC236}">
                <a16:creationId xmlns:a16="http://schemas.microsoft.com/office/drawing/2014/main" id="{104E69B9-2BA9-495F-A78B-BAEBF89F19F9}"/>
              </a:ext>
            </a:extLst>
          </p:cNvPr>
          <p:cNvPicPr>
            <a:picLocks noChangeAspect="1"/>
          </p:cNvPicPr>
          <p:nvPr/>
        </p:nvPicPr>
        <p:blipFill>
          <a:blip r:embed="rId2"/>
          <a:stretch>
            <a:fillRect/>
          </a:stretch>
        </p:blipFill>
        <p:spPr>
          <a:xfrm>
            <a:off x="3018744" y="554492"/>
            <a:ext cx="5305425" cy="4019550"/>
          </a:xfrm>
          <a:prstGeom prst="rect">
            <a:avLst/>
          </a:prstGeom>
        </p:spPr>
      </p:pic>
      <p:pic>
        <p:nvPicPr>
          <p:cNvPr id="8" name="图片 7">
            <a:extLst>
              <a:ext uri="{FF2B5EF4-FFF2-40B4-BE49-F238E27FC236}">
                <a16:creationId xmlns:a16="http://schemas.microsoft.com/office/drawing/2014/main" id="{2BF6F530-570D-4756-AEBF-534C4B0BC4D0}"/>
              </a:ext>
            </a:extLst>
          </p:cNvPr>
          <p:cNvPicPr>
            <a:picLocks noChangeAspect="1"/>
          </p:cNvPicPr>
          <p:nvPr/>
        </p:nvPicPr>
        <p:blipFill>
          <a:blip r:embed="rId3"/>
          <a:stretch>
            <a:fillRect/>
          </a:stretch>
        </p:blipFill>
        <p:spPr>
          <a:xfrm>
            <a:off x="923925" y="4701947"/>
            <a:ext cx="7296150" cy="1819275"/>
          </a:xfrm>
          <a:prstGeom prst="rect">
            <a:avLst/>
          </a:prstGeom>
        </p:spPr>
      </p:pic>
      <p:sp>
        <p:nvSpPr>
          <p:cNvPr id="2" name="日期占位符 1">
            <a:extLst>
              <a:ext uri="{FF2B5EF4-FFF2-40B4-BE49-F238E27FC236}">
                <a16:creationId xmlns:a16="http://schemas.microsoft.com/office/drawing/2014/main" id="{DB1FB476-7AB0-F2F3-8B27-87C30B7B9456}"/>
              </a:ext>
            </a:extLst>
          </p:cNvPr>
          <p:cNvSpPr>
            <a:spLocks noGrp="1"/>
          </p:cNvSpPr>
          <p:nvPr>
            <p:ph type="dt" sz="half" idx="10"/>
          </p:nvPr>
        </p:nvSpPr>
        <p:spPr/>
        <p:txBody>
          <a:bodyPr/>
          <a:lstStyle/>
          <a:p>
            <a:fld id="{3A1F07F1-3879-490B-8244-618D639B5F6E}"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CAF532B9-E540-F326-4A2A-2A6D77BA64B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5" name="灯片编号占位符 4">
            <a:extLst>
              <a:ext uri="{FF2B5EF4-FFF2-40B4-BE49-F238E27FC236}">
                <a16:creationId xmlns:a16="http://schemas.microsoft.com/office/drawing/2014/main" id="{2B88DA32-371D-1B45-E2FC-F3E6AC819068}"/>
              </a:ext>
            </a:extLst>
          </p:cNvPr>
          <p:cNvSpPr>
            <a:spLocks noGrp="1"/>
          </p:cNvSpPr>
          <p:nvPr>
            <p:ph type="sldNum" sz="quarter" idx="12"/>
          </p:nvPr>
        </p:nvSpPr>
        <p:spPr/>
        <p:txBody>
          <a:bodyPr/>
          <a:lstStyle/>
          <a:p>
            <a:fld id="{094DEB03-EFC6-4C20-8FC8-295189A5386F}" type="slidenum">
              <a:rPr lang="zh-CN" altLang="en-US" smtClean="0"/>
              <a:pPr/>
              <a:t>60</a:t>
            </a:fld>
            <a:endParaRPr lang="zh-CN" altLang="en-US"/>
          </a:p>
        </p:txBody>
      </p:sp>
    </p:spTree>
    <p:extLst>
      <p:ext uri="{BB962C8B-B14F-4D97-AF65-F5344CB8AC3E}">
        <p14:creationId xmlns:p14="http://schemas.microsoft.com/office/powerpoint/2010/main" val="13536439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9A84DB2-053A-4D5F-8C2B-AC9ADEC3FFE0}"/>
              </a:ext>
            </a:extLst>
          </p:cNvPr>
          <p:cNvSpPr>
            <a:spLocks noGrp="1" noChangeArrowheads="1"/>
          </p:cNvSpPr>
          <p:nvPr>
            <p:ph type="title"/>
          </p:nvPr>
        </p:nvSpPr>
        <p:spPr/>
        <p:txBody>
          <a:bodyPr/>
          <a:lstStyle/>
          <a:p>
            <a:r>
              <a:rPr lang="zh-CN" altLang="en-US" dirty="0"/>
              <a:t>作业</a:t>
            </a:r>
            <a:r>
              <a:rPr lang="en-US" altLang="zh-CN" dirty="0"/>
              <a:t>6</a:t>
            </a:r>
            <a:r>
              <a:rPr lang="zh-CN" altLang="en-US" dirty="0"/>
              <a:t>（提前布置）</a:t>
            </a:r>
          </a:p>
        </p:txBody>
      </p:sp>
      <p:sp>
        <p:nvSpPr>
          <p:cNvPr id="75779" name="Rectangle 3">
            <a:extLst>
              <a:ext uri="{FF2B5EF4-FFF2-40B4-BE49-F238E27FC236}">
                <a16:creationId xmlns:a16="http://schemas.microsoft.com/office/drawing/2014/main" id="{9094BD14-D356-4216-915C-D28B5ACC40B4}"/>
              </a:ext>
            </a:extLst>
          </p:cNvPr>
          <p:cNvSpPr>
            <a:spLocks noGrp="1" noChangeArrowheads="1"/>
          </p:cNvSpPr>
          <p:nvPr>
            <p:ph idx="1"/>
          </p:nvPr>
        </p:nvSpPr>
        <p:spPr/>
        <p:txBody>
          <a:bodyPr>
            <a:normAutofit/>
          </a:bodyPr>
          <a:lstStyle/>
          <a:p>
            <a:r>
              <a:rPr lang="zh-CN" altLang="en-US" sz="3600" dirty="0"/>
              <a:t>第六章</a:t>
            </a:r>
            <a:endParaRPr lang="en-US" altLang="zh-CN" sz="3600" dirty="0"/>
          </a:p>
          <a:p>
            <a:pPr lvl="1"/>
            <a:r>
              <a:rPr lang="en-US" altLang="zh-CN" sz="3200" b="1" dirty="0"/>
              <a:t>P200 / 6.8</a:t>
            </a:r>
          </a:p>
          <a:p>
            <a:pPr lvl="1"/>
            <a:r>
              <a:rPr lang="en-US" altLang="zh-CN" sz="3200" b="1" dirty="0"/>
              <a:t>P201 / 6.11</a:t>
            </a:r>
          </a:p>
          <a:p>
            <a:r>
              <a:rPr lang="zh-CN" altLang="en-US" sz="3600" dirty="0"/>
              <a:t>第七章</a:t>
            </a:r>
            <a:endParaRPr lang="en-US" altLang="zh-CN" sz="3600" dirty="0"/>
          </a:p>
          <a:p>
            <a:pPr lvl="1"/>
            <a:r>
              <a:rPr lang="en-US" altLang="zh-CN" sz="3200" b="1" dirty="0"/>
              <a:t>P234 / 7.1</a:t>
            </a:r>
          </a:p>
          <a:p>
            <a:endParaRPr lang="en-US" altLang="zh-CN" sz="3600" b="1" dirty="0"/>
          </a:p>
          <a:p>
            <a:endParaRPr lang="en-US" altLang="zh-CN" sz="3600" b="1" dirty="0"/>
          </a:p>
        </p:txBody>
      </p:sp>
      <p:sp>
        <p:nvSpPr>
          <p:cNvPr id="2" name="日期占位符 1">
            <a:extLst>
              <a:ext uri="{FF2B5EF4-FFF2-40B4-BE49-F238E27FC236}">
                <a16:creationId xmlns:a16="http://schemas.microsoft.com/office/drawing/2014/main" id="{7366B289-72F0-B108-0510-A42DEC2DC091}"/>
              </a:ext>
            </a:extLst>
          </p:cNvPr>
          <p:cNvSpPr>
            <a:spLocks noGrp="1"/>
          </p:cNvSpPr>
          <p:nvPr>
            <p:ph type="dt" sz="half" idx="10"/>
          </p:nvPr>
        </p:nvSpPr>
        <p:spPr/>
        <p:txBody>
          <a:bodyPr/>
          <a:lstStyle/>
          <a:p>
            <a:fld id="{28C87FCB-8580-451E-BB8C-0BC2352698C6}" type="datetime2">
              <a:rPr lang="zh-CN" altLang="en-US" smtClean="0"/>
              <a:t>2025年6月11日</a:t>
            </a:fld>
            <a:endParaRPr lang="zh-CN" altLang="en-US" dirty="0"/>
          </a:p>
        </p:txBody>
      </p:sp>
      <p:sp>
        <p:nvSpPr>
          <p:cNvPr id="3" name="页脚占位符 2">
            <a:extLst>
              <a:ext uri="{FF2B5EF4-FFF2-40B4-BE49-F238E27FC236}">
                <a16:creationId xmlns:a16="http://schemas.microsoft.com/office/drawing/2014/main" id="{7DB80707-5504-D56A-4BB0-C92A3302F10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09EDF8B4-ACD9-C8A5-573C-241C99017218}"/>
              </a:ext>
            </a:extLst>
          </p:cNvPr>
          <p:cNvSpPr>
            <a:spLocks noGrp="1"/>
          </p:cNvSpPr>
          <p:nvPr>
            <p:ph type="sldNum" sz="quarter" idx="12"/>
          </p:nvPr>
        </p:nvSpPr>
        <p:spPr/>
        <p:txBody>
          <a:bodyPr/>
          <a:lstStyle/>
          <a:p>
            <a:fld id="{094DEB03-EFC6-4C20-8FC8-295189A5386F}" type="slidenum">
              <a:rPr lang="zh-CN" altLang="en-US" smtClean="0"/>
              <a:pPr/>
              <a:t>61</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E30078-746C-1C4D-17AC-3E81BD7EBFC9}"/>
              </a:ext>
            </a:extLst>
          </p:cNvPr>
          <p:cNvSpPr>
            <a:spLocks noGrp="1"/>
          </p:cNvSpPr>
          <p:nvPr>
            <p:ph type="title"/>
          </p:nvPr>
        </p:nvSpPr>
        <p:spPr/>
        <p:txBody>
          <a:bodyPr/>
          <a:lstStyle/>
          <a:p>
            <a:r>
              <a:rPr lang="zh-CN" altLang="en-US" dirty="0"/>
              <a:t>课后思考</a:t>
            </a:r>
          </a:p>
        </p:txBody>
      </p:sp>
      <p:sp>
        <p:nvSpPr>
          <p:cNvPr id="6" name="内容占位符 5">
            <a:extLst>
              <a:ext uri="{FF2B5EF4-FFF2-40B4-BE49-F238E27FC236}">
                <a16:creationId xmlns:a16="http://schemas.microsoft.com/office/drawing/2014/main" id="{AC8BA2F7-D4E6-117C-6890-1A0B7D90999F}"/>
              </a:ext>
            </a:extLst>
          </p:cNvPr>
          <p:cNvSpPr>
            <a:spLocks noGrp="1"/>
          </p:cNvSpPr>
          <p:nvPr>
            <p:ph idx="1"/>
          </p:nvPr>
        </p:nvSpPr>
        <p:spPr/>
        <p:txBody>
          <a:bodyPr/>
          <a:lstStyle/>
          <a:p>
            <a:r>
              <a:rPr lang="zh-CN" altLang="en-US" dirty="0"/>
              <a:t>内联函数编译后生成的代码是怎样的？可以写一段代码亲自试一试。</a:t>
            </a:r>
          </a:p>
        </p:txBody>
      </p:sp>
      <p:sp>
        <p:nvSpPr>
          <p:cNvPr id="3" name="日期占位符 2">
            <a:extLst>
              <a:ext uri="{FF2B5EF4-FFF2-40B4-BE49-F238E27FC236}">
                <a16:creationId xmlns:a16="http://schemas.microsoft.com/office/drawing/2014/main" id="{53A6F060-09C2-E3A6-9AD5-4C227C160C08}"/>
              </a:ext>
            </a:extLst>
          </p:cNvPr>
          <p:cNvSpPr>
            <a:spLocks noGrp="1"/>
          </p:cNvSpPr>
          <p:nvPr>
            <p:ph type="dt" sz="half" idx="10"/>
          </p:nvPr>
        </p:nvSpPr>
        <p:spPr/>
        <p:txBody>
          <a:bodyPr/>
          <a:lstStyle/>
          <a:p>
            <a:fld id="{EF4A1238-7D93-49BD-8EA5-88D7F22B10EC}" type="datetime2">
              <a:rPr lang="zh-CN" altLang="en-US" smtClean="0"/>
              <a:t>2025年6月11日</a:t>
            </a:fld>
            <a:endParaRPr lang="zh-CN" altLang="en-US" dirty="0"/>
          </a:p>
        </p:txBody>
      </p:sp>
      <p:sp>
        <p:nvSpPr>
          <p:cNvPr id="4" name="页脚占位符 3">
            <a:extLst>
              <a:ext uri="{FF2B5EF4-FFF2-40B4-BE49-F238E27FC236}">
                <a16:creationId xmlns:a16="http://schemas.microsoft.com/office/drawing/2014/main" id="{EDC1DB25-6534-997B-22AB-9794BB9EF05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(2)</a:t>
            </a:r>
            <a:endParaRPr lang="zh-CN" altLang="en-US" dirty="0"/>
          </a:p>
        </p:txBody>
      </p:sp>
      <p:sp>
        <p:nvSpPr>
          <p:cNvPr id="5" name="灯片编号占位符 4">
            <a:extLst>
              <a:ext uri="{FF2B5EF4-FFF2-40B4-BE49-F238E27FC236}">
                <a16:creationId xmlns:a16="http://schemas.microsoft.com/office/drawing/2014/main" id="{E43D039C-4307-03B7-56C0-89CD60F1157C}"/>
              </a:ext>
            </a:extLst>
          </p:cNvPr>
          <p:cNvSpPr>
            <a:spLocks noGrp="1"/>
          </p:cNvSpPr>
          <p:nvPr>
            <p:ph type="sldNum" sz="quarter" idx="12"/>
          </p:nvPr>
        </p:nvSpPr>
        <p:spPr/>
        <p:txBody>
          <a:bodyPr/>
          <a:lstStyle/>
          <a:p>
            <a:fld id="{094DEB03-EFC6-4C20-8FC8-295189A5386F}" type="slidenum">
              <a:rPr lang="zh-CN" altLang="en-US" smtClean="0"/>
              <a:pPr/>
              <a:t>62</a:t>
            </a:fld>
            <a:endParaRPr lang="zh-CN" altLang="en-US"/>
          </a:p>
        </p:txBody>
      </p:sp>
    </p:spTree>
    <p:extLst>
      <p:ext uri="{BB962C8B-B14F-4D97-AF65-F5344CB8AC3E}">
        <p14:creationId xmlns:p14="http://schemas.microsoft.com/office/powerpoint/2010/main" val="35732797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1A4A9B1-7E4E-47AA-AA07-2768A6A8C14F}" vid="{86F4E090-C3C9-4325-B7F9-CF07F329F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602</TotalTime>
  <Words>7110</Words>
  <Application>Microsoft Office PowerPoint</Application>
  <PresentationFormat>全屏显示(4:3)</PresentationFormat>
  <Paragraphs>1102</Paragraphs>
  <Slides>62</Slides>
  <Notes>14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62</vt:i4>
      </vt:variant>
    </vt:vector>
  </HeadingPairs>
  <TitlesOfParts>
    <vt:vector size="75" baseType="lpstr">
      <vt:lpstr>Arial Unicode MS</vt:lpstr>
      <vt:lpstr>等线</vt:lpstr>
      <vt:lpstr>黑体</vt:lpstr>
      <vt:lpstr>宋体</vt:lpstr>
      <vt:lpstr>微软雅黑</vt:lpstr>
      <vt:lpstr>Arial</vt:lpstr>
      <vt:lpstr>Courier New</vt:lpstr>
      <vt:lpstr>Symbol</vt:lpstr>
      <vt:lpstr>Tahoma</vt:lpstr>
      <vt:lpstr>Times New Roman</vt:lpstr>
      <vt:lpstr>Wingdings</vt:lpstr>
      <vt:lpstr>主题1</vt:lpstr>
      <vt:lpstr>包装程序外壳对象</vt:lpstr>
      <vt:lpstr>第六章 运行时存储空间 的组织和管理(2)</vt:lpstr>
      <vt:lpstr>上次课回顾</vt:lpstr>
      <vt:lpstr>上次课回顾</vt:lpstr>
      <vt:lpstr>上次课回顾</vt:lpstr>
      <vt:lpstr>上次课回顾</vt:lpstr>
      <vt:lpstr>上次课回顾</vt:lpstr>
      <vt:lpstr>本次课内容</vt:lpstr>
      <vt:lpstr>PowerPoint 演示文稿</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PowerPoint 演示文稿</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6.2.3 调用序列和返回序列</vt:lpstr>
      <vt:lpstr>6.2.4 栈上可变长数据</vt:lpstr>
      <vt:lpstr>6.2.4 栈上可变长数据</vt:lpstr>
      <vt:lpstr>6.2.4 栈上可变长数据</vt:lpstr>
      <vt:lpstr>6.2.5 悬空引用</vt:lpstr>
      <vt:lpstr>6.3 非局部名字的访问</vt:lpstr>
      <vt:lpstr>6.3.1 无过程嵌套的静态作用域</vt:lpstr>
      <vt:lpstr>6.4 参数传递</vt:lpstr>
      <vt:lpstr>6.4.1 值调用</vt:lpstr>
      <vt:lpstr>6.4.2 引用调用</vt:lpstr>
      <vt:lpstr>6.4.3 换名调用</vt:lpstr>
      <vt:lpstr>6.4.3 换名调用</vt:lpstr>
      <vt:lpstr>6.4.3 换名调用</vt:lpstr>
      <vt:lpstr>6.4.3 换名调用</vt:lpstr>
      <vt:lpstr>6.4.3 换名调用</vt:lpstr>
      <vt:lpstr>本节小结</vt:lpstr>
      <vt:lpstr>本章要点</vt:lpstr>
      <vt:lpstr>思维导图</vt:lpstr>
      <vt:lpstr>PowerPoint 演示文稿</vt:lpstr>
      <vt:lpstr>练习</vt:lpstr>
      <vt:lpstr>练习</vt:lpstr>
      <vt:lpstr>作业6（提前布置）</vt:lpstr>
      <vt:lpstr>课后思考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语法分析(8)</dc:title>
  <dc:creator>欣捷</dc:creator>
  <cp:lastModifiedBy>欣捷 王</cp:lastModifiedBy>
  <cp:revision>51</cp:revision>
  <dcterms:created xsi:type="dcterms:W3CDTF">2021-04-20T06:55:23Z</dcterms:created>
  <dcterms:modified xsi:type="dcterms:W3CDTF">2025-06-11T05:14:38Z</dcterms:modified>
</cp:coreProperties>
</file>